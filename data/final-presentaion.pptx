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_rels/presentation.xml.rels" ContentType="application/vnd.openxmlformats-package.relationships+xml"/>
  <Override PartName="/ppt/media/image28.png" ContentType="image/png"/>
  <Override PartName="/ppt/media/image26.png" ContentType="image/png"/>
  <Override PartName="/ppt/media/image24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7.png" ContentType="image/png"/>
  <Override PartName="/ppt/media/image27.svg" ContentType="image/svg"/>
  <Override PartName="/ppt/media/image11.png" ContentType="image/png"/>
  <Override PartName="/ppt/media/image6.svg" ContentType="image/svg"/>
  <Override PartName="/ppt/media/image9.png" ContentType="image/png"/>
  <Override PartName="/ppt/media/image29.svg" ContentType="image/svg"/>
  <Override PartName="/ppt/media/image10.svg" ContentType="image/svg"/>
  <Override PartName="/ppt/media/image30.jpeg" ContentType="image/jpeg"/>
  <Override PartName="/ppt/media/image34.png" ContentType="image/png"/>
  <Override PartName="/ppt/media/image13.png" ContentType="image/png"/>
  <Override PartName="/ppt/media/image8.svg" ContentType="image/svg"/>
  <Override PartName="/ppt/media/image12.svg" ContentType="image/svg"/>
  <Override PartName="/ppt/media/image31.png" ContentType="image/png"/>
  <Override PartName="/ppt/media/image32.png" ContentType="image/png"/>
  <Override PartName="/ppt/media/image4.svg" ContentType="image/svg"/>
  <Override PartName="/ppt/media/image2.svg" ContentType="image/svg"/>
  <Override PartName="/ppt/media/image35.png" ContentType="image/png"/>
  <Override PartName="/ppt/media/image3.png" ContentType="image/png"/>
  <Override PartName="/ppt/media/image36.png" ContentType="image/png"/>
  <Override PartName="/ppt/media/image23.svg" ContentType="image/svg"/>
  <Override PartName="/ppt/media/image5.png" ContentType="image/png"/>
  <Override PartName="/ppt/media/image25.svg" ContentType="image/svg"/>
  <Override PartName="/ppt/media/image14.svg" ContentType="image/svg"/>
  <Override PartName="/ppt/media/image15.png" ContentType="image/png"/>
  <Override PartName="/ppt/media/image16.svg" ContentType="image/svg"/>
  <Override PartName="/ppt/media/image17.png" ContentType="image/png"/>
  <Override PartName="/ppt/media/image18.svg" ContentType="image/svg"/>
  <Override PartName="/ppt/media/image20.svg" ContentType="image/svg"/>
  <Override PartName="/ppt/media/image33.png" ContentType="image/png"/>
  <Override PartName="/ppt/media/image1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png"/><Relationship Id="rId7" Type="http://schemas.openxmlformats.org/officeDocument/2006/relationships/image" Target="../media/image4.sv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19.png"/><Relationship Id="rId9" Type="http://schemas.openxmlformats.org/officeDocument/2006/relationships/image" Target="../media/image20.sv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1.png"/><Relationship Id="rId3" Type="http://schemas.openxmlformats.org/officeDocument/2006/relationships/hyperlink" Target="http://www.prodapt.com/" TargetMode="Externa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7.png"/><Relationship Id="rId11" Type="http://schemas.openxmlformats.org/officeDocument/2006/relationships/image" Target="../media/image8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7.png"/><Relationship Id="rId15" Type="http://schemas.openxmlformats.org/officeDocument/2006/relationships/image" Target="../media/image8.sv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1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Relationship Id="rId4" Type="http://schemas.openxmlformats.org/officeDocument/2006/relationships/image" Target="../media/image26.png"/><Relationship Id="rId5" Type="http://schemas.openxmlformats.org/officeDocument/2006/relationships/image" Target="../media/image27.sv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9.png"/><Relationship Id="rId3" Type="http://schemas.openxmlformats.org/officeDocument/2006/relationships/image" Target="../media/image20.svg"/><Relationship Id="rId4" Type="http://schemas.openxmlformats.org/officeDocument/2006/relationships/image" Target="../media/image28.png"/><Relationship Id="rId5" Type="http://schemas.openxmlformats.org/officeDocument/2006/relationships/image" Target="../media/image29.svg"/><Relationship Id="rId6" Type="http://schemas.openxmlformats.org/officeDocument/2006/relationships/image" Target="../media/image28.png"/><Relationship Id="rId7" Type="http://schemas.openxmlformats.org/officeDocument/2006/relationships/image" Target="../media/image29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0.jpeg"/><Relationship Id="rId3" Type="http://schemas.openxmlformats.org/officeDocument/2006/relationships/image" Target="../media/image31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9.png"/><Relationship Id="rId3" Type="http://schemas.openxmlformats.org/officeDocument/2006/relationships/image" Target="../media/image20.svg"/><Relationship Id="rId4" Type="http://schemas.openxmlformats.org/officeDocument/2006/relationships/image" Target="../media/image28.png"/><Relationship Id="rId5" Type="http://schemas.openxmlformats.org/officeDocument/2006/relationships/image" Target="../media/image29.svg"/><Relationship Id="rId6" Type="http://schemas.openxmlformats.org/officeDocument/2006/relationships/image" Target="../media/image28.png"/><Relationship Id="rId7" Type="http://schemas.openxmlformats.org/officeDocument/2006/relationships/image" Target="../media/image29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Relationship Id="rId8" Type="http://schemas.openxmlformats.org/officeDocument/2006/relationships/image" Target="../media/image15.png"/><Relationship Id="rId9" Type="http://schemas.openxmlformats.org/officeDocument/2006/relationships/image" Target="../media/image16.sv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5.png"/><Relationship Id="rId5" Type="http://schemas.openxmlformats.org/officeDocument/2006/relationships/image" Target="../media/image16.svg"/><Relationship Id="rId6" Type="http://schemas.openxmlformats.org/officeDocument/2006/relationships/image" Target="../media/image17.png"/><Relationship Id="rId7" Type="http://schemas.openxmlformats.org/officeDocument/2006/relationships/image" Target="../media/image1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 with one log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raphic 66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057560" y="4101480"/>
            <a:ext cx="5085720" cy="104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" name="Graphic 6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057560" y="0"/>
            <a:ext cx="5085720" cy="205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0"/>
          <p:cNvSpPr/>
          <p:nvPr/>
        </p:nvSpPr>
        <p:spPr>
          <a:xfrm>
            <a:off x="0" y="0"/>
            <a:ext cx="4081320" cy="514260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IN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3" name="Graphic 11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0" y="0"/>
            <a:ext cx="408348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ctangle 12"/>
          <p:cNvSpPr/>
          <p:nvPr/>
        </p:nvSpPr>
        <p:spPr>
          <a:xfrm>
            <a:off x="0" y="2059920"/>
            <a:ext cx="4153320" cy="102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IN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body"/>
          </p:nvPr>
        </p:nvSpPr>
        <p:spPr>
          <a:xfrm>
            <a:off x="4696920" y="-1500840"/>
            <a:ext cx="3932280" cy="463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Title of the </a:t>
            </a: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Presentation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696920" y="3135960"/>
            <a:ext cx="3932280" cy="463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Subtitle of the Presentation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Picture 7"/>
          <p:cNvGrpSpPr/>
          <p:nvPr/>
        </p:nvGrpSpPr>
        <p:grpSpPr>
          <a:xfrm>
            <a:off x="1323000" y="2359800"/>
            <a:ext cx="1507320" cy="423720"/>
            <a:chOff x="1323000" y="2359800"/>
            <a:chExt cx="1507320" cy="423720"/>
          </a:xfrm>
        </p:grpSpPr>
        <p:grpSp>
          <p:nvGrpSpPr>
            <p:cNvPr id="8" name="Picture 7"/>
            <p:cNvGrpSpPr/>
            <p:nvPr/>
          </p:nvGrpSpPr>
          <p:grpSpPr>
            <a:xfrm>
              <a:off x="1323000" y="2359800"/>
              <a:ext cx="1406880" cy="423720"/>
              <a:chOff x="1323000" y="2359800"/>
              <a:chExt cx="1406880" cy="423720"/>
            </a:xfrm>
          </p:grpSpPr>
          <p:sp>
            <p:nvSpPr>
              <p:cNvPr id="9" name="Freeform: Shape 18"/>
              <p:cNvSpPr/>
              <p:nvPr/>
            </p:nvSpPr>
            <p:spPr>
              <a:xfrm>
                <a:off x="1323000" y="2359800"/>
                <a:ext cx="250920" cy="331200"/>
              </a:xfrm>
              <a:custGeom>
                <a:avLst/>
                <a:gdLst>
                  <a:gd name="textAreaLeft" fmla="*/ 0 w 250920"/>
                  <a:gd name="textAreaRight" fmla="*/ 251640 w 250920"/>
                  <a:gd name="textAreaTop" fmla="*/ 0 h 331200"/>
                  <a:gd name="textAreaBottom" fmla="*/ 331920 h 331200"/>
                  <a:gd name="GluePoint1X" fmla="*/ 0 w 398847"/>
                  <a:gd name="GluePoint1Y" fmla="*/ 0 h 525915"/>
                  <a:gd name="GluePoint2X" fmla="*/ 219917 w 398847"/>
                  <a:gd name="GluePoint2Y" fmla="*/ 0 h 525915"/>
                  <a:gd name="GluePoint3X" fmla="*/ 287155 w 398847"/>
                  <a:gd name="GluePoint3Y" fmla="*/ 7109 h 525915"/>
                  <a:gd name="GluePoint4X" fmla="*/ 344415 w 398847"/>
                  <a:gd name="GluePoint4Y" fmla="*/ 31906 h 525915"/>
                  <a:gd name="GluePoint5X" fmla="*/ 384030 w 398847"/>
                  <a:gd name="GluePoint5Y" fmla="*/ 79187 h 525915"/>
                  <a:gd name="GluePoint6X" fmla="*/ 398848 w 398847"/>
                  <a:gd name="GluePoint6Y" fmla="*/ 153278 h 525915"/>
                  <a:gd name="GluePoint7X" fmla="*/ 348911 w 398847"/>
                  <a:gd name="GluePoint7Y" fmla="*/ 274650 h 525915"/>
                  <a:gd name="GluePoint8X" fmla="*/ 201415 w 398847"/>
                  <a:gd name="GluePoint8Y" fmla="*/ 315678 h 525915"/>
                  <a:gd name="GluePoint9X" fmla="*/ 68438 w 398847"/>
                  <a:gd name="GluePoint9Y" fmla="*/ 315678 h 525915"/>
                  <a:gd name="GluePoint10X" fmla="*/ 68438 w 398847"/>
                  <a:gd name="GluePoint10Y" fmla="*/ 525916 h 525915"/>
                  <a:gd name="GluePoint11X" fmla="*/ 86 w 398847"/>
                  <a:gd name="GluePoint11Y" fmla="*/ 525916 h 525915"/>
                  <a:gd name="GluePoint12X" fmla="*/ 86 w 398847"/>
                  <a:gd name="GluePoint12Y" fmla="*/ 0 h 525915"/>
                  <a:gd name="GluePoint13X" fmla="*/ 68352 w 398847"/>
                  <a:gd name="GluePoint13Y" fmla="*/ 252380 h 525915"/>
                  <a:gd name="GluePoint14X" fmla="*/ 202229 w 398847"/>
                  <a:gd name="GluePoint14Y" fmla="*/ 252380 h 525915"/>
                  <a:gd name="GluePoint15X" fmla="*/ 298633 w 398847"/>
                  <a:gd name="GluePoint15Y" fmla="*/ 227454 h 525915"/>
                  <a:gd name="GluePoint16X" fmla="*/ 326941 w 398847"/>
                  <a:gd name="GluePoint16Y" fmla="*/ 155548 h 525915"/>
                  <a:gd name="GluePoint17X" fmla="*/ 317776 w 398847"/>
                  <a:gd name="GluePoint17Y" fmla="*/ 110537 h 525915"/>
                  <a:gd name="GluePoint18X" fmla="*/ 292337 w 398847"/>
                  <a:gd name="GluePoint18Y" fmla="*/ 81928 h 525915"/>
                  <a:gd name="GluePoint19X" fmla="*/ 254264 w 398847"/>
                  <a:gd name="GluePoint19Y" fmla="*/ 66939 h 525915"/>
                  <a:gd name="GluePoint20X" fmla="*/ 207925 w 398847"/>
                  <a:gd name="GluePoint20Y" fmla="*/ 62699 h 525915"/>
                  <a:gd name="GluePoint21X" fmla="*/ 68395 w 398847"/>
                  <a:gd name="GluePoint21Y" fmla="*/ 62699 h 525915"/>
                  <a:gd name="GluePoint22X" fmla="*/ 68395 w 398847"/>
                  <a:gd name="GluePoint22Y" fmla="*/ 252422 h 525915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98847" h="525915">
                    <a:moveTo>
                      <a:pt x="0" y="0"/>
                    </a:moveTo>
                    <a:lnTo>
                      <a:pt x="219917" y="0"/>
                    </a:lnTo>
                    <a:cubicBezTo>
                      <a:pt x="243086" y="0"/>
                      <a:pt x="265484" y="2398"/>
                      <a:pt x="287155" y="7109"/>
                    </a:cubicBezTo>
                    <a:cubicBezTo>
                      <a:pt x="308783" y="11863"/>
                      <a:pt x="327883" y="20129"/>
                      <a:pt x="344415" y="31906"/>
                    </a:cubicBezTo>
                    <a:cubicBezTo>
                      <a:pt x="360946" y="43684"/>
                      <a:pt x="374137" y="59444"/>
                      <a:pt x="384030" y="79187"/>
                    </a:cubicBezTo>
                    <a:cubicBezTo>
                      <a:pt x="393880" y="98930"/>
                      <a:pt x="398848" y="123642"/>
                      <a:pt x="398848" y="153278"/>
                    </a:cubicBezTo>
                    <a:cubicBezTo>
                      <a:pt x="398848" y="206812"/>
                      <a:pt x="382188" y="247283"/>
                      <a:pt x="348911" y="274650"/>
                    </a:cubicBezTo>
                    <a:cubicBezTo>
                      <a:pt x="315635" y="301973"/>
                      <a:pt x="266469" y="315678"/>
                      <a:pt x="201415" y="315678"/>
                    </a:cubicBezTo>
                    <a:lnTo>
                      <a:pt x="68438" y="315678"/>
                    </a:lnTo>
                    <a:lnTo>
                      <a:pt x="68438" y="525916"/>
                    </a:lnTo>
                    <a:lnTo>
                      <a:pt x="86" y="525916"/>
                    </a:lnTo>
                    <a:lnTo>
                      <a:pt x="86" y="0"/>
                    </a:lnTo>
                    <a:close/>
                    <a:moveTo>
                      <a:pt x="68352" y="252380"/>
                    </a:moveTo>
                    <a:lnTo>
                      <a:pt x="202229" y="252380"/>
                    </a:lnTo>
                    <a:cubicBezTo>
                      <a:pt x="247626" y="252380"/>
                      <a:pt x="279746" y="244071"/>
                      <a:pt x="298633" y="227454"/>
                    </a:cubicBezTo>
                    <a:cubicBezTo>
                      <a:pt x="317519" y="210837"/>
                      <a:pt x="326941" y="186854"/>
                      <a:pt x="326941" y="155548"/>
                    </a:cubicBezTo>
                    <a:cubicBezTo>
                      <a:pt x="326941" y="137432"/>
                      <a:pt x="323900" y="122400"/>
                      <a:pt x="317776" y="110537"/>
                    </a:cubicBezTo>
                    <a:cubicBezTo>
                      <a:pt x="311695" y="98631"/>
                      <a:pt x="303172" y="89123"/>
                      <a:pt x="292337" y="81928"/>
                    </a:cubicBezTo>
                    <a:cubicBezTo>
                      <a:pt x="281459" y="74776"/>
                      <a:pt x="268782" y="69765"/>
                      <a:pt x="254264" y="66939"/>
                    </a:cubicBezTo>
                    <a:cubicBezTo>
                      <a:pt x="239745" y="64112"/>
                      <a:pt x="224285" y="62699"/>
                      <a:pt x="207925" y="62699"/>
                    </a:cubicBezTo>
                    <a:lnTo>
                      <a:pt x="68395" y="62699"/>
                    </a:lnTo>
                    <a:lnTo>
                      <a:pt x="68395" y="252422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10" name="Freeform: Shape 19"/>
              <p:cNvSpPr/>
              <p:nvPr/>
            </p:nvSpPr>
            <p:spPr>
              <a:xfrm>
                <a:off x="1596960" y="2446200"/>
                <a:ext cx="124560" cy="244800"/>
              </a:xfrm>
              <a:custGeom>
                <a:avLst/>
                <a:gdLst>
                  <a:gd name="textAreaLeft" fmla="*/ 0 w 124560"/>
                  <a:gd name="textAreaRight" fmla="*/ 125280 w 124560"/>
                  <a:gd name="textAreaTop" fmla="*/ 0 h 244800"/>
                  <a:gd name="textAreaBottom" fmla="*/ 245520 h 244800"/>
                  <a:gd name="GluePoint1X" fmla="*/ 198246 w 198246"/>
                  <a:gd name="GluePoint1Y" fmla="*/ 70622 h 389083"/>
                  <a:gd name="GluePoint2X" fmla="*/ 156661 w 198246"/>
                  <a:gd name="GluePoint2Y" fmla="*/ 66082 h 389083"/>
                  <a:gd name="GluePoint3X" fmla="*/ 68352 w 198246"/>
                  <a:gd name="GluePoint3Y" fmla="*/ 120087 h 389083"/>
                  <a:gd name="GluePoint4X" fmla="*/ 68352 w 198246"/>
                  <a:gd name="GluePoint4Y" fmla="*/ 389084 h 389083"/>
                  <a:gd name="GluePoint5X" fmla="*/ 0 w 198246"/>
                  <a:gd name="GluePoint5Y" fmla="*/ 389084 h 389083"/>
                  <a:gd name="GluePoint6X" fmla="*/ 0 w 198246"/>
                  <a:gd name="GluePoint6Y" fmla="*/ 7966 h 389083"/>
                  <a:gd name="GluePoint7X" fmla="*/ 68352 w 198246"/>
                  <a:gd name="GluePoint7Y" fmla="*/ 7966 h 389083"/>
                  <a:gd name="GluePoint8X" fmla="*/ 68352 w 198246"/>
                  <a:gd name="GluePoint8Y" fmla="*/ 62099 h 389083"/>
                  <a:gd name="GluePoint9X" fmla="*/ 167453 w 198246"/>
                  <a:gd name="GluePoint9Y" fmla="*/ 0 h 389083"/>
                  <a:gd name="GluePoint10X" fmla="*/ 182272 w 198246"/>
                  <a:gd name="GluePoint10Y" fmla="*/ 557 h 389083"/>
                  <a:gd name="GluePoint11X" fmla="*/ 198246 w 198246"/>
                  <a:gd name="GluePoint11Y" fmla="*/ 2827 h 389083"/>
                  <a:gd name="GluePoint12X" fmla="*/ 198246 w 198246"/>
                  <a:gd name="GluePoint12Y" fmla="*/ 70622 h 389083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</a:cxnLst>
                <a:rect l="textAreaLeft" t="textAreaTop" r="textAreaRight" b="textAreaBottom"/>
                <a:pathLst>
                  <a:path w="198246" h="389083">
                    <a:moveTo>
                      <a:pt x="198246" y="70622"/>
                    </a:moveTo>
                    <a:cubicBezTo>
                      <a:pt x="187240" y="67581"/>
                      <a:pt x="173364" y="66082"/>
                      <a:pt x="156661" y="66082"/>
                    </a:cubicBezTo>
                    <a:cubicBezTo>
                      <a:pt x="122485" y="66082"/>
                      <a:pt x="93063" y="84112"/>
                      <a:pt x="68352" y="120087"/>
                    </a:cubicBezTo>
                    <a:lnTo>
                      <a:pt x="68352" y="389084"/>
                    </a:lnTo>
                    <a:lnTo>
                      <a:pt x="0" y="389084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62099"/>
                    </a:lnTo>
                    <a:cubicBezTo>
                      <a:pt x="95675" y="20728"/>
                      <a:pt x="128738" y="0"/>
                      <a:pt x="167453" y="0"/>
                    </a:cubicBezTo>
                    <a:cubicBezTo>
                      <a:pt x="172379" y="0"/>
                      <a:pt x="177304" y="214"/>
                      <a:pt x="182272" y="557"/>
                    </a:cubicBezTo>
                    <a:cubicBezTo>
                      <a:pt x="187197" y="942"/>
                      <a:pt x="192550" y="1713"/>
                      <a:pt x="198246" y="2827"/>
                    </a:cubicBezTo>
                    <a:lnTo>
                      <a:pt x="198246" y="70622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11" name="Freeform: Shape 20"/>
              <p:cNvSpPr/>
              <p:nvPr/>
            </p:nvSpPr>
            <p:spPr>
              <a:xfrm>
                <a:off x="1707120" y="2446200"/>
                <a:ext cx="224280" cy="250560"/>
              </a:xfrm>
              <a:custGeom>
                <a:avLst/>
                <a:gdLst>
                  <a:gd name="textAreaLeft" fmla="*/ 0 w 224280"/>
                  <a:gd name="textAreaRight" fmla="*/ 225000 w 224280"/>
                  <a:gd name="textAreaTop" fmla="*/ 0 h 250560"/>
                  <a:gd name="textAreaBottom" fmla="*/ 251280 h 250560"/>
                  <a:gd name="GluePoint1X" fmla="*/ 177732 w 356620"/>
                  <a:gd name="GluePoint1Y" fmla="*/ 0 h 398291"/>
                  <a:gd name="GluePoint2X" fmla="*/ 251780 w 356620"/>
                  <a:gd name="GluePoint2Y" fmla="*/ 13405 h 398291"/>
                  <a:gd name="GluePoint3X" fmla="*/ 308183 w 356620"/>
                  <a:gd name="GluePoint3Y" fmla="*/ 52120 h 398291"/>
                  <a:gd name="GluePoint4X" fmla="*/ 344072 w 356620"/>
                  <a:gd name="GluePoint4Y" fmla="*/ 114519 h 398291"/>
                  <a:gd name="GluePoint5X" fmla="*/ 356620 w 356620"/>
                  <a:gd name="GluePoint5Y" fmla="*/ 198846 h 398291"/>
                  <a:gd name="GluePoint6X" fmla="*/ 343515 w 356620"/>
                  <a:gd name="GluePoint6Y" fmla="*/ 284885 h 398291"/>
                  <a:gd name="GluePoint7X" fmla="*/ 306770 w 356620"/>
                  <a:gd name="GluePoint7Y" fmla="*/ 347284 h 398291"/>
                  <a:gd name="GluePoint8X" fmla="*/ 250367 w 356620"/>
                  <a:gd name="GluePoint8Y" fmla="*/ 385486 h 398291"/>
                  <a:gd name="GluePoint9X" fmla="*/ 177732 w 356620"/>
                  <a:gd name="GluePoint9Y" fmla="*/ 398291 h 398291"/>
                  <a:gd name="GluePoint10X" fmla="*/ 105654 w 356620"/>
                  <a:gd name="GluePoint10Y" fmla="*/ 385486 h 398291"/>
                  <a:gd name="GluePoint11X" fmla="*/ 49251 w 356620"/>
                  <a:gd name="GluePoint11Y" fmla="*/ 347284 h 398291"/>
                  <a:gd name="GluePoint12X" fmla="*/ 12805 w 356620"/>
                  <a:gd name="GluePoint12Y" fmla="*/ 284885 h 398291"/>
                  <a:gd name="GluePoint13X" fmla="*/ 0 w 356620"/>
                  <a:gd name="GluePoint13Y" fmla="*/ 198846 h 398291"/>
                  <a:gd name="GluePoint14X" fmla="*/ 12805 w 356620"/>
                  <a:gd name="GluePoint14Y" fmla="*/ 113106 h 398291"/>
                  <a:gd name="GluePoint15X" fmla="*/ 49251 w 356620"/>
                  <a:gd name="GluePoint15Y" fmla="*/ 50707 h 398291"/>
                  <a:gd name="GluePoint16X" fmla="*/ 105654 w 356620"/>
                  <a:gd name="GluePoint16Y" fmla="*/ 12805 h 398291"/>
                  <a:gd name="GluePoint17X" fmla="*/ 177732 w 356620"/>
                  <a:gd name="GluePoint17Y" fmla="*/ 0 h 398291"/>
                  <a:gd name="GluePoint18X" fmla="*/ 177732 w 356620"/>
                  <a:gd name="GluePoint18Y" fmla="*/ 345229 h 398291"/>
                  <a:gd name="GluePoint19X" fmla="*/ 257604 w 356620"/>
                  <a:gd name="GluePoint19Y" fmla="*/ 308355 h 398291"/>
                  <a:gd name="GluePoint20X" fmla="*/ 287112 w 356620"/>
                  <a:gd name="GluePoint20Y" fmla="*/ 198846 h 398291"/>
                  <a:gd name="GluePoint21X" fmla="*/ 279103 w 356620"/>
                  <a:gd name="GluePoint21Y" fmla="*/ 134220 h 398291"/>
                  <a:gd name="GluePoint22X" fmla="*/ 256491 w 356620"/>
                  <a:gd name="GluePoint22Y" fmla="*/ 88481 h 398291"/>
                  <a:gd name="GluePoint23X" fmla="*/ 221844 w 356620"/>
                  <a:gd name="GluePoint23Y" fmla="*/ 61029 h 398291"/>
                  <a:gd name="GluePoint24X" fmla="*/ 177732 w 356620"/>
                  <a:gd name="GluePoint24Y" fmla="*/ 51864 h 398291"/>
                  <a:gd name="GluePoint25X" fmla="*/ 133063 w 356620"/>
                  <a:gd name="GluePoint25Y" fmla="*/ 61585 h 398291"/>
                  <a:gd name="GluePoint26X" fmla="*/ 98673 w 356620"/>
                  <a:gd name="GluePoint26Y" fmla="*/ 89894 h 398291"/>
                  <a:gd name="GluePoint27X" fmla="*/ 76318 w 356620"/>
                  <a:gd name="GluePoint27Y" fmla="*/ 135933 h 398291"/>
                  <a:gd name="GluePoint28X" fmla="*/ 68309 w 356620"/>
                  <a:gd name="GluePoint28Y" fmla="*/ 198846 h 398291"/>
                  <a:gd name="GluePoint29X" fmla="*/ 97774 w 356620"/>
                  <a:gd name="GluePoint29Y" fmla="*/ 307798 h 398291"/>
                  <a:gd name="GluePoint30X" fmla="*/ 177689 w 356620"/>
                  <a:gd name="GluePoint30Y" fmla="*/ 345229 h 398291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</a:cxnLst>
                <a:rect l="textAreaLeft" t="textAreaTop" r="textAreaRight" b="textAreaBottom"/>
                <a:pathLst>
                  <a:path w="356620" h="398291">
                    <a:moveTo>
                      <a:pt x="177732" y="0"/>
                    </a:moveTo>
                    <a:cubicBezTo>
                      <a:pt x="205056" y="0"/>
                      <a:pt x="229767" y="4454"/>
                      <a:pt x="251780" y="13405"/>
                    </a:cubicBezTo>
                    <a:cubicBezTo>
                      <a:pt x="273793" y="22313"/>
                      <a:pt x="292594" y="35247"/>
                      <a:pt x="308183" y="52120"/>
                    </a:cubicBezTo>
                    <a:cubicBezTo>
                      <a:pt x="323772" y="69037"/>
                      <a:pt x="335721" y="89808"/>
                      <a:pt x="344072" y="114519"/>
                    </a:cubicBezTo>
                    <a:cubicBezTo>
                      <a:pt x="352423" y="139188"/>
                      <a:pt x="356620" y="167325"/>
                      <a:pt x="356620" y="198846"/>
                    </a:cubicBezTo>
                    <a:cubicBezTo>
                      <a:pt x="356620" y="230367"/>
                      <a:pt x="352252" y="260174"/>
                      <a:pt x="343515" y="284885"/>
                    </a:cubicBezTo>
                    <a:cubicBezTo>
                      <a:pt x="334778" y="309554"/>
                      <a:pt x="322530" y="330368"/>
                      <a:pt x="306770" y="347284"/>
                    </a:cubicBezTo>
                    <a:cubicBezTo>
                      <a:pt x="291009" y="364201"/>
                      <a:pt x="272208" y="376921"/>
                      <a:pt x="250367" y="385486"/>
                    </a:cubicBezTo>
                    <a:cubicBezTo>
                      <a:pt x="228525" y="394009"/>
                      <a:pt x="204328" y="398291"/>
                      <a:pt x="177732" y="398291"/>
                    </a:cubicBezTo>
                    <a:cubicBezTo>
                      <a:pt x="151136" y="398291"/>
                      <a:pt x="127496" y="394009"/>
                      <a:pt x="105654" y="385486"/>
                    </a:cubicBezTo>
                    <a:cubicBezTo>
                      <a:pt x="83812" y="376921"/>
                      <a:pt x="65011" y="364201"/>
                      <a:pt x="49251" y="347284"/>
                    </a:cubicBezTo>
                    <a:cubicBezTo>
                      <a:pt x="33491" y="330368"/>
                      <a:pt x="21328" y="309597"/>
                      <a:pt x="12805" y="284885"/>
                    </a:cubicBezTo>
                    <a:cubicBezTo>
                      <a:pt x="4283" y="260174"/>
                      <a:pt x="0" y="231523"/>
                      <a:pt x="0" y="198846"/>
                    </a:cubicBezTo>
                    <a:cubicBezTo>
                      <a:pt x="0" y="166169"/>
                      <a:pt x="4283" y="137989"/>
                      <a:pt x="12805" y="113106"/>
                    </a:cubicBezTo>
                    <a:cubicBezTo>
                      <a:pt x="21328" y="88224"/>
                      <a:pt x="33491" y="67453"/>
                      <a:pt x="49251" y="50707"/>
                    </a:cubicBezTo>
                    <a:cubicBezTo>
                      <a:pt x="65011" y="34005"/>
                      <a:pt x="83812" y="21371"/>
                      <a:pt x="105654" y="12805"/>
                    </a:cubicBezTo>
                    <a:cubicBezTo>
                      <a:pt x="127496" y="4283"/>
                      <a:pt x="151522" y="0"/>
                      <a:pt x="177732" y="0"/>
                    </a:cubicBezTo>
                    <a:close/>
                    <a:moveTo>
                      <a:pt x="177732" y="345229"/>
                    </a:moveTo>
                    <a:cubicBezTo>
                      <a:pt x="211308" y="345229"/>
                      <a:pt x="237947" y="332937"/>
                      <a:pt x="257604" y="308355"/>
                    </a:cubicBezTo>
                    <a:cubicBezTo>
                      <a:pt x="277262" y="283772"/>
                      <a:pt x="287112" y="247240"/>
                      <a:pt x="287112" y="198846"/>
                    </a:cubicBezTo>
                    <a:cubicBezTo>
                      <a:pt x="287112" y="174049"/>
                      <a:pt x="284414" y="152507"/>
                      <a:pt x="279103" y="134220"/>
                    </a:cubicBezTo>
                    <a:cubicBezTo>
                      <a:pt x="273750" y="115933"/>
                      <a:pt x="266213" y="100686"/>
                      <a:pt x="256491" y="88481"/>
                    </a:cubicBezTo>
                    <a:cubicBezTo>
                      <a:pt x="246769" y="76275"/>
                      <a:pt x="235206" y="67153"/>
                      <a:pt x="221844" y="61029"/>
                    </a:cubicBezTo>
                    <a:cubicBezTo>
                      <a:pt x="208482" y="54947"/>
                      <a:pt x="193749" y="51864"/>
                      <a:pt x="177732" y="51864"/>
                    </a:cubicBezTo>
                    <a:cubicBezTo>
                      <a:pt x="161715" y="51864"/>
                      <a:pt x="146425" y="55118"/>
                      <a:pt x="133063" y="61585"/>
                    </a:cubicBezTo>
                    <a:cubicBezTo>
                      <a:pt x="119659" y="68052"/>
                      <a:pt x="108224" y="77517"/>
                      <a:pt x="98673" y="89894"/>
                    </a:cubicBezTo>
                    <a:cubicBezTo>
                      <a:pt x="89123" y="102271"/>
                      <a:pt x="81671" y="117646"/>
                      <a:pt x="76318" y="135933"/>
                    </a:cubicBezTo>
                    <a:cubicBezTo>
                      <a:pt x="70964" y="154220"/>
                      <a:pt x="68309" y="175205"/>
                      <a:pt x="68309" y="198846"/>
                    </a:cubicBezTo>
                    <a:cubicBezTo>
                      <a:pt x="68309" y="246512"/>
                      <a:pt x="78116" y="282830"/>
                      <a:pt x="97774" y="307798"/>
                    </a:cubicBezTo>
                    <a:cubicBezTo>
                      <a:pt x="117432" y="332766"/>
                      <a:pt x="144070" y="345229"/>
                      <a:pt x="177689" y="34522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12" name="Freeform: Shape 21"/>
              <p:cNvSpPr/>
              <p:nvPr/>
            </p:nvSpPr>
            <p:spPr>
              <a:xfrm>
                <a:off x="1935720" y="2359800"/>
                <a:ext cx="208800" cy="336960"/>
              </a:xfrm>
              <a:custGeom>
                <a:avLst/>
                <a:gdLst>
                  <a:gd name="textAreaLeft" fmla="*/ 0 w 208800"/>
                  <a:gd name="textAreaRight" fmla="*/ 209520 w 208800"/>
                  <a:gd name="textAreaTop" fmla="*/ 0 h 336960"/>
                  <a:gd name="textAreaBottom" fmla="*/ 337680 h 336960"/>
                  <a:gd name="GluePoint1X" fmla="*/ 264328 w 332123"/>
                  <a:gd name="GluePoint1Y" fmla="*/ 480862 h 534995"/>
                  <a:gd name="GluePoint2X" fmla="*/ 155719 w 332123"/>
                  <a:gd name="GluePoint2Y" fmla="*/ 534995 h 534995"/>
                  <a:gd name="GluePoint3X" fmla="*/ 90065 w 332123"/>
                  <a:gd name="GluePoint3Y" fmla="*/ 521333 h 534995"/>
                  <a:gd name="GluePoint4X" fmla="*/ 41200 w 332123"/>
                  <a:gd name="GluePoint4Y" fmla="*/ 482318 h 534995"/>
                  <a:gd name="GluePoint5X" fmla="*/ 10493 w 332123"/>
                  <a:gd name="GluePoint5Y" fmla="*/ 420519 h 534995"/>
                  <a:gd name="GluePoint6X" fmla="*/ 0 w 332123"/>
                  <a:gd name="GluePoint6Y" fmla="*/ 338462 h 534995"/>
                  <a:gd name="GluePoint7X" fmla="*/ 11949 w 332123"/>
                  <a:gd name="GluePoint7Y" fmla="*/ 254435 h 534995"/>
                  <a:gd name="GluePoint8X" fmla="*/ 45182 w 332123"/>
                  <a:gd name="GluePoint8Y" fmla="*/ 190923 h 534995"/>
                  <a:gd name="GluePoint9X" fmla="*/ 95761 w 332123"/>
                  <a:gd name="GluePoint9Y" fmla="*/ 150751 h 534995"/>
                  <a:gd name="GluePoint10X" fmla="*/ 160301 w 332123"/>
                  <a:gd name="GluePoint10Y" fmla="*/ 136790 h 534995"/>
                  <a:gd name="GluePoint11X" fmla="*/ 264328 w 332123"/>
                  <a:gd name="GluePoint11Y" fmla="*/ 173835 h 534995"/>
                  <a:gd name="GluePoint12X" fmla="*/ 264328 w 332123"/>
                  <a:gd name="GluePoint12Y" fmla="*/ 0 h 534995"/>
                  <a:gd name="GluePoint13X" fmla="*/ 332123 w 332123"/>
                  <a:gd name="GluePoint13Y" fmla="*/ 0 h 534995"/>
                  <a:gd name="GluePoint14X" fmla="*/ 332123 w 332123"/>
                  <a:gd name="GluePoint14Y" fmla="*/ 525873 h 534995"/>
                  <a:gd name="GluePoint15X" fmla="*/ 264328 w 332123"/>
                  <a:gd name="GluePoint15Y" fmla="*/ 525873 h 534995"/>
                  <a:gd name="GluePoint16X" fmla="*/ 264328 w 332123"/>
                  <a:gd name="GluePoint16Y" fmla="*/ 480862 h 534995"/>
                  <a:gd name="GluePoint17X" fmla="*/ 264328 w 332123"/>
                  <a:gd name="GluePoint17Y" fmla="*/ 417649 h 534995"/>
                  <a:gd name="GluePoint18X" fmla="*/ 264328 w 332123"/>
                  <a:gd name="GluePoint18Y" fmla="*/ 235120 h 534995"/>
                  <a:gd name="GluePoint19X" fmla="*/ 164070 w 332123"/>
                  <a:gd name="GluePoint19Y" fmla="*/ 188610 h 534995"/>
                  <a:gd name="GluePoint20X" fmla="*/ 94562 w 332123"/>
                  <a:gd name="GluePoint20Y" fmla="*/ 225784 h 534995"/>
                  <a:gd name="GluePoint21X" fmla="*/ 68352 w 332123"/>
                  <a:gd name="GluePoint21Y" fmla="*/ 338462 h 534995"/>
                  <a:gd name="GluePoint22X" fmla="*/ 93149 w 332123"/>
                  <a:gd name="GluePoint22Y" fmla="*/ 446001 h 534995"/>
                  <a:gd name="GluePoint23X" fmla="*/ 161244 w 332123"/>
                  <a:gd name="GluePoint23Y" fmla="*/ 482018 h 534995"/>
                  <a:gd name="GluePoint24X" fmla="*/ 264371 w 332123"/>
                  <a:gd name="GluePoint24Y" fmla="*/ 417649 h 534995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</a:cxnLst>
                <a:rect l="textAreaLeft" t="textAreaTop" r="textAreaRight" b="textAreaBottom"/>
                <a:pathLst>
                  <a:path w="332123" h="534995">
                    <a:moveTo>
                      <a:pt x="264328" y="480862"/>
                    </a:moveTo>
                    <a:cubicBezTo>
                      <a:pt x="234007" y="516965"/>
                      <a:pt x="197818" y="534995"/>
                      <a:pt x="155719" y="534995"/>
                    </a:cubicBezTo>
                    <a:cubicBezTo>
                      <a:pt x="131093" y="534995"/>
                      <a:pt x="109209" y="530455"/>
                      <a:pt x="90065" y="521333"/>
                    </a:cubicBezTo>
                    <a:cubicBezTo>
                      <a:pt x="70921" y="512211"/>
                      <a:pt x="54604" y="499235"/>
                      <a:pt x="41200" y="482318"/>
                    </a:cubicBezTo>
                    <a:cubicBezTo>
                      <a:pt x="27752" y="465444"/>
                      <a:pt x="17516" y="444801"/>
                      <a:pt x="10493" y="420519"/>
                    </a:cubicBezTo>
                    <a:cubicBezTo>
                      <a:pt x="3469" y="396193"/>
                      <a:pt x="0" y="368869"/>
                      <a:pt x="0" y="338462"/>
                    </a:cubicBezTo>
                    <a:cubicBezTo>
                      <a:pt x="0" y="308055"/>
                      <a:pt x="3983" y="279318"/>
                      <a:pt x="11949" y="254435"/>
                    </a:cubicBezTo>
                    <a:cubicBezTo>
                      <a:pt x="19915" y="229553"/>
                      <a:pt x="30964" y="208396"/>
                      <a:pt x="45182" y="190923"/>
                    </a:cubicBezTo>
                    <a:cubicBezTo>
                      <a:pt x="59401" y="173449"/>
                      <a:pt x="76275" y="160045"/>
                      <a:pt x="95761" y="150751"/>
                    </a:cubicBezTo>
                    <a:cubicBezTo>
                      <a:pt x="115290" y="141458"/>
                      <a:pt x="136789" y="136790"/>
                      <a:pt x="160301" y="136790"/>
                    </a:cubicBezTo>
                    <a:cubicBezTo>
                      <a:pt x="201629" y="136790"/>
                      <a:pt x="236277" y="149124"/>
                      <a:pt x="264328" y="173835"/>
                    </a:cubicBezTo>
                    <a:lnTo>
                      <a:pt x="264328" y="0"/>
                    </a:lnTo>
                    <a:lnTo>
                      <a:pt x="332123" y="0"/>
                    </a:lnTo>
                    <a:lnTo>
                      <a:pt x="332123" y="525873"/>
                    </a:lnTo>
                    <a:lnTo>
                      <a:pt x="264328" y="525873"/>
                    </a:lnTo>
                    <a:lnTo>
                      <a:pt x="264328" y="480862"/>
                    </a:lnTo>
                    <a:close/>
                    <a:moveTo>
                      <a:pt x="264328" y="417649"/>
                    </a:moveTo>
                    <a:lnTo>
                      <a:pt x="264328" y="235120"/>
                    </a:lnTo>
                    <a:cubicBezTo>
                      <a:pt x="234692" y="204114"/>
                      <a:pt x="201287" y="188610"/>
                      <a:pt x="164070" y="188610"/>
                    </a:cubicBezTo>
                    <a:cubicBezTo>
                      <a:pt x="135205" y="188610"/>
                      <a:pt x="112035" y="200987"/>
                      <a:pt x="94562" y="225784"/>
                    </a:cubicBezTo>
                    <a:cubicBezTo>
                      <a:pt x="77089" y="250581"/>
                      <a:pt x="68352" y="288140"/>
                      <a:pt x="68352" y="338462"/>
                    </a:cubicBezTo>
                    <a:cubicBezTo>
                      <a:pt x="68352" y="386128"/>
                      <a:pt x="76618" y="421975"/>
                      <a:pt x="93149" y="446001"/>
                    </a:cubicBezTo>
                    <a:cubicBezTo>
                      <a:pt x="109680" y="470027"/>
                      <a:pt x="132335" y="482018"/>
                      <a:pt x="161244" y="482018"/>
                    </a:cubicBezTo>
                    <a:cubicBezTo>
                      <a:pt x="198460" y="482018"/>
                      <a:pt x="232808" y="460562"/>
                      <a:pt x="264371" y="41764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13" name="Freeform: Shape 22"/>
              <p:cNvSpPr/>
              <p:nvPr/>
            </p:nvSpPr>
            <p:spPr>
              <a:xfrm>
                <a:off x="2165400" y="2446200"/>
                <a:ext cx="207720" cy="250560"/>
              </a:xfrm>
              <a:custGeom>
                <a:avLst/>
                <a:gdLst>
                  <a:gd name="textAreaLeft" fmla="*/ 0 w 207720"/>
                  <a:gd name="textAreaRight" fmla="*/ 208440 w 207720"/>
                  <a:gd name="textAreaTop" fmla="*/ 0 h 250560"/>
                  <a:gd name="textAreaBottom" fmla="*/ 251280 h 250560"/>
                  <a:gd name="GluePoint1X" fmla="*/ 262615 w 330367"/>
                  <a:gd name="GluePoint1Y" fmla="*/ 350325 h 398162"/>
                  <a:gd name="GluePoint2X" fmla="*/ 129594 w 330367"/>
                  <a:gd name="GluePoint2Y" fmla="*/ 398163 h 398162"/>
                  <a:gd name="GluePoint3X" fmla="*/ 77859 w 330367"/>
                  <a:gd name="GluePoint3Y" fmla="*/ 390197 h 398162"/>
                  <a:gd name="GluePoint4X" fmla="*/ 36660 w 330367"/>
                  <a:gd name="GluePoint4Y" fmla="*/ 367670 h 398162"/>
                  <a:gd name="GluePoint5X" fmla="*/ 9679 w 330367"/>
                  <a:gd name="GluePoint5Y" fmla="*/ 332937 h 398162"/>
                  <a:gd name="GluePoint6X" fmla="*/ 0 w 330367"/>
                  <a:gd name="GluePoint6Y" fmla="*/ 288226 h 398162"/>
                  <a:gd name="GluePoint7X" fmla="*/ 229638 w 330367"/>
                  <a:gd name="GluePoint7Y" fmla="*/ 154349 h 398162"/>
                  <a:gd name="GluePoint8X" fmla="*/ 262615 w 330367"/>
                  <a:gd name="GluePoint8Y" fmla="*/ 154349 h 398162"/>
                  <a:gd name="GluePoint9X" fmla="*/ 260345 w 330367"/>
                  <a:gd name="GluePoint9Y" fmla="*/ 108524 h 398162"/>
                  <a:gd name="GluePoint10X" fmla="*/ 249296 w 330367"/>
                  <a:gd name="GluePoint10Y" fmla="*/ 76446 h 398162"/>
                  <a:gd name="GluePoint11X" fmla="*/ 222401 w 330367"/>
                  <a:gd name="GluePoint11Y" fmla="*/ 57816 h 398162"/>
                  <a:gd name="GluePoint12X" fmla="*/ 171993 w 330367"/>
                  <a:gd name="GluePoint12Y" fmla="*/ 51821 h 398162"/>
                  <a:gd name="GluePoint13X" fmla="*/ 79144 w 330367"/>
                  <a:gd name="GluePoint13Y" fmla="*/ 117346 h 398162"/>
                  <a:gd name="GluePoint14X" fmla="*/ 11349 w 330367"/>
                  <a:gd name="GluePoint14Y" fmla="*/ 117346 h 398162"/>
                  <a:gd name="GluePoint15X" fmla="*/ 175419 w 330367"/>
                  <a:gd name="GluePoint15Y" fmla="*/ 0 h 398162"/>
                  <a:gd name="GluePoint16X" fmla="*/ 240645 w 330367"/>
                  <a:gd name="GluePoint16Y" fmla="*/ 5996 h 398162"/>
                  <a:gd name="GluePoint17X" fmla="*/ 289339 w 330367"/>
                  <a:gd name="GluePoint17Y" fmla="*/ 27923 h 398162"/>
                  <a:gd name="GluePoint18X" fmla="*/ 319832 w 330367"/>
                  <a:gd name="GluePoint18Y" fmla="*/ 71778 h 398162"/>
                  <a:gd name="GluePoint19X" fmla="*/ 330367 w 330367"/>
                  <a:gd name="GluePoint19Y" fmla="*/ 142999 h 398162"/>
                  <a:gd name="GluePoint20X" fmla="*/ 330367 w 330367"/>
                  <a:gd name="GluePoint20Y" fmla="*/ 389126 h 398162"/>
                  <a:gd name="GluePoint21X" fmla="*/ 262572 w 330367"/>
                  <a:gd name="GluePoint21Y" fmla="*/ 389126 h 398162"/>
                  <a:gd name="GluePoint22X" fmla="*/ 262572 w 330367"/>
                  <a:gd name="GluePoint22Y" fmla="*/ 350411 h 398162"/>
                  <a:gd name="GluePoint23X" fmla="*/ 262615 w 330367"/>
                  <a:gd name="GluePoint23Y" fmla="*/ 288911 h 398162"/>
                  <a:gd name="GluePoint24X" fmla="*/ 262615 w 330367"/>
                  <a:gd name="GluePoint24Y" fmla="*/ 203899 h 398162"/>
                  <a:gd name="GluePoint25X" fmla="*/ 216447 w 330367"/>
                  <a:gd name="GluePoint25Y" fmla="*/ 203899 h 398162"/>
                  <a:gd name="GluePoint26X" fmla="*/ 69465 w 330367"/>
                  <a:gd name="GluePoint26Y" fmla="*/ 284885 h 398162"/>
                  <a:gd name="GluePoint27X" fmla="*/ 90536 w 330367"/>
                  <a:gd name="GluePoint27Y" fmla="*/ 329682 h 398162"/>
                  <a:gd name="GluePoint28X" fmla="*/ 149209 w 330367"/>
                  <a:gd name="GluePoint28Y" fmla="*/ 345186 h 398162"/>
                  <a:gd name="GluePoint29X" fmla="*/ 181972 w 330367"/>
                  <a:gd name="GluePoint29Y" fmla="*/ 341460 h 398162"/>
                  <a:gd name="GluePoint30X" fmla="*/ 213021 w 330367"/>
                  <a:gd name="GluePoint30Y" fmla="*/ 330239 h 398162"/>
                  <a:gd name="GluePoint31X" fmla="*/ 240645 w 330367"/>
                  <a:gd name="GluePoint31Y" fmla="*/ 312423 h 398162"/>
                  <a:gd name="GluePoint32X" fmla="*/ 262572 w 330367"/>
                  <a:gd name="GluePoint32Y" fmla="*/ 288868 h 39816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</a:cxnLst>
                <a:rect l="textAreaLeft" t="textAreaTop" r="textAreaRight" b="textAreaBottom"/>
                <a:pathLst>
                  <a:path w="330367" h="398162">
                    <a:moveTo>
                      <a:pt x="262615" y="350325"/>
                    </a:moveTo>
                    <a:cubicBezTo>
                      <a:pt x="227754" y="382231"/>
                      <a:pt x="183428" y="398163"/>
                      <a:pt x="129594" y="398163"/>
                    </a:cubicBezTo>
                    <a:cubicBezTo>
                      <a:pt x="111007" y="398163"/>
                      <a:pt x="93791" y="395508"/>
                      <a:pt x="77859" y="390197"/>
                    </a:cubicBezTo>
                    <a:cubicBezTo>
                      <a:pt x="61928" y="384886"/>
                      <a:pt x="48223" y="377392"/>
                      <a:pt x="36660" y="367670"/>
                    </a:cubicBezTo>
                    <a:cubicBezTo>
                      <a:pt x="25097" y="357991"/>
                      <a:pt x="16103" y="346428"/>
                      <a:pt x="9679" y="332937"/>
                    </a:cubicBezTo>
                    <a:cubicBezTo>
                      <a:pt x="3212" y="319447"/>
                      <a:pt x="0" y="304543"/>
                      <a:pt x="0" y="288226"/>
                    </a:cubicBezTo>
                    <a:cubicBezTo>
                      <a:pt x="0" y="198974"/>
                      <a:pt x="76532" y="154349"/>
                      <a:pt x="229638" y="154349"/>
                    </a:cubicBezTo>
                    <a:lnTo>
                      <a:pt x="262615" y="154349"/>
                    </a:lnTo>
                    <a:cubicBezTo>
                      <a:pt x="262615" y="136789"/>
                      <a:pt x="261844" y="121500"/>
                      <a:pt x="260345" y="108524"/>
                    </a:cubicBezTo>
                    <a:cubicBezTo>
                      <a:pt x="258803" y="95547"/>
                      <a:pt x="255163" y="84840"/>
                      <a:pt x="249296" y="76446"/>
                    </a:cubicBezTo>
                    <a:cubicBezTo>
                      <a:pt x="243429" y="68052"/>
                      <a:pt x="234478" y="61842"/>
                      <a:pt x="222401" y="57816"/>
                    </a:cubicBezTo>
                    <a:cubicBezTo>
                      <a:pt x="210323" y="53834"/>
                      <a:pt x="193535" y="51821"/>
                      <a:pt x="171993" y="51821"/>
                    </a:cubicBezTo>
                    <a:cubicBezTo>
                      <a:pt x="111607" y="51821"/>
                      <a:pt x="80643" y="73662"/>
                      <a:pt x="79144" y="117346"/>
                    </a:cubicBezTo>
                    <a:lnTo>
                      <a:pt x="11349" y="117346"/>
                    </a:lnTo>
                    <a:cubicBezTo>
                      <a:pt x="16660" y="39101"/>
                      <a:pt x="71350" y="0"/>
                      <a:pt x="175419" y="0"/>
                    </a:cubicBezTo>
                    <a:cubicBezTo>
                      <a:pt x="199745" y="0"/>
                      <a:pt x="221458" y="2013"/>
                      <a:pt x="240645" y="5996"/>
                    </a:cubicBezTo>
                    <a:cubicBezTo>
                      <a:pt x="259789" y="9979"/>
                      <a:pt x="276063" y="17302"/>
                      <a:pt x="289339" y="27923"/>
                    </a:cubicBezTo>
                    <a:cubicBezTo>
                      <a:pt x="302615" y="38544"/>
                      <a:pt x="312808" y="53191"/>
                      <a:pt x="319832" y="71778"/>
                    </a:cubicBezTo>
                    <a:cubicBezTo>
                      <a:pt x="326855" y="90365"/>
                      <a:pt x="330367" y="114134"/>
                      <a:pt x="330367" y="142999"/>
                    </a:cubicBezTo>
                    <a:lnTo>
                      <a:pt x="330367" y="389126"/>
                    </a:lnTo>
                    <a:lnTo>
                      <a:pt x="262572" y="389126"/>
                    </a:lnTo>
                    <a:lnTo>
                      <a:pt x="262572" y="350411"/>
                    </a:lnTo>
                    <a:close/>
                    <a:moveTo>
                      <a:pt x="262615" y="288911"/>
                    </a:moveTo>
                    <a:lnTo>
                      <a:pt x="262615" y="203899"/>
                    </a:lnTo>
                    <a:lnTo>
                      <a:pt x="216447" y="203899"/>
                    </a:lnTo>
                    <a:cubicBezTo>
                      <a:pt x="118459" y="203899"/>
                      <a:pt x="69465" y="230923"/>
                      <a:pt x="69465" y="284885"/>
                    </a:cubicBezTo>
                    <a:cubicBezTo>
                      <a:pt x="69465" y="304414"/>
                      <a:pt x="76489" y="319361"/>
                      <a:pt x="90536" y="329682"/>
                    </a:cubicBezTo>
                    <a:cubicBezTo>
                      <a:pt x="104583" y="340047"/>
                      <a:pt x="124155" y="345186"/>
                      <a:pt x="149209" y="345186"/>
                    </a:cubicBezTo>
                    <a:cubicBezTo>
                      <a:pt x="160216" y="345186"/>
                      <a:pt x="171137" y="343944"/>
                      <a:pt x="181972" y="341460"/>
                    </a:cubicBezTo>
                    <a:cubicBezTo>
                      <a:pt x="192807" y="338976"/>
                      <a:pt x="203128" y="335250"/>
                      <a:pt x="213021" y="330239"/>
                    </a:cubicBezTo>
                    <a:cubicBezTo>
                      <a:pt x="222872" y="325271"/>
                      <a:pt x="232122" y="319318"/>
                      <a:pt x="240645" y="312423"/>
                    </a:cubicBezTo>
                    <a:cubicBezTo>
                      <a:pt x="249167" y="305528"/>
                      <a:pt x="256491" y="297691"/>
                      <a:pt x="262572" y="288868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14" name="Freeform: Shape 23"/>
              <p:cNvSpPr/>
              <p:nvPr/>
            </p:nvSpPr>
            <p:spPr>
              <a:xfrm>
                <a:off x="2408400" y="2446200"/>
                <a:ext cx="209160" cy="337320"/>
              </a:xfrm>
              <a:custGeom>
                <a:avLst/>
                <a:gdLst>
                  <a:gd name="textAreaLeft" fmla="*/ 0 w 209160"/>
                  <a:gd name="textAreaRight" fmla="*/ 209880 w 209160"/>
                  <a:gd name="textAreaTop" fmla="*/ 0 h 337320"/>
                  <a:gd name="textAreaBottom" fmla="*/ 338040 h 337320"/>
                  <a:gd name="GluePoint1X" fmla="*/ 68352 w 332722"/>
                  <a:gd name="GluePoint1Y" fmla="*/ 52977 h 535594"/>
                  <a:gd name="GluePoint2X" fmla="*/ 176918 w 332722"/>
                  <a:gd name="GluePoint2Y" fmla="*/ 0 h 535594"/>
                  <a:gd name="GluePoint3X" fmla="*/ 242872 w 332722"/>
                  <a:gd name="GluePoint3Y" fmla="*/ 13962 h 535594"/>
                  <a:gd name="GluePoint4X" fmla="*/ 291780 w 332722"/>
                  <a:gd name="GluePoint4Y" fmla="*/ 53277 h 535594"/>
                  <a:gd name="GluePoint5X" fmla="*/ 322187 w 332722"/>
                  <a:gd name="GluePoint5Y" fmla="*/ 114819 h 535594"/>
                  <a:gd name="GluePoint6X" fmla="*/ 332723 w 332722"/>
                  <a:gd name="GluePoint6Y" fmla="*/ 195463 h 535594"/>
                  <a:gd name="GluePoint7X" fmla="*/ 320774 w 332722"/>
                  <a:gd name="GluePoint7Y" fmla="*/ 279189 h 535594"/>
                  <a:gd name="GluePoint8X" fmla="*/ 287241 w 332722"/>
                  <a:gd name="GluePoint8Y" fmla="*/ 343301 h 535594"/>
                  <a:gd name="GluePoint9X" fmla="*/ 236062 w 332722"/>
                  <a:gd name="GluePoint9Y" fmla="*/ 384030 h 535594"/>
                  <a:gd name="GluePoint10X" fmla="*/ 171822 w 332722"/>
                  <a:gd name="GluePoint10Y" fmla="*/ 398291 h 535594"/>
                  <a:gd name="GluePoint11X" fmla="*/ 68352 w 332722"/>
                  <a:gd name="GluePoint11Y" fmla="*/ 360132 h 535594"/>
                  <a:gd name="GluePoint12X" fmla="*/ 68352 w 332722"/>
                  <a:gd name="GluePoint12Y" fmla="*/ 535595 h 535594"/>
                  <a:gd name="GluePoint13X" fmla="*/ 0 w 332722"/>
                  <a:gd name="GluePoint13Y" fmla="*/ 535595 h 535594"/>
                  <a:gd name="GluePoint14X" fmla="*/ 0 w 332722"/>
                  <a:gd name="GluePoint14Y" fmla="*/ 7966 h 535594"/>
                  <a:gd name="GluePoint15X" fmla="*/ 68352 w 332722"/>
                  <a:gd name="GluePoint15Y" fmla="*/ 7966 h 535594"/>
                  <a:gd name="GluePoint16X" fmla="*/ 68352 w 332722"/>
                  <a:gd name="GluePoint16Y" fmla="*/ 52977 h 535594"/>
                  <a:gd name="GluePoint17X" fmla="*/ 68352 w 332722"/>
                  <a:gd name="GluePoint17Y" fmla="*/ 299661 h 535594"/>
                  <a:gd name="GluePoint18X" fmla="*/ 168053 w 332722"/>
                  <a:gd name="GluePoint18Y" fmla="*/ 345229 h 535594"/>
                  <a:gd name="GluePoint19X" fmla="*/ 237861 w 332722"/>
                  <a:gd name="GluePoint19Y" fmla="*/ 308055 h 535594"/>
                  <a:gd name="GluePoint20X" fmla="*/ 263215 w 332722"/>
                  <a:gd name="GluePoint20Y" fmla="*/ 195377 h 535594"/>
                  <a:gd name="GluePoint21X" fmla="*/ 239274 w 332722"/>
                  <a:gd name="GluePoint21Y" fmla="*/ 87838 h 535594"/>
                  <a:gd name="GluePoint22X" fmla="*/ 170923 w 332722"/>
                  <a:gd name="GluePoint22Y" fmla="*/ 51821 h 535594"/>
                  <a:gd name="GluePoint23X" fmla="*/ 68395 w 332722"/>
                  <a:gd name="GluePoint23Y" fmla="*/ 117774 h 535594"/>
                  <a:gd name="GluePoint24X" fmla="*/ 68395 w 332722"/>
                  <a:gd name="GluePoint24Y" fmla="*/ 299618 h 5355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</a:cxnLst>
                <a:rect l="textAreaLeft" t="textAreaTop" r="textAreaRight" b="textAreaBottom"/>
                <a:pathLst>
                  <a:path w="332722" h="535594">
                    <a:moveTo>
                      <a:pt x="68352" y="52977"/>
                    </a:moveTo>
                    <a:cubicBezTo>
                      <a:pt x="98288" y="17645"/>
                      <a:pt x="134477" y="0"/>
                      <a:pt x="176918" y="0"/>
                    </a:cubicBezTo>
                    <a:cubicBezTo>
                      <a:pt x="201544" y="0"/>
                      <a:pt x="223514" y="4668"/>
                      <a:pt x="242872" y="13962"/>
                    </a:cubicBezTo>
                    <a:cubicBezTo>
                      <a:pt x="262187" y="23255"/>
                      <a:pt x="278504" y="36360"/>
                      <a:pt x="291780" y="53277"/>
                    </a:cubicBezTo>
                    <a:cubicBezTo>
                      <a:pt x="305057" y="70193"/>
                      <a:pt x="315164" y="90708"/>
                      <a:pt x="322187" y="114819"/>
                    </a:cubicBezTo>
                    <a:cubicBezTo>
                      <a:pt x="329211" y="138931"/>
                      <a:pt x="332723" y="165826"/>
                      <a:pt x="332723" y="195463"/>
                    </a:cubicBezTo>
                    <a:cubicBezTo>
                      <a:pt x="332723" y="225099"/>
                      <a:pt x="328740" y="254136"/>
                      <a:pt x="320774" y="279189"/>
                    </a:cubicBezTo>
                    <a:cubicBezTo>
                      <a:pt x="312808" y="304243"/>
                      <a:pt x="301630" y="325614"/>
                      <a:pt x="287241" y="343301"/>
                    </a:cubicBezTo>
                    <a:cubicBezTo>
                      <a:pt x="272851" y="360989"/>
                      <a:pt x="255763" y="374565"/>
                      <a:pt x="236062" y="384030"/>
                    </a:cubicBezTo>
                    <a:cubicBezTo>
                      <a:pt x="216362" y="393538"/>
                      <a:pt x="194948" y="398291"/>
                      <a:pt x="171822" y="398291"/>
                    </a:cubicBezTo>
                    <a:cubicBezTo>
                      <a:pt x="130879" y="398291"/>
                      <a:pt x="96404" y="385572"/>
                      <a:pt x="68352" y="360132"/>
                    </a:cubicBezTo>
                    <a:lnTo>
                      <a:pt x="68352" y="535595"/>
                    </a:lnTo>
                    <a:lnTo>
                      <a:pt x="0" y="535595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52977"/>
                    </a:lnTo>
                    <a:close/>
                    <a:moveTo>
                      <a:pt x="68352" y="299661"/>
                    </a:moveTo>
                    <a:cubicBezTo>
                      <a:pt x="96832" y="330068"/>
                      <a:pt x="130066" y="345229"/>
                      <a:pt x="168053" y="345229"/>
                    </a:cubicBezTo>
                    <a:cubicBezTo>
                      <a:pt x="197689" y="345229"/>
                      <a:pt x="220944" y="332852"/>
                      <a:pt x="237861" y="308055"/>
                    </a:cubicBezTo>
                    <a:cubicBezTo>
                      <a:pt x="254778" y="283258"/>
                      <a:pt x="263215" y="245699"/>
                      <a:pt x="263215" y="195377"/>
                    </a:cubicBezTo>
                    <a:cubicBezTo>
                      <a:pt x="263215" y="147710"/>
                      <a:pt x="255249" y="111864"/>
                      <a:pt x="239274" y="87838"/>
                    </a:cubicBezTo>
                    <a:cubicBezTo>
                      <a:pt x="223300" y="63812"/>
                      <a:pt x="200516" y="51821"/>
                      <a:pt x="170923" y="51821"/>
                    </a:cubicBezTo>
                    <a:cubicBezTo>
                      <a:pt x="133706" y="51821"/>
                      <a:pt x="99530" y="73834"/>
                      <a:pt x="68395" y="117774"/>
                    </a:cubicBezTo>
                    <a:lnTo>
                      <a:pt x="68395" y="299618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15" name="Freeform: Shape 24"/>
              <p:cNvSpPr/>
              <p:nvPr/>
            </p:nvSpPr>
            <p:spPr>
              <a:xfrm>
                <a:off x="2613240" y="2391840"/>
                <a:ext cx="116640" cy="302400"/>
              </a:xfrm>
              <a:custGeom>
                <a:avLst/>
                <a:gdLst>
                  <a:gd name="textAreaLeft" fmla="*/ 0 w 116640"/>
                  <a:gd name="textAreaRight" fmla="*/ 117360 w 116640"/>
                  <a:gd name="textAreaTop" fmla="*/ 0 h 302400"/>
                  <a:gd name="textAreaBottom" fmla="*/ 303120 h 302400"/>
                  <a:gd name="GluePoint1X" fmla="*/ 185698 w 185697"/>
                  <a:gd name="GluePoint1Y" fmla="*/ 475637 h 480219"/>
                  <a:gd name="GluePoint2X" fmla="*/ 162357 w 185697"/>
                  <a:gd name="GluePoint2Y" fmla="*/ 479063 h 480219"/>
                  <a:gd name="GluePoint3X" fmla="*/ 137303 w 185697"/>
                  <a:gd name="GluePoint3Y" fmla="*/ 480219 h 480219"/>
                  <a:gd name="GluePoint4X" fmla="*/ 86939 w 185697"/>
                  <a:gd name="GluePoint4Y" fmla="*/ 472254 h 480219"/>
                  <a:gd name="GluePoint5X" fmla="*/ 59658 w 185697"/>
                  <a:gd name="GluePoint5Y" fmla="*/ 449127 h 480219"/>
                  <a:gd name="GluePoint6X" fmla="*/ 48737 w 185697"/>
                  <a:gd name="GluePoint6Y" fmla="*/ 412339 h 480219"/>
                  <a:gd name="GluePoint7X" fmla="*/ 46724 w 185697"/>
                  <a:gd name="GluePoint7Y" fmla="*/ 363259 h 480219"/>
                  <a:gd name="GluePoint8X" fmla="*/ 46724 w 185697"/>
                  <a:gd name="GluePoint8Y" fmla="*/ 146982 h 480219"/>
                  <a:gd name="GluePoint9X" fmla="*/ 0 w 185697"/>
                  <a:gd name="GluePoint9Y" fmla="*/ 146982 h 480219"/>
                  <a:gd name="GluePoint10X" fmla="*/ 0 w 185697"/>
                  <a:gd name="GluePoint10Y" fmla="*/ 94005 h 480219"/>
                  <a:gd name="GluePoint11X" fmla="*/ 46724 w 185697"/>
                  <a:gd name="GluePoint11Y" fmla="*/ 94005 h 480219"/>
                  <a:gd name="GluePoint12X" fmla="*/ 46724 w 185697"/>
                  <a:gd name="GluePoint12Y" fmla="*/ 0 h 480219"/>
                  <a:gd name="GluePoint13X" fmla="*/ 115076 w 185697"/>
                  <a:gd name="GluePoint13Y" fmla="*/ 0 h 480219"/>
                  <a:gd name="GluePoint14X" fmla="*/ 115076 w 185697"/>
                  <a:gd name="GluePoint14Y" fmla="*/ 94005 h 480219"/>
                  <a:gd name="GluePoint15X" fmla="*/ 176576 w 185697"/>
                  <a:gd name="GluePoint15Y" fmla="*/ 94005 h 480219"/>
                  <a:gd name="GluePoint16X" fmla="*/ 176576 w 185697"/>
                  <a:gd name="GluePoint16Y" fmla="*/ 146982 h 480219"/>
                  <a:gd name="GluePoint17X" fmla="*/ 115076 w 185697"/>
                  <a:gd name="GluePoint17Y" fmla="*/ 146982 h 480219"/>
                  <a:gd name="GluePoint18X" fmla="*/ 115076 w 185697"/>
                  <a:gd name="GluePoint18Y" fmla="*/ 367199 h 480219"/>
                  <a:gd name="GluePoint19X" fmla="*/ 117646 w 185697"/>
                  <a:gd name="GluePoint19Y" fmla="*/ 399233 h 480219"/>
                  <a:gd name="GluePoint20X" fmla="*/ 124755 w 185697"/>
                  <a:gd name="GluePoint20Y" fmla="*/ 417563 h 480219"/>
                  <a:gd name="GluePoint21X" fmla="*/ 136447 w 185697"/>
                  <a:gd name="GluePoint21Y" fmla="*/ 425829 h 480219"/>
                  <a:gd name="GluePoint22X" fmla="*/ 152122 w 185697"/>
                  <a:gd name="GluePoint22Y" fmla="*/ 427799 h 480219"/>
                  <a:gd name="GluePoint23X" fmla="*/ 169466 w 185697"/>
                  <a:gd name="GluePoint23Y" fmla="*/ 427242 h 480219"/>
                  <a:gd name="GluePoint24X" fmla="*/ 185698 w 185697"/>
                  <a:gd name="GluePoint24Y" fmla="*/ 424973 h 480219"/>
                  <a:gd name="GluePoint25X" fmla="*/ 185698 w 185697"/>
                  <a:gd name="GluePoint25Y" fmla="*/ 475680 h 48021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185697" h="480219">
                    <a:moveTo>
                      <a:pt x="185698" y="475637"/>
                    </a:moveTo>
                    <a:cubicBezTo>
                      <a:pt x="178118" y="477179"/>
                      <a:pt x="170323" y="478292"/>
                      <a:pt x="162357" y="479063"/>
                    </a:cubicBezTo>
                    <a:cubicBezTo>
                      <a:pt x="154391" y="479791"/>
                      <a:pt x="146040" y="480219"/>
                      <a:pt x="137303" y="480219"/>
                    </a:cubicBezTo>
                    <a:cubicBezTo>
                      <a:pt x="115976" y="480219"/>
                      <a:pt x="99187" y="477564"/>
                      <a:pt x="86939" y="472254"/>
                    </a:cubicBezTo>
                    <a:cubicBezTo>
                      <a:pt x="74690" y="466943"/>
                      <a:pt x="65568" y="459191"/>
                      <a:pt x="59658" y="449127"/>
                    </a:cubicBezTo>
                    <a:cubicBezTo>
                      <a:pt x="53705" y="439063"/>
                      <a:pt x="50065" y="426771"/>
                      <a:pt x="48737" y="412339"/>
                    </a:cubicBezTo>
                    <a:cubicBezTo>
                      <a:pt x="47410" y="397863"/>
                      <a:pt x="46724" y="381546"/>
                      <a:pt x="46724" y="363259"/>
                    </a:cubicBezTo>
                    <a:lnTo>
                      <a:pt x="46724" y="146982"/>
                    </a:lnTo>
                    <a:lnTo>
                      <a:pt x="0" y="146982"/>
                    </a:lnTo>
                    <a:lnTo>
                      <a:pt x="0" y="94005"/>
                    </a:lnTo>
                    <a:lnTo>
                      <a:pt x="46724" y="94005"/>
                    </a:lnTo>
                    <a:lnTo>
                      <a:pt x="46724" y="0"/>
                    </a:lnTo>
                    <a:lnTo>
                      <a:pt x="115076" y="0"/>
                    </a:lnTo>
                    <a:lnTo>
                      <a:pt x="115076" y="94005"/>
                    </a:lnTo>
                    <a:lnTo>
                      <a:pt x="176576" y="94005"/>
                    </a:lnTo>
                    <a:lnTo>
                      <a:pt x="176576" y="146982"/>
                    </a:lnTo>
                    <a:lnTo>
                      <a:pt x="115076" y="146982"/>
                    </a:lnTo>
                    <a:lnTo>
                      <a:pt x="115076" y="367199"/>
                    </a:lnTo>
                    <a:cubicBezTo>
                      <a:pt x="115076" y="380518"/>
                      <a:pt x="115933" y="391225"/>
                      <a:pt x="117646" y="399233"/>
                    </a:cubicBezTo>
                    <a:cubicBezTo>
                      <a:pt x="119359" y="407242"/>
                      <a:pt x="121714" y="413324"/>
                      <a:pt x="124755" y="417563"/>
                    </a:cubicBezTo>
                    <a:cubicBezTo>
                      <a:pt x="127796" y="421761"/>
                      <a:pt x="131693" y="424501"/>
                      <a:pt x="136447" y="425829"/>
                    </a:cubicBezTo>
                    <a:cubicBezTo>
                      <a:pt x="141201" y="427157"/>
                      <a:pt x="146425" y="427799"/>
                      <a:pt x="152122" y="427799"/>
                    </a:cubicBezTo>
                    <a:cubicBezTo>
                      <a:pt x="158203" y="427799"/>
                      <a:pt x="163984" y="427628"/>
                      <a:pt x="169466" y="427242"/>
                    </a:cubicBezTo>
                    <a:cubicBezTo>
                      <a:pt x="174991" y="426857"/>
                      <a:pt x="180387" y="426129"/>
                      <a:pt x="185698" y="424973"/>
                    </a:cubicBezTo>
                    <a:lnTo>
                      <a:pt x="185698" y="475680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</p:grpSp>
        <p:sp>
          <p:nvSpPr>
            <p:cNvPr id="16" name="Freeform: Shape 17"/>
            <p:cNvSpPr/>
            <p:nvPr/>
          </p:nvSpPr>
          <p:spPr>
            <a:xfrm>
              <a:off x="2723400" y="2584080"/>
              <a:ext cx="106920" cy="106920"/>
            </a:xfrm>
            <a:custGeom>
              <a:avLst/>
              <a:gdLst>
                <a:gd name="textAreaLeft" fmla="*/ 0 w 106920"/>
                <a:gd name="textAreaRight" fmla="*/ 107640 w 106920"/>
                <a:gd name="textAreaTop" fmla="*/ 0 h 106920"/>
                <a:gd name="textAreaBottom" fmla="*/ 107640 h 106920"/>
                <a:gd name="GluePoint1X" fmla="*/ 0 w 170622"/>
                <a:gd name="GluePoint1Y" fmla="*/ 0 h 170580"/>
                <a:gd name="GluePoint2X" fmla="*/ 170623 w 170622"/>
                <a:gd name="GluePoint2Y" fmla="*/ 0 h 170580"/>
                <a:gd name="GluePoint3X" fmla="*/ 170623 w 170622"/>
                <a:gd name="GluePoint3Y" fmla="*/ 170580 h 1705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70622" h="170580">
                  <a:moveTo>
                    <a:pt x="0" y="0"/>
                  </a:moveTo>
                  <a:lnTo>
                    <a:pt x="170623" y="0"/>
                  </a:lnTo>
                  <a:lnTo>
                    <a:pt x="170623" y="170580"/>
                  </a:lnTo>
                </a:path>
              </a:pathLst>
            </a:custGeom>
            <a:solidFill>
              <a:srgbClr val="eb262a"/>
            </a:solidFill>
            <a:ln w="223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457200">
                <a:lnSpc>
                  <a:spcPct val="100000"/>
                </a:lnSpc>
              </a:pPr>
              <a:endParaRPr b="0" lang="en-IN" sz="1800" strike="noStrike" u="none">
                <a:solidFill>
                  <a:schemeClr val="dk1"/>
                </a:solidFill>
                <a:effectLst/>
                <a:uFillTx/>
                <a:latin typeface="KareliaWeb Regular"/>
              </a:endParaRPr>
            </a:p>
          </p:txBody>
        </p:sp>
      </p:grpSp>
      <p:sp>
        <p:nvSpPr>
          <p:cNvPr id="17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 with one logo and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raphic 6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057560" y="0"/>
            <a:ext cx="5085720" cy="205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body"/>
          </p:nvPr>
        </p:nvSpPr>
        <p:spPr>
          <a:xfrm>
            <a:off x="4696920" y="-1500840"/>
            <a:ext cx="3932280" cy="463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Title of the Presentation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696920" y="3135960"/>
            <a:ext cx="3932280" cy="463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Subtitle of the Presentation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Picture 7"/>
          <p:cNvGrpSpPr/>
          <p:nvPr/>
        </p:nvGrpSpPr>
        <p:grpSpPr>
          <a:xfrm>
            <a:off x="4803840" y="4089240"/>
            <a:ext cx="1507320" cy="423360"/>
            <a:chOff x="4803840" y="4089240"/>
            <a:chExt cx="1507320" cy="423360"/>
          </a:xfrm>
        </p:grpSpPr>
        <p:grpSp>
          <p:nvGrpSpPr>
            <p:cNvPr id="41" name="Picture 7"/>
            <p:cNvGrpSpPr/>
            <p:nvPr/>
          </p:nvGrpSpPr>
          <p:grpSpPr>
            <a:xfrm>
              <a:off x="4803840" y="4089240"/>
              <a:ext cx="1406880" cy="423360"/>
              <a:chOff x="4803840" y="4089240"/>
              <a:chExt cx="1406880" cy="423360"/>
            </a:xfrm>
          </p:grpSpPr>
          <p:sp>
            <p:nvSpPr>
              <p:cNvPr id="42" name="Freeform: Shape 24"/>
              <p:cNvSpPr/>
              <p:nvPr/>
            </p:nvSpPr>
            <p:spPr>
              <a:xfrm>
                <a:off x="4803840" y="4089240"/>
                <a:ext cx="250920" cy="331200"/>
              </a:xfrm>
              <a:custGeom>
                <a:avLst/>
                <a:gdLst>
                  <a:gd name="textAreaLeft" fmla="*/ 0 w 250920"/>
                  <a:gd name="textAreaRight" fmla="*/ 251640 w 250920"/>
                  <a:gd name="textAreaTop" fmla="*/ 0 h 331200"/>
                  <a:gd name="textAreaBottom" fmla="*/ 331920 h 331200"/>
                  <a:gd name="GluePoint1X" fmla="*/ 0 w 398847"/>
                  <a:gd name="GluePoint1Y" fmla="*/ 0 h 525915"/>
                  <a:gd name="GluePoint2X" fmla="*/ 219917 w 398847"/>
                  <a:gd name="GluePoint2Y" fmla="*/ 0 h 525915"/>
                  <a:gd name="GluePoint3X" fmla="*/ 287155 w 398847"/>
                  <a:gd name="GluePoint3Y" fmla="*/ 7109 h 525915"/>
                  <a:gd name="GluePoint4X" fmla="*/ 344415 w 398847"/>
                  <a:gd name="GluePoint4Y" fmla="*/ 31906 h 525915"/>
                  <a:gd name="GluePoint5X" fmla="*/ 384030 w 398847"/>
                  <a:gd name="GluePoint5Y" fmla="*/ 79187 h 525915"/>
                  <a:gd name="GluePoint6X" fmla="*/ 398848 w 398847"/>
                  <a:gd name="GluePoint6Y" fmla="*/ 153278 h 525915"/>
                  <a:gd name="GluePoint7X" fmla="*/ 348911 w 398847"/>
                  <a:gd name="GluePoint7Y" fmla="*/ 274650 h 525915"/>
                  <a:gd name="GluePoint8X" fmla="*/ 201415 w 398847"/>
                  <a:gd name="GluePoint8Y" fmla="*/ 315678 h 525915"/>
                  <a:gd name="GluePoint9X" fmla="*/ 68438 w 398847"/>
                  <a:gd name="GluePoint9Y" fmla="*/ 315678 h 525915"/>
                  <a:gd name="GluePoint10X" fmla="*/ 68438 w 398847"/>
                  <a:gd name="GluePoint10Y" fmla="*/ 525916 h 525915"/>
                  <a:gd name="GluePoint11X" fmla="*/ 86 w 398847"/>
                  <a:gd name="GluePoint11Y" fmla="*/ 525916 h 525915"/>
                  <a:gd name="GluePoint12X" fmla="*/ 86 w 398847"/>
                  <a:gd name="GluePoint12Y" fmla="*/ 0 h 525915"/>
                  <a:gd name="GluePoint13X" fmla="*/ 68352 w 398847"/>
                  <a:gd name="GluePoint13Y" fmla="*/ 252380 h 525915"/>
                  <a:gd name="GluePoint14X" fmla="*/ 202229 w 398847"/>
                  <a:gd name="GluePoint14Y" fmla="*/ 252380 h 525915"/>
                  <a:gd name="GluePoint15X" fmla="*/ 298633 w 398847"/>
                  <a:gd name="GluePoint15Y" fmla="*/ 227454 h 525915"/>
                  <a:gd name="GluePoint16X" fmla="*/ 326941 w 398847"/>
                  <a:gd name="GluePoint16Y" fmla="*/ 155548 h 525915"/>
                  <a:gd name="GluePoint17X" fmla="*/ 317776 w 398847"/>
                  <a:gd name="GluePoint17Y" fmla="*/ 110537 h 525915"/>
                  <a:gd name="GluePoint18X" fmla="*/ 292337 w 398847"/>
                  <a:gd name="GluePoint18Y" fmla="*/ 81928 h 525915"/>
                  <a:gd name="GluePoint19X" fmla="*/ 254264 w 398847"/>
                  <a:gd name="GluePoint19Y" fmla="*/ 66939 h 525915"/>
                  <a:gd name="GluePoint20X" fmla="*/ 207925 w 398847"/>
                  <a:gd name="GluePoint20Y" fmla="*/ 62699 h 525915"/>
                  <a:gd name="GluePoint21X" fmla="*/ 68395 w 398847"/>
                  <a:gd name="GluePoint21Y" fmla="*/ 62699 h 525915"/>
                  <a:gd name="GluePoint22X" fmla="*/ 68395 w 398847"/>
                  <a:gd name="GluePoint22Y" fmla="*/ 252422 h 525915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98847" h="525915">
                    <a:moveTo>
                      <a:pt x="0" y="0"/>
                    </a:moveTo>
                    <a:lnTo>
                      <a:pt x="219917" y="0"/>
                    </a:lnTo>
                    <a:cubicBezTo>
                      <a:pt x="243086" y="0"/>
                      <a:pt x="265484" y="2398"/>
                      <a:pt x="287155" y="7109"/>
                    </a:cubicBezTo>
                    <a:cubicBezTo>
                      <a:pt x="308783" y="11863"/>
                      <a:pt x="327883" y="20129"/>
                      <a:pt x="344415" y="31906"/>
                    </a:cubicBezTo>
                    <a:cubicBezTo>
                      <a:pt x="360946" y="43684"/>
                      <a:pt x="374137" y="59444"/>
                      <a:pt x="384030" y="79187"/>
                    </a:cubicBezTo>
                    <a:cubicBezTo>
                      <a:pt x="393880" y="98930"/>
                      <a:pt x="398848" y="123642"/>
                      <a:pt x="398848" y="153278"/>
                    </a:cubicBezTo>
                    <a:cubicBezTo>
                      <a:pt x="398848" y="206812"/>
                      <a:pt x="382188" y="247283"/>
                      <a:pt x="348911" y="274650"/>
                    </a:cubicBezTo>
                    <a:cubicBezTo>
                      <a:pt x="315635" y="301973"/>
                      <a:pt x="266469" y="315678"/>
                      <a:pt x="201415" y="315678"/>
                    </a:cubicBezTo>
                    <a:lnTo>
                      <a:pt x="68438" y="315678"/>
                    </a:lnTo>
                    <a:lnTo>
                      <a:pt x="68438" y="525916"/>
                    </a:lnTo>
                    <a:lnTo>
                      <a:pt x="86" y="525916"/>
                    </a:lnTo>
                    <a:lnTo>
                      <a:pt x="86" y="0"/>
                    </a:lnTo>
                    <a:close/>
                    <a:moveTo>
                      <a:pt x="68352" y="252380"/>
                    </a:moveTo>
                    <a:lnTo>
                      <a:pt x="202229" y="252380"/>
                    </a:lnTo>
                    <a:cubicBezTo>
                      <a:pt x="247626" y="252380"/>
                      <a:pt x="279746" y="244071"/>
                      <a:pt x="298633" y="227454"/>
                    </a:cubicBezTo>
                    <a:cubicBezTo>
                      <a:pt x="317519" y="210837"/>
                      <a:pt x="326941" y="186854"/>
                      <a:pt x="326941" y="155548"/>
                    </a:cubicBezTo>
                    <a:cubicBezTo>
                      <a:pt x="326941" y="137432"/>
                      <a:pt x="323900" y="122400"/>
                      <a:pt x="317776" y="110537"/>
                    </a:cubicBezTo>
                    <a:cubicBezTo>
                      <a:pt x="311695" y="98631"/>
                      <a:pt x="303172" y="89123"/>
                      <a:pt x="292337" y="81928"/>
                    </a:cubicBezTo>
                    <a:cubicBezTo>
                      <a:pt x="281459" y="74776"/>
                      <a:pt x="268782" y="69765"/>
                      <a:pt x="254264" y="66939"/>
                    </a:cubicBezTo>
                    <a:cubicBezTo>
                      <a:pt x="239745" y="64112"/>
                      <a:pt x="224285" y="62699"/>
                      <a:pt x="207925" y="62699"/>
                    </a:cubicBezTo>
                    <a:lnTo>
                      <a:pt x="68395" y="62699"/>
                    </a:lnTo>
                    <a:lnTo>
                      <a:pt x="68395" y="252422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43" name="Freeform: Shape 25"/>
              <p:cNvSpPr/>
              <p:nvPr/>
            </p:nvSpPr>
            <p:spPr>
              <a:xfrm>
                <a:off x="5077800" y="4175280"/>
                <a:ext cx="124560" cy="244800"/>
              </a:xfrm>
              <a:custGeom>
                <a:avLst/>
                <a:gdLst>
                  <a:gd name="textAreaLeft" fmla="*/ 0 w 124560"/>
                  <a:gd name="textAreaRight" fmla="*/ 125280 w 124560"/>
                  <a:gd name="textAreaTop" fmla="*/ 0 h 244800"/>
                  <a:gd name="textAreaBottom" fmla="*/ 245520 h 244800"/>
                  <a:gd name="GluePoint1X" fmla="*/ 198246 w 198246"/>
                  <a:gd name="GluePoint1Y" fmla="*/ 70622 h 389083"/>
                  <a:gd name="GluePoint2X" fmla="*/ 156661 w 198246"/>
                  <a:gd name="GluePoint2Y" fmla="*/ 66082 h 389083"/>
                  <a:gd name="GluePoint3X" fmla="*/ 68352 w 198246"/>
                  <a:gd name="GluePoint3Y" fmla="*/ 120087 h 389083"/>
                  <a:gd name="GluePoint4X" fmla="*/ 68352 w 198246"/>
                  <a:gd name="GluePoint4Y" fmla="*/ 389084 h 389083"/>
                  <a:gd name="GluePoint5X" fmla="*/ 0 w 198246"/>
                  <a:gd name="GluePoint5Y" fmla="*/ 389084 h 389083"/>
                  <a:gd name="GluePoint6X" fmla="*/ 0 w 198246"/>
                  <a:gd name="GluePoint6Y" fmla="*/ 7966 h 389083"/>
                  <a:gd name="GluePoint7X" fmla="*/ 68352 w 198246"/>
                  <a:gd name="GluePoint7Y" fmla="*/ 7966 h 389083"/>
                  <a:gd name="GluePoint8X" fmla="*/ 68352 w 198246"/>
                  <a:gd name="GluePoint8Y" fmla="*/ 62099 h 389083"/>
                  <a:gd name="GluePoint9X" fmla="*/ 167453 w 198246"/>
                  <a:gd name="GluePoint9Y" fmla="*/ 0 h 389083"/>
                  <a:gd name="GluePoint10X" fmla="*/ 182272 w 198246"/>
                  <a:gd name="GluePoint10Y" fmla="*/ 557 h 389083"/>
                  <a:gd name="GluePoint11X" fmla="*/ 198246 w 198246"/>
                  <a:gd name="GluePoint11Y" fmla="*/ 2827 h 389083"/>
                  <a:gd name="GluePoint12X" fmla="*/ 198246 w 198246"/>
                  <a:gd name="GluePoint12Y" fmla="*/ 70622 h 389083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</a:cxnLst>
                <a:rect l="textAreaLeft" t="textAreaTop" r="textAreaRight" b="textAreaBottom"/>
                <a:pathLst>
                  <a:path w="198246" h="389083">
                    <a:moveTo>
                      <a:pt x="198246" y="70622"/>
                    </a:moveTo>
                    <a:cubicBezTo>
                      <a:pt x="187240" y="67581"/>
                      <a:pt x="173364" y="66082"/>
                      <a:pt x="156661" y="66082"/>
                    </a:cubicBezTo>
                    <a:cubicBezTo>
                      <a:pt x="122485" y="66082"/>
                      <a:pt x="93063" y="84112"/>
                      <a:pt x="68352" y="120087"/>
                    </a:cubicBezTo>
                    <a:lnTo>
                      <a:pt x="68352" y="389084"/>
                    </a:lnTo>
                    <a:lnTo>
                      <a:pt x="0" y="389084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62099"/>
                    </a:lnTo>
                    <a:cubicBezTo>
                      <a:pt x="95675" y="20728"/>
                      <a:pt x="128738" y="0"/>
                      <a:pt x="167453" y="0"/>
                    </a:cubicBezTo>
                    <a:cubicBezTo>
                      <a:pt x="172379" y="0"/>
                      <a:pt x="177304" y="214"/>
                      <a:pt x="182272" y="557"/>
                    </a:cubicBezTo>
                    <a:cubicBezTo>
                      <a:pt x="187197" y="942"/>
                      <a:pt x="192550" y="1713"/>
                      <a:pt x="198246" y="2827"/>
                    </a:cubicBezTo>
                    <a:lnTo>
                      <a:pt x="198246" y="70622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44" name="Freeform: Shape 26"/>
              <p:cNvSpPr/>
              <p:nvPr/>
            </p:nvSpPr>
            <p:spPr>
              <a:xfrm>
                <a:off x="5187960" y="4175280"/>
                <a:ext cx="224280" cy="250560"/>
              </a:xfrm>
              <a:custGeom>
                <a:avLst/>
                <a:gdLst>
                  <a:gd name="textAreaLeft" fmla="*/ 0 w 224280"/>
                  <a:gd name="textAreaRight" fmla="*/ 225000 w 224280"/>
                  <a:gd name="textAreaTop" fmla="*/ 0 h 250560"/>
                  <a:gd name="textAreaBottom" fmla="*/ 251280 h 250560"/>
                  <a:gd name="GluePoint1X" fmla="*/ 177732 w 356620"/>
                  <a:gd name="GluePoint1Y" fmla="*/ 0 h 398291"/>
                  <a:gd name="GluePoint2X" fmla="*/ 251780 w 356620"/>
                  <a:gd name="GluePoint2Y" fmla="*/ 13405 h 398291"/>
                  <a:gd name="GluePoint3X" fmla="*/ 308183 w 356620"/>
                  <a:gd name="GluePoint3Y" fmla="*/ 52120 h 398291"/>
                  <a:gd name="GluePoint4X" fmla="*/ 344072 w 356620"/>
                  <a:gd name="GluePoint4Y" fmla="*/ 114519 h 398291"/>
                  <a:gd name="GluePoint5X" fmla="*/ 356620 w 356620"/>
                  <a:gd name="GluePoint5Y" fmla="*/ 198846 h 398291"/>
                  <a:gd name="GluePoint6X" fmla="*/ 343515 w 356620"/>
                  <a:gd name="GluePoint6Y" fmla="*/ 284885 h 398291"/>
                  <a:gd name="GluePoint7X" fmla="*/ 306770 w 356620"/>
                  <a:gd name="GluePoint7Y" fmla="*/ 347284 h 398291"/>
                  <a:gd name="GluePoint8X" fmla="*/ 250367 w 356620"/>
                  <a:gd name="GluePoint8Y" fmla="*/ 385486 h 398291"/>
                  <a:gd name="GluePoint9X" fmla="*/ 177732 w 356620"/>
                  <a:gd name="GluePoint9Y" fmla="*/ 398291 h 398291"/>
                  <a:gd name="GluePoint10X" fmla="*/ 105654 w 356620"/>
                  <a:gd name="GluePoint10Y" fmla="*/ 385486 h 398291"/>
                  <a:gd name="GluePoint11X" fmla="*/ 49251 w 356620"/>
                  <a:gd name="GluePoint11Y" fmla="*/ 347284 h 398291"/>
                  <a:gd name="GluePoint12X" fmla="*/ 12805 w 356620"/>
                  <a:gd name="GluePoint12Y" fmla="*/ 284885 h 398291"/>
                  <a:gd name="GluePoint13X" fmla="*/ 0 w 356620"/>
                  <a:gd name="GluePoint13Y" fmla="*/ 198846 h 398291"/>
                  <a:gd name="GluePoint14X" fmla="*/ 12805 w 356620"/>
                  <a:gd name="GluePoint14Y" fmla="*/ 113106 h 398291"/>
                  <a:gd name="GluePoint15X" fmla="*/ 49251 w 356620"/>
                  <a:gd name="GluePoint15Y" fmla="*/ 50707 h 398291"/>
                  <a:gd name="GluePoint16X" fmla="*/ 105654 w 356620"/>
                  <a:gd name="GluePoint16Y" fmla="*/ 12805 h 398291"/>
                  <a:gd name="GluePoint17X" fmla="*/ 177732 w 356620"/>
                  <a:gd name="GluePoint17Y" fmla="*/ 0 h 398291"/>
                  <a:gd name="GluePoint18X" fmla="*/ 177732 w 356620"/>
                  <a:gd name="GluePoint18Y" fmla="*/ 345229 h 398291"/>
                  <a:gd name="GluePoint19X" fmla="*/ 257604 w 356620"/>
                  <a:gd name="GluePoint19Y" fmla="*/ 308355 h 398291"/>
                  <a:gd name="GluePoint20X" fmla="*/ 287112 w 356620"/>
                  <a:gd name="GluePoint20Y" fmla="*/ 198846 h 398291"/>
                  <a:gd name="GluePoint21X" fmla="*/ 279103 w 356620"/>
                  <a:gd name="GluePoint21Y" fmla="*/ 134220 h 398291"/>
                  <a:gd name="GluePoint22X" fmla="*/ 256491 w 356620"/>
                  <a:gd name="GluePoint22Y" fmla="*/ 88481 h 398291"/>
                  <a:gd name="GluePoint23X" fmla="*/ 221844 w 356620"/>
                  <a:gd name="GluePoint23Y" fmla="*/ 61029 h 398291"/>
                  <a:gd name="GluePoint24X" fmla="*/ 177732 w 356620"/>
                  <a:gd name="GluePoint24Y" fmla="*/ 51864 h 398291"/>
                  <a:gd name="GluePoint25X" fmla="*/ 133063 w 356620"/>
                  <a:gd name="GluePoint25Y" fmla="*/ 61585 h 398291"/>
                  <a:gd name="GluePoint26X" fmla="*/ 98673 w 356620"/>
                  <a:gd name="GluePoint26Y" fmla="*/ 89894 h 398291"/>
                  <a:gd name="GluePoint27X" fmla="*/ 76318 w 356620"/>
                  <a:gd name="GluePoint27Y" fmla="*/ 135933 h 398291"/>
                  <a:gd name="GluePoint28X" fmla="*/ 68309 w 356620"/>
                  <a:gd name="GluePoint28Y" fmla="*/ 198846 h 398291"/>
                  <a:gd name="GluePoint29X" fmla="*/ 97774 w 356620"/>
                  <a:gd name="GluePoint29Y" fmla="*/ 307798 h 398291"/>
                  <a:gd name="GluePoint30X" fmla="*/ 177689 w 356620"/>
                  <a:gd name="GluePoint30Y" fmla="*/ 345229 h 398291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</a:cxnLst>
                <a:rect l="textAreaLeft" t="textAreaTop" r="textAreaRight" b="textAreaBottom"/>
                <a:pathLst>
                  <a:path w="356620" h="398291">
                    <a:moveTo>
                      <a:pt x="177732" y="0"/>
                    </a:moveTo>
                    <a:cubicBezTo>
                      <a:pt x="205056" y="0"/>
                      <a:pt x="229767" y="4454"/>
                      <a:pt x="251780" y="13405"/>
                    </a:cubicBezTo>
                    <a:cubicBezTo>
                      <a:pt x="273793" y="22313"/>
                      <a:pt x="292594" y="35247"/>
                      <a:pt x="308183" y="52120"/>
                    </a:cubicBezTo>
                    <a:cubicBezTo>
                      <a:pt x="323772" y="69037"/>
                      <a:pt x="335721" y="89808"/>
                      <a:pt x="344072" y="114519"/>
                    </a:cubicBezTo>
                    <a:cubicBezTo>
                      <a:pt x="352423" y="139188"/>
                      <a:pt x="356620" y="167325"/>
                      <a:pt x="356620" y="198846"/>
                    </a:cubicBezTo>
                    <a:cubicBezTo>
                      <a:pt x="356620" y="230367"/>
                      <a:pt x="352252" y="260174"/>
                      <a:pt x="343515" y="284885"/>
                    </a:cubicBezTo>
                    <a:cubicBezTo>
                      <a:pt x="334778" y="309554"/>
                      <a:pt x="322530" y="330368"/>
                      <a:pt x="306770" y="347284"/>
                    </a:cubicBezTo>
                    <a:cubicBezTo>
                      <a:pt x="291009" y="364201"/>
                      <a:pt x="272208" y="376921"/>
                      <a:pt x="250367" y="385486"/>
                    </a:cubicBezTo>
                    <a:cubicBezTo>
                      <a:pt x="228525" y="394009"/>
                      <a:pt x="204328" y="398291"/>
                      <a:pt x="177732" y="398291"/>
                    </a:cubicBezTo>
                    <a:cubicBezTo>
                      <a:pt x="151136" y="398291"/>
                      <a:pt x="127496" y="394009"/>
                      <a:pt x="105654" y="385486"/>
                    </a:cubicBezTo>
                    <a:cubicBezTo>
                      <a:pt x="83812" y="376921"/>
                      <a:pt x="65011" y="364201"/>
                      <a:pt x="49251" y="347284"/>
                    </a:cubicBezTo>
                    <a:cubicBezTo>
                      <a:pt x="33491" y="330368"/>
                      <a:pt x="21328" y="309597"/>
                      <a:pt x="12805" y="284885"/>
                    </a:cubicBezTo>
                    <a:cubicBezTo>
                      <a:pt x="4283" y="260174"/>
                      <a:pt x="0" y="231523"/>
                      <a:pt x="0" y="198846"/>
                    </a:cubicBezTo>
                    <a:cubicBezTo>
                      <a:pt x="0" y="166169"/>
                      <a:pt x="4283" y="137989"/>
                      <a:pt x="12805" y="113106"/>
                    </a:cubicBezTo>
                    <a:cubicBezTo>
                      <a:pt x="21328" y="88224"/>
                      <a:pt x="33491" y="67453"/>
                      <a:pt x="49251" y="50707"/>
                    </a:cubicBezTo>
                    <a:cubicBezTo>
                      <a:pt x="65011" y="34005"/>
                      <a:pt x="83812" y="21371"/>
                      <a:pt x="105654" y="12805"/>
                    </a:cubicBezTo>
                    <a:cubicBezTo>
                      <a:pt x="127496" y="4283"/>
                      <a:pt x="151522" y="0"/>
                      <a:pt x="177732" y="0"/>
                    </a:cubicBezTo>
                    <a:close/>
                    <a:moveTo>
                      <a:pt x="177732" y="345229"/>
                    </a:moveTo>
                    <a:cubicBezTo>
                      <a:pt x="211308" y="345229"/>
                      <a:pt x="237947" y="332937"/>
                      <a:pt x="257604" y="308355"/>
                    </a:cubicBezTo>
                    <a:cubicBezTo>
                      <a:pt x="277262" y="283772"/>
                      <a:pt x="287112" y="247240"/>
                      <a:pt x="287112" y="198846"/>
                    </a:cubicBezTo>
                    <a:cubicBezTo>
                      <a:pt x="287112" y="174049"/>
                      <a:pt x="284414" y="152507"/>
                      <a:pt x="279103" y="134220"/>
                    </a:cubicBezTo>
                    <a:cubicBezTo>
                      <a:pt x="273750" y="115933"/>
                      <a:pt x="266213" y="100686"/>
                      <a:pt x="256491" y="88481"/>
                    </a:cubicBezTo>
                    <a:cubicBezTo>
                      <a:pt x="246769" y="76275"/>
                      <a:pt x="235206" y="67153"/>
                      <a:pt x="221844" y="61029"/>
                    </a:cubicBezTo>
                    <a:cubicBezTo>
                      <a:pt x="208482" y="54947"/>
                      <a:pt x="193749" y="51864"/>
                      <a:pt x="177732" y="51864"/>
                    </a:cubicBezTo>
                    <a:cubicBezTo>
                      <a:pt x="161715" y="51864"/>
                      <a:pt x="146425" y="55118"/>
                      <a:pt x="133063" y="61585"/>
                    </a:cubicBezTo>
                    <a:cubicBezTo>
                      <a:pt x="119659" y="68052"/>
                      <a:pt x="108224" y="77517"/>
                      <a:pt x="98673" y="89894"/>
                    </a:cubicBezTo>
                    <a:cubicBezTo>
                      <a:pt x="89123" y="102271"/>
                      <a:pt x="81671" y="117646"/>
                      <a:pt x="76318" y="135933"/>
                    </a:cubicBezTo>
                    <a:cubicBezTo>
                      <a:pt x="70964" y="154220"/>
                      <a:pt x="68309" y="175205"/>
                      <a:pt x="68309" y="198846"/>
                    </a:cubicBezTo>
                    <a:cubicBezTo>
                      <a:pt x="68309" y="246512"/>
                      <a:pt x="78116" y="282830"/>
                      <a:pt x="97774" y="307798"/>
                    </a:cubicBezTo>
                    <a:cubicBezTo>
                      <a:pt x="117432" y="332766"/>
                      <a:pt x="144070" y="345229"/>
                      <a:pt x="177689" y="34522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45" name="Freeform: Shape 27"/>
              <p:cNvSpPr/>
              <p:nvPr/>
            </p:nvSpPr>
            <p:spPr>
              <a:xfrm>
                <a:off x="5416560" y="4089240"/>
                <a:ext cx="208800" cy="336960"/>
              </a:xfrm>
              <a:custGeom>
                <a:avLst/>
                <a:gdLst>
                  <a:gd name="textAreaLeft" fmla="*/ 0 w 208800"/>
                  <a:gd name="textAreaRight" fmla="*/ 209520 w 208800"/>
                  <a:gd name="textAreaTop" fmla="*/ 0 h 336960"/>
                  <a:gd name="textAreaBottom" fmla="*/ 337680 h 336960"/>
                  <a:gd name="GluePoint1X" fmla="*/ 264328 w 332123"/>
                  <a:gd name="GluePoint1Y" fmla="*/ 480862 h 534995"/>
                  <a:gd name="GluePoint2X" fmla="*/ 155719 w 332123"/>
                  <a:gd name="GluePoint2Y" fmla="*/ 534995 h 534995"/>
                  <a:gd name="GluePoint3X" fmla="*/ 90065 w 332123"/>
                  <a:gd name="GluePoint3Y" fmla="*/ 521333 h 534995"/>
                  <a:gd name="GluePoint4X" fmla="*/ 41200 w 332123"/>
                  <a:gd name="GluePoint4Y" fmla="*/ 482318 h 534995"/>
                  <a:gd name="GluePoint5X" fmla="*/ 10493 w 332123"/>
                  <a:gd name="GluePoint5Y" fmla="*/ 420519 h 534995"/>
                  <a:gd name="GluePoint6X" fmla="*/ 0 w 332123"/>
                  <a:gd name="GluePoint6Y" fmla="*/ 338462 h 534995"/>
                  <a:gd name="GluePoint7X" fmla="*/ 11949 w 332123"/>
                  <a:gd name="GluePoint7Y" fmla="*/ 254435 h 534995"/>
                  <a:gd name="GluePoint8X" fmla="*/ 45182 w 332123"/>
                  <a:gd name="GluePoint8Y" fmla="*/ 190923 h 534995"/>
                  <a:gd name="GluePoint9X" fmla="*/ 95761 w 332123"/>
                  <a:gd name="GluePoint9Y" fmla="*/ 150751 h 534995"/>
                  <a:gd name="GluePoint10X" fmla="*/ 160301 w 332123"/>
                  <a:gd name="GluePoint10Y" fmla="*/ 136790 h 534995"/>
                  <a:gd name="GluePoint11X" fmla="*/ 264328 w 332123"/>
                  <a:gd name="GluePoint11Y" fmla="*/ 173835 h 534995"/>
                  <a:gd name="GluePoint12X" fmla="*/ 264328 w 332123"/>
                  <a:gd name="GluePoint12Y" fmla="*/ 0 h 534995"/>
                  <a:gd name="GluePoint13X" fmla="*/ 332123 w 332123"/>
                  <a:gd name="GluePoint13Y" fmla="*/ 0 h 534995"/>
                  <a:gd name="GluePoint14X" fmla="*/ 332123 w 332123"/>
                  <a:gd name="GluePoint14Y" fmla="*/ 525873 h 534995"/>
                  <a:gd name="GluePoint15X" fmla="*/ 264328 w 332123"/>
                  <a:gd name="GluePoint15Y" fmla="*/ 525873 h 534995"/>
                  <a:gd name="GluePoint16X" fmla="*/ 264328 w 332123"/>
                  <a:gd name="GluePoint16Y" fmla="*/ 480862 h 534995"/>
                  <a:gd name="GluePoint17X" fmla="*/ 264328 w 332123"/>
                  <a:gd name="GluePoint17Y" fmla="*/ 417649 h 534995"/>
                  <a:gd name="GluePoint18X" fmla="*/ 264328 w 332123"/>
                  <a:gd name="GluePoint18Y" fmla="*/ 235120 h 534995"/>
                  <a:gd name="GluePoint19X" fmla="*/ 164070 w 332123"/>
                  <a:gd name="GluePoint19Y" fmla="*/ 188610 h 534995"/>
                  <a:gd name="GluePoint20X" fmla="*/ 94562 w 332123"/>
                  <a:gd name="GluePoint20Y" fmla="*/ 225784 h 534995"/>
                  <a:gd name="GluePoint21X" fmla="*/ 68352 w 332123"/>
                  <a:gd name="GluePoint21Y" fmla="*/ 338462 h 534995"/>
                  <a:gd name="GluePoint22X" fmla="*/ 93149 w 332123"/>
                  <a:gd name="GluePoint22Y" fmla="*/ 446001 h 534995"/>
                  <a:gd name="GluePoint23X" fmla="*/ 161244 w 332123"/>
                  <a:gd name="GluePoint23Y" fmla="*/ 482018 h 534995"/>
                  <a:gd name="GluePoint24X" fmla="*/ 264371 w 332123"/>
                  <a:gd name="GluePoint24Y" fmla="*/ 417649 h 534995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</a:cxnLst>
                <a:rect l="textAreaLeft" t="textAreaTop" r="textAreaRight" b="textAreaBottom"/>
                <a:pathLst>
                  <a:path w="332123" h="534995">
                    <a:moveTo>
                      <a:pt x="264328" y="480862"/>
                    </a:moveTo>
                    <a:cubicBezTo>
                      <a:pt x="234007" y="516965"/>
                      <a:pt x="197818" y="534995"/>
                      <a:pt x="155719" y="534995"/>
                    </a:cubicBezTo>
                    <a:cubicBezTo>
                      <a:pt x="131093" y="534995"/>
                      <a:pt x="109209" y="530455"/>
                      <a:pt x="90065" y="521333"/>
                    </a:cubicBezTo>
                    <a:cubicBezTo>
                      <a:pt x="70921" y="512211"/>
                      <a:pt x="54604" y="499235"/>
                      <a:pt x="41200" y="482318"/>
                    </a:cubicBezTo>
                    <a:cubicBezTo>
                      <a:pt x="27752" y="465444"/>
                      <a:pt x="17516" y="444801"/>
                      <a:pt x="10493" y="420519"/>
                    </a:cubicBezTo>
                    <a:cubicBezTo>
                      <a:pt x="3469" y="396193"/>
                      <a:pt x="0" y="368869"/>
                      <a:pt x="0" y="338462"/>
                    </a:cubicBezTo>
                    <a:cubicBezTo>
                      <a:pt x="0" y="308055"/>
                      <a:pt x="3983" y="279318"/>
                      <a:pt x="11949" y="254435"/>
                    </a:cubicBezTo>
                    <a:cubicBezTo>
                      <a:pt x="19915" y="229553"/>
                      <a:pt x="30964" y="208396"/>
                      <a:pt x="45182" y="190923"/>
                    </a:cubicBezTo>
                    <a:cubicBezTo>
                      <a:pt x="59401" y="173449"/>
                      <a:pt x="76275" y="160045"/>
                      <a:pt x="95761" y="150751"/>
                    </a:cubicBezTo>
                    <a:cubicBezTo>
                      <a:pt x="115290" y="141458"/>
                      <a:pt x="136789" y="136790"/>
                      <a:pt x="160301" y="136790"/>
                    </a:cubicBezTo>
                    <a:cubicBezTo>
                      <a:pt x="201629" y="136790"/>
                      <a:pt x="236277" y="149124"/>
                      <a:pt x="264328" y="173835"/>
                    </a:cubicBezTo>
                    <a:lnTo>
                      <a:pt x="264328" y="0"/>
                    </a:lnTo>
                    <a:lnTo>
                      <a:pt x="332123" y="0"/>
                    </a:lnTo>
                    <a:lnTo>
                      <a:pt x="332123" y="525873"/>
                    </a:lnTo>
                    <a:lnTo>
                      <a:pt x="264328" y="525873"/>
                    </a:lnTo>
                    <a:lnTo>
                      <a:pt x="264328" y="480862"/>
                    </a:lnTo>
                    <a:close/>
                    <a:moveTo>
                      <a:pt x="264328" y="417649"/>
                    </a:moveTo>
                    <a:lnTo>
                      <a:pt x="264328" y="235120"/>
                    </a:lnTo>
                    <a:cubicBezTo>
                      <a:pt x="234692" y="204114"/>
                      <a:pt x="201287" y="188610"/>
                      <a:pt x="164070" y="188610"/>
                    </a:cubicBezTo>
                    <a:cubicBezTo>
                      <a:pt x="135205" y="188610"/>
                      <a:pt x="112035" y="200987"/>
                      <a:pt x="94562" y="225784"/>
                    </a:cubicBezTo>
                    <a:cubicBezTo>
                      <a:pt x="77089" y="250581"/>
                      <a:pt x="68352" y="288140"/>
                      <a:pt x="68352" y="338462"/>
                    </a:cubicBezTo>
                    <a:cubicBezTo>
                      <a:pt x="68352" y="386128"/>
                      <a:pt x="76618" y="421975"/>
                      <a:pt x="93149" y="446001"/>
                    </a:cubicBezTo>
                    <a:cubicBezTo>
                      <a:pt x="109680" y="470027"/>
                      <a:pt x="132335" y="482018"/>
                      <a:pt x="161244" y="482018"/>
                    </a:cubicBezTo>
                    <a:cubicBezTo>
                      <a:pt x="198460" y="482018"/>
                      <a:pt x="232808" y="460562"/>
                      <a:pt x="264371" y="41764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46" name="Freeform: Shape 28"/>
              <p:cNvSpPr/>
              <p:nvPr/>
            </p:nvSpPr>
            <p:spPr>
              <a:xfrm>
                <a:off x="5646240" y="4175280"/>
                <a:ext cx="207720" cy="250560"/>
              </a:xfrm>
              <a:custGeom>
                <a:avLst/>
                <a:gdLst>
                  <a:gd name="textAreaLeft" fmla="*/ 0 w 207720"/>
                  <a:gd name="textAreaRight" fmla="*/ 208440 w 207720"/>
                  <a:gd name="textAreaTop" fmla="*/ 0 h 250560"/>
                  <a:gd name="textAreaBottom" fmla="*/ 251280 h 250560"/>
                  <a:gd name="GluePoint1X" fmla="*/ 262615 w 330367"/>
                  <a:gd name="GluePoint1Y" fmla="*/ 350325 h 398162"/>
                  <a:gd name="GluePoint2X" fmla="*/ 129594 w 330367"/>
                  <a:gd name="GluePoint2Y" fmla="*/ 398163 h 398162"/>
                  <a:gd name="GluePoint3X" fmla="*/ 77859 w 330367"/>
                  <a:gd name="GluePoint3Y" fmla="*/ 390197 h 398162"/>
                  <a:gd name="GluePoint4X" fmla="*/ 36660 w 330367"/>
                  <a:gd name="GluePoint4Y" fmla="*/ 367670 h 398162"/>
                  <a:gd name="GluePoint5X" fmla="*/ 9679 w 330367"/>
                  <a:gd name="GluePoint5Y" fmla="*/ 332937 h 398162"/>
                  <a:gd name="GluePoint6X" fmla="*/ 0 w 330367"/>
                  <a:gd name="GluePoint6Y" fmla="*/ 288226 h 398162"/>
                  <a:gd name="GluePoint7X" fmla="*/ 229638 w 330367"/>
                  <a:gd name="GluePoint7Y" fmla="*/ 154349 h 398162"/>
                  <a:gd name="GluePoint8X" fmla="*/ 262615 w 330367"/>
                  <a:gd name="GluePoint8Y" fmla="*/ 154349 h 398162"/>
                  <a:gd name="GluePoint9X" fmla="*/ 260345 w 330367"/>
                  <a:gd name="GluePoint9Y" fmla="*/ 108524 h 398162"/>
                  <a:gd name="GluePoint10X" fmla="*/ 249296 w 330367"/>
                  <a:gd name="GluePoint10Y" fmla="*/ 76446 h 398162"/>
                  <a:gd name="GluePoint11X" fmla="*/ 222401 w 330367"/>
                  <a:gd name="GluePoint11Y" fmla="*/ 57816 h 398162"/>
                  <a:gd name="GluePoint12X" fmla="*/ 171993 w 330367"/>
                  <a:gd name="GluePoint12Y" fmla="*/ 51821 h 398162"/>
                  <a:gd name="GluePoint13X" fmla="*/ 79144 w 330367"/>
                  <a:gd name="GluePoint13Y" fmla="*/ 117346 h 398162"/>
                  <a:gd name="GluePoint14X" fmla="*/ 11349 w 330367"/>
                  <a:gd name="GluePoint14Y" fmla="*/ 117346 h 398162"/>
                  <a:gd name="GluePoint15X" fmla="*/ 175419 w 330367"/>
                  <a:gd name="GluePoint15Y" fmla="*/ 0 h 398162"/>
                  <a:gd name="GluePoint16X" fmla="*/ 240645 w 330367"/>
                  <a:gd name="GluePoint16Y" fmla="*/ 5996 h 398162"/>
                  <a:gd name="GluePoint17X" fmla="*/ 289339 w 330367"/>
                  <a:gd name="GluePoint17Y" fmla="*/ 27923 h 398162"/>
                  <a:gd name="GluePoint18X" fmla="*/ 319832 w 330367"/>
                  <a:gd name="GluePoint18Y" fmla="*/ 71778 h 398162"/>
                  <a:gd name="GluePoint19X" fmla="*/ 330367 w 330367"/>
                  <a:gd name="GluePoint19Y" fmla="*/ 142999 h 398162"/>
                  <a:gd name="GluePoint20X" fmla="*/ 330367 w 330367"/>
                  <a:gd name="GluePoint20Y" fmla="*/ 389126 h 398162"/>
                  <a:gd name="GluePoint21X" fmla="*/ 262572 w 330367"/>
                  <a:gd name="GluePoint21Y" fmla="*/ 389126 h 398162"/>
                  <a:gd name="GluePoint22X" fmla="*/ 262572 w 330367"/>
                  <a:gd name="GluePoint22Y" fmla="*/ 350411 h 398162"/>
                  <a:gd name="GluePoint23X" fmla="*/ 262615 w 330367"/>
                  <a:gd name="GluePoint23Y" fmla="*/ 288911 h 398162"/>
                  <a:gd name="GluePoint24X" fmla="*/ 262615 w 330367"/>
                  <a:gd name="GluePoint24Y" fmla="*/ 203899 h 398162"/>
                  <a:gd name="GluePoint25X" fmla="*/ 216447 w 330367"/>
                  <a:gd name="GluePoint25Y" fmla="*/ 203899 h 398162"/>
                  <a:gd name="GluePoint26X" fmla="*/ 69465 w 330367"/>
                  <a:gd name="GluePoint26Y" fmla="*/ 284885 h 398162"/>
                  <a:gd name="GluePoint27X" fmla="*/ 90536 w 330367"/>
                  <a:gd name="GluePoint27Y" fmla="*/ 329682 h 398162"/>
                  <a:gd name="GluePoint28X" fmla="*/ 149209 w 330367"/>
                  <a:gd name="GluePoint28Y" fmla="*/ 345186 h 398162"/>
                  <a:gd name="GluePoint29X" fmla="*/ 181972 w 330367"/>
                  <a:gd name="GluePoint29Y" fmla="*/ 341460 h 398162"/>
                  <a:gd name="GluePoint30X" fmla="*/ 213021 w 330367"/>
                  <a:gd name="GluePoint30Y" fmla="*/ 330239 h 398162"/>
                  <a:gd name="GluePoint31X" fmla="*/ 240645 w 330367"/>
                  <a:gd name="GluePoint31Y" fmla="*/ 312423 h 398162"/>
                  <a:gd name="GluePoint32X" fmla="*/ 262572 w 330367"/>
                  <a:gd name="GluePoint32Y" fmla="*/ 288868 h 39816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</a:cxnLst>
                <a:rect l="textAreaLeft" t="textAreaTop" r="textAreaRight" b="textAreaBottom"/>
                <a:pathLst>
                  <a:path w="330367" h="398162">
                    <a:moveTo>
                      <a:pt x="262615" y="350325"/>
                    </a:moveTo>
                    <a:cubicBezTo>
                      <a:pt x="227754" y="382231"/>
                      <a:pt x="183428" y="398163"/>
                      <a:pt x="129594" y="398163"/>
                    </a:cubicBezTo>
                    <a:cubicBezTo>
                      <a:pt x="111007" y="398163"/>
                      <a:pt x="93791" y="395508"/>
                      <a:pt x="77859" y="390197"/>
                    </a:cubicBezTo>
                    <a:cubicBezTo>
                      <a:pt x="61928" y="384886"/>
                      <a:pt x="48223" y="377392"/>
                      <a:pt x="36660" y="367670"/>
                    </a:cubicBezTo>
                    <a:cubicBezTo>
                      <a:pt x="25097" y="357991"/>
                      <a:pt x="16103" y="346428"/>
                      <a:pt x="9679" y="332937"/>
                    </a:cubicBezTo>
                    <a:cubicBezTo>
                      <a:pt x="3212" y="319447"/>
                      <a:pt x="0" y="304543"/>
                      <a:pt x="0" y="288226"/>
                    </a:cubicBezTo>
                    <a:cubicBezTo>
                      <a:pt x="0" y="198974"/>
                      <a:pt x="76532" y="154349"/>
                      <a:pt x="229638" y="154349"/>
                    </a:cubicBezTo>
                    <a:lnTo>
                      <a:pt x="262615" y="154349"/>
                    </a:lnTo>
                    <a:cubicBezTo>
                      <a:pt x="262615" y="136789"/>
                      <a:pt x="261844" y="121500"/>
                      <a:pt x="260345" y="108524"/>
                    </a:cubicBezTo>
                    <a:cubicBezTo>
                      <a:pt x="258803" y="95547"/>
                      <a:pt x="255163" y="84840"/>
                      <a:pt x="249296" y="76446"/>
                    </a:cubicBezTo>
                    <a:cubicBezTo>
                      <a:pt x="243429" y="68052"/>
                      <a:pt x="234478" y="61842"/>
                      <a:pt x="222401" y="57816"/>
                    </a:cubicBezTo>
                    <a:cubicBezTo>
                      <a:pt x="210323" y="53834"/>
                      <a:pt x="193535" y="51821"/>
                      <a:pt x="171993" y="51821"/>
                    </a:cubicBezTo>
                    <a:cubicBezTo>
                      <a:pt x="111607" y="51821"/>
                      <a:pt x="80643" y="73662"/>
                      <a:pt x="79144" y="117346"/>
                    </a:cubicBezTo>
                    <a:lnTo>
                      <a:pt x="11349" y="117346"/>
                    </a:lnTo>
                    <a:cubicBezTo>
                      <a:pt x="16660" y="39101"/>
                      <a:pt x="71350" y="0"/>
                      <a:pt x="175419" y="0"/>
                    </a:cubicBezTo>
                    <a:cubicBezTo>
                      <a:pt x="199745" y="0"/>
                      <a:pt x="221458" y="2013"/>
                      <a:pt x="240645" y="5996"/>
                    </a:cubicBezTo>
                    <a:cubicBezTo>
                      <a:pt x="259789" y="9979"/>
                      <a:pt x="276063" y="17302"/>
                      <a:pt x="289339" y="27923"/>
                    </a:cubicBezTo>
                    <a:cubicBezTo>
                      <a:pt x="302615" y="38544"/>
                      <a:pt x="312808" y="53191"/>
                      <a:pt x="319832" y="71778"/>
                    </a:cubicBezTo>
                    <a:cubicBezTo>
                      <a:pt x="326855" y="90365"/>
                      <a:pt x="330367" y="114134"/>
                      <a:pt x="330367" y="142999"/>
                    </a:cubicBezTo>
                    <a:lnTo>
                      <a:pt x="330367" y="389126"/>
                    </a:lnTo>
                    <a:lnTo>
                      <a:pt x="262572" y="389126"/>
                    </a:lnTo>
                    <a:lnTo>
                      <a:pt x="262572" y="350411"/>
                    </a:lnTo>
                    <a:close/>
                    <a:moveTo>
                      <a:pt x="262615" y="288911"/>
                    </a:moveTo>
                    <a:lnTo>
                      <a:pt x="262615" y="203899"/>
                    </a:lnTo>
                    <a:lnTo>
                      <a:pt x="216447" y="203899"/>
                    </a:lnTo>
                    <a:cubicBezTo>
                      <a:pt x="118459" y="203899"/>
                      <a:pt x="69465" y="230923"/>
                      <a:pt x="69465" y="284885"/>
                    </a:cubicBezTo>
                    <a:cubicBezTo>
                      <a:pt x="69465" y="304414"/>
                      <a:pt x="76489" y="319361"/>
                      <a:pt x="90536" y="329682"/>
                    </a:cubicBezTo>
                    <a:cubicBezTo>
                      <a:pt x="104583" y="340047"/>
                      <a:pt x="124155" y="345186"/>
                      <a:pt x="149209" y="345186"/>
                    </a:cubicBezTo>
                    <a:cubicBezTo>
                      <a:pt x="160216" y="345186"/>
                      <a:pt x="171137" y="343944"/>
                      <a:pt x="181972" y="341460"/>
                    </a:cubicBezTo>
                    <a:cubicBezTo>
                      <a:pt x="192807" y="338976"/>
                      <a:pt x="203128" y="335250"/>
                      <a:pt x="213021" y="330239"/>
                    </a:cubicBezTo>
                    <a:cubicBezTo>
                      <a:pt x="222872" y="325271"/>
                      <a:pt x="232122" y="319318"/>
                      <a:pt x="240645" y="312423"/>
                    </a:cubicBezTo>
                    <a:cubicBezTo>
                      <a:pt x="249167" y="305528"/>
                      <a:pt x="256491" y="297691"/>
                      <a:pt x="262572" y="288868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47" name="Freeform: Shape 29"/>
              <p:cNvSpPr/>
              <p:nvPr/>
            </p:nvSpPr>
            <p:spPr>
              <a:xfrm>
                <a:off x="5889240" y="4175280"/>
                <a:ext cx="209160" cy="337320"/>
              </a:xfrm>
              <a:custGeom>
                <a:avLst/>
                <a:gdLst>
                  <a:gd name="textAreaLeft" fmla="*/ 0 w 209160"/>
                  <a:gd name="textAreaRight" fmla="*/ 209880 w 209160"/>
                  <a:gd name="textAreaTop" fmla="*/ 0 h 337320"/>
                  <a:gd name="textAreaBottom" fmla="*/ 338040 h 337320"/>
                  <a:gd name="GluePoint1X" fmla="*/ 68352 w 332722"/>
                  <a:gd name="GluePoint1Y" fmla="*/ 52977 h 535594"/>
                  <a:gd name="GluePoint2X" fmla="*/ 176918 w 332722"/>
                  <a:gd name="GluePoint2Y" fmla="*/ 0 h 535594"/>
                  <a:gd name="GluePoint3X" fmla="*/ 242872 w 332722"/>
                  <a:gd name="GluePoint3Y" fmla="*/ 13962 h 535594"/>
                  <a:gd name="GluePoint4X" fmla="*/ 291780 w 332722"/>
                  <a:gd name="GluePoint4Y" fmla="*/ 53277 h 535594"/>
                  <a:gd name="GluePoint5X" fmla="*/ 322187 w 332722"/>
                  <a:gd name="GluePoint5Y" fmla="*/ 114819 h 535594"/>
                  <a:gd name="GluePoint6X" fmla="*/ 332723 w 332722"/>
                  <a:gd name="GluePoint6Y" fmla="*/ 195463 h 535594"/>
                  <a:gd name="GluePoint7X" fmla="*/ 320774 w 332722"/>
                  <a:gd name="GluePoint7Y" fmla="*/ 279189 h 535594"/>
                  <a:gd name="GluePoint8X" fmla="*/ 287241 w 332722"/>
                  <a:gd name="GluePoint8Y" fmla="*/ 343301 h 535594"/>
                  <a:gd name="GluePoint9X" fmla="*/ 236062 w 332722"/>
                  <a:gd name="GluePoint9Y" fmla="*/ 384030 h 535594"/>
                  <a:gd name="GluePoint10X" fmla="*/ 171822 w 332722"/>
                  <a:gd name="GluePoint10Y" fmla="*/ 398291 h 535594"/>
                  <a:gd name="GluePoint11X" fmla="*/ 68352 w 332722"/>
                  <a:gd name="GluePoint11Y" fmla="*/ 360132 h 535594"/>
                  <a:gd name="GluePoint12X" fmla="*/ 68352 w 332722"/>
                  <a:gd name="GluePoint12Y" fmla="*/ 535595 h 535594"/>
                  <a:gd name="GluePoint13X" fmla="*/ 0 w 332722"/>
                  <a:gd name="GluePoint13Y" fmla="*/ 535595 h 535594"/>
                  <a:gd name="GluePoint14X" fmla="*/ 0 w 332722"/>
                  <a:gd name="GluePoint14Y" fmla="*/ 7966 h 535594"/>
                  <a:gd name="GluePoint15X" fmla="*/ 68352 w 332722"/>
                  <a:gd name="GluePoint15Y" fmla="*/ 7966 h 535594"/>
                  <a:gd name="GluePoint16X" fmla="*/ 68352 w 332722"/>
                  <a:gd name="GluePoint16Y" fmla="*/ 52977 h 535594"/>
                  <a:gd name="GluePoint17X" fmla="*/ 68352 w 332722"/>
                  <a:gd name="GluePoint17Y" fmla="*/ 299661 h 535594"/>
                  <a:gd name="GluePoint18X" fmla="*/ 168053 w 332722"/>
                  <a:gd name="GluePoint18Y" fmla="*/ 345229 h 535594"/>
                  <a:gd name="GluePoint19X" fmla="*/ 237861 w 332722"/>
                  <a:gd name="GluePoint19Y" fmla="*/ 308055 h 535594"/>
                  <a:gd name="GluePoint20X" fmla="*/ 263215 w 332722"/>
                  <a:gd name="GluePoint20Y" fmla="*/ 195377 h 535594"/>
                  <a:gd name="GluePoint21X" fmla="*/ 239274 w 332722"/>
                  <a:gd name="GluePoint21Y" fmla="*/ 87838 h 535594"/>
                  <a:gd name="GluePoint22X" fmla="*/ 170923 w 332722"/>
                  <a:gd name="GluePoint22Y" fmla="*/ 51821 h 535594"/>
                  <a:gd name="GluePoint23X" fmla="*/ 68395 w 332722"/>
                  <a:gd name="GluePoint23Y" fmla="*/ 117774 h 535594"/>
                  <a:gd name="GluePoint24X" fmla="*/ 68395 w 332722"/>
                  <a:gd name="GluePoint24Y" fmla="*/ 299618 h 5355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</a:cxnLst>
                <a:rect l="textAreaLeft" t="textAreaTop" r="textAreaRight" b="textAreaBottom"/>
                <a:pathLst>
                  <a:path w="332722" h="535594">
                    <a:moveTo>
                      <a:pt x="68352" y="52977"/>
                    </a:moveTo>
                    <a:cubicBezTo>
                      <a:pt x="98288" y="17645"/>
                      <a:pt x="134477" y="0"/>
                      <a:pt x="176918" y="0"/>
                    </a:cubicBezTo>
                    <a:cubicBezTo>
                      <a:pt x="201544" y="0"/>
                      <a:pt x="223514" y="4668"/>
                      <a:pt x="242872" y="13962"/>
                    </a:cubicBezTo>
                    <a:cubicBezTo>
                      <a:pt x="262187" y="23255"/>
                      <a:pt x="278504" y="36360"/>
                      <a:pt x="291780" y="53277"/>
                    </a:cubicBezTo>
                    <a:cubicBezTo>
                      <a:pt x="305057" y="70193"/>
                      <a:pt x="315164" y="90708"/>
                      <a:pt x="322187" y="114819"/>
                    </a:cubicBezTo>
                    <a:cubicBezTo>
                      <a:pt x="329211" y="138931"/>
                      <a:pt x="332723" y="165826"/>
                      <a:pt x="332723" y="195463"/>
                    </a:cubicBezTo>
                    <a:cubicBezTo>
                      <a:pt x="332723" y="225099"/>
                      <a:pt x="328740" y="254136"/>
                      <a:pt x="320774" y="279189"/>
                    </a:cubicBezTo>
                    <a:cubicBezTo>
                      <a:pt x="312808" y="304243"/>
                      <a:pt x="301630" y="325614"/>
                      <a:pt x="287241" y="343301"/>
                    </a:cubicBezTo>
                    <a:cubicBezTo>
                      <a:pt x="272851" y="360989"/>
                      <a:pt x="255763" y="374565"/>
                      <a:pt x="236062" y="384030"/>
                    </a:cubicBezTo>
                    <a:cubicBezTo>
                      <a:pt x="216362" y="393538"/>
                      <a:pt x="194948" y="398291"/>
                      <a:pt x="171822" y="398291"/>
                    </a:cubicBezTo>
                    <a:cubicBezTo>
                      <a:pt x="130879" y="398291"/>
                      <a:pt x="96404" y="385572"/>
                      <a:pt x="68352" y="360132"/>
                    </a:cubicBezTo>
                    <a:lnTo>
                      <a:pt x="68352" y="535595"/>
                    </a:lnTo>
                    <a:lnTo>
                      <a:pt x="0" y="535595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52977"/>
                    </a:lnTo>
                    <a:close/>
                    <a:moveTo>
                      <a:pt x="68352" y="299661"/>
                    </a:moveTo>
                    <a:cubicBezTo>
                      <a:pt x="96832" y="330068"/>
                      <a:pt x="130066" y="345229"/>
                      <a:pt x="168053" y="345229"/>
                    </a:cubicBezTo>
                    <a:cubicBezTo>
                      <a:pt x="197689" y="345229"/>
                      <a:pt x="220944" y="332852"/>
                      <a:pt x="237861" y="308055"/>
                    </a:cubicBezTo>
                    <a:cubicBezTo>
                      <a:pt x="254778" y="283258"/>
                      <a:pt x="263215" y="245699"/>
                      <a:pt x="263215" y="195377"/>
                    </a:cubicBezTo>
                    <a:cubicBezTo>
                      <a:pt x="263215" y="147710"/>
                      <a:pt x="255249" y="111864"/>
                      <a:pt x="239274" y="87838"/>
                    </a:cubicBezTo>
                    <a:cubicBezTo>
                      <a:pt x="223300" y="63812"/>
                      <a:pt x="200516" y="51821"/>
                      <a:pt x="170923" y="51821"/>
                    </a:cubicBezTo>
                    <a:cubicBezTo>
                      <a:pt x="133706" y="51821"/>
                      <a:pt x="99530" y="73834"/>
                      <a:pt x="68395" y="117774"/>
                    </a:cubicBezTo>
                    <a:lnTo>
                      <a:pt x="68395" y="299618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48" name="Freeform: Shape 30"/>
              <p:cNvSpPr/>
              <p:nvPr/>
            </p:nvSpPr>
            <p:spPr>
              <a:xfrm>
                <a:off x="6094080" y="4121280"/>
                <a:ext cx="116640" cy="302400"/>
              </a:xfrm>
              <a:custGeom>
                <a:avLst/>
                <a:gdLst>
                  <a:gd name="textAreaLeft" fmla="*/ 0 w 116640"/>
                  <a:gd name="textAreaRight" fmla="*/ 117360 w 116640"/>
                  <a:gd name="textAreaTop" fmla="*/ 0 h 302400"/>
                  <a:gd name="textAreaBottom" fmla="*/ 303120 h 302400"/>
                  <a:gd name="GluePoint1X" fmla="*/ 185698 w 185697"/>
                  <a:gd name="GluePoint1Y" fmla="*/ 475637 h 480219"/>
                  <a:gd name="GluePoint2X" fmla="*/ 162357 w 185697"/>
                  <a:gd name="GluePoint2Y" fmla="*/ 479063 h 480219"/>
                  <a:gd name="GluePoint3X" fmla="*/ 137303 w 185697"/>
                  <a:gd name="GluePoint3Y" fmla="*/ 480219 h 480219"/>
                  <a:gd name="GluePoint4X" fmla="*/ 86939 w 185697"/>
                  <a:gd name="GluePoint4Y" fmla="*/ 472254 h 480219"/>
                  <a:gd name="GluePoint5X" fmla="*/ 59658 w 185697"/>
                  <a:gd name="GluePoint5Y" fmla="*/ 449127 h 480219"/>
                  <a:gd name="GluePoint6X" fmla="*/ 48737 w 185697"/>
                  <a:gd name="GluePoint6Y" fmla="*/ 412339 h 480219"/>
                  <a:gd name="GluePoint7X" fmla="*/ 46724 w 185697"/>
                  <a:gd name="GluePoint7Y" fmla="*/ 363259 h 480219"/>
                  <a:gd name="GluePoint8X" fmla="*/ 46724 w 185697"/>
                  <a:gd name="GluePoint8Y" fmla="*/ 146982 h 480219"/>
                  <a:gd name="GluePoint9X" fmla="*/ 0 w 185697"/>
                  <a:gd name="GluePoint9Y" fmla="*/ 146982 h 480219"/>
                  <a:gd name="GluePoint10X" fmla="*/ 0 w 185697"/>
                  <a:gd name="GluePoint10Y" fmla="*/ 94005 h 480219"/>
                  <a:gd name="GluePoint11X" fmla="*/ 46724 w 185697"/>
                  <a:gd name="GluePoint11Y" fmla="*/ 94005 h 480219"/>
                  <a:gd name="GluePoint12X" fmla="*/ 46724 w 185697"/>
                  <a:gd name="GluePoint12Y" fmla="*/ 0 h 480219"/>
                  <a:gd name="GluePoint13X" fmla="*/ 115076 w 185697"/>
                  <a:gd name="GluePoint13Y" fmla="*/ 0 h 480219"/>
                  <a:gd name="GluePoint14X" fmla="*/ 115076 w 185697"/>
                  <a:gd name="GluePoint14Y" fmla="*/ 94005 h 480219"/>
                  <a:gd name="GluePoint15X" fmla="*/ 176576 w 185697"/>
                  <a:gd name="GluePoint15Y" fmla="*/ 94005 h 480219"/>
                  <a:gd name="GluePoint16X" fmla="*/ 176576 w 185697"/>
                  <a:gd name="GluePoint16Y" fmla="*/ 146982 h 480219"/>
                  <a:gd name="GluePoint17X" fmla="*/ 115076 w 185697"/>
                  <a:gd name="GluePoint17Y" fmla="*/ 146982 h 480219"/>
                  <a:gd name="GluePoint18X" fmla="*/ 115076 w 185697"/>
                  <a:gd name="GluePoint18Y" fmla="*/ 367199 h 480219"/>
                  <a:gd name="GluePoint19X" fmla="*/ 117646 w 185697"/>
                  <a:gd name="GluePoint19Y" fmla="*/ 399233 h 480219"/>
                  <a:gd name="GluePoint20X" fmla="*/ 124755 w 185697"/>
                  <a:gd name="GluePoint20Y" fmla="*/ 417563 h 480219"/>
                  <a:gd name="GluePoint21X" fmla="*/ 136447 w 185697"/>
                  <a:gd name="GluePoint21Y" fmla="*/ 425829 h 480219"/>
                  <a:gd name="GluePoint22X" fmla="*/ 152122 w 185697"/>
                  <a:gd name="GluePoint22Y" fmla="*/ 427799 h 480219"/>
                  <a:gd name="GluePoint23X" fmla="*/ 169466 w 185697"/>
                  <a:gd name="GluePoint23Y" fmla="*/ 427242 h 480219"/>
                  <a:gd name="GluePoint24X" fmla="*/ 185698 w 185697"/>
                  <a:gd name="GluePoint24Y" fmla="*/ 424973 h 480219"/>
                  <a:gd name="GluePoint25X" fmla="*/ 185698 w 185697"/>
                  <a:gd name="GluePoint25Y" fmla="*/ 475680 h 48021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185697" h="480219">
                    <a:moveTo>
                      <a:pt x="185698" y="475637"/>
                    </a:moveTo>
                    <a:cubicBezTo>
                      <a:pt x="178118" y="477179"/>
                      <a:pt x="170323" y="478292"/>
                      <a:pt x="162357" y="479063"/>
                    </a:cubicBezTo>
                    <a:cubicBezTo>
                      <a:pt x="154391" y="479791"/>
                      <a:pt x="146040" y="480219"/>
                      <a:pt x="137303" y="480219"/>
                    </a:cubicBezTo>
                    <a:cubicBezTo>
                      <a:pt x="115976" y="480219"/>
                      <a:pt x="99187" y="477564"/>
                      <a:pt x="86939" y="472254"/>
                    </a:cubicBezTo>
                    <a:cubicBezTo>
                      <a:pt x="74690" y="466943"/>
                      <a:pt x="65568" y="459191"/>
                      <a:pt x="59658" y="449127"/>
                    </a:cubicBezTo>
                    <a:cubicBezTo>
                      <a:pt x="53705" y="439063"/>
                      <a:pt x="50065" y="426771"/>
                      <a:pt x="48737" y="412339"/>
                    </a:cubicBezTo>
                    <a:cubicBezTo>
                      <a:pt x="47410" y="397863"/>
                      <a:pt x="46724" y="381546"/>
                      <a:pt x="46724" y="363259"/>
                    </a:cubicBezTo>
                    <a:lnTo>
                      <a:pt x="46724" y="146982"/>
                    </a:lnTo>
                    <a:lnTo>
                      <a:pt x="0" y="146982"/>
                    </a:lnTo>
                    <a:lnTo>
                      <a:pt x="0" y="94005"/>
                    </a:lnTo>
                    <a:lnTo>
                      <a:pt x="46724" y="94005"/>
                    </a:lnTo>
                    <a:lnTo>
                      <a:pt x="46724" y="0"/>
                    </a:lnTo>
                    <a:lnTo>
                      <a:pt x="115076" y="0"/>
                    </a:lnTo>
                    <a:lnTo>
                      <a:pt x="115076" y="94005"/>
                    </a:lnTo>
                    <a:lnTo>
                      <a:pt x="176576" y="94005"/>
                    </a:lnTo>
                    <a:lnTo>
                      <a:pt x="176576" y="146982"/>
                    </a:lnTo>
                    <a:lnTo>
                      <a:pt x="115076" y="146982"/>
                    </a:lnTo>
                    <a:lnTo>
                      <a:pt x="115076" y="367199"/>
                    </a:lnTo>
                    <a:cubicBezTo>
                      <a:pt x="115076" y="380518"/>
                      <a:pt x="115933" y="391225"/>
                      <a:pt x="117646" y="399233"/>
                    </a:cubicBezTo>
                    <a:cubicBezTo>
                      <a:pt x="119359" y="407242"/>
                      <a:pt x="121714" y="413324"/>
                      <a:pt x="124755" y="417563"/>
                    </a:cubicBezTo>
                    <a:cubicBezTo>
                      <a:pt x="127796" y="421761"/>
                      <a:pt x="131693" y="424501"/>
                      <a:pt x="136447" y="425829"/>
                    </a:cubicBezTo>
                    <a:cubicBezTo>
                      <a:pt x="141201" y="427157"/>
                      <a:pt x="146425" y="427799"/>
                      <a:pt x="152122" y="427799"/>
                    </a:cubicBezTo>
                    <a:cubicBezTo>
                      <a:pt x="158203" y="427799"/>
                      <a:pt x="163984" y="427628"/>
                      <a:pt x="169466" y="427242"/>
                    </a:cubicBezTo>
                    <a:cubicBezTo>
                      <a:pt x="174991" y="426857"/>
                      <a:pt x="180387" y="426129"/>
                      <a:pt x="185698" y="424973"/>
                    </a:cubicBezTo>
                    <a:lnTo>
                      <a:pt x="185698" y="475680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</p:grpSp>
        <p:sp>
          <p:nvSpPr>
            <p:cNvPr id="49" name="Freeform: Shape 23"/>
            <p:cNvSpPr/>
            <p:nvPr/>
          </p:nvSpPr>
          <p:spPr>
            <a:xfrm>
              <a:off x="6204240" y="4313160"/>
              <a:ext cx="106920" cy="106920"/>
            </a:xfrm>
            <a:custGeom>
              <a:avLst/>
              <a:gdLst>
                <a:gd name="textAreaLeft" fmla="*/ 0 w 106920"/>
                <a:gd name="textAreaRight" fmla="*/ 107640 w 106920"/>
                <a:gd name="textAreaTop" fmla="*/ 0 h 106920"/>
                <a:gd name="textAreaBottom" fmla="*/ 107640 h 106920"/>
                <a:gd name="GluePoint1X" fmla="*/ 0 w 170622"/>
                <a:gd name="GluePoint1Y" fmla="*/ 0 h 170580"/>
                <a:gd name="GluePoint2X" fmla="*/ 170623 w 170622"/>
                <a:gd name="GluePoint2Y" fmla="*/ 0 h 170580"/>
                <a:gd name="GluePoint3X" fmla="*/ 170623 w 170622"/>
                <a:gd name="GluePoint3Y" fmla="*/ 170580 h 1705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70622" h="170580">
                  <a:moveTo>
                    <a:pt x="0" y="0"/>
                  </a:moveTo>
                  <a:lnTo>
                    <a:pt x="170623" y="0"/>
                  </a:lnTo>
                  <a:lnTo>
                    <a:pt x="170623" y="170580"/>
                  </a:lnTo>
                </a:path>
              </a:pathLst>
            </a:custGeom>
            <a:solidFill>
              <a:srgbClr val="eb262a"/>
            </a:solidFill>
            <a:ln w="223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457200">
                <a:lnSpc>
                  <a:spcPct val="100000"/>
                </a:lnSpc>
              </a:pPr>
              <a:endParaRPr b="0" lang="en-IN" sz="1800" strike="noStrike" u="none">
                <a:solidFill>
                  <a:schemeClr val="dk1"/>
                </a:solidFill>
                <a:effectLst/>
                <a:uFillTx/>
                <a:latin typeface="KareliaWeb Regular"/>
              </a:endParaRPr>
            </a:p>
          </p:txBody>
        </p:sp>
      </p:grp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0" y="0"/>
            <a:ext cx="4067640" cy="514296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 with two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-section 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-step/block content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5-step/block content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945145B2-0B5D-40EF-9A6D-3B7699A2D8A2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Graphic 6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Rectangle 1"/>
          <p:cNvSpPr/>
          <p:nvPr/>
        </p:nvSpPr>
        <p:spPr>
          <a:xfrm>
            <a:off x="0" y="3996360"/>
            <a:ext cx="9143280" cy="71064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273600" y="4116240"/>
            <a:ext cx="7556040" cy="47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Highlighted text to make a point/impact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Graphic 3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" name="Graphic 38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076600" y="3996360"/>
            <a:ext cx="1066680" cy="71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5724000" y="1012680"/>
            <a:ext cx="3196440" cy="13608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2431800" y="1012680"/>
            <a:ext cx="3196440" cy="13608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2431800" y="2492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4639320" y="2492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7"/>
          <p:cNvSpPr>
            <a:spLocks noGrp="1"/>
          </p:cNvSpPr>
          <p:nvPr>
            <p:ph type="body"/>
          </p:nvPr>
        </p:nvSpPr>
        <p:spPr>
          <a:xfrm>
            <a:off x="6846840" y="2492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8"/>
          <p:cNvSpPr>
            <a:spLocks noGrp="1"/>
          </p:cNvSpPr>
          <p:nvPr>
            <p:ph type="body"/>
          </p:nvPr>
        </p:nvSpPr>
        <p:spPr>
          <a:xfrm>
            <a:off x="224280" y="2522520"/>
            <a:ext cx="207216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9"/>
          <p:cNvSpPr>
            <a:spLocks noGrp="1"/>
          </p:cNvSpPr>
          <p:nvPr>
            <p:ph type="body"/>
          </p:nvPr>
        </p:nvSpPr>
        <p:spPr>
          <a:xfrm>
            <a:off x="224280" y="1018440"/>
            <a:ext cx="2072160" cy="142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10"/>
          <p:cNvSpPr>
            <a:spLocks noGrp="1"/>
          </p:cNvSpPr>
          <p:nvPr>
            <p:ph type="body"/>
          </p:nvPr>
        </p:nvSpPr>
        <p:spPr>
          <a:xfrm>
            <a:off x="2504880" y="1371960"/>
            <a:ext cx="305712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11"/>
          <p:cNvSpPr>
            <a:spLocks noGrp="1"/>
          </p:cNvSpPr>
          <p:nvPr>
            <p:ph type="body"/>
          </p:nvPr>
        </p:nvSpPr>
        <p:spPr>
          <a:xfrm>
            <a:off x="5801040" y="1371960"/>
            <a:ext cx="305712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2"/>
          <p:cNvSpPr>
            <a:spLocks noGrp="1"/>
          </p:cNvSpPr>
          <p:nvPr>
            <p:ph type="body"/>
          </p:nvPr>
        </p:nvSpPr>
        <p:spPr>
          <a:xfrm>
            <a:off x="6919200" y="2850120"/>
            <a:ext cx="192888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13"/>
          <p:cNvSpPr>
            <a:spLocks noGrp="1"/>
          </p:cNvSpPr>
          <p:nvPr>
            <p:ph type="body"/>
          </p:nvPr>
        </p:nvSpPr>
        <p:spPr>
          <a:xfrm>
            <a:off x="4711680" y="2850120"/>
            <a:ext cx="192888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14"/>
          <p:cNvSpPr>
            <a:spLocks noGrp="1"/>
          </p:cNvSpPr>
          <p:nvPr>
            <p:ph type="body"/>
          </p:nvPr>
        </p:nvSpPr>
        <p:spPr>
          <a:xfrm>
            <a:off x="2504880" y="2850120"/>
            <a:ext cx="192888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-step/block content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body"/>
          </p:nvPr>
        </p:nvSpPr>
        <p:spPr>
          <a:xfrm>
            <a:off x="6846840" y="1016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6-step/block content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A3A2CA3D-7F81-4DA0-9744-EA76C1D080CA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Graphic 24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Graphic 2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Rectangle 1"/>
          <p:cNvSpPr/>
          <p:nvPr/>
        </p:nvSpPr>
        <p:spPr>
          <a:xfrm>
            <a:off x="0" y="3996360"/>
            <a:ext cx="9143280" cy="71064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273600" y="4116240"/>
            <a:ext cx="7556040" cy="47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Highlighted text to make a point/impact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Graphic 88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Graphic 89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076600" y="3996360"/>
            <a:ext cx="1066680" cy="71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2431800" y="2492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4639320" y="2492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6"/>
          <p:cNvSpPr>
            <a:spLocks noGrp="1"/>
          </p:cNvSpPr>
          <p:nvPr>
            <p:ph type="body"/>
          </p:nvPr>
        </p:nvSpPr>
        <p:spPr>
          <a:xfrm>
            <a:off x="6846840" y="2492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6919200" y="2850120"/>
            <a:ext cx="1928880" cy="92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8"/>
          <p:cNvSpPr>
            <a:spLocks noGrp="1"/>
          </p:cNvSpPr>
          <p:nvPr>
            <p:ph type="body"/>
          </p:nvPr>
        </p:nvSpPr>
        <p:spPr>
          <a:xfrm>
            <a:off x="4711680" y="2850120"/>
            <a:ext cx="1928880" cy="92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9"/>
          <p:cNvSpPr>
            <a:spLocks noGrp="1"/>
          </p:cNvSpPr>
          <p:nvPr>
            <p:ph type="body"/>
          </p:nvPr>
        </p:nvSpPr>
        <p:spPr>
          <a:xfrm>
            <a:off x="224280" y="2522520"/>
            <a:ext cx="207216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10"/>
          <p:cNvSpPr>
            <a:spLocks noGrp="1"/>
          </p:cNvSpPr>
          <p:nvPr>
            <p:ph type="body"/>
          </p:nvPr>
        </p:nvSpPr>
        <p:spPr>
          <a:xfrm>
            <a:off x="224280" y="1018440"/>
            <a:ext cx="2072160" cy="142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1"/>
          <p:cNvSpPr>
            <a:spLocks noGrp="1"/>
          </p:cNvSpPr>
          <p:nvPr>
            <p:ph type="body"/>
          </p:nvPr>
        </p:nvSpPr>
        <p:spPr>
          <a:xfrm>
            <a:off x="2431800" y="1016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12"/>
          <p:cNvSpPr>
            <a:spLocks noGrp="1"/>
          </p:cNvSpPr>
          <p:nvPr>
            <p:ph type="body"/>
          </p:nvPr>
        </p:nvSpPr>
        <p:spPr>
          <a:xfrm>
            <a:off x="4639320" y="1016280"/>
            <a:ext cx="2073600" cy="1362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3"/>
          <p:cNvSpPr>
            <a:spLocks noGrp="1"/>
          </p:cNvSpPr>
          <p:nvPr>
            <p:ph type="body"/>
          </p:nvPr>
        </p:nvSpPr>
        <p:spPr>
          <a:xfrm>
            <a:off x="2504880" y="2850120"/>
            <a:ext cx="1928880" cy="92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14"/>
          <p:cNvSpPr>
            <a:spLocks noGrp="1"/>
          </p:cNvSpPr>
          <p:nvPr>
            <p:ph type="body"/>
          </p:nvPr>
        </p:nvSpPr>
        <p:spPr>
          <a:xfrm>
            <a:off x="6919200" y="1371960"/>
            <a:ext cx="1928880" cy="92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15"/>
          <p:cNvSpPr>
            <a:spLocks noGrp="1"/>
          </p:cNvSpPr>
          <p:nvPr>
            <p:ph type="body"/>
          </p:nvPr>
        </p:nvSpPr>
        <p:spPr>
          <a:xfrm>
            <a:off x="4711680" y="1371960"/>
            <a:ext cx="1928880" cy="92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16"/>
          <p:cNvSpPr>
            <a:spLocks noGrp="1"/>
          </p:cNvSpPr>
          <p:nvPr>
            <p:ph type="body"/>
          </p:nvPr>
        </p:nvSpPr>
        <p:spPr>
          <a:xfrm>
            <a:off x="2504880" y="1371960"/>
            <a:ext cx="1928880" cy="92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 image blocks slide with description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raphic 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2 image blocks slide with description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C2B1DDA0-A030-4C2B-874A-0917884A45BD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raphic 2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6" name="Graphic 4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224280" y="2849400"/>
            <a:ext cx="4281840" cy="1880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180000" rIns="180000" tIns="18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4635360" y="2849400"/>
            <a:ext cx="4281840" cy="1880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180000" rIns="180000" tIns="18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4635360" y="994680"/>
            <a:ext cx="428184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224280" y="994680"/>
            <a:ext cx="428184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image blocks slide with description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raphic 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3 image blocks slide with description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E5E69381-BB30-4E03-A794-14D494C996F7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Graphic 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Graphic 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224280" y="994680"/>
            <a:ext cx="279072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body"/>
          </p:nvPr>
        </p:nvSpPr>
        <p:spPr>
          <a:xfrm>
            <a:off x="3176280" y="994680"/>
            <a:ext cx="279072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 type="body"/>
          </p:nvPr>
        </p:nvSpPr>
        <p:spPr>
          <a:xfrm>
            <a:off x="6125400" y="994680"/>
            <a:ext cx="279072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 type="body"/>
          </p:nvPr>
        </p:nvSpPr>
        <p:spPr>
          <a:xfrm>
            <a:off x="224280" y="2849400"/>
            <a:ext cx="2790720" cy="1880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180000" rIns="180000" tIns="18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6"/>
          <p:cNvSpPr>
            <a:spLocks noGrp="1"/>
          </p:cNvSpPr>
          <p:nvPr>
            <p:ph type="body"/>
          </p:nvPr>
        </p:nvSpPr>
        <p:spPr>
          <a:xfrm>
            <a:off x="3176280" y="2849400"/>
            <a:ext cx="2790720" cy="1880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180000" rIns="180000" tIns="18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7"/>
          <p:cNvSpPr>
            <a:spLocks noGrp="1"/>
          </p:cNvSpPr>
          <p:nvPr>
            <p:ph type="body"/>
          </p:nvPr>
        </p:nvSpPr>
        <p:spPr>
          <a:xfrm>
            <a:off x="6125400" y="2849400"/>
            <a:ext cx="2790720" cy="188028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180000" rIns="180000" tIns="18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-step/block content slide without red ban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3-step/block content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E761BFB8-B4ED-4490-81D1-B584695FD37E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Graphic 3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Graphic 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Graphic 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325800" y="1012680"/>
            <a:ext cx="2771280" cy="366516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body"/>
          </p:nvPr>
        </p:nvSpPr>
        <p:spPr>
          <a:xfrm>
            <a:off x="3185640" y="1012680"/>
            <a:ext cx="2771280" cy="366516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body"/>
          </p:nvPr>
        </p:nvSpPr>
        <p:spPr>
          <a:xfrm>
            <a:off x="6045840" y="1012680"/>
            <a:ext cx="2771280" cy="366516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body"/>
          </p:nvPr>
        </p:nvSpPr>
        <p:spPr>
          <a:xfrm>
            <a:off x="404640" y="1406880"/>
            <a:ext cx="2613240" cy="314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6"/>
          <p:cNvSpPr>
            <a:spLocks noGrp="1"/>
          </p:cNvSpPr>
          <p:nvPr>
            <p:ph type="body"/>
          </p:nvPr>
        </p:nvSpPr>
        <p:spPr>
          <a:xfrm>
            <a:off x="3268800" y="1406880"/>
            <a:ext cx="2604960" cy="314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7"/>
          <p:cNvSpPr>
            <a:spLocks noGrp="1"/>
          </p:cNvSpPr>
          <p:nvPr>
            <p:ph type="body"/>
          </p:nvPr>
        </p:nvSpPr>
        <p:spPr>
          <a:xfrm>
            <a:off x="6129000" y="1406880"/>
            <a:ext cx="2604960" cy="314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-step/block content slide without red ban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body"/>
          </p:nvPr>
        </p:nvSpPr>
        <p:spPr>
          <a:xfrm>
            <a:off x="325800" y="1012680"/>
            <a:ext cx="420120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8BAE7F5B-7353-45B0-A796-600E9ADEBC4F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Graphic 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Graphic 10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PlaceHolder 2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4-step/block content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Graphic 8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615560" y="1012680"/>
            <a:ext cx="420156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body"/>
          </p:nvPr>
        </p:nvSpPr>
        <p:spPr>
          <a:xfrm>
            <a:off x="404640" y="1391400"/>
            <a:ext cx="4052160" cy="133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 type="body"/>
          </p:nvPr>
        </p:nvSpPr>
        <p:spPr>
          <a:xfrm>
            <a:off x="4687560" y="1391400"/>
            <a:ext cx="4052160" cy="133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6"/>
          <p:cNvSpPr>
            <a:spLocks noGrp="1"/>
          </p:cNvSpPr>
          <p:nvPr>
            <p:ph type="body"/>
          </p:nvPr>
        </p:nvSpPr>
        <p:spPr>
          <a:xfrm>
            <a:off x="325800" y="2881800"/>
            <a:ext cx="420120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7"/>
          <p:cNvSpPr>
            <a:spLocks noGrp="1"/>
          </p:cNvSpPr>
          <p:nvPr>
            <p:ph type="body"/>
          </p:nvPr>
        </p:nvSpPr>
        <p:spPr>
          <a:xfrm>
            <a:off x="4615560" y="2881800"/>
            <a:ext cx="420156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8"/>
          <p:cNvSpPr>
            <a:spLocks noGrp="1"/>
          </p:cNvSpPr>
          <p:nvPr>
            <p:ph type="body"/>
          </p:nvPr>
        </p:nvSpPr>
        <p:spPr>
          <a:xfrm>
            <a:off x="404640" y="3260520"/>
            <a:ext cx="4052160" cy="133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9"/>
          <p:cNvSpPr>
            <a:spLocks noGrp="1"/>
          </p:cNvSpPr>
          <p:nvPr>
            <p:ph type="body"/>
          </p:nvPr>
        </p:nvSpPr>
        <p:spPr>
          <a:xfrm>
            <a:off x="4687560" y="3260520"/>
            <a:ext cx="4052160" cy="133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-step/block content slide without red ban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body"/>
          </p:nvPr>
        </p:nvSpPr>
        <p:spPr>
          <a:xfrm>
            <a:off x="3185640" y="287856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5-step/block content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A904A6B4-B1D4-4005-B352-FE5C21FD3287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raphic 6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Graphic 3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3277080" y="3249360"/>
            <a:ext cx="2589480" cy="13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body"/>
          </p:nvPr>
        </p:nvSpPr>
        <p:spPr>
          <a:xfrm>
            <a:off x="6136920" y="3249360"/>
            <a:ext cx="2589480" cy="13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 type="body"/>
          </p:nvPr>
        </p:nvSpPr>
        <p:spPr>
          <a:xfrm>
            <a:off x="325800" y="287856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6"/>
          <p:cNvSpPr>
            <a:spLocks noGrp="1"/>
          </p:cNvSpPr>
          <p:nvPr>
            <p:ph type="body"/>
          </p:nvPr>
        </p:nvSpPr>
        <p:spPr>
          <a:xfrm>
            <a:off x="6045840" y="287856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7"/>
          <p:cNvSpPr>
            <a:spLocks noGrp="1"/>
          </p:cNvSpPr>
          <p:nvPr>
            <p:ph type="body"/>
          </p:nvPr>
        </p:nvSpPr>
        <p:spPr>
          <a:xfrm>
            <a:off x="404640" y="3252960"/>
            <a:ext cx="2606760" cy="1341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8"/>
          <p:cNvSpPr>
            <a:spLocks noGrp="1"/>
          </p:cNvSpPr>
          <p:nvPr>
            <p:ph type="body"/>
          </p:nvPr>
        </p:nvSpPr>
        <p:spPr>
          <a:xfrm>
            <a:off x="325800" y="1012680"/>
            <a:ext cx="420120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9"/>
          <p:cNvSpPr>
            <a:spLocks noGrp="1"/>
          </p:cNvSpPr>
          <p:nvPr>
            <p:ph type="body"/>
          </p:nvPr>
        </p:nvSpPr>
        <p:spPr>
          <a:xfrm>
            <a:off x="4615560" y="1012680"/>
            <a:ext cx="420156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10"/>
          <p:cNvSpPr>
            <a:spLocks noGrp="1"/>
          </p:cNvSpPr>
          <p:nvPr>
            <p:ph type="body"/>
          </p:nvPr>
        </p:nvSpPr>
        <p:spPr>
          <a:xfrm>
            <a:off x="404640" y="1383840"/>
            <a:ext cx="4052160" cy="12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11"/>
          <p:cNvSpPr>
            <a:spLocks noGrp="1"/>
          </p:cNvSpPr>
          <p:nvPr>
            <p:ph type="body"/>
          </p:nvPr>
        </p:nvSpPr>
        <p:spPr>
          <a:xfrm>
            <a:off x="4687560" y="1383840"/>
            <a:ext cx="4052160" cy="12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-step/block content slide without red ban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body"/>
          </p:nvPr>
        </p:nvSpPr>
        <p:spPr>
          <a:xfrm>
            <a:off x="325800" y="287856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3184920" y="287856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body"/>
          </p:nvPr>
        </p:nvSpPr>
        <p:spPr>
          <a:xfrm>
            <a:off x="6045120" y="287856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body"/>
          </p:nvPr>
        </p:nvSpPr>
        <p:spPr>
          <a:xfrm>
            <a:off x="325800" y="101160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3184920" y="101160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6"/>
          <p:cNvSpPr>
            <a:spLocks noGrp="1"/>
          </p:cNvSpPr>
          <p:nvPr>
            <p:ph type="body"/>
          </p:nvPr>
        </p:nvSpPr>
        <p:spPr>
          <a:xfrm>
            <a:off x="6045120" y="1011600"/>
            <a:ext cx="2771280" cy="17992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7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6-step/block content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8796A623-D243-48D2-A66E-AE7EAB291237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Graphic 24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Graphic 2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raphic 88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PlaceHolder 8"/>
          <p:cNvSpPr>
            <a:spLocks noGrp="1"/>
          </p:cNvSpPr>
          <p:nvPr>
            <p:ph type="body"/>
          </p:nvPr>
        </p:nvSpPr>
        <p:spPr>
          <a:xfrm>
            <a:off x="3278160" y="3241800"/>
            <a:ext cx="2589480" cy="135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9"/>
          <p:cNvSpPr>
            <a:spLocks noGrp="1"/>
          </p:cNvSpPr>
          <p:nvPr>
            <p:ph type="body"/>
          </p:nvPr>
        </p:nvSpPr>
        <p:spPr>
          <a:xfrm>
            <a:off x="6136200" y="3241800"/>
            <a:ext cx="2589480" cy="135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10"/>
          <p:cNvSpPr>
            <a:spLocks noGrp="1"/>
          </p:cNvSpPr>
          <p:nvPr>
            <p:ph type="body"/>
          </p:nvPr>
        </p:nvSpPr>
        <p:spPr>
          <a:xfrm>
            <a:off x="403920" y="3245400"/>
            <a:ext cx="2606760" cy="134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11"/>
          <p:cNvSpPr>
            <a:spLocks noGrp="1"/>
          </p:cNvSpPr>
          <p:nvPr>
            <p:ph type="body"/>
          </p:nvPr>
        </p:nvSpPr>
        <p:spPr>
          <a:xfrm>
            <a:off x="3278160" y="1374840"/>
            <a:ext cx="2589480" cy="12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12"/>
          <p:cNvSpPr>
            <a:spLocks noGrp="1"/>
          </p:cNvSpPr>
          <p:nvPr>
            <p:ph type="body"/>
          </p:nvPr>
        </p:nvSpPr>
        <p:spPr>
          <a:xfrm>
            <a:off x="6136200" y="1374840"/>
            <a:ext cx="2589480" cy="12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13"/>
          <p:cNvSpPr>
            <a:spLocks noGrp="1"/>
          </p:cNvSpPr>
          <p:nvPr>
            <p:ph type="body"/>
          </p:nvPr>
        </p:nvSpPr>
        <p:spPr>
          <a:xfrm>
            <a:off x="403920" y="1378440"/>
            <a:ext cx="2606760" cy="12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with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29"/>
          <p:cNvSpPr/>
          <p:nvPr/>
        </p:nvSpPr>
        <p:spPr>
          <a:xfrm>
            <a:off x="7755480" y="4802040"/>
            <a:ext cx="1119960" cy="269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179" name="Graphic 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Slide with image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101739E5-BF2F-4D78-9BC4-2204D170A61F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Graphic 8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Graphic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4637160" y="994680"/>
            <a:ext cx="428184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body"/>
          </p:nvPr>
        </p:nvSpPr>
        <p:spPr>
          <a:xfrm>
            <a:off x="0" y="994680"/>
            <a:ext cx="4457160" cy="370008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body"/>
          </p:nvPr>
        </p:nvSpPr>
        <p:spPr>
          <a:xfrm>
            <a:off x="4637160" y="1443600"/>
            <a:ext cx="4281840" cy="325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with text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29"/>
          <p:cNvSpPr/>
          <p:nvPr/>
        </p:nvSpPr>
        <p:spPr>
          <a:xfrm>
            <a:off x="7755480" y="4802040"/>
            <a:ext cx="1119960" cy="269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188" name="Graphic 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Slide with text only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07F08AF4-A556-4CA6-831A-E69DF1018249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phic 8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224280" y="994680"/>
            <a:ext cx="86947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body"/>
          </p:nvPr>
        </p:nvSpPr>
        <p:spPr>
          <a:xfrm>
            <a:off x="224280" y="1443600"/>
            <a:ext cx="8694720" cy="325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Custom Layou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3"/>
          <p:cNvSpPr/>
          <p:nvPr/>
        </p:nvSpPr>
        <p:spPr>
          <a:xfrm>
            <a:off x="-6120" y="-1080"/>
            <a:ext cx="9149400" cy="514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IN" sz="180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196" name="Graphic 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4083480" cy="514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7" name="Graphic 3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057560" y="4101480"/>
            <a:ext cx="5085720" cy="104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Graphic 4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057560" y="0"/>
            <a:ext cx="5085720" cy="205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Rectangle 5"/>
          <p:cNvSpPr/>
          <p:nvPr/>
        </p:nvSpPr>
        <p:spPr>
          <a:xfrm>
            <a:off x="511920" y="527760"/>
            <a:ext cx="8112960" cy="4086000"/>
          </a:xfrm>
          <a:prstGeom prst="rect">
            <a:avLst/>
          </a:prstGeom>
          <a:solidFill>
            <a:srgbClr val="ffffff"/>
          </a:solidFill>
          <a:ln w="3175">
            <a:solidFill>
              <a:srgbClr val="eb26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body"/>
          </p:nvPr>
        </p:nvSpPr>
        <p:spPr>
          <a:xfrm>
            <a:off x="4981680" y="662760"/>
            <a:ext cx="3233880" cy="189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Subsection Title with image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511920" y="526680"/>
            <a:ext cx="4059360" cy="408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828000" anchor="ctr" anchorCtr="1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4981680" y="2625480"/>
            <a:ext cx="3233880" cy="185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ngle text block slide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ectangle 29"/>
          <p:cNvSpPr/>
          <p:nvPr/>
        </p:nvSpPr>
        <p:spPr>
          <a:xfrm>
            <a:off x="7755480" y="4802040"/>
            <a:ext cx="1119960" cy="269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205" name="Graphic 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Single text block slide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5709DADD-A7BF-48B1-867A-E02147DCAF16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8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9" name="Graphic 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4572000" y="977760"/>
            <a:ext cx="4347000" cy="3717000"/>
          </a:xfrm>
          <a:prstGeom prst="rect">
            <a:avLst/>
          </a:prstGeom>
          <a:solidFill>
            <a:schemeClr val="lt2"/>
          </a:solidFill>
          <a:ln w="0">
            <a:solidFill>
              <a:schemeClr val="accent1"/>
            </a:solidFill>
          </a:ln>
        </p:spPr>
        <p:txBody>
          <a:bodyPr lIns="360000" rIns="360000" tIns="36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0" y="1149120"/>
            <a:ext cx="4571280" cy="3374280"/>
          </a:xfrm>
          <a:prstGeom prst="rect">
            <a:avLst/>
          </a:prstGeom>
          <a:noFill/>
          <a:ln w="0">
            <a:noFill/>
          </a:ln>
        </p:spPr>
        <p:txBody>
          <a:bodyPr lIns="180000" rIns="180000" tIns="1368000" bIns="45000" anchor="ctr" anchorCtr="1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image/smart art/table/video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ngle text block 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Single text block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Graphic 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109CFDC9-AAF6-4C18-BA6C-AA83D24FBEAE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5" name="Graphic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6" name="Graphic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4637160" y="1009440"/>
            <a:ext cx="428184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body"/>
          </p:nvPr>
        </p:nvSpPr>
        <p:spPr>
          <a:xfrm>
            <a:off x="4637160" y="1443600"/>
            <a:ext cx="4281840" cy="325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body"/>
          </p:nvPr>
        </p:nvSpPr>
        <p:spPr>
          <a:xfrm>
            <a:off x="0" y="1009440"/>
            <a:ext cx="4506120" cy="3684960"/>
          </a:xfrm>
          <a:prstGeom prst="rect">
            <a:avLst/>
          </a:prstGeom>
          <a:noFill/>
          <a:ln w="0">
            <a:noFill/>
          </a:ln>
        </p:spPr>
        <p:txBody>
          <a:bodyPr lIns="180000" rIns="180000" tIns="1368000" bIns="45000" anchor="ctr" anchorCtr="1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image/smart art/table/video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text blocks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raphic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0D247CA8-8759-4C12-AEAF-DDB5BB9F2C71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2" name="Graphic 8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3" name="Graphic 11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PlaceHolder 1"/>
          <p:cNvSpPr>
            <a:spLocks noGrp="1"/>
          </p:cNvSpPr>
          <p:nvPr>
            <p:ph type="body"/>
          </p:nvPr>
        </p:nvSpPr>
        <p:spPr>
          <a:xfrm>
            <a:off x="224280" y="2571840"/>
            <a:ext cx="2807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3168000" y="2571840"/>
            <a:ext cx="2807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3 text blocks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 type="body"/>
          </p:nvPr>
        </p:nvSpPr>
        <p:spPr>
          <a:xfrm>
            <a:off x="6111720" y="2571840"/>
            <a:ext cx="2807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5"/>
          <p:cNvSpPr>
            <a:spLocks noGrp="1"/>
          </p:cNvSpPr>
          <p:nvPr>
            <p:ph type="body"/>
          </p:nvPr>
        </p:nvSpPr>
        <p:spPr>
          <a:xfrm>
            <a:off x="6111720" y="2918520"/>
            <a:ext cx="2807280" cy="1776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6"/>
          <p:cNvSpPr>
            <a:spLocks noGrp="1"/>
          </p:cNvSpPr>
          <p:nvPr>
            <p:ph type="body"/>
          </p:nvPr>
        </p:nvSpPr>
        <p:spPr>
          <a:xfrm>
            <a:off x="3168000" y="2918520"/>
            <a:ext cx="2807280" cy="1776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7"/>
          <p:cNvSpPr>
            <a:spLocks noGrp="1"/>
          </p:cNvSpPr>
          <p:nvPr>
            <p:ph type="body"/>
          </p:nvPr>
        </p:nvSpPr>
        <p:spPr>
          <a:xfrm>
            <a:off x="224280" y="2918520"/>
            <a:ext cx="2807280" cy="1776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8"/>
          <p:cNvSpPr>
            <a:spLocks noGrp="1"/>
          </p:cNvSpPr>
          <p:nvPr>
            <p:ph type="body"/>
          </p:nvPr>
        </p:nvSpPr>
        <p:spPr>
          <a:xfrm>
            <a:off x="224280" y="975240"/>
            <a:ext cx="8694720" cy="1459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text blocks 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raphic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3 text blocks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48EDBD4A-865A-47C6-A609-134315E9E68E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Graphic 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6" name="Graphic 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224280" y="2716560"/>
            <a:ext cx="2807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3168000" y="2716560"/>
            <a:ext cx="2807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6111720" y="2716560"/>
            <a:ext cx="28072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 type="body"/>
          </p:nvPr>
        </p:nvSpPr>
        <p:spPr>
          <a:xfrm>
            <a:off x="6111720" y="3088800"/>
            <a:ext cx="2807280" cy="160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 type="body"/>
          </p:nvPr>
        </p:nvSpPr>
        <p:spPr>
          <a:xfrm>
            <a:off x="3168000" y="3088800"/>
            <a:ext cx="2807280" cy="160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 type="body"/>
          </p:nvPr>
        </p:nvSpPr>
        <p:spPr>
          <a:xfrm>
            <a:off x="224280" y="3088800"/>
            <a:ext cx="2807280" cy="160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8"/>
          <p:cNvSpPr>
            <a:spLocks noGrp="1"/>
          </p:cNvSpPr>
          <p:nvPr>
            <p:ph type="body"/>
          </p:nvPr>
        </p:nvSpPr>
        <p:spPr>
          <a:xfrm>
            <a:off x="-7560" y="974160"/>
            <a:ext cx="9143280" cy="1596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1116000" bIns="45000" anchor="ctr" anchorCtr="1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image/smart art/table/video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-bloc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raphic 14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4-block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91D39CA9-C21B-4A7C-9784-AEFB68EB4953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" name="Graphic 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Graphic 5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223200" y="2628720"/>
            <a:ext cx="20710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body"/>
          </p:nvPr>
        </p:nvSpPr>
        <p:spPr>
          <a:xfrm>
            <a:off x="2431800" y="2628720"/>
            <a:ext cx="20710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4"/>
          <p:cNvSpPr>
            <a:spLocks noGrp="1"/>
          </p:cNvSpPr>
          <p:nvPr>
            <p:ph type="body"/>
          </p:nvPr>
        </p:nvSpPr>
        <p:spPr>
          <a:xfrm>
            <a:off x="4640400" y="2628720"/>
            <a:ext cx="20710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5"/>
          <p:cNvSpPr>
            <a:spLocks noGrp="1"/>
          </p:cNvSpPr>
          <p:nvPr>
            <p:ph type="body"/>
          </p:nvPr>
        </p:nvSpPr>
        <p:spPr>
          <a:xfrm>
            <a:off x="6849000" y="2628720"/>
            <a:ext cx="20710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6"/>
          <p:cNvSpPr>
            <a:spLocks noGrp="1"/>
          </p:cNvSpPr>
          <p:nvPr>
            <p:ph type="body"/>
          </p:nvPr>
        </p:nvSpPr>
        <p:spPr>
          <a:xfrm>
            <a:off x="2431800" y="1013040"/>
            <a:ext cx="1511280" cy="151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7"/>
          <p:cNvSpPr>
            <a:spLocks noGrp="1"/>
          </p:cNvSpPr>
          <p:nvPr>
            <p:ph type="body"/>
          </p:nvPr>
        </p:nvSpPr>
        <p:spPr>
          <a:xfrm>
            <a:off x="4640400" y="1013040"/>
            <a:ext cx="1511280" cy="151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8"/>
          <p:cNvSpPr>
            <a:spLocks noGrp="1"/>
          </p:cNvSpPr>
          <p:nvPr>
            <p:ph type="body"/>
          </p:nvPr>
        </p:nvSpPr>
        <p:spPr>
          <a:xfrm>
            <a:off x="6849000" y="1013040"/>
            <a:ext cx="1511280" cy="151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9"/>
          <p:cNvSpPr>
            <a:spLocks noGrp="1"/>
          </p:cNvSpPr>
          <p:nvPr>
            <p:ph type="body"/>
          </p:nvPr>
        </p:nvSpPr>
        <p:spPr>
          <a:xfrm>
            <a:off x="223200" y="1013040"/>
            <a:ext cx="1511280" cy="151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10"/>
          <p:cNvSpPr>
            <a:spLocks noGrp="1"/>
          </p:cNvSpPr>
          <p:nvPr>
            <p:ph type="body"/>
          </p:nvPr>
        </p:nvSpPr>
        <p:spPr>
          <a:xfrm>
            <a:off x="4639320" y="3090600"/>
            <a:ext cx="2070000" cy="1603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11"/>
          <p:cNvSpPr>
            <a:spLocks noGrp="1"/>
          </p:cNvSpPr>
          <p:nvPr>
            <p:ph type="body"/>
          </p:nvPr>
        </p:nvSpPr>
        <p:spPr>
          <a:xfrm>
            <a:off x="2431800" y="3090600"/>
            <a:ext cx="2070000" cy="1603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12"/>
          <p:cNvSpPr>
            <a:spLocks noGrp="1"/>
          </p:cNvSpPr>
          <p:nvPr>
            <p:ph type="body"/>
          </p:nvPr>
        </p:nvSpPr>
        <p:spPr>
          <a:xfrm>
            <a:off x="224280" y="3090600"/>
            <a:ext cx="2070000" cy="1603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13"/>
          <p:cNvSpPr>
            <a:spLocks noGrp="1"/>
          </p:cNvSpPr>
          <p:nvPr>
            <p:ph type="body"/>
          </p:nvPr>
        </p:nvSpPr>
        <p:spPr>
          <a:xfrm>
            <a:off x="6849360" y="3090600"/>
            <a:ext cx="2070000" cy="1603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-bloc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body"/>
          </p:nvPr>
        </p:nvSpPr>
        <p:spPr>
          <a:xfrm>
            <a:off x="1312200" y="227160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1312200" y="264312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72000" rIns="36000" tIns="36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Graphic 14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3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6-block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4"/>
          <p:cNvSpPr>
            <a:spLocks noGrp="1"/>
          </p:cNvSpPr>
          <p:nvPr>
            <p:ph type="body"/>
          </p:nvPr>
        </p:nvSpPr>
        <p:spPr>
          <a:xfrm>
            <a:off x="216360" y="227664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5"/>
          <p:cNvSpPr>
            <a:spLocks noGrp="1"/>
          </p:cNvSpPr>
          <p:nvPr>
            <p:ph type="body"/>
          </p:nvPr>
        </p:nvSpPr>
        <p:spPr>
          <a:xfrm>
            <a:off x="216360" y="355428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04A668B3-7106-4774-A06D-2E98F81116AE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Graphic 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9" name="Graphic 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PlaceHolder 6"/>
          <p:cNvSpPr>
            <a:spLocks noGrp="1"/>
          </p:cNvSpPr>
          <p:nvPr>
            <p:ph type="body"/>
          </p:nvPr>
        </p:nvSpPr>
        <p:spPr>
          <a:xfrm>
            <a:off x="1312200" y="355428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7"/>
          <p:cNvSpPr>
            <a:spLocks noGrp="1"/>
          </p:cNvSpPr>
          <p:nvPr>
            <p:ph type="body"/>
          </p:nvPr>
        </p:nvSpPr>
        <p:spPr>
          <a:xfrm>
            <a:off x="1312200" y="392076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8"/>
          <p:cNvSpPr>
            <a:spLocks noGrp="1"/>
          </p:cNvSpPr>
          <p:nvPr>
            <p:ph type="body"/>
          </p:nvPr>
        </p:nvSpPr>
        <p:spPr>
          <a:xfrm>
            <a:off x="4288680" y="227160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9"/>
          <p:cNvSpPr>
            <a:spLocks noGrp="1"/>
          </p:cNvSpPr>
          <p:nvPr>
            <p:ph type="body"/>
          </p:nvPr>
        </p:nvSpPr>
        <p:spPr>
          <a:xfrm>
            <a:off x="4288680" y="264312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10"/>
          <p:cNvSpPr>
            <a:spLocks noGrp="1"/>
          </p:cNvSpPr>
          <p:nvPr>
            <p:ph type="body"/>
          </p:nvPr>
        </p:nvSpPr>
        <p:spPr>
          <a:xfrm>
            <a:off x="3192480" y="227664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11"/>
          <p:cNvSpPr>
            <a:spLocks noGrp="1"/>
          </p:cNvSpPr>
          <p:nvPr>
            <p:ph type="body"/>
          </p:nvPr>
        </p:nvSpPr>
        <p:spPr>
          <a:xfrm>
            <a:off x="3192480" y="355428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12"/>
          <p:cNvSpPr>
            <a:spLocks noGrp="1"/>
          </p:cNvSpPr>
          <p:nvPr>
            <p:ph type="body"/>
          </p:nvPr>
        </p:nvSpPr>
        <p:spPr>
          <a:xfrm>
            <a:off x="4288680" y="355428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13"/>
          <p:cNvSpPr>
            <a:spLocks noGrp="1"/>
          </p:cNvSpPr>
          <p:nvPr>
            <p:ph type="body"/>
          </p:nvPr>
        </p:nvSpPr>
        <p:spPr>
          <a:xfrm>
            <a:off x="4288680" y="392076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14"/>
          <p:cNvSpPr>
            <a:spLocks noGrp="1"/>
          </p:cNvSpPr>
          <p:nvPr>
            <p:ph type="body"/>
          </p:nvPr>
        </p:nvSpPr>
        <p:spPr>
          <a:xfrm>
            <a:off x="7247160" y="227160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15"/>
          <p:cNvSpPr>
            <a:spLocks noGrp="1"/>
          </p:cNvSpPr>
          <p:nvPr>
            <p:ph type="body"/>
          </p:nvPr>
        </p:nvSpPr>
        <p:spPr>
          <a:xfrm>
            <a:off x="7247160" y="264312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16"/>
          <p:cNvSpPr>
            <a:spLocks noGrp="1"/>
          </p:cNvSpPr>
          <p:nvPr>
            <p:ph type="body"/>
          </p:nvPr>
        </p:nvSpPr>
        <p:spPr>
          <a:xfrm>
            <a:off x="6150960" y="227664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17"/>
          <p:cNvSpPr>
            <a:spLocks noGrp="1"/>
          </p:cNvSpPr>
          <p:nvPr>
            <p:ph type="body"/>
          </p:nvPr>
        </p:nvSpPr>
        <p:spPr>
          <a:xfrm>
            <a:off x="6150960" y="355428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18"/>
          <p:cNvSpPr>
            <a:spLocks noGrp="1"/>
          </p:cNvSpPr>
          <p:nvPr>
            <p:ph type="body"/>
          </p:nvPr>
        </p:nvSpPr>
        <p:spPr>
          <a:xfrm>
            <a:off x="7247160" y="355428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19"/>
          <p:cNvSpPr>
            <a:spLocks noGrp="1"/>
          </p:cNvSpPr>
          <p:nvPr>
            <p:ph type="body"/>
          </p:nvPr>
        </p:nvSpPr>
        <p:spPr>
          <a:xfrm>
            <a:off x="7247160" y="392076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2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20"/>
          <p:cNvSpPr>
            <a:spLocks noGrp="1"/>
          </p:cNvSpPr>
          <p:nvPr>
            <p:ph type="body"/>
          </p:nvPr>
        </p:nvSpPr>
        <p:spPr>
          <a:xfrm>
            <a:off x="224280" y="1008720"/>
            <a:ext cx="8701920" cy="112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-block 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raphic 14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6-block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A853B7CF-8641-477C-B946-11F6F7AE45BE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8" name="Graphic 3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9" name="Graphic 4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4288680" y="228636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body"/>
          </p:nvPr>
        </p:nvSpPr>
        <p:spPr>
          <a:xfrm>
            <a:off x="4288680" y="265284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Bullets/Paragraph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4"/>
          <p:cNvSpPr>
            <a:spLocks noGrp="1"/>
          </p:cNvSpPr>
          <p:nvPr>
            <p:ph type="body"/>
          </p:nvPr>
        </p:nvSpPr>
        <p:spPr>
          <a:xfrm>
            <a:off x="3192480" y="228636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5"/>
          <p:cNvSpPr>
            <a:spLocks noGrp="1"/>
          </p:cNvSpPr>
          <p:nvPr>
            <p:ph type="body"/>
          </p:nvPr>
        </p:nvSpPr>
        <p:spPr>
          <a:xfrm>
            <a:off x="3192480" y="355428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6"/>
          <p:cNvSpPr>
            <a:spLocks noGrp="1"/>
          </p:cNvSpPr>
          <p:nvPr>
            <p:ph type="body"/>
          </p:nvPr>
        </p:nvSpPr>
        <p:spPr>
          <a:xfrm>
            <a:off x="4288680" y="355428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7"/>
          <p:cNvSpPr>
            <a:spLocks noGrp="1"/>
          </p:cNvSpPr>
          <p:nvPr>
            <p:ph type="body"/>
          </p:nvPr>
        </p:nvSpPr>
        <p:spPr>
          <a:xfrm>
            <a:off x="4288680" y="392076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Bullets/Paragraph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8"/>
          <p:cNvSpPr>
            <a:spLocks noGrp="1"/>
          </p:cNvSpPr>
          <p:nvPr>
            <p:ph type="body"/>
          </p:nvPr>
        </p:nvSpPr>
        <p:spPr>
          <a:xfrm>
            <a:off x="7247160" y="227592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9"/>
          <p:cNvSpPr>
            <a:spLocks noGrp="1"/>
          </p:cNvSpPr>
          <p:nvPr>
            <p:ph type="body"/>
          </p:nvPr>
        </p:nvSpPr>
        <p:spPr>
          <a:xfrm>
            <a:off x="7247160" y="264240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Bullets/Paragraph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10"/>
          <p:cNvSpPr>
            <a:spLocks noGrp="1"/>
          </p:cNvSpPr>
          <p:nvPr>
            <p:ph type="body"/>
          </p:nvPr>
        </p:nvSpPr>
        <p:spPr>
          <a:xfrm>
            <a:off x="6150960" y="227592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11"/>
          <p:cNvSpPr>
            <a:spLocks noGrp="1"/>
          </p:cNvSpPr>
          <p:nvPr>
            <p:ph type="body"/>
          </p:nvPr>
        </p:nvSpPr>
        <p:spPr>
          <a:xfrm>
            <a:off x="6150960" y="354384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12"/>
          <p:cNvSpPr>
            <a:spLocks noGrp="1"/>
          </p:cNvSpPr>
          <p:nvPr>
            <p:ph type="body"/>
          </p:nvPr>
        </p:nvSpPr>
        <p:spPr>
          <a:xfrm>
            <a:off x="7247160" y="354384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13"/>
          <p:cNvSpPr>
            <a:spLocks noGrp="1"/>
          </p:cNvSpPr>
          <p:nvPr>
            <p:ph type="body"/>
          </p:nvPr>
        </p:nvSpPr>
        <p:spPr>
          <a:xfrm>
            <a:off x="7247160" y="391032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Bullets/Paragraph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14"/>
          <p:cNvSpPr>
            <a:spLocks noGrp="1"/>
          </p:cNvSpPr>
          <p:nvPr>
            <p:ph type="body"/>
          </p:nvPr>
        </p:nvSpPr>
        <p:spPr>
          <a:xfrm>
            <a:off x="4288680" y="101304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15"/>
          <p:cNvSpPr>
            <a:spLocks noGrp="1"/>
          </p:cNvSpPr>
          <p:nvPr>
            <p:ph type="body"/>
          </p:nvPr>
        </p:nvSpPr>
        <p:spPr>
          <a:xfrm>
            <a:off x="4288680" y="138492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Bullets/Paragraph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16"/>
          <p:cNvSpPr>
            <a:spLocks noGrp="1"/>
          </p:cNvSpPr>
          <p:nvPr>
            <p:ph type="body"/>
          </p:nvPr>
        </p:nvSpPr>
        <p:spPr>
          <a:xfrm>
            <a:off x="3192480" y="101844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17"/>
          <p:cNvSpPr>
            <a:spLocks noGrp="1"/>
          </p:cNvSpPr>
          <p:nvPr>
            <p:ph type="body"/>
          </p:nvPr>
        </p:nvSpPr>
        <p:spPr>
          <a:xfrm>
            <a:off x="7247160" y="1013040"/>
            <a:ext cx="1679760" cy="30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18"/>
          <p:cNvSpPr>
            <a:spLocks noGrp="1"/>
          </p:cNvSpPr>
          <p:nvPr>
            <p:ph type="body"/>
          </p:nvPr>
        </p:nvSpPr>
        <p:spPr>
          <a:xfrm>
            <a:off x="7247160" y="1374480"/>
            <a:ext cx="1679040" cy="76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Bullets/Paragraph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19"/>
          <p:cNvSpPr>
            <a:spLocks noGrp="1"/>
          </p:cNvSpPr>
          <p:nvPr>
            <p:ph type="body"/>
          </p:nvPr>
        </p:nvSpPr>
        <p:spPr>
          <a:xfrm>
            <a:off x="6150960" y="1008000"/>
            <a:ext cx="994320" cy="113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Click icon to add picture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20"/>
          <p:cNvSpPr>
            <a:spLocks noGrp="1"/>
          </p:cNvSpPr>
          <p:nvPr>
            <p:ph type="body"/>
          </p:nvPr>
        </p:nvSpPr>
        <p:spPr>
          <a:xfrm>
            <a:off x="224280" y="1008720"/>
            <a:ext cx="2807640" cy="178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21"/>
          <p:cNvSpPr>
            <a:spLocks noGrp="1"/>
          </p:cNvSpPr>
          <p:nvPr>
            <p:ph type="body"/>
          </p:nvPr>
        </p:nvSpPr>
        <p:spPr>
          <a:xfrm>
            <a:off x="224280" y="2944080"/>
            <a:ext cx="2807640" cy="174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velopment stages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raphic 19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Development stages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548280" y="1457280"/>
            <a:ext cx="1511280" cy="460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44000" rIns="90000" tIns="46800" bIns="4500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Heading 1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body"/>
          </p:nvPr>
        </p:nvSpPr>
        <p:spPr>
          <a:xfrm>
            <a:off x="2182680" y="1317240"/>
            <a:ext cx="1511280" cy="460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44000" rIns="90000" tIns="46800" bIns="4500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Heading 2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 type="body"/>
          </p:nvPr>
        </p:nvSpPr>
        <p:spPr>
          <a:xfrm>
            <a:off x="3817080" y="1199880"/>
            <a:ext cx="1511280" cy="460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44000" rIns="90000" tIns="46800" bIns="4500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Heading 3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5"/>
          <p:cNvSpPr>
            <a:spLocks noGrp="1"/>
          </p:cNvSpPr>
          <p:nvPr>
            <p:ph type="body"/>
          </p:nvPr>
        </p:nvSpPr>
        <p:spPr>
          <a:xfrm>
            <a:off x="5451480" y="1074960"/>
            <a:ext cx="1511280" cy="460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44000" rIns="90000" tIns="46800" bIns="4500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Heading 4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6"/>
          <p:cNvSpPr>
            <a:spLocks noGrp="1"/>
          </p:cNvSpPr>
          <p:nvPr>
            <p:ph type="body"/>
          </p:nvPr>
        </p:nvSpPr>
        <p:spPr>
          <a:xfrm>
            <a:off x="7085880" y="956880"/>
            <a:ext cx="1511280" cy="460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44000" rIns="90000" tIns="46800" bIns="4500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Heading 5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68902FEF-41AA-4788-BD2B-9CB8C8FB310D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" name="Graphic 2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9" name="Graphic 4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0" name="PlaceHolder 7"/>
          <p:cNvSpPr>
            <a:spLocks noGrp="1"/>
          </p:cNvSpPr>
          <p:nvPr>
            <p:ph type="body"/>
          </p:nvPr>
        </p:nvSpPr>
        <p:spPr>
          <a:xfrm>
            <a:off x="548280" y="1457280"/>
            <a:ext cx="1511280" cy="272772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576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8"/>
          <p:cNvSpPr>
            <a:spLocks noGrp="1"/>
          </p:cNvSpPr>
          <p:nvPr>
            <p:ph type="body"/>
          </p:nvPr>
        </p:nvSpPr>
        <p:spPr>
          <a:xfrm>
            <a:off x="2182680" y="1317240"/>
            <a:ext cx="1511280" cy="302868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576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9"/>
          <p:cNvSpPr>
            <a:spLocks noGrp="1"/>
          </p:cNvSpPr>
          <p:nvPr>
            <p:ph type="body"/>
          </p:nvPr>
        </p:nvSpPr>
        <p:spPr>
          <a:xfrm>
            <a:off x="3817080" y="1199880"/>
            <a:ext cx="1511280" cy="32634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576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10"/>
          <p:cNvSpPr>
            <a:spLocks noGrp="1"/>
          </p:cNvSpPr>
          <p:nvPr>
            <p:ph type="body"/>
          </p:nvPr>
        </p:nvSpPr>
        <p:spPr>
          <a:xfrm>
            <a:off x="5451480" y="1074960"/>
            <a:ext cx="1511280" cy="351216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576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11"/>
          <p:cNvSpPr>
            <a:spLocks noGrp="1"/>
          </p:cNvSpPr>
          <p:nvPr>
            <p:ph type="body"/>
          </p:nvPr>
        </p:nvSpPr>
        <p:spPr>
          <a:xfrm>
            <a:off x="7085880" y="956880"/>
            <a:ext cx="1511280" cy="37512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576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eps/processes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Graphic 2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Steps/processes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Placeholder 34"/>
          <p:cNvSpPr/>
          <p:nvPr/>
        </p:nvSpPr>
        <p:spPr>
          <a:xfrm>
            <a:off x="224280" y="2822400"/>
            <a:ext cx="1799280" cy="432720"/>
          </a:xfrm>
          <a:prstGeom prst="homePlate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2000" rIns="90000" tIns="180000" bIns="180000" anchor="ctr">
            <a:noAutofit/>
          </a:bodyPr>
          <a:p>
            <a:pPr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2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Title 1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Placeholder 34"/>
          <p:cNvSpPr/>
          <p:nvPr/>
        </p:nvSpPr>
        <p:spPr>
          <a:xfrm>
            <a:off x="1945800" y="2822400"/>
            <a:ext cx="1799280" cy="4327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2000" rIns="90000" tIns="180000" bIns="180000" anchor="ctr">
            <a:noAutofit/>
          </a:bodyPr>
          <a:p>
            <a:pPr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2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Title 2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Placeholder 34"/>
          <p:cNvSpPr/>
          <p:nvPr/>
        </p:nvSpPr>
        <p:spPr>
          <a:xfrm>
            <a:off x="3667680" y="2822400"/>
            <a:ext cx="1799280" cy="4327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2000" rIns="90000" tIns="180000" bIns="180000" anchor="ctr">
            <a:noAutofit/>
          </a:bodyPr>
          <a:p>
            <a:pPr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2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Title 3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Placeholder 34"/>
          <p:cNvSpPr/>
          <p:nvPr/>
        </p:nvSpPr>
        <p:spPr>
          <a:xfrm>
            <a:off x="5389200" y="2822400"/>
            <a:ext cx="1799280" cy="4327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2000" rIns="90000" tIns="180000" bIns="180000" anchor="ctr">
            <a:noAutofit/>
          </a:bodyPr>
          <a:p>
            <a:pPr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2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Title 4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Placeholder 34"/>
          <p:cNvSpPr/>
          <p:nvPr/>
        </p:nvSpPr>
        <p:spPr>
          <a:xfrm>
            <a:off x="7110720" y="2839320"/>
            <a:ext cx="1799280" cy="43272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2000" rIns="90000" tIns="180000" bIns="180000" anchor="ctr">
            <a:noAutofit/>
          </a:bodyPr>
          <a:p>
            <a:pPr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2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Title 5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224280" y="3381120"/>
            <a:ext cx="1587600" cy="30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180000" indent="-180000" defTabSz="685800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body"/>
          </p:nvPr>
        </p:nvSpPr>
        <p:spPr>
          <a:xfrm>
            <a:off x="224280" y="1911600"/>
            <a:ext cx="791280" cy="79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4"/>
          <p:cNvSpPr>
            <a:spLocks noGrp="1"/>
          </p:cNvSpPr>
          <p:nvPr>
            <p:ph type="body"/>
          </p:nvPr>
        </p:nvSpPr>
        <p:spPr>
          <a:xfrm>
            <a:off x="1942200" y="3381120"/>
            <a:ext cx="1587600" cy="30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180000" indent="-180000" defTabSz="685800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5"/>
          <p:cNvSpPr>
            <a:spLocks noGrp="1"/>
          </p:cNvSpPr>
          <p:nvPr>
            <p:ph type="body"/>
          </p:nvPr>
        </p:nvSpPr>
        <p:spPr>
          <a:xfrm>
            <a:off x="3674880" y="3381120"/>
            <a:ext cx="1587600" cy="30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180000" indent="-180000" defTabSz="685800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6"/>
          <p:cNvSpPr>
            <a:spLocks noGrp="1"/>
          </p:cNvSpPr>
          <p:nvPr>
            <p:ph type="body"/>
          </p:nvPr>
        </p:nvSpPr>
        <p:spPr>
          <a:xfrm>
            <a:off x="5392800" y="3381120"/>
            <a:ext cx="1587600" cy="30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180000" indent="-180000" defTabSz="685800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7"/>
          <p:cNvSpPr>
            <a:spLocks noGrp="1"/>
          </p:cNvSpPr>
          <p:nvPr>
            <p:ph type="body"/>
          </p:nvPr>
        </p:nvSpPr>
        <p:spPr>
          <a:xfrm>
            <a:off x="7110720" y="3381120"/>
            <a:ext cx="1587600" cy="30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180000" indent="-180000" defTabSz="685800"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8"/>
          <p:cNvSpPr>
            <a:spLocks noGrp="1"/>
          </p:cNvSpPr>
          <p:nvPr>
            <p:ph type="body"/>
          </p:nvPr>
        </p:nvSpPr>
        <p:spPr>
          <a:xfrm>
            <a:off x="224280" y="933120"/>
            <a:ext cx="867132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1EF4D4C8-637C-48BD-A679-A5028C5C03B9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" name="Graphic 2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1" name="Graphic 4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PlaceHolder 9"/>
          <p:cNvSpPr>
            <a:spLocks noGrp="1"/>
          </p:cNvSpPr>
          <p:nvPr>
            <p:ph type="body"/>
          </p:nvPr>
        </p:nvSpPr>
        <p:spPr>
          <a:xfrm>
            <a:off x="1956600" y="1911600"/>
            <a:ext cx="791280" cy="79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10"/>
          <p:cNvSpPr>
            <a:spLocks noGrp="1"/>
          </p:cNvSpPr>
          <p:nvPr>
            <p:ph type="body"/>
          </p:nvPr>
        </p:nvSpPr>
        <p:spPr>
          <a:xfrm>
            <a:off x="3674880" y="1911600"/>
            <a:ext cx="791280" cy="79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11"/>
          <p:cNvSpPr>
            <a:spLocks noGrp="1"/>
          </p:cNvSpPr>
          <p:nvPr>
            <p:ph type="body"/>
          </p:nvPr>
        </p:nvSpPr>
        <p:spPr>
          <a:xfrm>
            <a:off x="5392800" y="1911600"/>
            <a:ext cx="791280" cy="79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12"/>
          <p:cNvSpPr>
            <a:spLocks noGrp="1"/>
          </p:cNvSpPr>
          <p:nvPr>
            <p:ph type="body"/>
          </p:nvPr>
        </p:nvSpPr>
        <p:spPr>
          <a:xfrm>
            <a:off x="7110720" y="1894680"/>
            <a:ext cx="791280" cy="79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13"/>
          <p:cNvSpPr>
            <a:spLocks noGrp="1"/>
          </p:cNvSpPr>
          <p:nvPr>
            <p:ph type="body"/>
          </p:nvPr>
        </p:nvSpPr>
        <p:spPr>
          <a:xfrm>
            <a:off x="224280" y="3688200"/>
            <a:ext cx="1587600" cy="997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14"/>
          <p:cNvSpPr>
            <a:spLocks noGrp="1"/>
          </p:cNvSpPr>
          <p:nvPr>
            <p:ph type="body"/>
          </p:nvPr>
        </p:nvSpPr>
        <p:spPr>
          <a:xfrm>
            <a:off x="1942200" y="3688200"/>
            <a:ext cx="1587600" cy="997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15"/>
          <p:cNvSpPr>
            <a:spLocks noGrp="1"/>
          </p:cNvSpPr>
          <p:nvPr>
            <p:ph type="body"/>
          </p:nvPr>
        </p:nvSpPr>
        <p:spPr>
          <a:xfrm>
            <a:off x="3674880" y="3688200"/>
            <a:ext cx="1587600" cy="997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16"/>
          <p:cNvSpPr>
            <a:spLocks noGrp="1"/>
          </p:cNvSpPr>
          <p:nvPr>
            <p:ph type="body"/>
          </p:nvPr>
        </p:nvSpPr>
        <p:spPr>
          <a:xfrm>
            <a:off x="5392800" y="3688200"/>
            <a:ext cx="1587600" cy="997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17"/>
          <p:cNvSpPr>
            <a:spLocks noGrp="1"/>
          </p:cNvSpPr>
          <p:nvPr>
            <p:ph type="body"/>
          </p:nvPr>
        </p:nvSpPr>
        <p:spPr>
          <a:xfrm>
            <a:off x="7110720" y="3688200"/>
            <a:ext cx="1587600" cy="997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melin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raphic 39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Timeline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8999061B-44FE-4C48-94E3-DE0D7ECEBED8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Graphic 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430200" y="1896480"/>
            <a:ext cx="869760" cy="3546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2"/>
                </a:solidFill>
                <a:effectLst/>
                <a:uFillTx/>
                <a:latin typeface="KareliaWeb Regular"/>
              </a:rPr>
              <a:t>Year 1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body"/>
          </p:nvPr>
        </p:nvSpPr>
        <p:spPr>
          <a:xfrm rot="10800000">
            <a:off x="360" y="2386440"/>
            <a:ext cx="9143280" cy="360"/>
          </a:xfrm>
          <a:prstGeom prst="rect">
            <a:avLst/>
          </a:prstGeom>
          <a:noFill/>
          <a:ln w="0">
            <a:solidFill>
              <a:schemeClr val="accent2"/>
            </a:solidFill>
          </a:ln>
        </p:spPr>
        <p:txBody>
          <a:bodyPr lIns="90000" rIns="90000" tIns="-44640" bIns="-4464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Placeholder 10"/>
          <p:cNvSpPr/>
          <p:nvPr/>
        </p:nvSpPr>
        <p:spPr>
          <a:xfrm>
            <a:off x="811800" y="2333520"/>
            <a:ext cx="107280" cy="107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1680" bIns="3168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Year 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4"/>
          <p:cNvSpPr>
            <a:spLocks noGrp="1"/>
          </p:cNvSpPr>
          <p:nvPr>
            <p:ph type="body"/>
          </p:nvPr>
        </p:nvSpPr>
        <p:spPr>
          <a:xfrm>
            <a:off x="870840" y="2519280"/>
            <a:ext cx="360" cy="359280"/>
          </a:xfrm>
          <a:prstGeom prst="rect">
            <a:avLst/>
          </a:prstGeom>
          <a:solidFill>
            <a:schemeClr val="accent1"/>
          </a:solidFill>
          <a:ln w="12600">
            <a:solidFill>
              <a:schemeClr val="accent3"/>
            </a:solidFill>
            <a:round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KareliaWeb Regular"/>
              </a:rPr>
              <a:t>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5"/>
          <p:cNvSpPr>
            <a:spLocks noGrp="1"/>
          </p:cNvSpPr>
          <p:nvPr>
            <p:ph type="body"/>
          </p:nvPr>
        </p:nvSpPr>
        <p:spPr>
          <a:xfrm>
            <a:off x="430200" y="2930040"/>
            <a:ext cx="1455480" cy="1641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6"/>
          <p:cNvSpPr>
            <a:spLocks noGrp="1"/>
          </p:cNvSpPr>
          <p:nvPr>
            <p:ph type="body"/>
          </p:nvPr>
        </p:nvSpPr>
        <p:spPr>
          <a:xfrm>
            <a:off x="2137680" y="1896480"/>
            <a:ext cx="869760" cy="3546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2"/>
                </a:solidFill>
                <a:effectLst/>
                <a:uFillTx/>
                <a:latin typeface="KareliaWeb Regular"/>
              </a:rPr>
              <a:t>Year 2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Placeholder 10"/>
          <p:cNvSpPr/>
          <p:nvPr/>
        </p:nvSpPr>
        <p:spPr>
          <a:xfrm>
            <a:off x="2518920" y="2333520"/>
            <a:ext cx="107280" cy="107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1680" bIns="3168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Year 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7"/>
          <p:cNvSpPr>
            <a:spLocks noGrp="1"/>
          </p:cNvSpPr>
          <p:nvPr>
            <p:ph type="body"/>
          </p:nvPr>
        </p:nvSpPr>
        <p:spPr>
          <a:xfrm>
            <a:off x="2577960" y="2519280"/>
            <a:ext cx="360" cy="359280"/>
          </a:xfrm>
          <a:prstGeom prst="rect">
            <a:avLst/>
          </a:prstGeom>
          <a:solidFill>
            <a:schemeClr val="accent1"/>
          </a:solidFill>
          <a:ln w="12600">
            <a:solidFill>
              <a:schemeClr val="accent3"/>
            </a:solidFill>
            <a:round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KareliaWeb Regular"/>
              </a:rPr>
              <a:t>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8"/>
          <p:cNvSpPr>
            <a:spLocks noGrp="1"/>
          </p:cNvSpPr>
          <p:nvPr>
            <p:ph type="body"/>
          </p:nvPr>
        </p:nvSpPr>
        <p:spPr>
          <a:xfrm>
            <a:off x="2140560" y="2930040"/>
            <a:ext cx="1455480" cy="1641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9"/>
          <p:cNvSpPr>
            <a:spLocks noGrp="1"/>
          </p:cNvSpPr>
          <p:nvPr>
            <p:ph type="body"/>
          </p:nvPr>
        </p:nvSpPr>
        <p:spPr>
          <a:xfrm>
            <a:off x="3851280" y="1896480"/>
            <a:ext cx="869760" cy="3546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2"/>
                </a:solidFill>
                <a:effectLst/>
                <a:uFillTx/>
                <a:latin typeface="KareliaWeb Regular"/>
              </a:rPr>
              <a:t>Year 3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Placeholder 10"/>
          <p:cNvSpPr/>
          <p:nvPr/>
        </p:nvSpPr>
        <p:spPr>
          <a:xfrm>
            <a:off x="4232520" y="2333520"/>
            <a:ext cx="107280" cy="107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1680" bIns="3168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Year 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10"/>
          <p:cNvSpPr>
            <a:spLocks noGrp="1"/>
          </p:cNvSpPr>
          <p:nvPr>
            <p:ph type="body"/>
          </p:nvPr>
        </p:nvSpPr>
        <p:spPr>
          <a:xfrm>
            <a:off x="4291560" y="2519280"/>
            <a:ext cx="360" cy="359280"/>
          </a:xfrm>
          <a:prstGeom prst="rect">
            <a:avLst/>
          </a:prstGeom>
          <a:solidFill>
            <a:schemeClr val="accent1"/>
          </a:solidFill>
          <a:ln w="12600">
            <a:solidFill>
              <a:schemeClr val="accent3"/>
            </a:solidFill>
            <a:round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KareliaWeb Regular"/>
              </a:rPr>
              <a:t>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11"/>
          <p:cNvSpPr>
            <a:spLocks noGrp="1"/>
          </p:cNvSpPr>
          <p:nvPr>
            <p:ph type="body"/>
          </p:nvPr>
        </p:nvSpPr>
        <p:spPr>
          <a:xfrm>
            <a:off x="3851280" y="2930040"/>
            <a:ext cx="1455480" cy="1641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12"/>
          <p:cNvSpPr>
            <a:spLocks noGrp="1"/>
          </p:cNvSpPr>
          <p:nvPr>
            <p:ph type="body"/>
          </p:nvPr>
        </p:nvSpPr>
        <p:spPr>
          <a:xfrm>
            <a:off x="5561640" y="1896480"/>
            <a:ext cx="869760" cy="3546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2"/>
                </a:solidFill>
                <a:effectLst/>
                <a:uFillTx/>
                <a:latin typeface="KareliaWeb Regular"/>
              </a:rPr>
              <a:t>Year 4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Placeholder 10"/>
          <p:cNvSpPr/>
          <p:nvPr/>
        </p:nvSpPr>
        <p:spPr>
          <a:xfrm>
            <a:off x="5942880" y="2333520"/>
            <a:ext cx="107280" cy="107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1680" bIns="3168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Year 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13"/>
          <p:cNvSpPr>
            <a:spLocks noGrp="1"/>
          </p:cNvSpPr>
          <p:nvPr>
            <p:ph type="body"/>
          </p:nvPr>
        </p:nvSpPr>
        <p:spPr>
          <a:xfrm>
            <a:off x="6001920" y="2519280"/>
            <a:ext cx="360" cy="359280"/>
          </a:xfrm>
          <a:prstGeom prst="rect">
            <a:avLst/>
          </a:prstGeom>
          <a:solidFill>
            <a:schemeClr val="accent1"/>
          </a:solidFill>
          <a:ln w="12600">
            <a:solidFill>
              <a:schemeClr val="accent3"/>
            </a:solidFill>
            <a:round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KareliaWeb Regular"/>
              </a:rPr>
              <a:t>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14"/>
          <p:cNvSpPr>
            <a:spLocks noGrp="1"/>
          </p:cNvSpPr>
          <p:nvPr>
            <p:ph type="body"/>
          </p:nvPr>
        </p:nvSpPr>
        <p:spPr>
          <a:xfrm>
            <a:off x="5561640" y="2930040"/>
            <a:ext cx="1455480" cy="1641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15"/>
          <p:cNvSpPr>
            <a:spLocks noGrp="1"/>
          </p:cNvSpPr>
          <p:nvPr>
            <p:ph type="body"/>
          </p:nvPr>
        </p:nvSpPr>
        <p:spPr>
          <a:xfrm>
            <a:off x="7272000" y="1896480"/>
            <a:ext cx="869760" cy="3546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2"/>
                </a:solidFill>
                <a:effectLst/>
                <a:uFillTx/>
                <a:latin typeface="KareliaWeb Regular"/>
              </a:rPr>
              <a:t>Year 5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Placeholder 10"/>
          <p:cNvSpPr/>
          <p:nvPr/>
        </p:nvSpPr>
        <p:spPr>
          <a:xfrm>
            <a:off x="7653240" y="2333520"/>
            <a:ext cx="107280" cy="107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1680" bIns="3168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Year 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16"/>
          <p:cNvSpPr>
            <a:spLocks noGrp="1"/>
          </p:cNvSpPr>
          <p:nvPr>
            <p:ph type="body"/>
          </p:nvPr>
        </p:nvSpPr>
        <p:spPr>
          <a:xfrm>
            <a:off x="7712280" y="2519280"/>
            <a:ext cx="360" cy="359280"/>
          </a:xfrm>
          <a:prstGeom prst="rect">
            <a:avLst/>
          </a:prstGeom>
          <a:solidFill>
            <a:schemeClr val="accent1"/>
          </a:solidFill>
          <a:ln w="12600">
            <a:solidFill>
              <a:schemeClr val="accent3"/>
            </a:solidFill>
            <a:round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KareliaWeb Regular"/>
              </a:rPr>
              <a:t>1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17"/>
          <p:cNvSpPr>
            <a:spLocks noGrp="1"/>
          </p:cNvSpPr>
          <p:nvPr>
            <p:ph type="body"/>
          </p:nvPr>
        </p:nvSpPr>
        <p:spPr>
          <a:xfrm>
            <a:off x="7272000" y="2930040"/>
            <a:ext cx="1455480" cy="16412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18"/>
          <p:cNvSpPr>
            <a:spLocks noGrp="1"/>
          </p:cNvSpPr>
          <p:nvPr>
            <p:ph type="body"/>
          </p:nvPr>
        </p:nvSpPr>
        <p:spPr>
          <a:xfrm>
            <a:off x="224280" y="933120"/>
            <a:ext cx="867132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-section separato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raphic 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4083480" cy="514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Graphic 3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057560" y="4101480"/>
            <a:ext cx="5085720" cy="104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0" name="Graphic 4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057560" y="0"/>
            <a:ext cx="5085720" cy="205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Rectangle 5"/>
          <p:cNvSpPr/>
          <p:nvPr/>
        </p:nvSpPr>
        <p:spPr>
          <a:xfrm>
            <a:off x="511920" y="527760"/>
            <a:ext cx="8112960" cy="4086000"/>
          </a:xfrm>
          <a:prstGeom prst="rect">
            <a:avLst/>
          </a:prstGeom>
          <a:solidFill>
            <a:srgbClr val="ffffff"/>
          </a:solidFill>
          <a:ln w="3175">
            <a:solidFill>
              <a:srgbClr val="eb26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sp>
        <p:nvSpPr>
          <p:cNvPr id="382" name="Rectangle 6"/>
          <p:cNvSpPr/>
          <p:nvPr/>
        </p:nvSpPr>
        <p:spPr>
          <a:xfrm>
            <a:off x="511920" y="3902040"/>
            <a:ext cx="8112960" cy="71208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383" name="Graphic 8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558200" y="3902040"/>
            <a:ext cx="1066680" cy="71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617040" y="4027320"/>
            <a:ext cx="69397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Sub-section slide with image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512640" y="527040"/>
            <a:ext cx="8112960" cy="337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1368000" bIns="45000" anchor="ctr" anchorCtr="1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image/smart art/table/video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ughnut percentag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raphic 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Doughnut percentage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E8046E76-E7C3-4FE5-8F5A-88B94B24F130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9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Placeholder 12"/>
          <p:cNvSpPr/>
          <p:nvPr/>
        </p:nvSpPr>
        <p:spPr>
          <a:xfrm>
            <a:off x="6885000" y="1094760"/>
            <a:ext cx="1460520" cy="146052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rgbClr val="eeeeee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Placeholder 12"/>
          <p:cNvSpPr/>
          <p:nvPr/>
        </p:nvSpPr>
        <p:spPr>
          <a:xfrm>
            <a:off x="6921720" y="1131480"/>
            <a:ext cx="1387080" cy="1387080"/>
          </a:xfrm>
          <a:prstGeom prst="pie">
            <a:avLst>
              <a:gd name="adj1" fmla="val 13637705"/>
              <a:gd name="adj2" fmla="val 16243377"/>
            </a:avLst>
          </a:prstGeom>
          <a:solidFill>
            <a:schemeClr val="accent4">
              <a:lumMod val="9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rgbClr val="c6c6c6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Placeholder 12"/>
          <p:cNvSpPr/>
          <p:nvPr/>
        </p:nvSpPr>
        <p:spPr>
          <a:xfrm>
            <a:off x="7083720" y="1293480"/>
            <a:ext cx="1063080" cy="106308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2"/>
                </a:solidFill>
                <a:effectLst/>
                <a:uFillTx/>
                <a:latin typeface="KareliaWeb Regular"/>
              </a:rPr>
              <a:t>10%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750000" y="2693520"/>
            <a:ext cx="17308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body"/>
          </p:nvPr>
        </p:nvSpPr>
        <p:spPr>
          <a:xfrm>
            <a:off x="6750360" y="3052440"/>
            <a:ext cx="1729800" cy="145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Placeholder 12"/>
          <p:cNvSpPr/>
          <p:nvPr/>
        </p:nvSpPr>
        <p:spPr>
          <a:xfrm>
            <a:off x="4854240" y="1094760"/>
            <a:ext cx="1460520" cy="146052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rgbClr val="eeeeee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Placeholder 12"/>
          <p:cNvSpPr/>
          <p:nvPr/>
        </p:nvSpPr>
        <p:spPr>
          <a:xfrm>
            <a:off x="4890960" y="1131480"/>
            <a:ext cx="1387080" cy="1387080"/>
          </a:xfrm>
          <a:prstGeom prst="pie">
            <a:avLst>
              <a:gd name="adj1" fmla="val 10887263"/>
              <a:gd name="adj2" fmla="val 16243377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rgbClr val="c6c6c6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Placeholder 12"/>
          <p:cNvSpPr/>
          <p:nvPr/>
        </p:nvSpPr>
        <p:spPr>
          <a:xfrm>
            <a:off x="5052960" y="1293480"/>
            <a:ext cx="1063080" cy="106308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2"/>
                </a:solidFill>
                <a:effectLst/>
                <a:uFillTx/>
                <a:latin typeface="KareliaWeb Regular"/>
              </a:rPr>
              <a:t>25%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 type="body"/>
          </p:nvPr>
        </p:nvSpPr>
        <p:spPr>
          <a:xfrm>
            <a:off x="4718880" y="2693520"/>
            <a:ext cx="17308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 type="body"/>
          </p:nvPr>
        </p:nvSpPr>
        <p:spPr>
          <a:xfrm>
            <a:off x="4719240" y="3052440"/>
            <a:ext cx="1729800" cy="145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Placeholder 12"/>
          <p:cNvSpPr/>
          <p:nvPr/>
        </p:nvSpPr>
        <p:spPr>
          <a:xfrm>
            <a:off x="2823840" y="1094760"/>
            <a:ext cx="1460520" cy="1460520"/>
          </a:xfrm>
          <a:prstGeom prst="ellipse">
            <a:avLst/>
          </a:prstGeom>
          <a:solidFill>
            <a:schemeClr val="accent2">
              <a:lumMod val="10000"/>
              <a:lumOff val="9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rgbClr val="eeeeee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Placeholder 12"/>
          <p:cNvSpPr/>
          <p:nvPr/>
        </p:nvSpPr>
        <p:spPr>
          <a:xfrm>
            <a:off x="2860560" y="1131480"/>
            <a:ext cx="1387080" cy="1387080"/>
          </a:xfrm>
          <a:prstGeom prst="pie">
            <a:avLst>
              <a:gd name="adj1" fmla="val 5347108"/>
              <a:gd name="adj2" fmla="val 16243377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rgbClr val="c6c6c6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Placeholder 12"/>
          <p:cNvSpPr/>
          <p:nvPr/>
        </p:nvSpPr>
        <p:spPr>
          <a:xfrm>
            <a:off x="3022560" y="1293480"/>
            <a:ext cx="1063080" cy="106308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2"/>
                </a:solidFill>
                <a:effectLst/>
                <a:uFillTx/>
                <a:latin typeface="KareliaWeb Regular"/>
              </a:rPr>
              <a:t>50%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6"/>
          <p:cNvSpPr>
            <a:spLocks noGrp="1"/>
          </p:cNvSpPr>
          <p:nvPr>
            <p:ph type="body"/>
          </p:nvPr>
        </p:nvSpPr>
        <p:spPr>
          <a:xfrm>
            <a:off x="2688480" y="2693520"/>
            <a:ext cx="17308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7"/>
          <p:cNvSpPr>
            <a:spLocks noGrp="1"/>
          </p:cNvSpPr>
          <p:nvPr>
            <p:ph type="body"/>
          </p:nvPr>
        </p:nvSpPr>
        <p:spPr>
          <a:xfrm>
            <a:off x="2688840" y="3052440"/>
            <a:ext cx="1729800" cy="145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Placeholder 12"/>
          <p:cNvSpPr/>
          <p:nvPr/>
        </p:nvSpPr>
        <p:spPr>
          <a:xfrm>
            <a:off x="792720" y="1094760"/>
            <a:ext cx="1460520" cy="14605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rgbClr val="eeeeee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Placeholder 12"/>
          <p:cNvSpPr/>
          <p:nvPr/>
        </p:nvSpPr>
        <p:spPr>
          <a:xfrm>
            <a:off x="829440" y="1131480"/>
            <a:ext cx="1387080" cy="1387080"/>
          </a:xfrm>
          <a:prstGeom prst="pie">
            <a:avLst>
              <a:gd name="adj1" fmla="val 59993"/>
              <a:gd name="adj2" fmla="val 1624337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US" sz="100" strike="noStrike" u="none">
                <a:solidFill>
                  <a:srgbClr val="c6c6c6"/>
                </a:solidFill>
                <a:effectLst/>
                <a:uFillTx/>
                <a:latin typeface="KareliaWeb Regular"/>
              </a:rPr>
              <a:t>Click to edit Master text styles</a:t>
            </a:r>
            <a:endParaRPr b="0" lang="en-US" sz="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Placeholder 12"/>
          <p:cNvSpPr/>
          <p:nvPr/>
        </p:nvSpPr>
        <p:spPr>
          <a:xfrm>
            <a:off x="991440" y="1293480"/>
            <a:ext cx="1063080" cy="106308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685800">
              <a:lnSpc>
                <a:spcPct val="90000"/>
              </a:lnSpc>
              <a:spcBef>
                <a:spcPts val="751"/>
              </a:spcBef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2"/>
                </a:solidFill>
                <a:effectLst/>
                <a:uFillTx/>
                <a:latin typeface="KareliaWeb Regular"/>
              </a:rPr>
              <a:t>75%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8"/>
          <p:cNvSpPr>
            <a:spLocks noGrp="1"/>
          </p:cNvSpPr>
          <p:nvPr>
            <p:ph type="body"/>
          </p:nvPr>
        </p:nvSpPr>
        <p:spPr>
          <a:xfrm>
            <a:off x="657720" y="2693520"/>
            <a:ext cx="17308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9"/>
          <p:cNvSpPr>
            <a:spLocks noGrp="1"/>
          </p:cNvSpPr>
          <p:nvPr>
            <p:ph type="body"/>
          </p:nvPr>
        </p:nvSpPr>
        <p:spPr>
          <a:xfrm>
            <a:off x="658080" y="3052440"/>
            <a:ext cx="1729800" cy="145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Graphic 47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 with two logos and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1" name="Graphic 5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057560" y="0"/>
            <a:ext cx="5085720" cy="205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2" name="Freeform: Shape 430"/>
          <p:cNvSpPr/>
          <p:nvPr/>
        </p:nvSpPr>
        <p:spPr>
          <a:xfrm>
            <a:off x="9124920" y="3061080"/>
            <a:ext cx="20880" cy="20880"/>
          </a:xfrm>
          <a:custGeom>
            <a:avLst/>
            <a:gdLst>
              <a:gd name="textAreaLeft" fmla="*/ 0 w 20880"/>
              <a:gd name="textAreaRight" fmla="*/ 21600 w 20880"/>
              <a:gd name="textAreaTop" fmla="*/ 0 h 20880"/>
              <a:gd name="textAreaBottom" fmla="*/ 21600 h 20880"/>
              <a:gd name="GluePoint1X" fmla="*/ 28800 w 28800"/>
              <a:gd name="GluePoint1Y" fmla="*/ 14400 h 28800"/>
              <a:gd name="GluePoint2X" fmla="*/ 14400 w 28800"/>
              <a:gd name="GluePoint2Y" fmla="*/ 28800 h 28800"/>
              <a:gd name="GluePoint3X" fmla="*/ 0 w 28800"/>
              <a:gd name="GluePoint3Y" fmla="*/ 14400 h 28800"/>
              <a:gd name="GluePoint4X" fmla="*/ 14400 w 28800"/>
              <a:gd name="GluePoint4Y" fmla="*/ 0 h 28800"/>
              <a:gd name="GluePoint5X" fmla="*/ 28800 w 28800"/>
              <a:gd name="GluePoint5Y" fmla="*/ 14400 h 288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8800" h="28800">
                <a:moveTo>
                  <a:pt x="28800" y="14400"/>
                </a:moveTo>
                <a:cubicBezTo>
                  <a:pt x="28800" y="22353"/>
                  <a:pt x="22353" y="28800"/>
                  <a:pt x="14400" y="28800"/>
                </a:cubicBezTo>
                <a:cubicBezTo>
                  <a:pt x="6447" y="28800"/>
                  <a:pt x="0" y="22353"/>
                  <a:pt x="0" y="14400"/>
                </a:cubicBezTo>
                <a:cubicBezTo>
                  <a:pt x="0" y="6447"/>
                  <a:pt x="6447" y="0"/>
                  <a:pt x="14400" y="0"/>
                </a:cubicBezTo>
                <a:cubicBezTo>
                  <a:pt x="22353" y="0"/>
                  <a:pt x="28800" y="6447"/>
                  <a:pt x="28800" y="14400"/>
                </a:cubicBezTo>
                <a:close/>
              </a:path>
            </a:pathLst>
          </a:custGeom>
          <a:solidFill>
            <a:srgbClr val="eb262a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3400" bIns="-23400" anchor="ctr">
            <a:noAutofit/>
          </a:bodyPr>
          <a:p>
            <a:pPr defTabSz="457200">
              <a:lnSpc>
                <a:spcPct val="100000"/>
              </a:lnSpc>
            </a:pPr>
            <a:endParaRPr b="0" lang="en-IN" sz="1010" strike="noStrike" u="none">
              <a:solidFill>
                <a:schemeClr val="dk1"/>
              </a:solidFill>
              <a:effectLst/>
              <a:uFillTx/>
              <a:latin typeface="KareliaWeb Regular"/>
            </a:endParaRPr>
          </a:p>
        </p:txBody>
      </p:sp>
      <p:sp>
        <p:nvSpPr>
          <p:cNvPr id="413" name="Freeform: Shape 431"/>
          <p:cNvSpPr/>
          <p:nvPr/>
        </p:nvSpPr>
        <p:spPr>
          <a:xfrm>
            <a:off x="9124920" y="3061080"/>
            <a:ext cx="20880" cy="20880"/>
          </a:xfrm>
          <a:custGeom>
            <a:avLst/>
            <a:gdLst>
              <a:gd name="textAreaLeft" fmla="*/ 0 w 20880"/>
              <a:gd name="textAreaRight" fmla="*/ 21600 w 20880"/>
              <a:gd name="textAreaTop" fmla="*/ 0 h 20880"/>
              <a:gd name="textAreaBottom" fmla="*/ 21600 h 20880"/>
              <a:gd name="GluePoint1X" fmla="*/ 28800 w 28800"/>
              <a:gd name="GluePoint1Y" fmla="*/ 14400 h 28800"/>
              <a:gd name="GluePoint2X" fmla="*/ 14400 w 28800"/>
              <a:gd name="GluePoint2Y" fmla="*/ 28800 h 28800"/>
              <a:gd name="GluePoint3X" fmla="*/ 0 w 28800"/>
              <a:gd name="GluePoint3Y" fmla="*/ 14400 h 28800"/>
              <a:gd name="GluePoint4X" fmla="*/ 14400 w 28800"/>
              <a:gd name="GluePoint4Y" fmla="*/ 0 h 28800"/>
              <a:gd name="GluePoint5X" fmla="*/ 28800 w 28800"/>
              <a:gd name="GluePoint5Y" fmla="*/ 14400 h 288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8800" h="28800">
                <a:moveTo>
                  <a:pt x="28800" y="14400"/>
                </a:moveTo>
                <a:cubicBezTo>
                  <a:pt x="28800" y="22353"/>
                  <a:pt x="22353" y="28800"/>
                  <a:pt x="14400" y="28800"/>
                </a:cubicBezTo>
                <a:cubicBezTo>
                  <a:pt x="6447" y="28800"/>
                  <a:pt x="0" y="22353"/>
                  <a:pt x="0" y="14400"/>
                </a:cubicBezTo>
                <a:cubicBezTo>
                  <a:pt x="0" y="6447"/>
                  <a:pt x="6447" y="0"/>
                  <a:pt x="14400" y="0"/>
                </a:cubicBezTo>
                <a:cubicBezTo>
                  <a:pt x="22353" y="0"/>
                  <a:pt x="28800" y="6447"/>
                  <a:pt x="28800" y="14400"/>
                </a:cubicBezTo>
                <a:close/>
              </a:path>
            </a:pathLst>
          </a:custGeom>
          <a:solidFill>
            <a:srgbClr val="eb262a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3400" bIns="-23400" anchor="ctr">
            <a:noAutofit/>
          </a:bodyPr>
          <a:p>
            <a:pPr defTabSz="457200">
              <a:lnSpc>
                <a:spcPct val="100000"/>
              </a:lnSpc>
            </a:pPr>
            <a:endParaRPr b="0" lang="en-IN" sz="1010" strike="noStrike" u="none">
              <a:solidFill>
                <a:schemeClr val="dk1"/>
              </a:solidFill>
              <a:effectLst/>
              <a:uFillTx/>
              <a:latin typeface="KareliaWeb Regular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body"/>
          </p:nvPr>
        </p:nvSpPr>
        <p:spPr>
          <a:xfrm>
            <a:off x="4696920" y="-1500840"/>
            <a:ext cx="3932280" cy="463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Title of the Presentation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4696920" y="3135960"/>
            <a:ext cx="3932280" cy="463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Subtitle of the Presentation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16" name="Group 36"/>
          <p:cNvGrpSpPr/>
          <p:nvPr/>
        </p:nvGrpSpPr>
        <p:grpSpPr>
          <a:xfrm>
            <a:off x="4810680" y="4062240"/>
            <a:ext cx="1441440" cy="451080"/>
            <a:chOff x="4810680" y="4062240"/>
            <a:chExt cx="1441440" cy="451080"/>
          </a:xfrm>
        </p:grpSpPr>
        <p:grpSp>
          <p:nvGrpSpPr>
            <p:cNvPr id="417" name="Picture 7"/>
            <p:cNvGrpSpPr/>
            <p:nvPr/>
          </p:nvGrpSpPr>
          <p:grpSpPr>
            <a:xfrm>
              <a:off x="4810680" y="4112280"/>
              <a:ext cx="1249560" cy="351000"/>
              <a:chOff x="4810680" y="4112280"/>
              <a:chExt cx="1249560" cy="351000"/>
            </a:xfrm>
          </p:grpSpPr>
          <p:grpSp>
            <p:nvGrpSpPr>
              <p:cNvPr id="418" name="Picture 7"/>
              <p:cNvGrpSpPr/>
              <p:nvPr/>
            </p:nvGrpSpPr>
            <p:grpSpPr>
              <a:xfrm>
                <a:off x="4810680" y="4112280"/>
                <a:ext cx="1166040" cy="351000"/>
                <a:chOff x="4810680" y="4112280"/>
                <a:chExt cx="1166040" cy="351000"/>
              </a:xfrm>
            </p:grpSpPr>
            <p:sp>
              <p:nvSpPr>
                <p:cNvPr id="419" name="Freeform: Shape 41"/>
                <p:cNvSpPr/>
                <p:nvPr/>
              </p:nvSpPr>
              <p:spPr>
                <a:xfrm>
                  <a:off x="4810680" y="4112280"/>
                  <a:ext cx="208080" cy="274320"/>
                </a:xfrm>
                <a:custGeom>
                  <a:avLst/>
                  <a:gdLst>
                    <a:gd name="textAreaLeft" fmla="*/ 0 w 208080"/>
                    <a:gd name="textAreaRight" fmla="*/ 208800 w 208080"/>
                    <a:gd name="textAreaTop" fmla="*/ 0 h 274320"/>
                    <a:gd name="textAreaBottom" fmla="*/ 275040 h 274320"/>
                    <a:gd name="GluePoint1X" fmla="*/ 0 w 398847"/>
                    <a:gd name="GluePoint1Y" fmla="*/ 0 h 525915"/>
                    <a:gd name="GluePoint2X" fmla="*/ 219917 w 398847"/>
                    <a:gd name="GluePoint2Y" fmla="*/ 0 h 525915"/>
                    <a:gd name="GluePoint3X" fmla="*/ 287155 w 398847"/>
                    <a:gd name="GluePoint3Y" fmla="*/ 7109 h 525915"/>
                    <a:gd name="GluePoint4X" fmla="*/ 344415 w 398847"/>
                    <a:gd name="GluePoint4Y" fmla="*/ 31906 h 525915"/>
                    <a:gd name="GluePoint5X" fmla="*/ 384030 w 398847"/>
                    <a:gd name="GluePoint5Y" fmla="*/ 79187 h 525915"/>
                    <a:gd name="GluePoint6X" fmla="*/ 398848 w 398847"/>
                    <a:gd name="GluePoint6Y" fmla="*/ 153278 h 525915"/>
                    <a:gd name="GluePoint7X" fmla="*/ 348911 w 398847"/>
                    <a:gd name="GluePoint7Y" fmla="*/ 274650 h 525915"/>
                    <a:gd name="GluePoint8X" fmla="*/ 201415 w 398847"/>
                    <a:gd name="GluePoint8Y" fmla="*/ 315678 h 525915"/>
                    <a:gd name="GluePoint9X" fmla="*/ 68438 w 398847"/>
                    <a:gd name="GluePoint9Y" fmla="*/ 315678 h 525915"/>
                    <a:gd name="GluePoint10X" fmla="*/ 68438 w 398847"/>
                    <a:gd name="GluePoint10Y" fmla="*/ 525916 h 525915"/>
                    <a:gd name="GluePoint11X" fmla="*/ 86 w 398847"/>
                    <a:gd name="GluePoint11Y" fmla="*/ 525916 h 525915"/>
                    <a:gd name="GluePoint12X" fmla="*/ 86 w 398847"/>
                    <a:gd name="GluePoint12Y" fmla="*/ 0 h 525915"/>
                    <a:gd name="GluePoint13X" fmla="*/ 68352 w 398847"/>
                    <a:gd name="GluePoint13Y" fmla="*/ 252380 h 525915"/>
                    <a:gd name="GluePoint14X" fmla="*/ 202229 w 398847"/>
                    <a:gd name="GluePoint14Y" fmla="*/ 252380 h 525915"/>
                    <a:gd name="GluePoint15X" fmla="*/ 298633 w 398847"/>
                    <a:gd name="GluePoint15Y" fmla="*/ 227454 h 525915"/>
                    <a:gd name="GluePoint16X" fmla="*/ 326941 w 398847"/>
                    <a:gd name="GluePoint16Y" fmla="*/ 155548 h 525915"/>
                    <a:gd name="GluePoint17X" fmla="*/ 317776 w 398847"/>
                    <a:gd name="GluePoint17Y" fmla="*/ 110537 h 525915"/>
                    <a:gd name="GluePoint18X" fmla="*/ 292337 w 398847"/>
                    <a:gd name="GluePoint18Y" fmla="*/ 81928 h 525915"/>
                    <a:gd name="GluePoint19X" fmla="*/ 254264 w 398847"/>
                    <a:gd name="GluePoint19Y" fmla="*/ 66939 h 525915"/>
                    <a:gd name="GluePoint20X" fmla="*/ 207925 w 398847"/>
                    <a:gd name="GluePoint20Y" fmla="*/ 62699 h 525915"/>
                    <a:gd name="GluePoint21X" fmla="*/ 68395 w 398847"/>
                    <a:gd name="GluePoint21Y" fmla="*/ 62699 h 525915"/>
                    <a:gd name="GluePoint22X" fmla="*/ 68395 w 398847"/>
                    <a:gd name="GluePoint22Y" fmla="*/ 252422 h 52591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</a:cxnLst>
                  <a:rect l="textAreaLeft" t="textAreaTop" r="textAreaRight" b="textAreaBottom"/>
                  <a:pathLst>
                    <a:path w="398847" h="525915">
                      <a:moveTo>
                        <a:pt x="0" y="0"/>
                      </a:moveTo>
                      <a:lnTo>
                        <a:pt x="219917" y="0"/>
                      </a:lnTo>
                      <a:cubicBezTo>
                        <a:pt x="243086" y="0"/>
                        <a:pt x="265484" y="2398"/>
                        <a:pt x="287155" y="7109"/>
                      </a:cubicBezTo>
                      <a:cubicBezTo>
                        <a:pt x="308783" y="11863"/>
                        <a:pt x="327883" y="20129"/>
                        <a:pt x="344415" y="31906"/>
                      </a:cubicBezTo>
                      <a:cubicBezTo>
                        <a:pt x="360946" y="43684"/>
                        <a:pt x="374137" y="59444"/>
                        <a:pt x="384030" y="79187"/>
                      </a:cubicBezTo>
                      <a:cubicBezTo>
                        <a:pt x="393880" y="98930"/>
                        <a:pt x="398848" y="123642"/>
                        <a:pt x="398848" y="153278"/>
                      </a:cubicBezTo>
                      <a:cubicBezTo>
                        <a:pt x="398848" y="206812"/>
                        <a:pt x="382188" y="247283"/>
                        <a:pt x="348911" y="274650"/>
                      </a:cubicBezTo>
                      <a:cubicBezTo>
                        <a:pt x="315635" y="301973"/>
                        <a:pt x="266469" y="315678"/>
                        <a:pt x="201415" y="315678"/>
                      </a:cubicBezTo>
                      <a:lnTo>
                        <a:pt x="68438" y="315678"/>
                      </a:lnTo>
                      <a:lnTo>
                        <a:pt x="68438" y="525916"/>
                      </a:lnTo>
                      <a:lnTo>
                        <a:pt x="86" y="525916"/>
                      </a:lnTo>
                      <a:lnTo>
                        <a:pt x="86" y="0"/>
                      </a:lnTo>
                      <a:close/>
                      <a:moveTo>
                        <a:pt x="68352" y="252380"/>
                      </a:moveTo>
                      <a:lnTo>
                        <a:pt x="202229" y="252380"/>
                      </a:lnTo>
                      <a:cubicBezTo>
                        <a:pt x="247626" y="252380"/>
                        <a:pt x="279746" y="244071"/>
                        <a:pt x="298633" y="227454"/>
                      </a:cubicBezTo>
                      <a:cubicBezTo>
                        <a:pt x="317519" y="210837"/>
                        <a:pt x="326941" y="186854"/>
                        <a:pt x="326941" y="155548"/>
                      </a:cubicBezTo>
                      <a:cubicBezTo>
                        <a:pt x="326941" y="137432"/>
                        <a:pt x="323900" y="122400"/>
                        <a:pt x="317776" y="110537"/>
                      </a:cubicBezTo>
                      <a:cubicBezTo>
                        <a:pt x="311695" y="98631"/>
                        <a:pt x="303172" y="89123"/>
                        <a:pt x="292337" y="81928"/>
                      </a:cubicBezTo>
                      <a:cubicBezTo>
                        <a:pt x="281459" y="74776"/>
                        <a:pt x="268782" y="69765"/>
                        <a:pt x="254264" y="66939"/>
                      </a:cubicBezTo>
                      <a:cubicBezTo>
                        <a:pt x="239745" y="64112"/>
                        <a:pt x="224285" y="62699"/>
                        <a:pt x="207925" y="62699"/>
                      </a:cubicBezTo>
                      <a:lnTo>
                        <a:pt x="68395" y="62699"/>
                      </a:lnTo>
                      <a:lnTo>
                        <a:pt x="68395" y="252422"/>
                      </a:lnTo>
                      <a:close/>
                    </a:path>
                  </a:pathLst>
                </a:custGeom>
                <a:solidFill>
                  <a:srgbClr val="eb262a"/>
                </a:solidFill>
                <a:ln w="223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IN" sz="1800" strike="noStrike" u="none">
                    <a:solidFill>
                      <a:schemeClr val="dk1"/>
                    </a:solidFill>
                    <a:effectLst/>
                    <a:uFillTx/>
                    <a:latin typeface="KareliaWeb Regular"/>
                  </a:endParaRPr>
                </a:p>
              </p:txBody>
            </p:sp>
            <p:sp>
              <p:nvSpPr>
                <p:cNvPr id="420" name="Freeform: Shape 42"/>
                <p:cNvSpPr/>
                <p:nvPr/>
              </p:nvSpPr>
              <p:spPr>
                <a:xfrm>
                  <a:off x="5037840" y="4183920"/>
                  <a:ext cx="102960" cy="202680"/>
                </a:xfrm>
                <a:custGeom>
                  <a:avLst/>
                  <a:gdLst>
                    <a:gd name="textAreaLeft" fmla="*/ 0 w 102960"/>
                    <a:gd name="textAreaRight" fmla="*/ 103680 w 102960"/>
                    <a:gd name="textAreaTop" fmla="*/ 0 h 202680"/>
                    <a:gd name="textAreaBottom" fmla="*/ 203400 h 202680"/>
                    <a:gd name="GluePoint1X" fmla="*/ 198246 w 198246"/>
                    <a:gd name="GluePoint1Y" fmla="*/ 70622 h 389083"/>
                    <a:gd name="GluePoint2X" fmla="*/ 156661 w 198246"/>
                    <a:gd name="GluePoint2Y" fmla="*/ 66082 h 389083"/>
                    <a:gd name="GluePoint3X" fmla="*/ 68352 w 198246"/>
                    <a:gd name="GluePoint3Y" fmla="*/ 120087 h 389083"/>
                    <a:gd name="GluePoint4X" fmla="*/ 68352 w 198246"/>
                    <a:gd name="GluePoint4Y" fmla="*/ 389084 h 389083"/>
                    <a:gd name="GluePoint5X" fmla="*/ 0 w 198246"/>
                    <a:gd name="GluePoint5Y" fmla="*/ 389084 h 389083"/>
                    <a:gd name="GluePoint6X" fmla="*/ 0 w 198246"/>
                    <a:gd name="GluePoint6Y" fmla="*/ 7966 h 389083"/>
                    <a:gd name="GluePoint7X" fmla="*/ 68352 w 198246"/>
                    <a:gd name="GluePoint7Y" fmla="*/ 7966 h 389083"/>
                    <a:gd name="GluePoint8X" fmla="*/ 68352 w 198246"/>
                    <a:gd name="GluePoint8Y" fmla="*/ 62099 h 389083"/>
                    <a:gd name="GluePoint9X" fmla="*/ 167453 w 198246"/>
                    <a:gd name="GluePoint9Y" fmla="*/ 0 h 389083"/>
                    <a:gd name="GluePoint10X" fmla="*/ 182272 w 198246"/>
                    <a:gd name="GluePoint10Y" fmla="*/ 557 h 389083"/>
                    <a:gd name="GluePoint11X" fmla="*/ 198246 w 198246"/>
                    <a:gd name="GluePoint11Y" fmla="*/ 2827 h 389083"/>
                    <a:gd name="GluePoint12X" fmla="*/ 198246 w 198246"/>
                    <a:gd name="GluePoint12Y" fmla="*/ 70622 h 389083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</a:cxnLst>
                  <a:rect l="textAreaLeft" t="textAreaTop" r="textAreaRight" b="textAreaBottom"/>
                  <a:pathLst>
                    <a:path w="198246" h="389083">
                      <a:moveTo>
                        <a:pt x="198246" y="70622"/>
                      </a:moveTo>
                      <a:cubicBezTo>
                        <a:pt x="187240" y="67581"/>
                        <a:pt x="173364" y="66082"/>
                        <a:pt x="156661" y="66082"/>
                      </a:cubicBezTo>
                      <a:cubicBezTo>
                        <a:pt x="122485" y="66082"/>
                        <a:pt x="93063" y="84112"/>
                        <a:pt x="68352" y="120087"/>
                      </a:cubicBezTo>
                      <a:lnTo>
                        <a:pt x="68352" y="389084"/>
                      </a:lnTo>
                      <a:lnTo>
                        <a:pt x="0" y="389084"/>
                      </a:lnTo>
                      <a:lnTo>
                        <a:pt x="0" y="7966"/>
                      </a:lnTo>
                      <a:lnTo>
                        <a:pt x="68352" y="7966"/>
                      </a:lnTo>
                      <a:lnTo>
                        <a:pt x="68352" y="62099"/>
                      </a:lnTo>
                      <a:cubicBezTo>
                        <a:pt x="95675" y="20728"/>
                        <a:pt x="128738" y="0"/>
                        <a:pt x="167453" y="0"/>
                      </a:cubicBezTo>
                      <a:cubicBezTo>
                        <a:pt x="172379" y="0"/>
                        <a:pt x="177304" y="214"/>
                        <a:pt x="182272" y="557"/>
                      </a:cubicBezTo>
                      <a:cubicBezTo>
                        <a:pt x="187197" y="942"/>
                        <a:pt x="192550" y="1713"/>
                        <a:pt x="198246" y="2827"/>
                      </a:cubicBezTo>
                      <a:lnTo>
                        <a:pt x="198246" y="70622"/>
                      </a:lnTo>
                      <a:close/>
                    </a:path>
                  </a:pathLst>
                </a:custGeom>
                <a:solidFill>
                  <a:srgbClr val="eb262a"/>
                </a:solidFill>
                <a:ln w="223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IN" sz="1800" strike="noStrike" u="none">
                    <a:solidFill>
                      <a:schemeClr val="dk1"/>
                    </a:solidFill>
                    <a:effectLst/>
                    <a:uFillTx/>
                    <a:latin typeface="KareliaWeb Regular"/>
                  </a:endParaRPr>
                </a:p>
              </p:txBody>
            </p:sp>
            <p:sp>
              <p:nvSpPr>
                <p:cNvPr id="421" name="Freeform: Shape 43"/>
                <p:cNvSpPr/>
                <p:nvPr/>
              </p:nvSpPr>
              <p:spPr>
                <a:xfrm>
                  <a:off x="5128920" y="4183920"/>
                  <a:ext cx="185760" cy="207720"/>
                </a:xfrm>
                <a:custGeom>
                  <a:avLst/>
                  <a:gdLst>
                    <a:gd name="textAreaLeft" fmla="*/ 0 w 185760"/>
                    <a:gd name="textAreaRight" fmla="*/ 186480 w 185760"/>
                    <a:gd name="textAreaTop" fmla="*/ 0 h 207720"/>
                    <a:gd name="textAreaBottom" fmla="*/ 208440 h 207720"/>
                    <a:gd name="GluePoint1X" fmla="*/ 177732 w 356620"/>
                    <a:gd name="GluePoint1Y" fmla="*/ 0 h 398291"/>
                    <a:gd name="GluePoint2X" fmla="*/ 251780 w 356620"/>
                    <a:gd name="GluePoint2Y" fmla="*/ 13405 h 398291"/>
                    <a:gd name="GluePoint3X" fmla="*/ 308183 w 356620"/>
                    <a:gd name="GluePoint3Y" fmla="*/ 52120 h 398291"/>
                    <a:gd name="GluePoint4X" fmla="*/ 344072 w 356620"/>
                    <a:gd name="GluePoint4Y" fmla="*/ 114519 h 398291"/>
                    <a:gd name="GluePoint5X" fmla="*/ 356620 w 356620"/>
                    <a:gd name="GluePoint5Y" fmla="*/ 198846 h 398291"/>
                    <a:gd name="GluePoint6X" fmla="*/ 343515 w 356620"/>
                    <a:gd name="GluePoint6Y" fmla="*/ 284885 h 398291"/>
                    <a:gd name="GluePoint7X" fmla="*/ 306770 w 356620"/>
                    <a:gd name="GluePoint7Y" fmla="*/ 347284 h 398291"/>
                    <a:gd name="GluePoint8X" fmla="*/ 250367 w 356620"/>
                    <a:gd name="GluePoint8Y" fmla="*/ 385486 h 398291"/>
                    <a:gd name="GluePoint9X" fmla="*/ 177732 w 356620"/>
                    <a:gd name="GluePoint9Y" fmla="*/ 398291 h 398291"/>
                    <a:gd name="GluePoint10X" fmla="*/ 105654 w 356620"/>
                    <a:gd name="GluePoint10Y" fmla="*/ 385486 h 398291"/>
                    <a:gd name="GluePoint11X" fmla="*/ 49251 w 356620"/>
                    <a:gd name="GluePoint11Y" fmla="*/ 347284 h 398291"/>
                    <a:gd name="GluePoint12X" fmla="*/ 12805 w 356620"/>
                    <a:gd name="GluePoint12Y" fmla="*/ 284885 h 398291"/>
                    <a:gd name="GluePoint13X" fmla="*/ 0 w 356620"/>
                    <a:gd name="GluePoint13Y" fmla="*/ 198846 h 398291"/>
                    <a:gd name="GluePoint14X" fmla="*/ 12805 w 356620"/>
                    <a:gd name="GluePoint14Y" fmla="*/ 113106 h 398291"/>
                    <a:gd name="GluePoint15X" fmla="*/ 49251 w 356620"/>
                    <a:gd name="GluePoint15Y" fmla="*/ 50707 h 398291"/>
                    <a:gd name="GluePoint16X" fmla="*/ 105654 w 356620"/>
                    <a:gd name="GluePoint16Y" fmla="*/ 12805 h 398291"/>
                    <a:gd name="GluePoint17X" fmla="*/ 177732 w 356620"/>
                    <a:gd name="GluePoint17Y" fmla="*/ 0 h 398291"/>
                    <a:gd name="GluePoint18X" fmla="*/ 177732 w 356620"/>
                    <a:gd name="GluePoint18Y" fmla="*/ 345229 h 398291"/>
                    <a:gd name="GluePoint19X" fmla="*/ 257604 w 356620"/>
                    <a:gd name="GluePoint19Y" fmla="*/ 308355 h 398291"/>
                    <a:gd name="GluePoint20X" fmla="*/ 287112 w 356620"/>
                    <a:gd name="GluePoint20Y" fmla="*/ 198846 h 398291"/>
                    <a:gd name="GluePoint21X" fmla="*/ 279103 w 356620"/>
                    <a:gd name="GluePoint21Y" fmla="*/ 134220 h 398291"/>
                    <a:gd name="GluePoint22X" fmla="*/ 256491 w 356620"/>
                    <a:gd name="GluePoint22Y" fmla="*/ 88481 h 398291"/>
                    <a:gd name="GluePoint23X" fmla="*/ 221844 w 356620"/>
                    <a:gd name="GluePoint23Y" fmla="*/ 61029 h 398291"/>
                    <a:gd name="GluePoint24X" fmla="*/ 177732 w 356620"/>
                    <a:gd name="GluePoint24Y" fmla="*/ 51864 h 398291"/>
                    <a:gd name="GluePoint25X" fmla="*/ 133063 w 356620"/>
                    <a:gd name="GluePoint25Y" fmla="*/ 61585 h 398291"/>
                    <a:gd name="GluePoint26X" fmla="*/ 98673 w 356620"/>
                    <a:gd name="GluePoint26Y" fmla="*/ 89894 h 398291"/>
                    <a:gd name="GluePoint27X" fmla="*/ 76318 w 356620"/>
                    <a:gd name="GluePoint27Y" fmla="*/ 135933 h 398291"/>
                    <a:gd name="GluePoint28X" fmla="*/ 68309 w 356620"/>
                    <a:gd name="GluePoint28Y" fmla="*/ 198846 h 398291"/>
                    <a:gd name="GluePoint29X" fmla="*/ 97774 w 356620"/>
                    <a:gd name="GluePoint29Y" fmla="*/ 307798 h 398291"/>
                    <a:gd name="GluePoint30X" fmla="*/ 177689 w 356620"/>
                    <a:gd name="GluePoint30Y" fmla="*/ 345229 h 398291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</a:cxnLst>
                  <a:rect l="textAreaLeft" t="textAreaTop" r="textAreaRight" b="textAreaBottom"/>
                  <a:pathLst>
                    <a:path w="356620" h="398291">
                      <a:moveTo>
                        <a:pt x="177732" y="0"/>
                      </a:moveTo>
                      <a:cubicBezTo>
                        <a:pt x="205056" y="0"/>
                        <a:pt x="229767" y="4454"/>
                        <a:pt x="251780" y="13405"/>
                      </a:cubicBezTo>
                      <a:cubicBezTo>
                        <a:pt x="273793" y="22313"/>
                        <a:pt x="292594" y="35247"/>
                        <a:pt x="308183" y="52120"/>
                      </a:cubicBezTo>
                      <a:cubicBezTo>
                        <a:pt x="323772" y="69037"/>
                        <a:pt x="335721" y="89808"/>
                        <a:pt x="344072" y="114519"/>
                      </a:cubicBezTo>
                      <a:cubicBezTo>
                        <a:pt x="352423" y="139188"/>
                        <a:pt x="356620" y="167325"/>
                        <a:pt x="356620" y="198846"/>
                      </a:cubicBezTo>
                      <a:cubicBezTo>
                        <a:pt x="356620" y="230367"/>
                        <a:pt x="352252" y="260174"/>
                        <a:pt x="343515" y="284885"/>
                      </a:cubicBezTo>
                      <a:cubicBezTo>
                        <a:pt x="334778" y="309554"/>
                        <a:pt x="322530" y="330368"/>
                        <a:pt x="306770" y="347284"/>
                      </a:cubicBezTo>
                      <a:cubicBezTo>
                        <a:pt x="291009" y="364201"/>
                        <a:pt x="272208" y="376921"/>
                        <a:pt x="250367" y="385486"/>
                      </a:cubicBezTo>
                      <a:cubicBezTo>
                        <a:pt x="228525" y="394009"/>
                        <a:pt x="204328" y="398291"/>
                        <a:pt x="177732" y="398291"/>
                      </a:cubicBezTo>
                      <a:cubicBezTo>
                        <a:pt x="151136" y="398291"/>
                        <a:pt x="127496" y="394009"/>
                        <a:pt x="105654" y="385486"/>
                      </a:cubicBezTo>
                      <a:cubicBezTo>
                        <a:pt x="83812" y="376921"/>
                        <a:pt x="65011" y="364201"/>
                        <a:pt x="49251" y="347284"/>
                      </a:cubicBezTo>
                      <a:cubicBezTo>
                        <a:pt x="33491" y="330368"/>
                        <a:pt x="21328" y="309597"/>
                        <a:pt x="12805" y="284885"/>
                      </a:cubicBezTo>
                      <a:cubicBezTo>
                        <a:pt x="4283" y="260174"/>
                        <a:pt x="0" y="231523"/>
                        <a:pt x="0" y="198846"/>
                      </a:cubicBezTo>
                      <a:cubicBezTo>
                        <a:pt x="0" y="166169"/>
                        <a:pt x="4283" y="137989"/>
                        <a:pt x="12805" y="113106"/>
                      </a:cubicBezTo>
                      <a:cubicBezTo>
                        <a:pt x="21328" y="88224"/>
                        <a:pt x="33491" y="67453"/>
                        <a:pt x="49251" y="50707"/>
                      </a:cubicBezTo>
                      <a:cubicBezTo>
                        <a:pt x="65011" y="34005"/>
                        <a:pt x="83812" y="21371"/>
                        <a:pt x="105654" y="12805"/>
                      </a:cubicBezTo>
                      <a:cubicBezTo>
                        <a:pt x="127496" y="4283"/>
                        <a:pt x="151522" y="0"/>
                        <a:pt x="177732" y="0"/>
                      </a:cubicBezTo>
                      <a:close/>
                      <a:moveTo>
                        <a:pt x="177732" y="345229"/>
                      </a:moveTo>
                      <a:cubicBezTo>
                        <a:pt x="211308" y="345229"/>
                        <a:pt x="237947" y="332937"/>
                        <a:pt x="257604" y="308355"/>
                      </a:cubicBezTo>
                      <a:cubicBezTo>
                        <a:pt x="277262" y="283772"/>
                        <a:pt x="287112" y="247240"/>
                        <a:pt x="287112" y="198846"/>
                      </a:cubicBezTo>
                      <a:cubicBezTo>
                        <a:pt x="287112" y="174049"/>
                        <a:pt x="284414" y="152507"/>
                        <a:pt x="279103" y="134220"/>
                      </a:cubicBezTo>
                      <a:cubicBezTo>
                        <a:pt x="273750" y="115933"/>
                        <a:pt x="266213" y="100686"/>
                        <a:pt x="256491" y="88481"/>
                      </a:cubicBezTo>
                      <a:cubicBezTo>
                        <a:pt x="246769" y="76275"/>
                        <a:pt x="235206" y="67153"/>
                        <a:pt x="221844" y="61029"/>
                      </a:cubicBezTo>
                      <a:cubicBezTo>
                        <a:pt x="208482" y="54947"/>
                        <a:pt x="193749" y="51864"/>
                        <a:pt x="177732" y="51864"/>
                      </a:cubicBezTo>
                      <a:cubicBezTo>
                        <a:pt x="161715" y="51864"/>
                        <a:pt x="146425" y="55118"/>
                        <a:pt x="133063" y="61585"/>
                      </a:cubicBezTo>
                      <a:cubicBezTo>
                        <a:pt x="119659" y="68052"/>
                        <a:pt x="108224" y="77517"/>
                        <a:pt x="98673" y="89894"/>
                      </a:cubicBezTo>
                      <a:cubicBezTo>
                        <a:pt x="89123" y="102271"/>
                        <a:pt x="81671" y="117646"/>
                        <a:pt x="76318" y="135933"/>
                      </a:cubicBezTo>
                      <a:cubicBezTo>
                        <a:pt x="70964" y="154220"/>
                        <a:pt x="68309" y="175205"/>
                        <a:pt x="68309" y="198846"/>
                      </a:cubicBezTo>
                      <a:cubicBezTo>
                        <a:pt x="68309" y="246512"/>
                        <a:pt x="78116" y="282830"/>
                        <a:pt x="97774" y="307798"/>
                      </a:cubicBezTo>
                      <a:cubicBezTo>
                        <a:pt x="117432" y="332766"/>
                        <a:pt x="144070" y="345229"/>
                        <a:pt x="177689" y="345229"/>
                      </a:cubicBezTo>
                      <a:close/>
                    </a:path>
                  </a:pathLst>
                </a:custGeom>
                <a:solidFill>
                  <a:srgbClr val="eb262a"/>
                </a:solidFill>
                <a:ln w="223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IN" sz="1800" strike="noStrike" u="none">
                    <a:solidFill>
                      <a:schemeClr val="dk1"/>
                    </a:solidFill>
                    <a:effectLst/>
                    <a:uFillTx/>
                    <a:latin typeface="KareliaWeb Regular"/>
                  </a:endParaRPr>
                </a:p>
              </p:txBody>
            </p:sp>
            <p:sp>
              <p:nvSpPr>
                <p:cNvPr id="422" name="Freeform: Shape 44"/>
                <p:cNvSpPr/>
                <p:nvPr/>
              </p:nvSpPr>
              <p:spPr>
                <a:xfrm>
                  <a:off x="5318640" y="4112280"/>
                  <a:ext cx="173160" cy="279000"/>
                </a:xfrm>
                <a:custGeom>
                  <a:avLst/>
                  <a:gdLst>
                    <a:gd name="textAreaLeft" fmla="*/ 0 w 173160"/>
                    <a:gd name="textAreaRight" fmla="*/ 173880 w 173160"/>
                    <a:gd name="textAreaTop" fmla="*/ 0 h 279000"/>
                    <a:gd name="textAreaBottom" fmla="*/ 279720 h 279000"/>
                    <a:gd name="GluePoint1X" fmla="*/ 264328 w 332123"/>
                    <a:gd name="GluePoint1Y" fmla="*/ 480862 h 534995"/>
                    <a:gd name="GluePoint2X" fmla="*/ 155719 w 332123"/>
                    <a:gd name="GluePoint2Y" fmla="*/ 534995 h 534995"/>
                    <a:gd name="GluePoint3X" fmla="*/ 90065 w 332123"/>
                    <a:gd name="GluePoint3Y" fmla="*/ 521333 h 534995"/>
                    <a:gd name="GluePoint4X" fmla="*/ 41200 w 332123"/>
                    <a:gd name="GluePoint4Y" fmla="*/ 482318 h 534995"/>
                    <a:gd name="GluePoint5X" fmla="*/ 10493 w 332123"/>
                    <a:gd name="GluePoint5Y" fmla="*/ 420519 h 534995"/>
                    <a:gd name="GluePoint6X" fmla="*/ 0 w 332123"/>
                    <a:gd name="GluePoint6Y" fmla="*/ 338462 h 534995"/>
                    <a:gd name="GluePoint7X" fmla="*/ 11949 w 332123"/>
                    <a:gd name="GluePoint7Y" fmla="*/ 254435 h 534995"/>
                    <a:gd name="GluePoint8X" fmla="*/ 45182 w 332123"/>
                    <a:gd name="GluePoint8Y" fmla="*/ 190923 h 534995"/>
                    <a:gd name="GluePoint9X" fmla="*/ 95761 w 332123"/>
                    <a:gd name="GluePoint9Y" fmla="*/ 150751 h 534995"/>
                    <a:gd name="GluePoint10X" fmla="*/ 160301 w 332123"/>
                    <a:gd name="GluePoint10Y" fmla="*/ 136790 h 534995"/>
                    <a:gd name="GluePoint11X" fmla="*/ 264328 w 332123"/>
                    <a:gd name="GluePoint11Y" fmla="*/ 173835 h 534995"/>
                    <a:gd name="GluePoint12X" fmla="*/ 264328 w 332123"/>
                    <a:gd name="GluePoint12Y" fmla="*/ 0 h 534995"/>
                    <a:gd name="GluePoint13X" fmla="*/ 332123 w 332123"/>
                    <a:gd name="GluePoint13Y" fmla="*/ 0 h 534995"/>
                    <a:gd name="GluePoint14X" fmla="*/ 332123 w 332123"/>
                    <a:gd name="GluePoint14Y" fmla="*/ 525873 h 534995"/>
                    <a:gd name="GluePoint15X" fmla="*/ 264328 w 332123"/>
                    <a:gd name="GluePoint15Y" fmla="*/ 525873 h 534995"/>
                    <a:gd name="GluePoint16X" fmla="*/ 264328 w 332123"/>
                    <a:gd name="GluePoint16Y" fmla="*/ 480862 h 534995"/>
                    <a:gd name="GluePoint17X" fmla="*/ 264328 w 332123"/>
                    <a:gd name="GluePoint17Y" fmla="*/ 417649 h 534995"/>
                    <a:gd name="GluePoint18X" fmla="*/ 264328 w 332123"/>
                    <a:gd name="GluePoint18Y" fmla="*/ 235120 h 534995"/>
                    <a:gd name="GluePoint19X" fmla="*/ 164070 w 332123"/>
                    <a:gd name="GluePoint19Y" fmla="*/ 188610 h 534995"/>
                    <a:gd name="GluePoint20X" fmla="*/ 94562 w 332123"/>
                    <a:gd name="GluePoint20Y" fmla="*/ 225784 h 534995"/>
                    <a:gd name="GluePoint21X" fmla="*/ 68352 w 332123"/>
                    <a:gd name="GluePoint21Y" fmla="*/ 338462 h 534995"/>
                    <a:gd name="GluePoint22X" fmla="*/ 93149 w 332123"/>
                    <a:gd name="GluePoint22Y" fmla="*/ 446001 h 534995"/>
                    <a:gd name="GluePoint23X" fmla="*/ 161244 w 332123"/>
                    <a:gd name="GluePoint23Y" fmla="*/ 482018 h 534995"/>
                    <a:gd name="GluePoint24X" fmla="*/ 264371 w 332123"/>
                    <a:gd name="GluePoint24Y" fmla="*/ 417649 h 534995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32123" h="534995">
                      <a:moveTo>
                        <a:pt x="264328" y="480862"/>
                      </a:moveTo>
                      <a:cubicBezTo>
                        <a:pt x="234007" y="516965"/>
                        <a:pt x="197818" y="534995"/>
                        <a:pt x="155719" y="534995"/>
                      </a:cubicBezTo>
                      <a:cubicBezTo>
                        <a:pt x="131093" y="534995"/>
                        <a:pt x="109209" y="530455"/>
                        <a:pt x="90065" y="521333"/>
                      </a:cubicBezTo>
                      <a:cubicBezTo>
                        <a:pt x="70921" y="512211"/>
                        <a:pt x="54604" y="499235"/>
                        <a:pt x="41200" y="482318"/>
                      </a:cubicBezTo>
                      <a:cubicBezTo>
                        <a:pt x="27752" y="465444"/>
                        <a:pt x="17516" y="444801"/>
                        <a:pt x="10493" y="420519"/>
                      </a:cubicBezTo>
                      <a:cubicBezTo>
                        <a:pt x="3469" y="396193"/>
                        <a:pt x="0" y="368869"/>
                        <a:pt x="0" y="338462"/>
                      </a:cubicBezTo>
                      <a:cubicBezTo>
                        <a:pt x="0" y="308055"/>
                        <a:pt x="3983" y="279318"/>
                        <a:pt x="11949" y="254435"/>
                      </a:cubicBezTo>
                      <a:cubicBezTo>
                        <a:pt x="19915" y="229553"/>
                        <a:pt x="30964" y="208396"/>
                        <a:pt x="45182" y="190923"/>
                      </a:cubicBezTo>
                      <a:cubicBezTo>
                        <a:pt x="59401" y="173449"/>
                        <a:pt x="76275" y="160045"/>
                        <a:pt x="95761" y="150751"/>
                      </a:cubicBezTo>
                      <a:cubicBezTo>
                        <a:pt x="115290" y="141458"/>
                        <a:pt x="136789" y="136790"/>
                        <a:pt x="160301" y="136790"/>
                      </a:cubicBezTo>
                      <a:cubicBezTo>
                        <a:pt x="201629" y="136790"/>
                        <a:pt x="236277" y="149124"/>
                        <a:pt x="264328" y="173835"/>
                      </a:cubicBezTo>
                      <a:lnTo>
                        <a:pt x="264328" y="0"/>
                      </a:lnTo>
                      <a:lnTo>
                        <a:pt x="332123" y="0"/>
                      </a:lnTo>
                      <a:lnTo>
                        <a:pt x="332123" y="525873"/>
                      </a:lnTo>
                      <a:lnTo>
                        <a:pt x="264328" y="525873"/>
                      </a:lnTo>
                      <a:lnTo>
                        <a:pt x="264328" y="480862"/>
                      </a:lnTo>
                      <a:close/>
                      <a:moveTo>
                        <a:pt x="264328" y="417649"/>
                      </a:moveTo>
                      <a:lnTo>
                        <a:pt x="264328" y="235120"/>
                      </a:lnTo>
                      <a:cubicBezTo>
                        <a:pt x="234692" y="204114"/>
                        <a:pt x="201287" y="188610"/>
                        <a:pt x="164070" y="188610"/>
                      </a:cubicBezTo>
                      <a:cubicBezTo>
                        <a:pt x="135205" y="188610"/>
                        <a:pt x="112035" y="200987"/>
                        <a:pt x="94562" y="225784"/>
                      </a:cubicBezTo>
                      <a:cubicBezTo>
                        <a:pt x="77089" y="250581"/>
                        <a:pt x="68352" y="288140"/>
                        <a:pt x="68352" y="338462"/>
                      </a:cubicBezTo>
                      <a:cubicBezTo>
                        <a:pt x="68352" y="386128"/>
                        <a:pt x="76618" y="421975"/>
                        <a:pt x="93149" y="446001"/>
                      </a:cubicBezTo>
                      <a:cubicBezTo>
                        <a:pt x="109680" y="470027"/>
                        <a:pt x="132335" y="482018"/>
                        <a:pt x="161244" y="482018"/>
                      </a:cubicBezTo>
                      <a:cubicBezTo>
                        <a:pt x="198460" y="482018"/>
                        <a:pt x="232808" y="460562"/>
                        <a:pt x="264371" y="417649"/>
                      </a:cubicBezTo>
                      <a:close/>
                    </a:path>
                  </a:pathLst>
                </a:custGeom>
                <a:solidFill>
                  <a:srgbClr val="eb262a"/>
                </a:solidFill>
                <a:ln w="223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IN" sz="1800" strike="noStrike" u="none">
                    <a:solidFill>
                      <a:schemeClr val="dk1"/>
                    </a:solidFill>
                    <a:effectLst/>
                    <a:uFillTx/>
                    <a:latin typeface="KareliaWeb Regular"/>
                  </a:endParaRPr>
                </a:p>
              </p:txBody>
            </p:sp>
            <p:sp>
              <p:nvSpPr>
                <p:cNvPr id="423" name="Freeform: Shape 45"/>
                <p:cNvSpPr/>
                <p:nvPr/>
              </p:nvSpPr>
              <p:spPr>
                <a:xfrm>
                  <a:off x="5509080" y="4183920"/>
                  <a:ext cx="172080" cy="207720"/>
                </a:xfrm>
                <a:custGeom>
                  <a:avLst/>
                  <a:gdLst>
                    <a:gd name="textAreaLeft" fmla="*/ 0 w 172080"/>
                    <a:gd name="textAreaRight" fmla="*/ 172800 w 172080"/>
                    <a:gd name="textAreaTop" fmla="*/ 0 h 207720"/>
                    <a:gd name="textAreaBottom" fmla="*/ 208440 h 207720"/>
                    <a:gd name="GluePoint1X" fmla="*/ 262615 w 330367"/>
                    <a:gd name="GluePoint1Y" fmla="*/ 350325 h 398162"/>
                    <a:gd name="GluePoint2X" fmla="*/ 129594 w 330367"/>
                    <a:gd name="GluePoint2Y" fmla="*/ 398163 h 398162"/>
                    <a:gd name="GluePoint3X" fmla="*/ 77859 w 330367"/>
                    <a:gd name="GluePoint3Y" fmla="*/ 390197 h 398162"/>
                    <a:gd name="GluePoint4X" fmla="*/ 36660 w 330367"/>
                    <a:gd name="GluePoint4Y" fmla="*/ 367670 h 398162"/>
                    <a:gd name="GluePoint5X" fmla="*/ 9679 w 330367"/>
                    <a:gd name="GluePoint5Y" fmla="*/ 332937 h 398162"/>
                    <a:gd name="GluePoint6X" fmla="*/ 0 w 330367"/>
                    <a:gd name="GluePoint6Y" fmla="*/ 288226 h 398162"/>
                    <a:gd name="GluePoint7X" fmla="*/ 229638 w 330367"/>
                    <a:gd name="GluePoint7Y" fmla="*/ 154349 h 398162"/>
                    <a:gd name="GluePoint8X" fmla="*/ 262615 w 330367"/>
                    <a:gd name="GluePoint8Y" fmla="*/ 154349 h 398162"/>
                    <a:gd name="GluePoint9X" fmla="*/ 260345 w 330367"/>
                    <a:gd name="GluePoint9Y" fmla="*/ 108524 h 398162"/>
                    <a:gd name="GluePoint10X" fmla="*/ 249296 w 330367"/>
                    <a:gd name="GluePoint10Y" fmla="*/ 76446 h 398162"/>
                    <a:gd name="GluePoint11X" fmla="*/ 222401 w 330367"/>
                    <a:gd name="GluePoint11Y" fmla="*/ 57816 h 398162"/>
                    <a:gd name="GluePoint12X" fmla="*/ 171993 w 330367"/>
                    <a:gd name="GluePoint12Y" fmla="*/ 51821 h 398162"/>
                    <a:gd name="GluePoint13X" fmla="*/ 79144 w 330367"/>
                    <a:gd name="GluePoint13Y" fmla="*/ 117346 h 398162"/>
                    <a:gd name="GluePoint14X" fmla="*/ 11349 w 330367"/>
                    <a:gd name="GluePoint14Y" fmla="*/ 117346 h 398162"/>
                    <a:gd name="GluePoint15X" fmla="*/ 175419 w 330367"/>
                    <a:gd name="GluePoint15Y" fmla="*/ 0 h 398162"/>
                    <a:gd name="GluePoint16X" fmla="*/ 240645 w 330367"/>
                    <a:gd name="GluePoint16Y" fmla="*/ 5996 h 398162"/>
                    <a:gd name="GluePoint17X" fmla="*/ 289339 w 330367"/>
                    <a:gd name="GluePoint17Y" fmla="*/ 27923 h 398162"/>
                    <a:gd name="GluePoint18X" fmla="*/ 319832 w 330367"/>
                    <a:gd name="GluePoint18Y" fmla="*/ 71778 h 398162"/>
                    <a:gd name="GluePoint19X" fmla="*/ 330367 w 330367"/>
                    <a:gd name="GluePoint19Y" fmla="*/ 142999 h 398162"/>
                    <a:gd name="GluePoint20X" fmla="*/ 330367 w 330367"/>
                    <a:gd name="GluePoint20Y" fmla="*/ 389126 h 398162"/>
                    <a:gd name="GluePoint21X" fmla="*/ 262572 w 330367"/>
                    <a:gd name="GluePoint21Y" fmla="*/ 389126 h 398162"/>
                    <a:gd name="GluePoint22X" fmla="*/ 262572 w 330367"/>
                    <a:gd name="GluePoint22Y" fmla="*/ 350411 h 398162"/>
                    <a:gd name="GluePoint23X" fmla="*/ 262615 w 330367"/>
                    <a:gd name="GluePoint23Y" fmla="*/ 288911 h 398162"/>
                    <a:gd name="GluePoint24X" fmla="*/ 262615 w 330367"/>
                    <a:gd name="GluePoint24Y" fmla="*/ 203899 h 398162"/>
                    <a:gd name="GluePoint25X" fmla="*/ 216447 w 330367"/>
                    <a:gd name="GluePoint25Y" fmla="*/ 203899 h 398162"/>
                    <a:gd name="GluePoint26X" fmla="*/ 69465 w 330367"/>
                    <a:gd name="GluePoint26Y" fmla="*/ 284885 h 398162"/>
                    <a:gd name="GluePoint27X" fmla="*/ 90536 w 330367"/>
                    <a:gd name="GluePoint27Y" fmla="*/ 329682 h 398162"/>
                    <a:gd name="GluePoint28X" fmla="*/ 149209 w 330367"/>
                    <a:gd name="GluePoint28Y" fmla="*/ 345186 h 398162"/>
                    <a:gd name="GluePoint29X" fmla="*/ 181972 w 330367"/>
                    <a:gd name="GluePoint29Y" fmla="*/ 341460 h 398162"/>
                    <a:gd name="GluePoint30X" fmla="*/ 213021 w 330367"/>
                    <a:gd name="GluePoint30Y" fmla="*/ 330239 h 398162"/>
                    <a:gd name="GluePoint31X" fmla="*/ 240645 w 330367"/>
                    <a:gd name="GluePoint31Y" fmla="*/ 312423 h 398162"/>
                    <a:gd name="GluePoint32X" fmla="*/ 262572 w 330367"/>
                    <a:gd name="GluePoint32Y" fmla="*/ 288868 h 398162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  <a:cxn ang="0">
                      <a:pos x="GluePoint26X" y="GluePoint26Y"/>
                    </a:cxn>
                    <a:cxn ang="0">
                      <a:pos x="GluePoint27X" y="GluePoint27Y"/>
                    </a:cxn>
                    <a:cxn ang="0">
                      <a:pos x="GluePoint28X" y="GluePoint28Y"/>
                    </a:cxn>
                    <a:cxn ang="0">
                      <a:pos x="GluePoint29X" y="GluePoint29Y"/>
                    </a:cxn>
                    <a:cxn ang="0">
                      <a:pos x="GluePoint30X" y="GluePoint30Y"/>
                    </a:cxn>
                    <a:cxn ang="0">
                      <a:pos x="GluePoint31X" y="GluePoint31Y"/>
                    </a:cxn>
                    <a:cxn ang="0">
                      <a:pos x="GluePoint32X" y="GluePoint32Y"/>
                    </a:cxn>
                  </a:cxnLst>
                  <a:rect l="textAreaLeft" t="textAreaTop" r="textAreaRight" b="textAreaBottom"/>
                  <a:pathLst>
                    <a:path w="330367" h="398162">
                      <a:moveTo>
                        <a:pt x="262615" y="350325"/>
                      </a:moveTo>
                      <a:cubicBezTo>
                        <a:pt x="227754" y="382231"/>
                        <a:pt x="183428" y="398163"/>
                        <a:pt x="129594" y="398163"/>
                      </a:cubicBezTo>
                      <a:cubicBezTo>
                        <a:pt x="111007" y="398163"/>
                        <a:pt x="93791" y="395508"/>
                        <a:pt x="77859" y="390197"/>
                      </a:cubicBezTo>
                      <a:cubicBezTo>
                        <a:pt x="61928" y="384886"/>
                        <a:pt x="48223" y="377392"/>
                        <a:pt x="36660" y="367670"/>
                      </a:cubicBezTo>
                      <a:cubicBezTo>
                        <a:pt x="25097" y="357991"/>
                        <a:pt x="16103" y="346428"/>
                        <a:pt x="9679" y="332937"/>
                      </a:cubicBezTo>
                      <a:cubicBezTo>
                        <a:pt x="3212" y="319447"/>
                        <a:pt x="0" y="304543"/>
                        <a:pt x="0" y="288226"/>
                      </a:cubicBezTo>
                      <a:cubicBezTo>
                        <a:pt x="0" y="198974"/>
                        <a:pt x="76532" y="154349"/>
                        <a:pt x="229638" y="154349"/>
                      </a:cubicBezTo>
                      <a:lnTo>
                        <a:pt x="262615" y="154349"/>
                      </a:lnTo>
                      <a:cubicBezTo>
                        <a:pt x="262615" y="136789"/>
                        <a:pt x="261844" y="121500"/>
                        <a:pt x="260345" y="108524"/>
                      </a:cubicBezTo>
                      <a:cubicBezTo>
                        <a:pt x="258803" y="95547"/>
                        <a:pt x="255163" y="84840"/>
                        <a:pt x="249296" y="76446"/>
                      </a:cubicBezTo>
                      <a:cubicBezTo>
                        <a:pt x="243429" y="68052"/>
                        <a:pt x="234478" y="61842"/>
                        <a:pt x="222401" y="57816"/>
                      </a:cubicBezTo>
                      <a:cubicBezTo>
                        <a:pt x="210323" y="53834"/>
                        <a:pt x="193535" y="51821"/>
                        <a:pt x="171993" y="51821"/>
                      </a:cubicBezTo>
                      <a:cubicBezTo>
                        <a:pt x="111607" y="51821"/>
                        <a:pt x="80643" y="73662"/>
                        <a:pt x="79144" y="117346"/>
                      </a:cubicBezTo>
                      <a:lnTo>
                        <a:pt x="11349" y="117346"/>
                      </a:lnTo>
                      <a:cubicBezTo>
                        <a:pt x="16660" y="39101"/>
                        <a:pt x="71350" y="0"/>
                        <a:pt x="175419" y="0"/>
                      </a:cubicBezTo>
                      <a:cubicBezTo>
                        <a:pt x="199745" y="0"/>
                        <a:pt x="221458" y="2013"/>
                        <a:pt x="240645" y="5996"/>
                      </a:cubicBezTo>
                      <a:cubicBezTo>
                        <a:pt x="259789" y="9979"/>
                        <a:pt x="276063" y="17302"/>
                        <a:pt x="289339" y="27923"/>
                      </a:cubicBezTo>
                      <a:cubicBezTo>
                        <a:pt x="302615" y="38544"/>
                        <a:pt x="312808" y="53191"/>
                        <a:pt x="319832" y="71778"/>
                      </a:cubicBezTo>
                      <a:cubicBezTo>
                        <a:pt x="326855" y="90365"/>
                        <a:pt x="330367" y="114134"/>
                        <a:pt x="330367" y="142999"/>
                      </a:cubicBezTo>
                      <a:lnTo>
                        <a:pt x="330367" y="389126"/>
                      </a:lnTo>
                      <a:lnTo>
                        <a:pt x="262572" y="389126"/>
                      </a:lnTo>
                      <a:lnTo>
                        <a:pt x="262572" y="350411"/>
                      </a:lnTo>
                      <a:close/>
                      <a:moveTo>
                        <a:pt x="262615" y="288911"/>
                      </a:moveTo>
                      <a:lnTo>
                        <a:pt x="262615" y="203899"/>
                      </a:lnTo>
                      <a:lnTo>
                        <a:pt x="216447" y="203899"/>
                      </a:lnTo>
                      <a:cubicBezTo>
                        <a:pt x="118459" y="203899"/>
                        <a:pt x="69465" y="230923"/>
                        <a:pt x="69465" y="284885"/>
                      </a:cubicBezTo>
                      <a:cubicBezTo>
                        <a:pt x="69465" y="304414"/>
                        <a:pt x="76489" y="319361"/>
                        <a:pt x="90536" y="329682"/>
                      </a:cubicBezTo>
                      <a:cubicBezTo>
                        <a:pt x="104583" y="340047"/>
                        <a:pt x="124155" y="345186"/>
                        <a:pt x="149209" y="345186"/>
                      </a:cubicBezTo>
                      <a:cubicBezTo>
                        <a:pt x="160216" y="345186"/>
                        <a:pt x="171137" y="343944"/>
                        <a:pt x="181972" y="341460"/>
                      </a:cubicBezTo>
                      <a:cubicBezTo>
                        <a:pt x="192807" y="338976"/>
                        <a:pt x="203128" y="335250"/>
                        <a:pt x="213021" y="330239"/>
                      </a:cubicBezTo>
                      <a:cubicBezTo>
                        <a:pt x="222872" y="325271"/>
                        <a:pt x="232122" y="319318"/>
                        <a:pt x="240645" y="312423"/>
                      </a:cubicBezTo>
                      <a:cubicBezTo>
                        <a:pt x="249167" y="305528"/>
                        <a:pt x="256491" y="297691"/>
                        <a:pt x="262572" y="288868"/>
                      </a:cubicBezTo>
                      <a:close/>
                    </a:path>
                  </a:pathLst>
                </a:custGeom>
                <a:solidFill>
                  <a:srgbClr val="eb262a"/>
                </a:solidFill>
                <a:ln w="223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IN" sz="1800" strike="noStrike" u="none">
                    <a:solidFill>
                      <a:schemeClr val="dk1"/>
                    </a:solidFill>
                    <a:effectLst/>
                    <a:uFillTx/>
                    <a:latin typeface="KareliaWeb Regular"/>
                  </a:endParaRPr>
                </a:p>
              </p:txBody>
            </p:sp>
            <p:sp>
              <p:nvSpPr>
                <p:cNvPr id="424" name="Freeform: Shape 46"/>
                <p:cNvSpPr/>
                <p:nvPr/>
              </p:nvSpPr>
              <p:spPr>
                <a:xfrm>
                  <a:off x="5710320" y="4183920"/>
                  <a:ext cx="173520" cy="279360"/>
                </a:xfrm>
                <a:custGeom>
                  <a:avLst/>
                  <a:gdLst>
                    <a:gd name="textAreaLeft" fmla="*/ 0 w 173520"/>
                    <a:gd name="textAreaRight" fmla="*/ 174240 w 173520"/>
                    <a:gd name="textAreaTop" fmla="*/ 0 h 279360"/>
                    <a:gd name="textAreaBottom" fmla="*/ 280080 h 279360"/>
                    <a:gd name="GluePoint1X" fmla="*/ 68352 w 332722"/>
                    <a:gd name="GluePoint1Y" fmla="*/ 52977 h 535594"/>
                    <a:gd name="GluePoint2X" fmla="*/ 176918 w 332722"/>
                    <a:gd name="GluePoint2Y" fmla="*/ 0 h 535594"/>
                    <a:gd name="GluePoint3X" fmla="*/ 242872 w 332722"/>
                    <a:gd name="GluePoint3Y" fmla="*/ 13962 h 535594"/>
                    <a:gd name="GluePoint4X" fmla="*/ 291780 w 332722"/>
                    <a:gd name="GluePoint4Y" fmla="*/ 53277 h 535594"/>
                    <a:gd name="GluePoint5X" fmla="*/ 322187 w 332722"/>
                    <a:gd name="GluePoint5Y" fmla="*/ 114819 h 535594"/>
                    <a:gd name="GluePoint6X" fmla="*/ 332723 w 332722"/>
                    <a:gd name="GluePoint6Y" fmla="*/ 195463 h 535594"/>
                    <a:gd name="GluePoint7X" fmla="*/ 320774 w 332722"/>
                    <a:gd name="GluePoint7Y" fmla="*/ 279189 h 535594"/>
                    <a:gd name="GluePoint8X" fmla="*/ 287241 w 332722"/>
                    <a:gd name="GluePoint8Y" fmla="*/ 343301 h 535594"/>
                    <a:gd name="GluePoint9X" fmla="*/ 236062 w 332722"/>
                    <a:gd name="GluePoint9Y" fmla="*/ 384030 h 535594"/>
                    <a:gd name="GluePoint10X" fmla="*/ 171822 w 332722"/>
                    <a:gd name="GluePoint10Y" fmla="*/ 398291 h 535594"/>
                    <a:gd name="GluePoint11X" fmla="*/ 68352 w 332722"/>
                    <a:gd name="GluePoint11Y" fmla="*/ 360132 h 535594"/>
                    <a:gd name="GluePoint12X" fmla="*/ 68352 w 332722"/>
                    <a:gd name="GluePoint12Y" fmla="*/ 535595 h 535594"/>
                    <a:gd name="GluePoint13X" fmla="*/ 0 w 332722"/>
                    <a:gd name="GluePoint13Y" fmla="*/ 535595 h 535594"/>
                    <a:gd name="GluePoint14X" fmla="*/ 0 w 332722"/>
                    <a:gd name="GluePoint14Y" fmla="*/ 7966 h 535594"/>
                    <a:gd name="GluePoint15X" fmla="*/ 68352 w 332722"/>
                    <a:gd name="GluePoint15Y" fmla="*/ 7966 h 535594"/>
                    <a:gd name="GluePoint16X" fmla="*/ 68352 w 332722"/>
                    <a:gd name="GluePoint16Y" fmla="*/ 52977 h 535594"/>
                    <a:gd name="GluePoint17X" fmla="*/ 68352 w 332722"/>
                    <a:gd name="GluePoint17Y" fmla="*/ 299661 h 535594"/>
                    <a:gd name="GluePoint18X" fmla="*/ 168053 w 332722"/>
                    <a:gd name="GluePoint18Y" fmla="*/ 345229 h 535594"/>
                    <a:gd name="GluePoint19X" fmla="*/ 237861 w 332722"/>
                    <a:gd name="GluePoint19Y" fmla="*/ 308055 h 535594"/>
                    <a:gd name="GluePoint20X" fmla="*/ 263215 w 332722"/>
                    <a:gd name="GluePoint20Y" fmla="*/ 195377 h 535594"/>
                    <a:gd name="GluePoint21X" fmla="*/ 239274 w 332722"/>
                    <a:gd name="GluePoint21Y" fmla="*/ 87838 h 535594"/>
                    <a:gd name="GluePoint22X" fmla="*/ 170923 w 332722"/>
                    <a:gd name="GluePoint22Y" fmla="*/ 51821 h 535594"/>
                    <a:gd name="GluePoint23X" fmla="*/ 68395 w 332722"/>
                    <a:gd name="GluePoint23Y" fmla="*/ 117774 h 535594"/>
                    <a:gd name="GluePoint24X" fmla="*/ 68395 w 332722"/>
                    <a:gd name="GluePoint24Y" fmla="*/ 299618 h 535594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</a:cxnLst>
                  <a:rect l="textAreaLeft" t="textAreaTop" r="textAreaRight" b="textAreaBottom"/>
                  <a:pathLst>
                    <a:path w="332722" h="535594">
                      <a:moveTo>
                        <a:pt x="68352" y="52977"/>
                      </a:moveTo>
                      <a:cubicBezTo>
                        <a:pt x="98288" y="17645"/>
                        <a:pt x="134477" y="0"/>
                        <a:pt x="176918" y="0"/>
                      </a:cubicBezTo>
                      <a:cubicBezTo>
                        <a:pt x="201544" y="0"/>
                        <a:pt x="223514" y="4668"/>
                        <a:pt x="242872" y="13962"/>
                      </a:cubicBezTo>
                      <a:cubicBezTo>
                        <a:pt x="262187" y="23255"/>
                        <a:pt x="278504" y="36360"/>
                        <a:pt x="291780" y="53277"/>
                      </a:cubicBezTo>
                      <a:cubicBezTo>
                        <a:pt x="305057" y="70193"/>
                        <a:pt x="315164" y="90708"/>
                        <a:pt x="322187" y="114819"/>
                      </a:cubicBezTo>
                      <a:cubicBezTo>
                        <a:pt x="329211" y="138931"/>
                        <a:pt x="332723" y="165826"/>
                        <a:pt x="332723" y="195463"/>
                      </a:cubicBezTo>
                      <a:cubicBezTo>
                        <a:pt x="332723" y="225099"/>
                        <a:pt x="328740" y="254136"/>
                        <a:pt x="320774" y="279189"/>
                      </a:cubicBezTo>
                      <a:cubicBezTo>
                        <a:pt x="312808" y="304243"/>
                        <a:pt x="301630" y="325614"/>
                        <a:pt x="287241" y="343301"/>
                      </a:cubicBezTo>
                      <a:cubicBezTo>
                        <a:pt x="272851" y="360989"/>
                        <a:pt x="255763" y="374565"/>
                        <a:pt x="236062" y="384030"/>
                      </a:cubicBezTo>
                      <a:cubicBezTo>
                        <a:pt x="216362" y="393538"/>
                        <a:pt x="194948" y="398291"/>
                        <a:pt x="171822" y="398291"/>
                      </a:cubicBezTo>
                      <a:cubicBezTo>
                        <a:pt x="130879" y="398291"/>
                        <a:pt x="96404" y="385572"/>
                        <a:pt x="68352" y="360132"/>
                      </a:cubicBezTo>
                      <a:lnTo>
                        <a:pt x="68352" y="535595"/>
                      </a:lnTo>
                      <a:lnTo>
                        <a:pt x="0" y="535595"/>
                      </a:lnTo>
                      <a:lnTo>
                        <a:pt x="0" y="7966"/>
                      </a:lnTo>
                      <a:lnTo>
                        <a:pt x="68352" y="7966"/>
                      </a:lnTo>
                      <a:lnTo>
                        <a:pt x="68352" y="52977"/>
                      </a:lnTo>
                      <a:close/>
                      <a:moveTo>
                        <a:pt x="68352" y="299661"/>
                      </a:moveTo>
                      <a:cubicBezTo>
                        <a:pt x="96832" y="330068"/>
                        <a:pt x="130066" y="345229"/>
                        <a:pt x="168053" y="345229"/>
                      </a:cubicBezTo>
                      <a:cubicBezTo>
                        <a:pt x="197689" y="345229"/>
                        <a:pt x="220944" y="332852"/>
                        <a:pt x="237861" y="308055"/>
                      </a:cubicBezTo>
                      <a:cubicBezTo>
                        <a:pt x="254778" y="283258"/>
                        <a:pt x="263215" y="245699"/>
                        <a:pt x="263215" y="195377"/>
                      </a:cubicBezTo>
                      <a:cubicBezTo>
                        <a:pt x="263215" y="147710"/>
                        <a:pt x="255249" y="111864"/>
                        <a:pt x="239274" y="87838"/>
                      </a:cubicBezTo>
                      <a:cubicBezTo>
                        <a:pt x="223300" y="63812"/>
                        <a:pt x="200516" y="51821"/>
                        <a:pt x="170923" y="51821"/>
                      </a:cubicBezTo>
                      <a:cubicBezTo>
                        <a:pt x="133706" y="51821"/>
                        <a:pt x="99530" y="73834"/>
                        <a:pt x="68395" y="117774"/>
                      </a:cubicBezTo>
                      <a:lnTo>
                        <a:pt x="68395" y="299618"/>
                      </a:lnTo>
                      <a:close/>
                    </a:path>
                  </a:pathLst>
                </a:custGeom>
                <a:solidFill>
                  <a:srgbClr val="eb262a"/>
                </a:solidFill>
                <a:ln w="223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IN" sz="1800" strike="noStrike" u="none">
                    <a:solidFill>
                      <a:schemeClr val="dk1"/>
                    </a:solidFill>
                    <a:effectLst/>
                    <a:uFillTx/>
                    <a:latin typeface="KareliaWeb Regular"/>
                  </a:endParaRPr>
                </a:p>
              </p:txBody>
            </p:sp>
            <p:sp>
              <p:nvSpPr>
                <p:cNvPr id="425" name="Freeform: Shape 47"/>
                <p:cNvSpPr/>
                <p:nvPr/>
              </p:nvSpPr>
              <p:spPr>
                <a:xfrm>
                  <a:off x="5880240" y="4138920"/>
                  <a:ext cx="96480" cy="250560"/>
                </a:xfrm>
                <a:custGeom>
                  <a:avLst/>
                  <a:gdLst>
                    <a:gd name="textAreaLeft" fmla="*/ 0 w 96480"/>
                    <a:gd name="textAreaRight" fmla="*/ 97200 w 96480"/>
                    <a:gd name="textAreaTop" fmla="*/ 0 h 250560"/>
                    <a:gd name="textAreaBottom" fmla="*/ 251280 h 250560"/>
                    <a:gd name="GluePoint1X" fmla="*/ 185698 w 185697"/>
                    <a:gd name="GluePoint1Y" fmla="*/ 475637 h 480219"/>
                    <a:gd name="GluePoint2X" fmla="*/ 162357 w 185697"/>
                    <a:gd name="GluePoint2Y" fmla="*/ 479063 h 480219"/>
                    <a:gd name="GluePoint3X" fmla="*/ 137303 w 185697"/>
                    <a:gd name="GluePoint3Y" fmla="*/ 480219 h 480219"/>
                    <a:gd name="GluePoint4X" fmla="*/ 86939 w 185697"/>
                    <a:gd name="GluePoint4Y" fmla="*/ 472254 h 480219"/>
                    <a:gd name="GluePoint5X" fmla="*/ 59658 w 185697"/>
                    <a:gd name="GluePoint5Y" fmla="*/ 449127 h 480219"/>
                    <a:gd name="GluePoint6X" fmla="*/ 48737 w 185697"/>
                    <a:gd name="GluePoint6Y" fmla="*/ 412339 h 480219"/>
                    <a:gd name="GluePoint7X" fmla="*/ 46724 w 185697"/>
                    <a:gd name="GluePoint7Y" fmla="*/ 363259 h 480219"/>
                    <a:gd name="GluePoint8X" fmla="*/ 46724 w 185697"/>
                    <a:gd name="GluePoint8Y" fmla="*/ 146982 h 480219"/>
                    <a:gd name="GluePoint9X" fmla="*/ 0 w 185697"/>
                    <a:gd name="GluePoint9Y" fmla="*/ 146982 h 480219"/>
                    <a:gd name="GluePoint10X" fmla="*/ 0 w 185697"/>
                    <a:gd name="GluePoint10Y" fmla="*/ 94005 h 480219"/>
                    <a:gd name="GluePoint11X" fmla="*/ 46724 w 185697"/>
                    <a:gd name="GluePoint11Y" fmla="*/ 94005 h 480219"/>
                    <a:gd name="GluePoint12X" fmla="*/ 46724 w 185697"/>
                    <a:gd name="GluePoint12Y" fmla="*/ 0 h 480219"/>
                    <a:gd name="GluePoint13X" fmla="*/ 115076 w 185697"/>
                    <a:gd name="GluePoint13Y" fmla="*/ 0 h 480219"/>
                    <a:gd name="GluePoint14X" fmla="*/ 115076 w 185697"/>
                    <a:gd name="GluePoint14Y" fmla="*/ 94005 h 480219"/>
                    <a:gd name="GluePoint15X" fmla="*/ 176576 w 185697"/>
                    <a:gd name="GluePoint15Y" fmla="*/ 94005 h 480219"/>
                    <a:gd name="GluePoint16X" fmla="*/ 176576 w 185697"/>
                    <a:gd name="GluePoint16Y" fmla="*/ 146982 h 480219"/>
                    <a:gd name="GluePoint17X" fmla="*/ 115076 w 185697"/>
                    <a:gd name="GluePoint17Y" fmla="*/ 146982 h 480219"/>
                    <a:gd name="GluePoint18X" fmla="*/ 115076 w 185697"/>
                    <a:gd name="GluePoint18Y" fmla="*/ 367199 h 480219"/>
                    <a:gd name="GluePoint19X" fmla="*/ 117646 w 185697"/>
                    <a:gd name="GluePoint19Y" fmla="*/ 399233 h 480219"/>
                    <a:gd name="GluePoint20X" fmla="*/ 124755 w 185697"/>
                    <a:gd name="GluePoint20Y" fmla="*/ 417563 h 480219"/>
                    <a:gd name="GluePoint21X" fmla="*/ 136447 w 185697"/>
                    <a:gd name="GluePoint21Y" fmla="*/ 425829 h 480219"/>
                    <a:gd name="GluePoint22X" fmla="*/ 152122 w 185697"/>
                    <a:gd name="GluePoint22Y" fmla="*/ 427799 h 480219"/>
                    <a:gd name="GluePoint23X" fmla="*/ 169466 w 185697"/>
                    <a:gd name="GluePoint23Y" fmla="*/ 427242 h 480219"/>
                    <a:gd name="GluePoint24X" fmla="*/ 185698 w 185697"/>
                    <a:gd name="GluePoint24Y" fmla="*/ 424973 h 480219"/>
                    <a:gd name="GluePoint25X" fmla="*/ 185698 w 185697"/>
                    <a:gd name="GluePoint25Y" fmla="*/ 475680 h 480219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  <a:cxn ang="0">
                      <a:pos x="GluePoint5X" y="GluePoint5Y"/>
                    </a:cxn>
                    <a:cxn ang="0">
                      <a:pos x="GluePoint6X" y="GluePoint6Y"/>
                    </a:cxn>
                    <a:cxn ang="0">
                      <a:pos x="GluePoint7X" y="GluePoint7Y"/>
                    </a:cxn>
                    <a:cxn ang="0">
                      <a:pos x="GluePoint8X" y="GluePoint8Y"/>
                    </a:cxn>
                    <a:cxn ang="0">
                      <a:pos x="GluePoint9X" y="GluePoint9Y"/>
                    </a:cxn>
                    <a:cxn ang="0">
                      <a:pos x="GluePoint10X" y="GluePoint10Y"/>
                    </a:cxn>
                    <a:cxn ang="0">
                      <a:pos x="GluePoint11X" y="GluePoint11Y"/>
                    </a:cxn>
                    <a:cxn ang="0">
                      <a:pos x="GluePoint12X" y="GluePoint12Y"/>
                    </a:cxn>
                    <a:cxn ang="0">
                      <a:pos x="GluePoint13X" y="GluePoint13Y"/>
                    </a:cxn>
                    <a:cxn ang="0">
                      <a:pos x="GluePoint14X" y="GluePoint14Y"/>
                    </a:cxn>
                    <a:cxn ang="0">
                      <a:pos x="GluePoint15X" y="GluePoint15Y"/>
                    </a:cxn>
                    <a:cxn ang="0">
                      <a:pos x="GluePoint16X" y="GluePoint16Y"/>
                    </a:cxn>
                    <a:cxn ang="0">
                      <a:pos x="GluePoint17X" y="GluePoint17Y"/>
                    </a:cxn>
                    <a:cxn ang="0">
                      <a:pos x="GluePoint18X" y="GluePoint18Y"/>
                    </a:cxn>
                    <a:cxn ang="0">
                      <a:pos x="GluePoint19X" y="GluePoint19Y"/>
                    </a:cxn>
                    <a:cxn ang="0">
                      <a:pos x="GluePoint20X" y="GluePoint20Y"/>
                    </a:cxn>
                    <a:cxn ang="0">
                      <a:pos x="GluePoint21X" y="GluePoint21Y"/>
                    </a:cxn>
                    <a:cxn ang="0">
                      <a:pos x="GluePoint22X" y="GluePoint22Y"/>
                    </a:cxn>
                    <a:cxn ang="0">
                      <a:pos x="GluePoint23X" y="GluePoint23Y"/>
                    </a:cxn>
                    <a:cxn ang="0">
                      <a:pos x="GluePoint24X" y="GluePoint24Y"/>
                    </a:cxn>
                    <a:cxn ang="0">
                      <a:pos x="GluePoint25X" y="GluePoint25Y"/>
                    </a:cxn>
                  </a:cxnLst>
                  <a:rect l="textAreaLeft" t="textAreaTop" r="textAreaRight" b="textAreaBottom"/>
                  <a:pathLst>
                    <a:path w="185697" h="480219">
                      <a:moveTo>
                        <a:pt x="185698" y="475637"/>
                      </a:moveTo>
                      <a:cubicBezTo>
                        <a:pt x="178118" y="477179"/>
                        <a:pt x="170323" y="478292"/>
                        <a:pt x="162357" y="479063"/>
                      </a:cubicBezTo>
                      <a:cubicBezTo>
                        <a:pt x="154391" y="479791"/>
                        <a:pt x="146040" y="480219"/>
                        <a:pt x="137303" y="480219"/>
                      </a:cubicBezTo>
                      <a:cubicBezTo>
                        <a:pt x="115976" y="480219"/>
                        <a:pt x="99187" y="477564"/>
                        <a:pt x="86939" y="472254"/>
                      </a:cubicBezTo>
                      <a:cubicBezTo>
                        <a:pt x="74690" y="466943"/>
                        <a:pt x="65568" y="459191"/>
                        <a:pt x="59658" y="449127"/>
                      </a:cubicBezTo>
                      <a:cubicBezTo>
                        <a:pt x="53705" y="439063"/>
                        <a:pt x="50065" y="426771"/>
                        <a:pt x="48737" y="412339"/>
                      </a:cubicBezTo>
                      <a:cubicBezTo>
                        <a:pt x="47410" y="397863"/>
                        <a:pt x="46724" y="381546"/>
                        <a:pt x="46724" y="363259"/>
                      </a:cubicBezTo>
                      <a:lnTo>
                        <a:pt x="46724" y="146982"/>
                      </a:lnTo>
                      <a:lnTo>
                        <a:pt x="0" y="146982"/>
                      </a:lnTo>
                      <a:lnTo>
                        <a:pt x="0" y="94005"/>
                      </a:lnTo>
                      <a:lnTo>
                        <a:pt x="46724" y="94005"/>
                      </a:lnTo>
                      <a:lnTo>
                        <a:pt x="46724" y="0"/>
                      </a:lnTo>
                      <a:lnTo>
                        <a:pt x="115076" y="0"/>
                      </a:lnTo>
                      <a:lnTo>
                        <a:pt x="115076" y="94005"/>
                      </a:lnTo>
                      <a:lnTo>
                        <a:pt x="176576" y="94005"/>
                      </a:lnTo>
                      <a:lnTo>
                        <a:pt x="176576" y="146982"/>
                      </a:lnTo>
                      <a:lnTo>
                        <a:pt x="115076" y="146982"/>
                      </a:lnTo>
                      <a:lnTo>
                        <a:pt x="115076" y="367199"/>
                      </a:lnTo>
                      <a:cubicBezTo>
                        <a:pt x="115076" y="380518"/>
                        <a:pt x="115933" y="391225"/>
                        <a:pt x="117646" y="399233"/>
                      </a:cubicBezTo>
                      <a:cubicBezTo>
                        <a:pt x="119359" y="407242"/>
                        <a:pt x="121714" y="413324"/>
                        <a:pt x="124755" y="417563"/>
                      </a:cubicBezTo>
                      <a:cubicBezTo>
                        <a:pt x="127796" y="421761"/>
                        <a:pt x="131693" y="424501"/>
                        <a:pt x="136447" y="425829"/>
                      </a:cubicBezTo>
                      <a:cubicBezTo>
                        <a:pt x="141201" y="427157"/>
                        <a:pt x="146425" y="427799"/>
                        <a:pt x="152122" y="427799"/>
                      </a:cubicBezTo>
                      <a:cubicBezTo>
                        <a:pt x="158203" y="427799"/>
                        <a:pt x="163984" y="427628"/>
                        <a:pt x="169466" y="427242"/>
                      </a:cubicBezTo>
                      <a:cubicBezTo>
                        <a:pt x="174991" y="426857"/>
                        <a:pt x="180387" y="426129"/>
                        <a:pt x="185698" y="424973"/>
                      </a:cubicBezTo>
                      <a:lnTo>
                        <a:pt x="185698" y="475680"/>
                      </a:lnTo>
                      <a:close/>
                    </a:path>
                  </a:pathLst>
                </a:custGeom>
                <a:solidFill>
                  <a:srgbClr val="eb262a"/>
                </a:solidFill>
                <a:ln w="2232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defTabSz="457200">
                    <a:lnSpc>
                      <a:spcPct val="100000"/>
                    </a:lnSpc>
                  </a:pPr>
                  <a:endParaRPr b="0" lang="en-IN" sz="1800" strike="noStrike" u="none">
                    <a:solidFill>
                      <a:schemeClr val="dk1"/>
                    </a:solidFill>
                    <a:effectLst/>
                    <a:uFillTx/>
                    <a:latin typeface="KareliaWeb Regular"/>
                  </a:endParaRPr>
                </a:p>
              </p:txBody>
            </p:sp>
          </p:grpSp>
          <p:sp>
            <p:nvSpPr>
              <p:cNvPr id="426" name="Freeform: Shape 40"/>
              <p:cNvSpPr/>
              <p:nvPr/>
            </p:nvSpPr>
            <p:spPr>
              <a:xfrm>
                <a:off x="5971680" y="4298040"/>
                <a:ext cx="88560" cy="88560"/>
              </a:xfrm>
              <a:custGeom>
                <a:avLst/>
                <a:gdLst>
                  <a:gd name="textAreaLeft" fmla="*/ 0 w 88560"/>
                  <a:gd name="textAreaRight" fmla="*/ 89280 w 88560"/>
                  <a:gd name="textAreaTop" fmla="*/ 0 h 88560"/>
                  <a:gd name="textAreaBottom" fmla="*/ 89280 h 88560"/>
                  <a:gd name="GluePoint1X" fmla="*/ 0 w 170622"/>
                  <a:gd name="GluePoint1Y" fmla="*/ 0 h 170580"/>
                  <a:gd name="GluePoint2X" fmla="*/ 170623 w 170622"/>
                  <a:gd name="GluePoint2Y" fmla="*/ 0 h 170580"/>
                  <a:gd name="GluePoint3X" fmla="*/ 170623 w 170622"/>
                  <a:gd name="GluePoint3Y" fmla="*/ 170580 h 170580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</a:cxnLst>
                <a:rect l="textAreaLeft" t="textAreaTop" r="textAreaRight" b="textAreaBottom"/>
                <a:pathLst>
                  <a:path w="170622" h="170580">
                    <a:moveTo>
                      <a:pt x="0" y="0"/>
                    </a:moveTo>
                    <a:lnTo>
                      <a:pt x="170623" y="0"/>
                    </a:lnTo>
                    <a:lnTo>
                      <a:pt x="170623" y="170580"/>
                    </a:lnTo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4280" bIns="4428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</p:grpSp>
        <p:cxnSp>
          <p:nvCxnSpPr>
            <p:cNvPr id="427" name="Straight Connector 38"/>
            <p:cNvCxnSpPr/>
            <p:nvPr/>
          </p:nvCxnSpPr>
          <p:spPr>
            <a:xfrm>
              <a:off x="6251760" y="4062240"/>
              <a:ext cx="720" cy="451440"/>
            </a:xfrm>
            <a:prstGeom prst="straightConnector1">
              <a:avLst/>
            </a:prstGeom>
            <a:ln w="0">
              <a:solidFill>
                <a:srgbClr val="bfbfbf"/>
              </a:solidFill>
            </a:ln>
          </p:spPr>
        </p:cxnSp>
      </p:grpSp>
      <p:sp>
        <p:nvSpPr>
          <p:cNvPr id="428" name="PlaceHolder 3"/>
          <p:cNvSpPr>
            <a:spLocks noGrp="1"/>
          </p:cNvSpPr>
          <p:nvPr>
            <p:ph type="body"/>
          </p:nvPr>
        </p:nvSpPr>
        <p:spPr>
          <a:xfrm>
            <a:off x="0" y="0"/>
            <a:ext cx="4067640" cy="514296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mber slide with descri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body"/>
          </p:nvPr>
        </p:nvSpPr>
        <p:spPr>
          <a:xfrm>
            <a:off x="224280" y="994680"/>
            <a:ext cx="4204080" cy="369396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66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2500+</a:t>
            </a:r>
            <a:endParaRPr b="0" lang="en-US" sz="6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1" name="Graphic 3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PlaceHolder 2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Number slide with description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72B66C3D-F85E-4FFE-94D1-E50A7700DA13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Graphic 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Graphic 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PlaceHolder 3"/>
          <p:cNvSpPr>
            <a:spLocks noGrp="1"/>
          </p:cNvSpPr>
          <p:nvPr>
            <p:ph type="body"/>
          </p:nvPr>
        </p:nvSpPr>
        <p:spPr>
          <a:xfrm>
            <a:off x="4637160" y="994680"/>
            <a:ext cx="428184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 type="body"/>
          </p:nvPr>
        </p:nvSpPr>
        <p:spPr>
          <a:xfrm>
            <a:off x="4637160" y="1443600"/>
            <a:ext cx="4281840" cy="325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estion and answer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8" name="Graphic 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Question and answer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1DD895B8-85AE-4CD3-88D8-8C8F06F119DD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1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2" name="Graphic 3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2098440" y="771480"/>
            <a:ext cx="6873480" cy="170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20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Use this slide when you want a Q &amp; A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body"/>
          </p:nvPr>
        </p:nvSpPr>
        <p:spPr>
          <a:xfrm>
            <a:off x="2098440" y="2649960"/>
            <a:ext cx="6873480" cy="2092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2000" strike="noStrike" u="none">
                <a:solidFill>
                  <a:schemeClr val="dk2"/>
                </a:solidFill>
                <a:effectLst/>
                <a:uFillTx/>
                <a:latin typeface="KareliaWeb Regular"/>
              </a:rPr>
              <a:t>Use this slide when you want a Q &amp; A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10"/>
          <p:cNvSpPr/>
          <p:nvPr/>
        </p:nvSpPr>
        <p:spPr>
          <a:xfrm>
            <a:off x="163080" y="728280"/>
            <a:ext cx="1736640" cy="179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IN" sz="8800" strike="noStrike" u="none">
                <a:solidFill>
                  <a:schemeClr val="accent3"/>
                </a:solidFill>
                <a:effectLst/>
                <a:uFillTx/>
                <a:latin typeface="KareliaWeb Regular"/>
              </a:rPr>
              <a:t>Q:</a:t>
            </a:r>
            <a:endParaRPr b="0" lang="en-US" sz="8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11"/>
          <p:cNvSpPr/>
          <p:nvPr/>
        </p:nvSpPr>
        <p:spPr>
          <a:xfrm>
            <a:off x="163080" y="2800080"/>
            <a:ext cx="1736640" cy="179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IN" sz="8800" strike="noStrike" u="none">
                <a:solidFill>
                  <a:schemeClr val="dk2"/>
                </a:solidFill>
                <a:effectLst/>
                <a:uFillTx/>
                <a:latin typeface="KareliaWeb Regular"/>
              </a:rPr>
              <a:t>A:</a:t>
            </a:r>
            <a:endParaRPr b="0" lang="en-US" sz="8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raphic 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Blank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F94434E5-009D-4A0F-A085-EDA47C7AD093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0" name="Graphic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1" name="Graphic 12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ank yo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Rectangle 2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1c1c1c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453" name="Picture 6" descr=""/>
          <p:cNvPicPr/>
          <p:nvPr/>
        </p:nvPicPr>
        <p:blipFill>
          <a:blip r:embed="rId2"/>
          <a:stretch/>
        </p:blipFill>
        <p:spPr>
          <a:xfrm>
            <a:off x="0" y="0"/>
            <a:ext cx="914688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PlaceHolder 1"/>
          <p:cNvSpPr>
            <a:spLocks noGrp="1"/>
          </p:cNvSpPr>
          <p:nvPr>
            <p:ph type="body"/>
          </p:nvPr>
        </p:nvSpPr>
        <p:spPr>
          <a:xfrm>
            <a:off x="2159640" y="2050200"/>
            <a:ext cx="4823640" cy="104220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ctr">
            <a:noAutofit/>
          </a:bodyPr>
          <a:p>
            <a:pPr indent="0" algn="ctr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0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Thank you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2143080" y="3257640"/>
            <a:ext cx="4857120" cy="481320"/>
          </a:xfrm>
          <a:prstGeom prst="rect">
            <a:avLst/>
          </a:prstGeom>
          <a:noFill/>
          <a:ln w="0">
            <a:noFill/>
          </a:ln>
        </p:spPr>
        <p:txBody>
          <a:bodyPr lIns="0" rIns="0" tIns="45000" bIns="45000" anchor="ctr">
            <a:noAutofit/>
          </a:bodyPr>
          <a:p>
            <a:pPr indent="0" algn="ctr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email-id@prodapt.com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13"/>
          <p:cNvSpPr/>
          <p:nvPr/>
        </p:nvSpPr>
        <p:spPr>
          <a:xfrm>
            <a:off x="7098480" y="4588920"/>
            <a:ext cx="179460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IN" sz="1200" strike="noStrike" u="none">
                <a:solidFill>
                  <a:schemeClr val="lt1"/>
                </a:solidFill>
                <a:effectLst/>
                <a:uFillTx/>
                <a:latin typeface="KareliaWeb Regular"/>
                <a:hlinkClick r:id="rId3"/>
              </a:rPr>
              <a:t>www.prodapt.com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1"/>
          <p:cNvSpPr/>
          <p:nvPr/>
        </p:nvSpPr>
        <p:spPr>
          <a:xfrm>
            <a:off x="250200" y="4588920"/>
            <a:ext cx="3039480" cy="2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IN" sz="12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© Prodapt. All rights reserved. </a:t>
            </a:r>
            <a:r>
              <a:rPr b="0" lang="en-IN" sz="6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Ver.3.0</a:t>
            </a:r>
            <a:endParaRPr b="0" lang="en-US" sz="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 with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body"/>
          </p:nvPr>
        </p:nvSpPr>
        <p:spPr>
          <a:xfrm>
            <a:off x="4572000" y="906480"/>
            <a:ext cx="2556720" cy="18078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33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Agenda</a:t>
            </a:r>
            <a:endParaRPr b="0" lang="en-US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4572000" y="1626480"/>
            <a:ext cx="3877920" cy="49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385920" indent="-385920" defTabSz="685800">
              <a:lnSpc>
                <a:spcPct val="100000"/>
              </a:lnSpc>
              <a:buClr>
                <a:srgbClr val="eb262a"/>
              </a:buClr>
              <a:buFont typeface="KareliaWeb Regular"/>
              <a:buAutoNum type="arabicPeriod"/>
            </a:pPr>
            <a:r>
              <a:rPr b="0" lang="en-US" sz="1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Line item 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1" name="Graphic 3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803000" y="0"/>
            <a:ext cx="1340280" cy="134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7A549CE5-F79F-411B-8469-A4346B41F5BB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3" name="Graphic 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4" name="Graphic 8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5" name="PlaceHolder 3"/>
          <p:cNvSpPr>
            <a:spLocks noGrp="1"/>
          </p:cNvSpPr>
          <p:nvPr>
            <p:ph type="body"/>
          </p:nvPr>
        </p:nvSpPr>
        <p:spPr>
          <a:xfrm>
            <a:off x="0" y="0"/>
            <a:ext cx="4067640" cy="470844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 without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7" name="Graphic 3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803000" y="0"/>
            <a:ext cx="1340280" cy="134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41186A7F-52E5-40AB-BB0F-8519B73C0D4B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Graphic 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70" name="Group 336"/>
          <p:cNvGrpSpPr/>
          <p:nvPr/>
        </p:nvGrpSpPr>
        <p:grpSpPr>
          <a:xfrm>
            <a:off x="0" y="0"/>
            <a:ext cx="4140720" cy="5142960"/>
            <a:chOff x="0" y="0"/>
            <a:chExt cx="4140720" cy="5142960"/>
          </a:xfrm>
        </p:grpSpPr>
        <p:grpSp>
          <p:nvGrpSpPr>
            <p:cNvPr id="471" name="Group 294"/>
            <p:cNvGrpSpPr/>
            <p:nvPr/>
          </p:nvGrpSpPr>
          <p:grpSpPr>
            <a:xfrm>
              <a:off x="0" y="0"/>
              <a:ext cx="4140720" cy="5142960"/>
              <a:chOff x="0" y="0"/>
              <a:chExt cx="4140720" cy="5142960"/>
            </a:xfrm>
          </p:grpSpPr>
          <p:grpSp>
            <p:nvGrpSpPr>
              <p:cNvPr id="472" name="Group 292"/>
              <p:cNvGrpSpPr/>
              <p:nvPr/>
            </p:nvGrpSpPr>
            <p:grpSpPr>
              <a:xfrm>
                <a:off x="955080" y="1803240"/>
                <a:ext cx="2335320" cy="2239920"/>
                <a:chOff x="955080" y="1803240"/>
                <a:chExt cx="2335320" cy="2239920"/>
              </a:xfrm>
            </p:grpSpPr>
            <p:grpSp>
              <p:nvGrpSpPr>
                <p:cNvPr id="473" name="Group 14"/>
                <p:cNvGrpSpPr/>
                <p:nvPr/>
              </p:nvGrpSpPr>
              <p:grpSpPr>
                <a:xfrm>
                  <a:off x="1009080" y="1991520"/>
                  <a:ext cx="2058480" cy="2051640"/>
                  <a:chOff x="1009080" y="1991520"/>
                  <a:chExt cx="2058480" cy="2051640"/>
                </a:xfrm>
              </p:grpSpPr>
              <p:pic>
                <p:nvPicPr>
                  <p:cNvPr id="474" name="Graphic 15" descr=""/>
                  <p:cNvPicPr/>
                  <p:nvPr/>
                </p:nvPicPr>
                <p:blipFill>
                  <a:blip r:embed="rId6">
                    <a:extLst>
                      <a:ext uri="{96DAC541-7B7A-43D3-8B79-37D633B846F1}">
                        <asvg:svgBlip xmlns:asvg="http://schemas.microsoft.com/office/drawing/2016/SVG/main" r:embed="rId7"/>
                      </a:ext>
                    </a:extLst>
                  </a:blip>
                  <a:srcRect l="49577" t="2199" r="0" b="57905"/>
                  <a:stretch/>
                </p:blipFill>
                <p:spPr>
                  <a:xfrm>
                    <a:off x="1009080" y="1991520"/>
                    <a:ext cx="2058480" cy="20516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</p:pic>
              <p:pic>
                <p:nvPicPr>
                  <p:cNvPr id="475" name="Graphic 16" descr=""/>
                  <p:cNvPicPr/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rcRect l="0" t="0" r="74453" b="98236"/>
                  <a:stretch/>
                </p:blipFill>
                <p:spPr>
                  <a:xfrm>
                    <a:off x="2025000" y="3927600"/>
                    <a:ext cx="1042560" cy="900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</p:pic>
            </p:grpSp>
            <p:sp>
              <p:nvSpPr>
                <p:cNvPr id="476" name="Freeform: Shape 19"/>
                <p:cNvSpPr/>
                <p:nvPr/>
              </p:nvSpPr>
              <p:spPr>
                <a:xfrm>
                  <a:off x="955080" y="2113200"/>
                  <a:ext cx="1899360" cy="1888920"/>
                </a:xfrm>
                <a:custGeom>
                  <a:avLst/>
                  <a:gdLst>
                    <a:gd name="textAreaLeft" fmla="*/ 0 w 1899360"/>
                    <a:gd name="textAreaRight" fmla="*/ 1900080 w 1899360"/>
                    <a:gd name="textAreaTop" fmla="*/ 0 h 1888920"/>
                    <a:gd name="textAreaBottom" fmla="*/ 1889640 h 1888920"/>
                    <a:gd name="GluePoint1X" fmla="*/ 15240 w 1899920"/>
                    <a:gd name="GluePoint1Y" fmla="*/ 0 h 1889760"/>
                    <a:gd name="GluePoint2X" fmla="*/ 1899920 w 1899920"/>
                    <a:gd name="GluePoint2Y" fmla="*/ 1889760 h 1889760"/>
                    <a:gd name="GluePoint3X" fmla="*/ 0 w 1899920"/>
                    <a:gd name="GluePoint3Y" fmla="*/ 1849120 h 1889760"/>
                    <a:gd name="GluePoint4X" fmla="*/ 15240 w 1899920"/>
                    <a:gd name="GluePoint4Y" fmla="*/ 0 h 188976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</a:cxnLst>
                  <a:rect l="textAreaLeft" t="textAreaTop" r="textAreaRight" b="textAreaBottom"/>
                  <a:pathLst>
                    <a:path w="1899920" h="1889760">
                      <a:moveTo>
                        <a:pt x="15240" y="0"/>
                      </a:moveTo>
                      <a:lnTo>
                        <a:pt x="1899920" y="1889760"/>
                      </a:lnTo>
                      <a:lnTo>
                        <a:pt x="0" y="1849120"/>
                      </a:lnTo>
                      <a:lnTo>
                        <a:pt x="15240" y="0"/>
                      </a:ln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457200">
                    <a:lnSpc>
                      <a:spcPct val="100000"/>
                    </a:lnSpc>
                  </a:pPr>
                  <a:r>
                    <a:rPr b="0" lang="en-IN" sz="1800" strike="noStrike" u="none">
                      <a:solidFill>
                        <a:schemeClr val="lt1"/>
                      </a:solidFill>
                      <a:effectLst/>
                      <a:uFillTx/>
                      <a:latin typeface="KareliaWeb Regular"/>
                    </a:rPr>
                    <a:t>.</a:t>
                  </a:r>
                  <a:endParaRPr b="0" lang="en-US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477" name="Freeform: Shape 293"/>
                <p:cNvSpPr/>
                <p:nvPr/>
              </p:nvSpPr>
              <p:spPr>
                <a:xfrm>
                  <a:off x="2953440" y="1803240"/>
                  <a:ext cx="336960" cy="375120"/>
                </a:xfrm>
                <a:custGeom>
                  <a:avLst/>
                  <a:gdLst>
                    <a:gd name="textAreaLeft" fmla="*/ 0 w 336960"/>
                    <a:gd name="textAreaRight" fmla="*/ 337680 w 336960"/>
                    <a:gd name="textAreaTop" fmla="*/ 0 h 375120"/>
                    <a:gd name="textAreaBottom" fmla="*/ 375840 h 375120"/>
                    <a:gd name="GluePoint1X" fmla="*/ 15240 w 1899920"/>
                    <a:gd name="GluePoint1Y" fmla="*/ 0 h 1889760"/>
                    <a:gd name="GluePoint2X" fmla="*/ 1899920 w 1899920"/>
                    <a:gd name="GluePoint2Y" fmla="*/ 1889760 h 1889760"/>
                    <a:gd name="GluePoint3X" fmla="*/ 0 w 1899920"/>
                    <a:gd name="GluePoint3Y" fmla="*/ 1849120 h 1889760"/>
                    <a:gd name="GluePoint4X" fmla="*/ 15240 w 1899920"/>
                    <a:gd name="GluePoint4Y" fmla="*/ 0 h 1889760"/>
                  </a:gdLst>
                  <a:ahLst/>
                  <a:cxnLst>
                    <a:cxn ang="0">
                      <a:pos x="GluePoint1X" y="GluePoint1Y"/>
                    </a:cxn>
                    <a:cxn ang="0">
                      <a:pos x="GluePoint2X" y="GluePoint2Y"/>
                    </a:cxn>
                    <a:cxn ang="0">
                      <a:pos x="GluePoint3X" y="GluePoint3Y"/>
                    </a:cxn>
                    <a:cxn ang="0">
                      <a:pos x="GluePoint4X" y="GluePoint4Y"/>
                    </a:cxn>
                  </a:cxnLst>
                  <a:rect l="textAreaLeft" t="textAreaTop" r="textAreaRight" b="textAreaBottom"/>
                  <a:pathLst>
                    <a:path w="1899920" h="1889760">
                      <a:moveTo>
                        <a:pt x="15240" y="0"/>
                      </a:moveTo>
                      <a:lnTo>
                        <a:pt x="1899920" y="1889760"/>
                      </a:lnTo>
                      <a:lnTo>
                        <a:pt x="0" y="1849120"/>
                      </a:lnTo>
                      <a:lnTo>
                        <a:pt x="15240" y="0"/>
                      </a:ln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457200">
                    <a:lnSpc>
                      <a:spcPct val="100000"/>
                    </a:lnSpc>
                  </a:pPr>
                  <a:r>
                    <a:rPr b="0" lang="en-IN" sz="1800" strike="noStrike" u="none">
                      <a:solidFill>
                        <a:schemeClr val="lt1"/>
                      </a:solidFill>
                      <a:effectLst/>
                      <a:uFillTx/>
                      <a:latin typeface="KareliaWeb Regular"/>
                    </a:rPr>
                    <a:t>.</a:t>
                  </a:r>
                  <a:endParaRPr b="0" lang="en-US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  <p:grpSp>
            <p:nvGrpSpPr>
              <p:cNvPr id="478" name="Group 10"/>
              <p:cNvGrpSpPr/>
              <p:nvPr/>
            </p:nvGrpSpPr>
            <p:grpSpPr>
              <a:xfrm>
                <a:off x="0" y="0"/>
                <a:ext cx="4140720" cy="5142960"/>
                <a:chOff x="0" y="0"/>
                <a:chExt cx="4140720" cy="5142960"/>
              </a:xfrm>
            </p:grpSpPr>
            <p:pic>
              <p:nvPicPr>
                <p:cNvPr id="479" name="Graphic 4" descr=""/>
                <p:cNvPicPr/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/>
              </p:blipFill>
              <p:spPr>
                <a:xfrm>
                  <a:off x="0" y="0"/>
                  <a:ext cx="4083480" cy="5142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480" name="Graphic 6" descr=""/>
                <p:cNvPicPr/>
                <p:nvPr/>
              </p:nvPicPr>
              <p:blipFill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rcRect l="0" t="0" r="74453" b="80017"/>
                <a:stretch/>
              </p:blipFill>
              <p:spPr>
                <a:xfrm>
                  <a:off x="3040920" y="2050560"/>
                  <a:ext cx="1042560" cy="1027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481" name="Graphic 9" descr=""/>
                <p:cNvPicPr/>
                <p:nvPr/>
              </p:nvPicPr>
              <p:blipFill>
                <a:blip r:embed="rId14">
                  <a:extLst>
                    <a:ext uri="{96DAC541-7B7A-43D3-8B79-37D633B846F1}">
                      <asvg:svgBlip xmlns:asvg="http://schemas.microsoft.com/office/drawing/2016/SVG/main" r:embed="rId15"/>
                    </a:ext>
                  </a:extLst>
                </a:blip>
                <a:srcRect l="24427" t="0" r="73052" b="98978"/>
                <a:stretch/>
              </p:blipFill>
              <p:spPr>
                <a:xfrm>
                  <a:off x="4038480" y="3071880"/>
                  <a:ext cx="102240" cy="51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sp>
          <p:nvSpPr>
            <p:cNvPr id="482" name="Freeform: Shape 335"/>
            <p:cNvSpPr/>
            <p:nvPr/>
          </p:nvSpPr>
          <p:spPr>
            <a:xfrm>
              <a:off x="3049560" y="3084120"/>
              <a:ext cx="1022040" cy="1024200"/>
            </a:xfrm>
            <a:custGeom>
              <a:avLst/>
              <a:gdLst>
                <a:gd name="textAreaLeft" fmla="*/ 0 w 1022040"/>
                <a:gd name="textAreaRight" fmla="*/ 1022760 w 1022040"/>
                <a:gd name="textAreaTop" fmla="*/ 0 h 1024200"/>
                <a:gd name="textAreaBottom" fmla="*/ 1024920 h 1024200"/>
                <a:gd name="GluePoint1X" fmla="*/ 1022624 w 1022719"/>
                <a:gd name="GluePoint1Y" fmla="*/ 1024919 h 1024918"/>
                <a:gd name="GluePoint2X" fmla="*/ 0 w 1022719"/>
                <a:gd name="GluePoint2Y" fmla="*/ 0 h 1024918"/>
                <a:gd name="GluePoint3X" fmla="*/ 1022720 w 1022719"/>
                <a:gd name="GluePoint3Y" fmla="*/ 0 h 1024918"/>
                <a:gd name="GluePoint4X" fmla="*/ 1022720 w 1022719"/>
                <a:gd name="GluePoint4Y" fmla="*/ 1024919 h 1024918"/>
                <a:gd name="GluePoint5X" fmla="*/ 11473 w 1022719"/>
                <a:gd name="GluePoint5Y" fmla="*/ 4780 h 1024918"/>
                <a:gd name="GluePoint6X" fmla="*/ 1017844 w 1022719"/>
                <a:gd name="GluePoint6Y" fmla="*/ 1013254 h 1024918"/>
                <a:gd name="GluePoint7X" fmla="*/ 1017844 w 1022719"/>
                <a:gd name="GluePoint7Y" fmla="*/ 4780 h 1024918"/>
                <a:gd name="GluePoint8X" fmla="*/ 11473 w 1022719"/>
                <a:gd name="GluePoint8Y" fmla="*/ 4780 h 102491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1022719" h="1024918">
                  <a:moveTo>
                    <a:pt x="1022624" y="1024919"/>
                  </a:moveTo>
                  <a:lnTo>
                    <a:pt x="0" y="0"/>
                  </a:lnTo>
                  <a:lnTo>
                    <a:pt x="1022720" y="0"/>
                  </a:lnTo>
                  <a:lnTo>
                    <a:pt x="1022720" y="1024919"/>
                  </a:lnTo>
                  <a:close/>
                  <a:moveTo>
                    <a:pt x="11473" y="4780"/>
                  </a:moveTo>
                  <a:lnTo>
                    <a:pt x="1017844" y="1013254"/>
                  </a:lnTo>
                  <a:lnTo>
                    <a:pt x="1017844" y="4780"/>
                  </a:lnTo>
                  <a:lnTo>
                    <a:pt x="11473" y="4780"/>
                  </a:lnTo>
                  <a:close/>
                </a:path>
              </a:pathLst>
            </a:custGeom>
            <a:solidFill>
              <a:srgbClr val="eb262a"/>
            </a:solidFill>
            <a:ln w="9561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457200">
                <a:lnSpc>
                  <a:spcPct val="100000"/>
                </a:lnSpc>
              </a:pPr>
              <a:endParaRPr b="0" lang="en-IN" sz="1800" strike="noStrike" u="none">
                <a:solidFill>
                  <a:schemeClr val="dk1"/>
                </a:solidFill>
                <a:effectLst/>
                <a:uFillTx/>
                <a:latin typeface="KareliaWeb Regular"/>
              </a:endParaRPr>
            </a:p>
          </p:txBody>
        </p:sp>
      </p:grpSp>
      <p:sp>
        <p:nvSpPr>
          <p:cNvPr id="483" name="PlaceHolder 1"/>
          <p:cNvSpPr>
            <a:spLocks noGrp="1"/>
          </p:cNvSpPr>
          <p:nvPr>
            <p:ph type="body"/>
          </p:nvPr>
        </p:nvSpPr>
        <p:spPr>
          <a:xfrm>
            <a:off x="4572000" y="906480"/>
            <a:ext cx="2556720" cy="18078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33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Agenda</a:t>
            </a:r>
            <a:endParaRPr b="0" lang="en-US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4572000" y="1626480"/>
            <a:ext cx="3877920" cy="49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385920" indent="-385920" defTabSz="685800">
              <a:lnSpc>
                <a:spcPct val="100000"/>
              </a:lnSpc>
              <a:buClr>
                <a:srgbClr val="eb262a"/>
              </a:buClr>
              <a:buFont typeface="KareliaWeb Regular"/>
              <a:buAutoNum type="arabicPeriod"/>
            </a:pPr>
            <a:r>
              <a:rPr b="0" lang="en-US" sz="1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Line item 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separator without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Rectangle 2"/>
          <p:cNvSpPr/>
          <p:nvPr/>
        </p:nvSpPr>
        <p:spPr>
          <a:xfrm>
            <a:off x="0" y="0"/>
            <a:ext cx="9143280" cy="5142600"/>
          </a:xfrm>
          <a:prstGeom prst="rect">
            <a:avLst/>
          </a:prstGeom>
          <a:solidFill>
            <a:srgbClr val="ab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1c1c1c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487" name="Picture 5" descr=""/>
          <p:cNvPicPr/>
          <p:nvPr/>
        </p:nvPicPr>
        <p:blipFill>
          <a:blip r:embed="rId2"/>
          <a:stretch/>
        </p:blipFill>
        <p:spPr>
          <a:xfrm>
            <a:off x="-3600" y="0"/>
            <a:ext cx="9146880" cy="514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8" name="PlaceHolder 1"/>
          <p:cNvSpPr>
            <a:spLocks noGrp="1"/>
          </p:cNvSpPr>
          <p:nvPr>
            <p:ph type="body"/>
          </p:nvPr>
        </p:nvSpPr>
        <p:spPr>
          <a:xfrm>
            <a:off x="2133720" y="2426040"/>
            <a:ext cx="4823640" cy="271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KareliaWeb Regular"/>
              </a:rPr>
              <a:t>Section title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2133720" y="-281520"/>
            <a:ext cx="4823640" cy="271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KareliaWeb Regular"/>
              </a:rPr>
              <a:t>Subtitle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separator with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280" cy="409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0" bIns="828000" anchor="ctr" anchorCtr="1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92" name="Group 13"/>
          <p:cNvGrpSpPr/>
          <p:nvPr/>
        </p:nvGrpSpPr>
        <p:grpSpPr>
          <a:xfrm>
            <a:off x="-6120" y="4099320"/>
            <a:ext cx="9149400" cy="1043640"/>
            <a:chOff x="-6120" y="4099320"/>
            <a:chExt cx="9149400" cy="1043640"/>
          </a:xfrm>
        </p:grpSpPr>
        <p:sp>
          <p:nvSpPr>
            <p:cNvPr id="493" name="Rectangle 14"/>
            <p:cNvSpPr/>
            <p:nvPr/>
          </p:nvSpPr>
          <p:spPr>
            <a:xfrm>
              <a:off x="-6120" y="4099320"/>
              <a:ext cx="9149400" cy="104256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IN" sz="1800" strike="noStrike" u="none">
                <a:solidFill>
                  <a:schemeClr val="lt1"/>
                </a:solidFill>
                <a:effectLst/>
                <a:uFillTx/>
                <a:latin typeface="KareliaWeb Regular"/>
              </a:endParaRPr>
            </a:p>
          </p:txBody>
        </p:sp>
        <p:pic>
          <p:nvPicPr>
            <p:cNvPr id="494" name="Graphic 15" descr=""/>
            <p:cNvPicPr/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0" t="79716" r="0" b="0"/>
            <a:stretch/>
          </p:blipFill>
          <p:spPr>
            <a:xfrm>
              <a:off x="0" y="4100400"/>
              <a:ext cx="4083480" cy="1042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95" name="Graphic 16" descr=""/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/>
          </p:blipFill>
          <p:spPr>
            <a:xfrm>
              <a:off x="4057560" y="4101480"/>
              <a:ext cx="5085720" cy="10414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0" y="2887920"/>
            <a:ext cx="9143280" cy="1212480"/>
          </a:xfrm>
          <a:prstGeom prst="rect">
            <a:avLst/>
          </a:prstGeom>
          <a:solidFill>
            <a:schemeClr val="accent2">
              <a:alpha val="60000"/>
            </a:schemeClr>
          </a:solidFill>
          <a:ln w="0">
            <a:noFill/>
          </a:ln>
        </p:spPr>
        <p:txBody>
          <a:bodyPr lIns="2214000" rIns="108000" tIns="216000" bIns="45000" anchor="t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Section title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body"/>
          </p:nvPr>
        </p:nvSpPr>
        <p:spPr>
          <a:xfrm>
            <a:off x="0" y="2430720"/>
            <a:ext cx="9143280" cy="456480"/>
          </a:xfrm>
          <a:prstGeom prst="rect">
            <a:avLst/>
          </a:prstGeom>
          <a:solidFill>
            <a:schemeClr val="accent2">
              <a:alpha val="60000"/>
            </a:schemeClr>
          </a:solidFill>
          <a:ln w="0">
            <a:noFill/>
          </a:ln>
        </p:spPr>
        <p:txBody>
          <a:bodyPr lIns="2214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Subtitle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op banded 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29"/>
          <p:cNvSpPr/>
          <p:nvPr/>
        </p:nvSpPr>
        <p:spPr>
          <a:xfrm>
            <a:off x="7755480" y="4802040"/>
            <a:ext cx="1119960" cy="269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sp>
        <p:nvSpPr>
          <p:cNvPr id="500" name="Rectangle 6"/>
          <p:cNvSpPr/>
          <p:nvPr/>
        </p:nvSpPr>
        <p:spPr>
          <a:xfrm>
            <a:off x="0" y="0"/>
            <a:ext cx="9143280" cy="82368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501" name="Graphic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909200" y="0"/>
            <a:ext cx="1234080" cy="82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768420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Executive summary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3" name="Graphic 2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0" t="0" r="0" b="31504"/>
          <a:stretch/>
        </p:blipFill>
        <p:spPr>
          <a:xfrm>
            <a:off x="0" y="824400"/>
            <a:ext cx="513720" cy="3962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4" name="Graphic 35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t="0" r="0" b="31504"/>
          <a:stretch/>
        </p:blipFill>
        <p:spPr>
          <a:xfrm>
            <a:off x="8629560" y="824400"/>
            <a:ext cx="513720" cy="396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59496030-8FE9-4FA1-85F4-0E04746F673A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Graphic 14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Graphic 16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1608" t="0" r="21971" b="-6443"/>
          <a:stretch/>
        </p:blipFill>
        <p:spPr>
          <a:xfrm>
            <a:off x="49104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660240" y="994680"/>
            <a:ext cx="782244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body"/>
          </p:nvPr>
        </p:nvSpPr>
        <p:spPr>
          <a:xfrm>
            <a:off x="659880" y="1427040"/>
            <a:ext cx="7822440" cy="3281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odapt specific separa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0" name="Picture 2" descr=""/>
          <p:cNvPicPr/>
          <p:nvPr/>
        </p:nvPicPr>
        <p:blipFill>
          <a:blip r:embed="rId2"/>
          <a:srcRect l="7250" t="429" r="15144" b="34420"/>
          <a:stretch/>
        </p:blipFill>
        <p:spPr>
          <a:xfrm>
            <a:off x="0" y="0"/>
            <a:ext cx="918792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Rectangle 3"/>
          <p:cNvSpPr/>
          <p:nvPr/>
        </p:nvSpPr>
        <p:spPr>
          <a:xfrm>
            <a:off x="0" y="0"/>
            <a:ext cx="9187920" cy="5142960"/>
          </a:xfrm>
          <a:prstGeom prst="rect">
            <a:avLst/>
          </a:prstGeom>
          <a:solidFill>
            <a:schemeClr val="accent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chemeClr val="dk2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512" name="Picture 4" descr=""/>
          <p:cNvPicPr/>
          <p:nvPr/>
        </p:nvPicPr>
        <p:blipFill>
          <a:blip r:embed="rId3"/>
          <a:srcRect l="0" t="0" r="0" b="10043"/>
          <a:stretch/>
        </p:blipFill>
        <p:spPr>
          <a:xfrm>
            <a:off x="0" y="0"/>
            <a:ext cx="918792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3" name="Right Triangle 7"/>
          <p:cNvSpPr/>
          <p:nvPr/>
        </p:nvSpPr>
        <p:spPr>
          <a:xfrm rot="10800000">
            <a:off x="1230120" y="1201680"/>
            <a:ext cx="1369440" cy="1369440"/>
          </a:xfrm>
          <a:prstGeom prst="rtTriangle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sp>
        <p:nvSpPr>
          <p:cNvPr id="514" name="PlaceHolder 1"/>
          <p:cNvSpPr>
            <a:spLocks noGrp="1"/>
          </p:cNvSpPr>
          <p:nvPr>
            <p:ph type="body"/>
          </p:nvPr>
        </p:nvSpPr>
        <p:spPr>
          <a:xfrm>
            <a:off x="2753280" y="1729800"/>
            <a:ext cx="5250960" cy="84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36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Section title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2753280" y="1272600"/>
            <a:ext cx="5250960" cy="45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Subtitle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op banded 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 6"/>
          <p:cNvSpPr/>
          <p:nvPr/>
        </p:nvSpPr>
        <p:spPr>
          <a:xfrm>
            <a:off x="0" y="0"/>
            <a:ext cx="9143280" cy="82368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sp>
        <p:nvSpPr>
          <p:cNvPr id="518" name="Rectangle 29"/>
          <p:cNvSpPr/>
          <p:nvPr/>
        </p:nvSpPr>
        <p:spPr>
          <a:xfrm>
            <a:off x="7755480" y="4802040"/>
            <a:ext cx="1119960" cy="269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519" name="Graphic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909200" y="0"/>
            <a:ext cx="1234080" cy="82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0" name="Graphic 2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0" t="0" r="0" b="31504"/>
          <a:stretch/>
        </p:blipFill>
        <p:spPr>
          <a:xfrm>
            <a:off x="0" y="824400"/>
            <a:ext cx="513720" cy="3962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Graphic 35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t="0" r="0" b="31504"/>
          <a:stretch/>
        </p:blipFill>
        <p:spPr>
          <a:xfrm>
            <a:off x="8629560" y="824400"/>
            <a:ext cx="513720" cy="396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224280" y="188640"/>
            <a:ext cx="768420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6"/>
                </a:solidFill>
                <a:effectLst/>
                <a:uFillTx/>
                <a:latin typeface="KareliaWeb Regular"/>
              </a:rPr>
              <a:t>Executive summary slide with image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1575A5BA-3313-46D9-B394-E0F9FBFC425A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4" name="Graphic 5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5" name="Graphic 9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3246480" y="994680"/>
            <a:ext cx="523620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Headline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body"/>
          </p:nvPr>
        </p:nvSpPr>
        <p:spPr>
          <a:xfrm>
            <a:off x="660240" y="1008360"/>
            <a:ext cx="2439000" cy="370008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4"/>
          <p:cNvSpPr>
            <a:spLocks noGrp="1"/>
          </p:cNvSpPr>
          <p:nvPr>
            <p:ph type="body"/>
          </p:nvPr>
        </p:nvSpPr>
        <p:spPr>
          <a:xfrm>
            <a:off x="3246120" y="1427040"/>
            <a:ext cx="5236200" cy="3281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 image blocks with descri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8"/>
          <p:cNvSpPr/>
          <p:nvPr/>
        </p:nvSpPr>
        <p:spPr>
          <a:xfrm>
            <a:off x="0" y="3996360"/>
            <a:ext cx="9143280" cy="71064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sp>
        <p:nvSpPr>
          <p:cNvPr id="530" name="PlaceHolder 1"/>
          <p:cNvSpPr>
            <a:spLocks noGrp="1"/>
          </p:cNvSpPr>
          <p:nvPr>
            <p:ph type="body"/>
          </p:nvPr>
        </p:nvSpPr>
        <p:spPr>
          <a:xfrm>
            <a:off x="273600" y="4116240"/>
            <a:ext cx="7556040" cy="47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Highlighted text to make a point/impact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Graphic 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2" name="Graphic 10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076600" y="3996360"/>
            <a:ext cx="1066680" cy="71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PlaceHolder 2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2 image blocks slide with description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CBF80DDB-14B3-48D3-A3EF-B0AF066BE1A9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Graphic 2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6" name="Graphic 4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PlaceHolder 3"/>
          <p:cNvSpPr>
            <a:spLocks noGrp="1"/>
          </p:cNvSpPr>
          <p:nvPr>
            <p:ph type="body"/>
          </p:nvPr>
        </p:nvSpPr>
        <p:spPr>
          <a:xfrm>
            <a:off x="4635360" y="994680"/>
            <a:ext cx="428184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PlaceHolder 4"/>
          <p:cNvSpPr>
            <a:spLocks noGrp="1"/>
          </p:cNvSpPr>
          <p:nvPr>
            <p:ph type="body"/>
          </p:nvPr>
        </p:nvSpPr>
        <p:spPr>
          <a:xfrm>
            <a:off x="224280" y="994680"/>
            <a:ext cx="428184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5"/>
          <p:cNvSpPr>
            <a:spLocks noGrp="1"/>
          </p:cNvSpPr>
          <p:nvPr>
            <p:ph type="body"/>
          </p:nvPr>
        </p:nvSpPr>
        <p:spPr>
          <a:xfrm>
            <a:off x="4634280" y="2849400"/>
            <a:ext cx="4281840" cy="10213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6"/>
          <p:cNvSpPr>
            <a:spLocks noGrp="1"/>
          </p:cNvSpPr>
          <p:nvPr>
            <p:ph type="body"/>
          </p:nvPr>
        </p:nvSpPr>
        <p:spPr>
          <a:xfrm>
            <a:off x="224280" y="2849400"/>
            <a:ext cx="4281840" cy="10213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image blocks with descri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Rectangle 8"/>
          <p:cNvSpPr/>
          <p:nvPr/>
        </p:nvSpPr>
        <p:spPr>
          <a:xfrm>
            <a:off x="0" y="3996360"/>
            <a:ext cx="9143280" cy="71064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sp>
        <p:nvSpPr>
          <p:cNvPr id="542" name="PlaceHolder 1"/>
          <p:cNvSpPr>
            <a:spLocks noGrp="1"/>
          </p:cNvSpPr>
          <p:nvPr>
            <p:ph type="body"/>
          </p:nvPr>
        </p:nvSpPr>
        <p:spPr>
          <a:xfrm>
            <a:off x="273600" y="4116240"/>
            <a:ext cx="7556040" cy="47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Highlighted text to make a point/impact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3" name="Graphic 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PlaceHolder 2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3 image blocks slide with description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2F4946A6-B095-42F2-94D3-9D14AD8DA125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Graphic 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7" name="Graphic 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8" name="Graphic 6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076600" y="3996360"/>
            <a:ext cx="1066680" cy="71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PlaceHolder 3"/>
          <p:cNvSpPr>
            <a:spLocks noGrp="1"/>
          </p:cNvSpPr>
          <p:nvPr>
            <p:ph type="body"/>
          </p:nvPr>
        </p:nvSpPr>
        <p:spPr>
          <a:xfrm>
            <a:off x="224280" y="994680"/>
            <a:ext cx="279072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PlaceHolder 4"/>
          <p:cNvSpPr>
            <a:spLocks noGrp="1"/>
          </p:cNvSpPr>
          <p:nvPr>
            <p:ph type="body"/>
          </p:nvPr>
        </p:nvSpPr>
        <p:spPr>
          <a:xfrm>
            <a:off x="3176280" y="994680"/>
            <a:ext cx="279072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PlaceHolder 5"/>
          <p:cNvSpPr>
            <a:spLocks noGrp="1"/>
          </p:cNvSpPr>
          <p:nvPr>
            <p:ph type="body"/>
          </p:nvPr>
        </p:nvSpPr>
        <p:spPr>
          <a:xfrm>
            <a:off x="6125400" y="994680"/>
            <a:ext cx="2790720" cy="1854000"/>
          </a:xfrm>
          <a:prstGeom prst="rect">
            <a:avLst/>
          </a:prstGeom>
          <a:solidFill>
            <a:schemeClr val="lt2">
              <a:alpha val="37000"/>
            </a:schemeClr>
          </a:solidFill>
          <a:ln w="0">
            <a:noFill/>
          </a:ln>
        </p:spPr>
        <p:txBody>
          <a:bodyPr lIns="90000" rIns="90000" tIns="720000" bIns="45000" anchor="ctr" anchorCtr="1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icon to insert the image of your choice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6"/>
          <p:cNvSpPr>
            <a:spLocks noGrp="1"/>
          </p:cNvSpPr>
          <p:nvPr>
            <p:ph type="body"/>
          </p:nvPr>
        </p:nvSpPr>
        <p:spPr>
          <a:xfrm>
            <a:off x="6125400" y="2849400"/>
            <a:ext cx="2790720" cy="10213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PlaceHolder 7"/>
          <p:cNvSpPr>
            <a:spLocks noGrp="1"/>
          </p:cNvSpPr>
          <p:nvPr>
            <p:ph type="body"/>
          </p:nvPr>
        </p:nvSpPr>
        <p:spPr>
          <a:xfrm>
            <a:off x="3176280" y="2849400"/>
            <a:ext cx="2790720" cy="102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8"/>
          <p:cNvSpPr>
            <a:spLocks noGrp="1"/>
          </p:cNvSpPr>
          <p:nvPr>
            <p:ph type="body"/>
          </p:nvPr>
        </p:nvSpPr>
        <p:spPr>
          <a:xfrm>
            <a:off x="3176280" y="2849400"/>
            <a:ext cx="2790720" cy="10213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9"/>
          <p:cNvSpPr>
            <a:spLocks noGrp="1"/>
          </p:cNvSpPr>
          <p:nvPr>
            <p:ph type="body"/>
          </p:nvPr>
        </p:nvSpPr>
        <p:spPr>
          <a:xfrm>
            <a:off x="224280" y="2849400"/>
            <a:ext cx="2790720" cy="10213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-step/block content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body"/>
          </p:nvPr>
        </p:nvSpPr>
        <p:spPr>
          <a:xfrm>
            <a:off x="2431800" y="1012680"/>
            <a:ext cx="2073600" cy="28418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4639320" y="1012680"/>
            <a:ext cx="2073600" cy="28418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body"/>
          </p:nvPr>
        </p:nvSpPr>
        <p:spPr>
          <a:xfrm>
            <a:off x="6846840" y="1012680"/>
            <a:ext cx="2073600" cy="284184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laceHolder 4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3-step/block content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73666E07-D333-42FD-BC87-58E4F632BF71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1" name="Graphic 3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2" name="Graphic 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PlaceHolder 5"/>
          <p:cNvSpPr>
            <a:spLocks noGrp="1"/>
          </p:cNvSpPr>
          <p:nvPr>
            <p:ph type="body"/>
          </p:nvPr>
        </p:nvSpPr>
        <p:spPr>
          <a:xfrm>
            <a:off x="224280" y="2522520"/>
            <a:ext cx="207216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6"/>
          <p:cNvSpPr>
            <a:spLocks noGrp="1"/>
          </p:cNvSpPr>
          <p:nvPr>
            <p:ph type="body"/>
          </p:nvPr>
        </p:nvSpPr>
        <p:spPr>
          <a:xfrm>
            <a:off x="224280" y="1018440"/>
            <a:ext cx="2072160" cy="142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Rectangle 1"/>
          <p:cNvSpPr/>
          <p:nvPr/>
        </p:nvSpPr>
        <p:spPr>
          <a:xfrm>
            <a:off x="0" y="3996360"/>
            <a:ext cx="9143280" cy="71064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sp>
        <p:nvSpPr>
          <p:cNvPr id="566" name="PlaceHolder 7"/>
          <p:cNvSpPr>
            <a:spLocks noGrp="1"/>
          </p:cNvSpPr>
          <p:nvPr>
            <p:ph type="body"/>
          </p:nvPr>
        </p:nvSpPr>
        <p:spPr>
          <a:xfrm>
            <a:off x="273600" y="4116240"/>
            <a:ext cx="7556040" cy="47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Highlighted text to make a point/impact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7" name="Graphic 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8" name="Graphic 10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076600" y="3996360"/>
            <a:ext cx="1066680" cy="71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9" name="PlaceHolder 8"/>
          <p:cNvSpPr>
            <a:spLocks noGrp="1"/>
          </p:cNvSpPr>
          <p:nvPr>
            <p:ph type="body"/>
          </p:nvPr>
        </p:nvSpPr>
        <p:spPr>
          <a:xfrm>
            <a:off x="2535120" y="1424880"/>
            <a:ext cx="1866960" cy="234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9"/>
          <p:cNvSpPr>
            <a:spLocks noGrp="1"/>
          </p:cNvSpPr>
          <p:nvPr>
            <p:ph type="body"/>
          </p:nvPr>
        </p:nvSpPr>
        <p:spPr>
          <a:xfrm>
            <a:off x="4742640" y="1424880"/>
            <a:ext cx="1866960" cy="234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10"/>
          <p:cNvSpPr>
            <a:spLocks noGrp="1"/>
          </p:cNvSpPr>
          <p:nvPr>
            <p:ph type="body"/>
          </p:nvPr>
        </p:nvSpPr>
        <p:spPr>
          <a:xfrm>
            <a:off x="6950160" y="1424880"/>
            <a:ext cx="1866960" cy="234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857160" indent="-171360" defTabSz="685800">
              <a:lnSpc>
                <a:spcPct val="90000"/>
              </a:lnSpc>
              <a:spcBef>
                <a:spcPts val="374"/>
              </a:spcBef>
              <a:buClr>
                <a:srgbClr val="eb262a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3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-step/block content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body"/>
          </p:nvPr>
        </p:nvSpPr>
        <p:spPr>
          <a:xfrm>
            <a:off x="5724000" y="2493720"/>
            <a:ext cx="3196440" cy="13608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2431800" y="2493720"/>
            <a:ext cx="3196440" cy="13608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body"/>
          </p:nvPr>
        </p:nvSpPr>
        <p:spPr>
          <a:xfrm>
            <a:off x="5724000" y="1012680"/>
            <a:ext cx="3196440" cy="13608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4"/>
          <p:cNvSpPr>
            <a:spLocks noGrp="1"/>
          </p:cNvSpPr>
          <p:nvPr>
            <p:ph type="body"/>
          </p:nvPr>
        </p:nvSpPr>
        <p:spPr>
          <a:xfrm>
            <a:off x="2431800" y="1012680"/>
            <a:ext cx="3196440" cy="13608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 lIns="108000" rIns="90000" tIns="108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Heading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lide Number Placeholder 6"/>
          <p:cNvSpPr/>
          <p:nvPr/>
        </p:nvSpPr>
        <p:spPr>
          <a:xfrm>
            <a:off x="59040" y="4831560"/>
            <a:ext cx="359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760" rIns="68760" tIns="34200" bIns="34200" anchor="ctr">
            <a:noAutofit/>
          </a:bodyPr>
          <a:p>
            <a:pPr algn="ctr" defTabSz="914400">
              <a:lnSpc>
                <a:spcPct val="100000"/>
              </a:lnSpc>
            </a:pPr>
            <a:fld id="{6C3C72CC-B81E-44FB-BA16-460815DD7B62}" type="slidenum">
              <a:rPr b="0" lang="en-US" sz="1000" strike="noStrike" u="none">
                <a:solidFill>
                  <a:srgbClr val="eb262a"/>
                </a:solidFill>
                <a:effectLst/>
                <a:uFillTx/>
                <a:latin typeface="KareliaWeb Regular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7" name="Graphic 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240" y="4865760"/>
            <a:ext cx="797040" cy="2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8" name="Graphic 10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608" t="0" r="21971" b="-6443"/>
          <a:stretch/>
        </p:blipFill>
        <p:spPr>
          <a:xfrm>
            <a:off x="482400" y="4869720"/>
            <a:ext cx="7686000" cy="1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PlaceHolder 5"/>
          <p:cNvSpPr>
            <a:spLocks noGrp="1"/>
          </p:cNvSpPr>
          <p:nvPr>
            <p:ph type="title"/>
          </p:nvPr>
        </p:nvSpPr>
        <p:spPr>
          <a:xfrm>
            <a:off x="224280" y="188640"/>
            <a:ext cx="8133120" cy="36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2400" strike="noStrike" u="none">
                <a:solidFill>
                  <a:schemeClr val="accent1"/>
                </a:solidFill>
                <a:effectLst/>
                <a:uFillTx/>
                <a:latin typeface="KareliaWeb Regular"/>
              </a:rPr>
              <a:t>4-step/block content slide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Rectangle 1"/>
          <p:cNvSpPr/>
          <p:nvPr/>
        </p:nvSpPr>
        <p:spPr>
          <a:xfrm>
            <a:off x="0" y="3996360"/>
            <a:ext cx="9143280" cy="71064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010" strike="noStrike" u="none">
              <a:solidFill>
                <a:srgbClr val="eb262a"/>
              </a:solidFill>
              <a:effectLst/>
              <a:uFillTx/>
              <a:latin typeface="KareliaWeb Regular"/>
            </a:endParaRPr>
          </a:p>
        </p:txBody>
      </p:sp>
      <p:sp>
        <p:nvSpPr>
          <p:cNvPr id="581" name="PlaceHolder 6"/>
          <p:cNvSpPr>
            <a:spLocks noGrp="1"/>
          </p:cNvSpPr>
          <p:nvPr>
            <p:ph type="body"/>
          </p:nvPr>
        </p:nvSpPr>
        <p:spPr>
          <a:xfrm>
            <a:off x="273600" y="4116240"/>
            <a:ext cx="7556040" cy="471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effectLst/>
                <a:uFillTx/>
                <a:latin typeface="KareliaWeb Regular"/>
              </a:rPr>
              <a:t>Highlighted text to make a point/impact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Graphic 8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8120" y="0"/>
            <a:ext cx="785160" cy="78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3" name="Graphic 9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076600" y="3996360"/>
            <a:ext cx="1066680" cy="71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PlaceHolder 7"/>
          <p:cNvSpPr>
            <a:spLocks noGrp="1"/>
          </p:cNvSpPr>
          <p:nvPr>
            <p:ph type="body"/>
          </p:nvPr>
        </p:nvSpPr>
        <p:spPr>
          <a:xfrm>
            <a:off x="224280" y="2522520"/>
            <a:ext cx="207216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1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PlaceHolder 8"/>
          <p:cNvSpPr>
            <a:spLocks noGrp="1"/>
          </p:cNvSpPr>
          <p:nvPr>
            <p:ph type="body"/>
          </p:nvPr>
        </p:nvSpPr>
        <p:spPr>
          <a:xfrm>
            <a:off x="224280" y="1018440"/>
            <a:ext cx="2072160" cy="142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Description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9"/>
          <p:cNvSpPr>
            <a:spLocks noGrp="1"/>
          </p:cNvSpPr>
          <p:nvPr>
            <p:ph type="body"/>
          </p:nvPr>
        </p:nvSpPr>
        <p:spPr>
          <a:xfrm>
            <a:off x="2504880" y="1371960"/>
            <a:ext cx="305712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PlaceHolder 10"/>
          <p:cNvSpPr>
            <a:spLocks noGrp="1"/>
          </p:cNvSpPr>
          <p:nvPr>
            <p:ph type="body"/>
          </p:nvPr>
        </p:nvSpPr>
        <p:spPr>
          <a:xfrm>
            <a:off x="5801040" y="1371960"/>
            <a:ext cx="305712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11"/>
          <p:cNvSpPr>
            <a:spLocks noGrp="1"/>
          </p:cNvSpPr>
          <p:nvPr>
            <p:ph type="body"/>
          </p:nvPr>
        </p:nvSpPr>
        <p:spPr>
          <a:xfrm>
            <a:off x="2504880" y="2837160"/>
            <a:ext cx="305712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12"/>
          <p:cNvSpPr>
            <a:spLocks noGrp="1"/>
          </p:cNvSpPr>
          <p:nvPr>
            <p:ph type="body"/>
          </p:nvPr>
        </p:nvSpPr>
        <p:spPr>
          <a:xfrm>
            <a:off x="5801040" y="2837160"/>
            <a:ext cx="3057120" cy="71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IN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This can be used as either bullets/ paragraph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eb262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1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14440" indent="-171360" defTabSz="685800">
              <a:lnSpc>
                <a:spcPct val="90000"/>
              </a:lnSpc>
              <a:spcBef>
                <a:spcPts val="374"/>
              </a:spcBef>
              <a:buClr>
                <a:srgbClr val="1c1c1c"/>
              </a:buClr>
              <a:buFont typeface="Courier New"/>
              <a:buChar char="o"/>
              <a:tabLst>
                <a:tab algn="l" pos="0"/>
              </a:tabLst>
            </a:pPr>
            <a:r>
              <a:rPr b="0" lang="en-US" sz="105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Level 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374"/>
              </a:spcBef>
              <a:buNone/>
              <a:tabLst>
                <a:tab algn="l" pos="0"/>
              </a:tabLst>
            </a:pP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slideLayout" Target="../slideLayouts/slideLayout40.xml"/><Relationship Id="rId38" Type="http://schemas.openxmlformats.org/officeDocument/2006/relationships/slideLayout" Target="../slideLayouts/slideLayout41.xml"/><Relationship Id="rId39" Type="http://schemas.openxmlformats.org/officeDocument/2006/relationships/slideLayout" Target="../slideLayouts/slideLayout42.xml"/><Relationship Id="rId40" Type="http://schemas.openxmlformats.org/officeDocument/2006/relationships/slideLayout" Target="../slideLayouts/slideLayout4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phic 14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057560" y="4101480"/>
            <a:ext cx="5085720" cy="104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057560" y="0"/>
            <a:ext cx="5085720" cy="205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Rectangle 6"/>
          <p:cNvSpPr/>
          <p:nvPr/>
        </p:nvSpPr>
        <p:spPr>
          <a:xfrm>
            <a:off x="0" y="0"/>
            <a:ext cx="4081320" cy="5142600"/>
          </a:xfrm>
          <a:prstGeom prst="rect">
            <a:avLst/>
          </a:prstGeom>
          <a:solidFill>
            <a:srgbClr val="eb26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IN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pic>
        <p:nvPicPr>
          <p:cNvPr id="21" name="Graphic 61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0" y="0"/>
            <a:ext cx="408348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body"/>
          </p:nvPr>
        </p:nvSpPr>
        <p:spPr>
          <a:xfrm>
            <a:off x="4696920" y="-1500840"/>
            <a:ext cx="3932280" cy="463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sp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Title of the Presentation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696920" y="3135960"/>
            <a:ext cx="3932280" cy="463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Subtitle of the Presentation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Rectangle 9"/>
          <p:cNvSpPr/>
          <p:nvPr/>
        </p:nvSpPr>
        <p:spPr>
          <a:xfrm>
            <a:off x="0" y="2059920"/>
            <a:ext cx="4172760" cy="102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IN" sz="101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grpSp>
        <p:nvGrpSpPr>
          <p:cNvPr id="25" name="Picture 7"/>
          <p:cNvGrpSpPr/>
          <p:nvPr/>
        </p:nvGrpSpPr>
        <p:grpSpPr>
          <a:xfrm>
            <a:off x="693720" y="2396160"/>
            <a:ext cx="1249560" cy="351000"/>
            <a:chOff x="693720" y="2396160"/>
            <a:chExt cx="1249560" cy="351000"/>
          </a:xfrm>
        </p:grpSpPr>
        <p:grpSp>
          <p:nvGrpSpPr>
            <p:cNvPr id="26" name="Picture 7"/>
            <p:cNvGrpSpPr/>
            <p:nvPr/>
          </p:nvGrpSpPr>
          <p:grpSpPr>
            <a:xfrm>
              <a:off x="693720" y="2396160"/>
              <a:ext cx="1166040" cy="351000"/>
              <a:chOff x="693720" y="2396160"/>
              <a:chExt cx="1166040" cy="351000"/>
            </a:xfrm>
          </p:grpSpPr>
          <p:sp>
            <p:nvSpPr>
              <p:cNvPr id="27" name="Freeform: Shape 5"/>
              <p:cNvSpPr/>
              <p:nvPr/>
            </p:nvSpPr>
            <p:spPr>
              <a:xfrm>
                <a:off x="693720" y="2396160"/>
                <a:ext cx="208080" cy="274320"/>
              </a:xfrm>
              <a:custGeom>
                <a:avLst/>
                <a:gdLst>
                  <a:gd name="textAreaLeft" fmla="*/ 0 w 208080"/>
                  <a:gd name="textAreaRight" fmla="*/ 208800 w 208080"/>
                  <a:gd name="textAreaTop" fmla="*/ 0 h 274320"/>
                  <a:gd name="textAreaBottom" fmla="*/ 275040 h 274320"/>
                  <a:gd name="GluePoint1X" fmla="*/ 0 w 398847"/>
                  <a:gd name="GluePoint1Y" fmla="*/ 0 h 525915"/>
                  <a:gd name="GluePoint2X" fmla="*/ 219917 w 398847"/>
                  <a:gd name="GluePoint2Y" fmla="*/ 0 h 525915"/>
                  <a:gd name="GluePoint3X" fmla="*/ 287155 w 398847"/>
                  <a:gd name="GluePoint3Y" fmla="*/ 7109 h 525915"/>
                  <a:gd name="GluePoint4X" fmla="*/ 344415 w 398847"/>
                  <a:gd name="GluePoint4Y" fmla="*/ 31906 h 525915"/>
                  <a:gd name="GluePoint5X" fmla="*/ 384030 w 398847"/>
                  <a:gd name="GluePoint5Y" fmla="*/ 79187 h 525915"/>
                  <a:gd name="GluePoint6X" fmla="*/ 398848 w 398847"/>
                  <a:gd name="GluePoint6Y" fmla="*/ 153278 h 525915"/>
                  <a:gd name="GluePoint7X" fmla="*/ 348911 w 398847"/>
                  <a:gd name="GluePoint7Y" fmla="*/ 274650 h 525915"/>
                  <a:gd name="GluePoint8X" fmla="*/ 201415 w 398847"/>
                  <a:gd name="GluePoint8Y" fmla="*/ 315678 h 525915"/>
                  <a:gd name="GluePoint9X" fmla="*/ 68438 w 398847"/>
                  <a:gd name="GluePoint9Y" fmla="*/ 315678 h 525915"/>
                  <a:gd name="GluePoint10X" fmla="*/ 68438 w 398847"/>
                  <a:gd name="GluePoint10Y" fmla="*/ 525916 h 525915"/>
                  <a:gd name="GluePoint11X" fmla="*/ 86 w 398847"/>
                  <a:gd name="GluePoint11Y" fmla="*/ 525916 h 525915"/>
                  <a:gd name="GluePoint12X" fmla="*/ 86 w 398847"/>
                  <a:gd name="GluePoint12Y" fmla="*/ 0 h 525915"/>
                  <a:gd name="GluePoint13X" fmla="*/ 68352 w 398847"/>
                  <a:gd name="GluePoint13Y" fmla="*/ 252380 h 525915"/>
                  <a:gd name="GluePoint14X" fmla="*/ 202229 w 398847"/>
                  <a:gd name="GluePoint14Y" fmla="*/ 252380 h 525915"/>
                  <a:gd name="GluePoint15X" fmla="*/ 298633 w 398847"/>
                  <a:gd name="GluePoint15Y" fmla="*/ 227454 h 525915"/>
                  <a:gd name="GluePoint16X" fmla="*/ 326941 w 398847"/>
                  <a:gd name="GluePoint16Y" fmla="*/ 155548 h 525915"/>
                  <a:gd name="GluePoint17X" fmla="*/ 317776 w 398847"/>
                  <a:gd name="GluePoint17Y" fmla="*/ 110537 h 525915"/>
                  <a:gd name="GluePoint18X" fmla="*/ 292337 w 398847"/>
                  <a:gd name="GluePoint18Y" fmla="*/ 81928 h 525915"/>
                  <a:gd name="GluePoint19X" fmla="*/ 254264 w 398847"/>
                  <a:gd name="GluePoint19Y" fmla="*/ 66939 h 525915"/>
                  <a:gd name="GluePoint20X" fmla="*/ 207925 w 398847"/>
                  <a:gd name="GluePoint20Y" fmla="*/ 62699 h 525915"/>
                  <a:gd name="GluePoint21X" fmla="*/ 68395 w 398847"/>
                  <a:gd name="GluePoint21Y" fmla="*/ 62699 h 525915"/>
                  <a:gd name="GluePoint22X" fmla="*/ 68395 w 398847"/>
                  <a:gd name="GluePoint22Y" fmla="*/ 252422 h 525915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98847" h="525915">
                    <a:moveTo>
                      <a:pt x="0" y="0"/>
                    </a:moveTo>
                    <a:lnTo>
                      <a:pt x="219917" y="0"/>
                    </a:lnTo>
                    <a:cubicBezTo>
                      <a:pt x="243086" y="0"/>
                      <a:pt x="265484" y="2398"/>
                      <a:pt x="287155" y="7109"/>
                    </a:cubicBezTo>
                    <a:cubicBezTo>
                      <a:pt x="308783" y="11863"/>
                      <a:pt x="327883" y="20129"/>
                      <a:pt x="344415" y="31906"/>
                    </a:cubicBezTo>
                    <a:cubicBezTo>
                      <a:pt x="360946" y="43684"/>
                      <a:pt x="374137" y="59444"/>
                      <a:pt x="384030" y="79187"/>
                    </a:cubicBezTo>
                    <a:cubicBezTo>
                      <a:pt x="393880" y="98930"/>
                      <a:pt x="398848" y="123642"/>
                      <a:pt x="398848" y="153278"/>
                    </a:cubicBezTo>
                    <a:cubicBezTo>
                      <a:pt x="398848" y="206812"/>
                      <a:pt x="382188" y="247283"/>
                      <a:pt x="348911" y="274650"/>
                    </a:cubicBezTo>
                    <a:cubicBezTo>
                      <a:pt x="315635" y="301973"/>
                      <a:pt x="266469" y="315678"/>
                      <a:pt x="201415" y="315678"/>
                    </a:cubicBezTo>
                    <a:lnTo>
                      <a:pt x="68438" y="315678"/>
                    </a:lnTo>
                    <a:lnTo>
                      <a:pt x="68438" y="525916"/>
                    </a:lnTo>
                    <a:lnTo>
                      <a:pt x="86" y="525916"/>
                    </a:lnTo>
                    <a:lnTo>
                      <a:pt x="86" y="0"/>
                    </a:lnTo>
                    <a:close/>
                    <a:moveTo>
                      <a:pt x="68352" y="252380"/>
                    </a:moveTo>
                    <a:lnTo>
                      <a:pt x="202229" y="252380"/>
                    </a:lnTo>
                    <a:cubicBezTo>
                      <a:pt x="247626" y="252380"/>
                      <a:pt x="279746" y="244071"/>
                      <a:pt x="298633" y="227454"/>
                    </a:cubicBezTo>
                    <a:cubicBezTo>
                      <a:pt x="317519" y="210837"/>
                      <a:pt x="326941" y="186854"/>
                      <a:pt x="326941" y="155548"/>
                    </a:cubicBezTo>
                    <a:cubicBezTo>
                      <a:pt x="326941" y="137432"/>
                      <a:pt x="323900" y="122400"/>
                      <a:pt x="317776" y="110537"/>
                    </a:cubicBezTo>
                    <a:cubicBezTo>
                      <a:pt x="311695" y="98631"/>
                      <a:pt x="303172" y="89123"/>
                      <a:pt x="292337" y="81928"/>
                    </a:cubicBezTo>
                    <a:cubicBezTo>
                      <a:pt x="281459" y="74776"/>
                      <a:pt x="268782" y="69765"/>
                      <a:pt x="254264" y="66939"/>
                    </a:cubicBezTo>
                    <a:cubicBezTo>
                      <a:pt x="239745" y="64112"/>
                      <a:pt x="224285" y="62699"/>
                      <a:pt x="207925" y="62699"/>
                    </a:cubicBezTo>
                    <a:lnTo>
                      <a:pt x="68395" y="62699"/>
                    </a:lnTo>
                    <a:lnTo>
                      <a:pt x="68395" y="252422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28" name="Freeform: Shape 8"/>
              <p:cNvSpPr/>
              <p:nvPr/>
            </p:nvSpPr>
            <p:spPr>
              <a:xfrm>
                <a:off x="920880" y="2467800"/>
                <a:ext cx="102960" cy="202680"/>
              </a:xfrm>
              <a:custGeom>
                <a:avLst/>
                <a:gdLst>
                  <a:gd name="textAreaLeft" fmla="*/ 0 w 102960"/>
                  <a:gd name="textAreaRight" fmla="*/ 103680 w 102960"/>
                  <a:gd name="textAreaTop" fmla="*/ 0 h 202680"/>
                  <a:gd name="textAreaBottom" fmla="*/ 203400 h 202680"/>
                  <a:gd name="GluePoint1X" fmla="*/ 198246 w 198246"/>
                  <a:gd name="GluePoint1Y" fmla="*/ 70622 h 389083"/>
                  <a:gd name="GluePoint2X" fmla="*/ 156661 w 198246"/>
                  <a:gd name="GluePoint2Y" fmla="*/ 66082 h 389083"/>
                  <a:gd name="GluePoint3X" fmla="*/ 68352 w 198246"/>
                  <a:gd name="GluePoint3Y" fmla="*/ 120087 h 389083"/>
                  <a:gd name="GluePoint4X" fmla="*/ 68352 w 198246"/>
                  <a:gd name="GluePoint4Y" fmla="*/ 389084 h 389083"/>
                  <a:gd name="GluePoint5X" fmla="*/ 0 w 198246"/>
                  <a:gd name="GluePoint5Y" fmla="*/ 389084 h 389083"/>
                  <a:gd name="GluePoint6X" fmla="*/ 0 w 198246"/>
                  <a:gd name="GluePoint6Y" fmla="*/ 7966 h 389083"/>
                  <a:gd name="GluePoint7X" fmla="*/ 68352 w 198246"/>
                  <a:gd name="GluePoint7Y" fmla="*/ 7966 h 389083"/>
                  <a:gd name="GluePoint8X" fmla="*/ 68352 w 198246"/>
                  <a:gd name="GluePoint8Y" fmla="*/ 62099 h 389083"/>
                  <a:gd name="GluePoint9X" fmla="*/ 167453 w 198246"/>
                  <a:gd name="GluePoint9Y" fmla="*/ 0 h 389083"/>
                  <a:gd name="GluePoint10X" fmla="*/ 182272 w 198246"/>
                  <a:gd name="GluePoint10Y" fmla="*/ 557 h 389083"/>
                  <a:gd name="GluePoint11X" fmla="*/ 198246 w 198246"/>
                  <a:gd name="GluePoint11Y" fmla="*/ 2827 h 389083"/>
                  <a:gd name="GluePoint12X" fmla="*/ 198246 w 198246"/>
                  <a:gd name="GluePoint12Y" fmla="*/ 70622 h 389083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</a:cxnLst>
                <a:rect l="textAreaLeft" t="textAreaTop" r="textAreaRight" b="textAreaBottom"/>
                <a:pathLst>
                  <a:path w="198246" h="389083">
                    <a:moveTo>
                      <a:pt x="198246" y="70622"/>
                    </a:moveTo>
                    <a:cubicBezTo>
                      <a:pt x="187240" y="67581"/>
                      <a:pt x="173364" y="66082"/>
                      <a:pt x="156661" y="66082"/>
                    </a:cubicBezTo>
                    <a:cubicBezTo>
                      <a:pt x="122485" y="66082"/>
                      <a:pt x="93063" y="84112"/>
                      <a:pt x="68352" y="120087"/>
                    </a:cubicBezTo>
                    <a:lnTo>
                      <a:pt x="68352" y="389084"/>
                    </a:lnTo>
                    <a:lnTo>
                      <a:pt x="0" y="389084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62099"/>
                    </a:lnTo>
                    <a:cubicBezTo>
                      <a:pt x="95675" y="20728"/>
                      <a:pt x="128738" y="0"/>
                      <a:pt x="167453" y="0"/>
                    </a:cubicBezTo>
                    <a:cubicBezTo>
                      <a:pt x="172379" y="0"/>
                      <a:pt x="177304" y="214"/>
                      <a:pt x="182272" y="557"/>
                    </a:cubicBezTo>
                    <a:cubicBezTo>
                      <a:pt x="187197" y="942"/>
                      <a:pt x="192550" y="1713"/>
                      <a:pt x="198246" y="2827"/>
                    </a:cubicBezTo>
                    <a:lnTo>
                      <a:pt x="198246" y="70622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29" name="Freeform: Shape 13"/>
              <p:cNvSpPr/>
              <p:nvPr/>
            </p:nvSpPr>
            <p:spPr>
              <a:xfrm>
                <a:off x="1012320" y="2467800"/>
                <a:ext cx="185760" cy="207720"/>
              </a:xfrm>
              <a:custGeom>
                <a:avLst/>
                <a:gdLst>
                  <a:gd name="textAreaLeft" fmla="*/ 0 w 185760"/>
                  <a:gd name="textAreaRight" fmla="*/ 186480 w 185760"/>
                  <a:gd name="textAreaTop" fmla="*/ 0 h 207720"/>
                  <a:gd name="textAreaBottom" fmla="*/ 208440 h 207720"/>
                  <a:gd name="GluePoint1X" fmla="*/ 177732 w 356620"/>
                  <a:gd name="GluePoint1Y" fmla="*/ 0 h 398291"/>
                  <a:gd name="GluePoint2X" fmla="*/ 251780 w 356620"/>
                  <a:gd name="GluePoint2Y" fmla="*/ 13405 h 398291"/>
                  <a:gd name="GluePoint3X" fmla="*/ 308183 w 356620"/>
                  <a:gd name="GluePoint3Y" fmla="*/ 52120 h 398291"/>
                  <a:gd name="GluePoint4X" fmla="*/ 344072 w 356620"/>
                  <a:gd name="GluePoint4Y" fmla="*/ 114519 h 398291"/>
                  <a:gd name="GluePoint5X" fmla="*/ 356620 w 356620"/>
                  <a:gd name="GluePoint5Y" fmla="*/ 198846 h 398291"/>
                  <a:gd name="GluePoint6X" fmla="*/ 343515 w 356620"/>
                  <a:gd name="GluePoint6Y" fmla="*/ 284885 h 398291"/>
                  <a:gd name="GluePoint7X" fmla="*/ 306770 w 356620"/>
                  <a:gd name="GluePoint7Y" fmla="*/ 347284 h 398291"/>
                  <a:gd name="GluePoint8X" fmla="*/ 250367 w 356620"/>
                  <a:gd name="GluePoint8Y" fmla="*/ 385486 h 398291"/>
                  <a:gd name="GluePoint9X" fmla="*/ 177732 w 356620"/>
                  <a:gd name="GluePoint9Y" fmla="*/ 398291 h 398291"/>
                  <a:gd name="GluePoint10X" fmla="*/ 105654 w 356620"/>
                  <a:gd name="GluePoint10Y" fmla="*/ 385486 h 398291"/>
                  <a:gd name="GluePoint11X" fmla="*/ 49251 w 356620"/>
                  <a:gd name="GluePoint11Y" fmla="*/ 347284 h 398291"/>
                  <a:gd name="GluePoint12X" fmla="*/ 12805 w 356620"/>
                  <a:gd name="GluePoint12Y" fmla="*/ 284885 h 398291"/>
                  <a:gd name="GluePoint13X" fmla="*/ 0 w 356620"/>
                  <a:gd name="GluePoint13Y" fmla="*/ 198846 h 398291"/>
                  <a:gd name="GluePoint14X" fmla="*/ 12805 w 356620"/>
                  <a:gd name="GluePoint14Y" fmla="*/ 113106 h 398291"/>
                  <a:gd name="GluePoint15X" fmla="*/ 49251 w 356620"/>
                  <a:gd name="GluePoint15Y" fmla="*/ 50707 h 398291"/>
                  <a:gd name="GluePoint16X" fmla="*/ 105654 w 356620"/>
                  <a:gd name="GluePoint16Y" fmla="*/ 12805 h 398291"/>
                  <a:gd name="GluePoint17X" fmla="*/ 177732 w 356620"/>
                  <a:gd name="GluePoint17Y" fmla="*/ 0 h 398291"/>
                  <a:gd name="GluePoint18X" fmla="*/ 177732 w 356620"/>
                  <a:gd name="GluePoint18Y" fmla="*/ 345229 h 398291"/>
                  <a:gd name="GluePoint19X" fmla="*/ 257604 w 356620"/>
                  <a:gd name="GluePoint19Y" fmla="*/ 308355 h 398291"/>
                  <a:gd name="GluePoint20X" fmla="*/ 287112 w 356620"/>
                  <a:gd name="GluePoint20Y" fmla="*/ 198846 h 398291"/>
                  <a:gd name="GluePoint21X" fmla="*/ 279103 w 356620"/>
                  <a:gd name="GluePoint21Y" fmla="*/ 134220 h 398291"/>
                  <a:gd name="GluePoint22X" fmla="*/ 256491 w 356620"/>
                  <a:gd name="GluePoint22Y" fmla="*/ 88481 h 398291"/>
                  <a:gd name="GluePoint23X" fmla="*/ 221844 w 356620"/>
                  <a:gd name="GluePoint23Y" fmla="*/ 61029 h 398291"/>
                  <a:gd name="GluePoint24X" fmla="*/ 177732 w 356620"/>
                  <a:gd name="GluePoint24Y" fmla="*/ 51864 h 398291"/>
                  <a:gd name="GluePoint25X" fmla="*/ 133063 w 356620"/>
                  <a:gd name="GluePoint25Y" fmla="*/ 61585 h 398291"/>
                  <a:gd name="GluePoint26X" fmla="*/ 98673 w 356620"/>
                  <a:gd name="GluePoint26Y" fmla="*/ 89894 h 398291"/>
                  <a:gd name="GluePoint27X" fmla="*/ 76318 w 356620"/>
                  <a:gd name="GluePoint27Y" fmla="*/ 135933 h 398291"/>
                  <a:gd name="GluePoint28X" fmla="*/ 68309 w 356620"/>
                  <a:gd name="GluePoint28Y" fmla="*/ 198846 h 398291"/>
                  <a:gd name="GluePoint29X" fmla="*/ 97774 w 356620"/>
                  <a:gd name="GluePoint29Y" fmla="*/ 307798 h 398291"/>
                  <a:gd name="GluePoint30X" fmla="*/ 177689 w 356620"/>
                  <a:gd name="GluePoint30Y" fmla="*/ 345229 h 398291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</a:cxnLst>
                <a:rect l="textAreaLeft" t="textAreaTop" r="textAreaRight" b="textAreaBottom"/>
                <a:pathLst>
                  <a:path w="356620" h="398291">
                    <a:moveTo>
                      <a:pt x="177732" y="0"/>
                    </a:moveTo>
                    <a:cubicBezTo>
                      <a:pt x="205056" y="0"/>
                      <a:pt x="229767" y="4454"/>
                      <a:pt x="251780" y="13405"/>
                    </a:cubicBezTo>
                    <a:cubicBezTo>
                      <a:pt x="273793" y="22313"/>
                      <a:pt x="292594" y="35247"/>
                      <a:pt x="308183" y="52120"/>
                    </a:cubicBezTo>
                    <a:cubicBezTo>
                      <a:pt x="323772" y="69037"/>
                      <a:pt x="335721" y="89808"/>
                      <a:pt x="344072" y="114519"/>
                    </a:cubicBezTo>
                    <a:cubicBezTo>
                      <a:pt x="352423" y="139188"/>
                      <a:pt x="356620" y="167325"/>
                      <a:pt x="356620" y="198846"/>
                    </a:cubicBezTo>
                    <a:cubicBezTo>
                      <a:pt x="356620" y="230367"/>
                      <a:pt x="352252" y="260174"/>
                      <a:pt x="343515" y="284885"/>
                    </a:cubicBezTo>
                    <a:cubicBezTo>
                      <a:pt x="334778" y="309554"/>
                      <a:pt x="322530" y="330368"/>
                      <a:pt x="306770" y="347284"/>
                    </a:cubicBezTo>
                    <a:cubicBezTo>
                      <a:pt x="291009" y="364201"/>
                      <a:pt x="272208" y="376921"/>
                      <a:pt x="250367" y="385486"/>
                    </a:cubicBezTo>
                    <a:cubicBezTo>
                      <a:pt x="228525" y="394009"/>
                      <a:pt x="204328" y="398291"/>
                      <a:pt x="177732" y="398291"/>
                    </a:cubicBezTo>
                    <a:cubicBezTo>
                      <a:pt x="151136" y="398291"/>
                      <a:pt x="127496" y="394009"/>
                      <a:pt x="105654" y="385486"/>
                    </a:cubicBezTo>
                    <a:cubicBezTo>
                      <a:pt x="83812" y="376921"/>
                      <a:pt x="65011" y="364201"/>
                      <a:pt x="49251" y="347284"/>
                    </a:cubicBezTo>
                    <a:cubicBezTo>
                      <a:pt x="33491" y="330368"/>
                      <a:pt x="21328" y="309597"/>
                      <a:pt x="12805" y="284885"/>
                    </a:cubicBezTo>
                    <a:cubicBezTo>
                      <a:pt x="4283" y="260174"/>
                      <a:pt x="0" y="231523"/>
                      <a:pt x="0" y="198846"/>
                    </a:cubicBezTo>
                    <a:cubicBezTo>
                      <a:pt x="0" y="166169"/>
                      <a:pt x="4283" y="137989"/>
                      <a:pt x="12805" y="113106"/>
                    </a:cubicBezTo>
                    <a:cubicBezTo>
                      <a:pt x="21328" y="88224"/>
                      <a:pt x="33491" y="67453"/>
                      <a:pt x="49251" y="50707"/>
                    </a:cubicBezTo>
                    <a:cubicBezTo>
                      <a:pt x="65011" y="34005"/>
                      <a:pt x="83812" y="21371"/>
                      <a:pt x="105654" y="12805"/>
                    </a:cubicBezTo>
                    <a:cubicBezTo>
                      <a:pt x="127496" y="4283"/>
                      <a:pt x="151522" y="0"/>
                      <a:pt x="177732" y="0"/>
                    </a:cubicBezTo>
                    <a:close/>
                    <a:moveTo>
                      <a:pt x="177732" y="345229"/>
                    </a:moveTo>
                    <a:cubicBezTo>
                      <a:pt x="211308" y="345229"/>
                      <a:pt x="237947" y="332937"/>
                      <a:pt x="257604" y="308355"/>
                    </a:cubicBezTo>
                    <a:cubicBezTo>
                      <a:pt x="277262" y="283772"/>
                      <a:pt x="287112" y="247240"/>
                      <a:pt x="287112" y="198846"/>
                    </a:cubicBezTo>
                    <a:cubicBezTo>
                      <a:pt x="287112" y="174049"/>
                      <a:pt x="284414" y="152507"/>
                      <a:pt x="279103" y="134220"/>
                    </a:cubicBezTo>
                    <a:cubicBezTo>
                      <a:pt x="273750" y="115933"/>
                      <a:pt x="266213" y="100686"/>
                      <a:pt x="256491" y="88481"/>
                    </a:cubicBezTo>
                    <a:cubicBezTo>
                      <a:pt x="246769" y="76275"/>
                      <a:pt x="235206" y="67153"/>
                      <a:pt x="221844" y="61029"/>
                    </a:cubicBezTo>
                    <a:cubicBezTo>
                      <a:pt x="208482" y="54947"/>
                      <a:pt x="193749" y="51864"/>
                      <a:pt x="177732" y="51864"/>
                    </a:cubicBezTo>
                    <a:cubicBezTo>
                      <a:pt x="161715" y="51864"/>
                      <a:pt x="146425" y="55118"/>
                      <a:pt x="133063" y="61585"/>
                    </a:cubicBezTo>
                    <a:cubicBezTo>
                      <a:pt x="119659" y="68052"/>
                      <a:pt x="108224" y="77517"/>
                      <a:pt x="98673" y="89894"/>
                    </a:cubicBezTo>
                    <a:cubicBezTo>
                      <a:pt x="89123" y="102271"/>
                      <a:pt x="81671" y="117646"/>
                      <a:pt x="76318" y="135933"/>
                    </a:cubicBezTo>
                    <a:cubicBezTo>
                      <a:pt x="70964" y="154220"/>
                      <a:pt x="68309" y="175205"/>
                      <a:pt x="68309" y="198846"/>
                    </a:cubicBezTo>
                    <a:cubicBezTo>
                      <a:pt x="68309" y="246512"/>
                      <a:pt x="78116" y="282830"/>
                      <a:pt x="97774" y="307798"/>
                    </a:cubicBezTo>
                    <a:cubicBezTo>
                      <a:pt x="117432" y="332766"/>
                      <a:pt x="144070" y="345229"/>
                      <a:pt x="177689" y="34522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30" name="Freeform: Shape 15"/>
              <p:cNvSpPr/>
              <p:nvPr/>
            </p:nvSpPr>
            <p:spPr>
              <a:xfrm>
                <a:off x="1201680" y="2396160"/>
                <a:ext cx="173160" cy="279000"/>
              </a:xfrm>
              <a:custGeom>
                <a:avLst/>
                <a:gdLst>
                  <a:gd name="textAreaLeft" fmla="*/ 0 w 173160"/>
                  <a:gd name="textAreaRight" fmla="*/ 173880 w 173160"/>
                  <a:gd name="textAreaTop" fmla="*/ 0 h 279000"/>
                  <a:gd name="textAreaBottom" fmla="*/ 279720 h 279000"/>
                  <a:gd name="GluePoint1X" fmla="*/ 264328 w 332123"/>
                  <a:gd name="GluePoint1Y" fmla="*/ 480862 h 534995"/>
                  <a:gd name="GluePoint2X" fmla="*/ 155719 w 332123"/>
                  <a:gd name="GluePoint2Y" fmla="*/ 534995 h 534995"/>
                  <a:gd name="GluePoint3X" fmla="*/ 90065 w 332123"/>
                  <a:gd name="GluePoint3Y" fmla="*/ 521333 h 534995"/>
                  <a:gd name="GluePoint4X" fmla="*/ 41200 w 332123"/>
                  <a:gd name="GluePoint4Y" fmla="*/ 482318 h 534995"/>
                  <a:gd name="GluePoint5X" fmla="*/ 10493 w 332123"/>
                  <a:gd name="GluePoint5Y" fmla="*/ 420519 h 534995"/>
                  <a:gd name="GluePoint6X" fmla="*/ 0 w 332123"/>
                  <a:gd name="GluePoint6Y" fmla="*/ 338462 h 534995"/>
                  <a:gd name="GluePoint7X" fmla="*/ 11949 w 332123"/>
                  <a:gd name="GluePoint7Y" fmla="*/ 254435 h 534995"/>
                  <a:gd name="GluePoint8X" fmla="*/ 45182 w 332123"/>
                  <a:gd name="GluePoint8Y" fmla="*/ 190923 h 534995"/>
                  <a:gd name="GluePoint9X" fmla="*/ 95761 w 332123"/>
                  <a:gd name="GluePoint9Y" fmla="*/ 150751 h 534995"/>
                  <a:gd name="GluePoint10X" fmla="*/ 160301 w 332123"/>
                  <a:gd name="GluePoint10Y" fmla="*/ 136790 h 534995"/>
                  <a:gd name="GluePoint11X" fmla="*/ 264328 w 332123"/>
                  <a:gd name="GluePoint11Y" fmla="*/ 173835 h 534995"/>
                  <a:gd name="GluePoint12X" fmla="*/ 264328 w 332123"/>
                  <a:gd name="GluePoint12Y" fmla="*/ 0 h 534995"/>
                  <a:gd name="GluePoint13X" fmla="*/ 332123 w 332123"/>
                  <a:gd name="GluePoint13Y" fmla="*/ 0 h 534995"/>
                  <a:gd name="GluePoint14X" fmla="*/ 332123 w 332123"/>
                  <a:gd name="GluePoint14Y" fmla="*/ 525873 h 534995"/>
                  <a:gd name="GluePoint15X" fmla="*/ 264328 w 332123"/>
                  <a:gd name="GluePoint15Y" fmla="*/ 525873 h 534995"/>
                  <a:gd name="GluePoint16X" fmla="*/ 264328 w 332123"/>
                  <a:gd name="GluePoint16Y" fmla="*/ 480862 h 534995"/>
                  <a:gd name="GluePoint17X" fmla="*/ 264328 w 332123"/>
                  <a:gd name="GluePoint17Y" fmla="*/ 417649 h 534995"/>
                  <a:gd name="GluePoint18X" fmla="*/ 264328 w 332123"/>
                  <a:gd name="GluePoint18Y" fmla="*/ 235120 h 534995"/>
                  <a:gd name="GluePoint19X" fmla="*/ 164070 w 332123"/>
                  <a:gd name="GluePoint19Y" fmla="*/ 188610 h 534995"/>
                  <a:gd name="GluePoint20X" fmla="*/ 94562 w 332123"/>
                  <a:gd name="GluePoint20Y" fmla="*/ 225784 h 534995"/>
                  <a:gd name="GluePoint21X" fmla="*/ 68352 w 332123"/>
                  <a:gd name="GluePoint21Y" fmla="*/ 338462 h 534995"/>
                  <a:gd name="GluePoint22X" fmla="*/ 93149 w 332123"/>
                  <a:gd name="GluePoint22Y" fmla="*/ 446001 h 534995"/>
                  <a:gd name="GluePoint23X" fmla="*/ 161244 w 332123"/>
                  <a:gd name="GluePoint23Y" fmla="*/ 482018 h 534995"/>
                  <a:gd name="GluePoint24X" fmla="*/ 264371 w 332123"/>
                  <a:gd name="GluePoint24Y" fmla="*/ 417649 h 534995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</a:cxnLst>
                <a:rect l="textAreaLeft" t="textAreaTop" r="textAreaRight" b="textAreaBottom"/>
                <a:pathLst>
                  <a:path w="332123" h="534995">
                    <a:moveTo>
                      <a:pt x="264328" y="480862"/>
                    </a:moveTo>
                    <a:cubicBezTo>
                      <a:pt x="234007" y="516965"/>
                      <a:pt x="197818" y="534995"/>
                      <a:pt x="155719" y="534995"/>
                    </a:cubicBezTo>
                    <a:cubicBezTo>
                      <a:pt x="131093" y="534995"/>
                      <a:pt x="109209" y="530455"/>
                      <a:pt x="90065" y="521333"/>
                    </a:cubicBezTo>
                    <a:cubicBezTo>
                      <a:pt x="70921" y="512211"/>
                      <a:pt x="54604" y="499235"/>
                      <a:pt x="41200" y="482318"/>
                    </a:cubicBezTo>
                    <a:cubicBezTo>
                      <a:pt x="27752" y="465444"/>
                      <a:pt x="17516" y="444801"/>
                      <a:pt x="10493" y="420519"/>
                    </a:cubicBezTo>
                    <a:cubicBezTo>
                      <a:pt x="3469" y="396193"/>
                      <a:pt x="0" y="368869"/>
                      <a:pt x="0" y="338462"/>
                    </a:cubicBezTo>
                    <a:cubicBezTo>
                      <a:pt x="0" y="308055"/>
                      <a:pt x="3983" y="279318"/>
                      <a:pt x="11949" y="254435"/>
                    </a:cubicBezTo>
                    <a:cubicBezTo>
                      <a:pt x="19915" y="229553"/>
                      <a:pt x="30964" y="208396"/>
                      <a:pt x="45182" y="190923"/>
                    </a:cubicBezTo>
                    <a:cubicBezTo>
                      <a:pt x="59401" y="173449"/>
                      <a:pt x="76275" y="160045"/>
                      <a:pt x="95761" y="150751"/>
                    </a:cubicBezTo>
                    <a:cubicBezTo>
                      <a:pt x="115290" y="141458"/>
                      <a:pt x="136789" y="136790"/>
                      <a:pt x="160301" y="136790"/>
                    </a:cubicBezTo>
                    <a:cubicBezTo>
                      <a:pt x="201629" y="136790"/>
                      <a:pt x="236277" y="149124"/>
                      <a:pt x="264328" y="173835"/>
                    </a:cubicBezTo>
                    <a:lnTo>
                      <a:pt x="264328" y="0"/>
                    </a:lnTo>
                    <a:lnTo>
                      <a:pt x="332123" y="0"/>
                    </a:lnTo>
                    <a:lnTo>
                      <a:pt x="332123" y="525873"/>
                    </a:lnTo>
                    <a:lnTo>
                      <a:pt x="264328" y="525873"/>
                    </a:lnTo>
                    <a:lnTo>
                      <a:pt x="264328" y="480862"/>
                    </a:lnTo>
                    <a:close/>
                    <a:moveTo>
                      <a:pt x="264328" y="417649"/>
                    </a:moveTo>
                    <a:lnTo>
                      <a:pt x="264328" y="235120"/>
                    </a:lnTo>
                    <a:cubicBezTo>
                      <a:pt x="234692" y="204114"/>
                      <a:pt x="201287" y="188610"/>
                      <a:pt x="164070" y="188610"/>
                    </a:cubicBezTo>
                    <a:cubicBezTo>
                      <a:pt x="135205" y="188610"/>
                      <a:pt x="112035" y="200987"/>
                      <a:pt x="94562" y="225784"/>
                    </a:cubicBezTo>
                    <a:cubicBezTo>
                      <a:pt x="77089" y="250581"/>
                      <a:pt x="68352" y="288140"/>
                      <a:pt x="68352" y="338462"/>
                    </a:cubicBezTo>
                    <a:cubicBezTo>
                      <a:pt x="68352" y="386128"/>
                      <a:pt x="76618" y="421975"/>
                      <a:pt x="93149" y="446001"/>
                    </a:cubicBezTo>
                    <a:cubicBezTo>
                      <a:pt x="109680" y="470027"/>
                      <a:pt x="132335" y="482018"/>
                      <a:pt x="161244" y="482018"/>
                    </a:cubicBezTo>
                    <a:cubicBezTo>
                      <a:pt x="198460" y="482018"/>
                      <a:pt x="232808" y="460562"/>
                      <a:pt x="264371" y="417649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31" name="Freeform: Shape 16"/>
              <p:cNvSpPr/>
              <p:nvPr/>
            </p:nvSpPr>
            <p:spPr>
              <a:xfrm>
                <a:off x="1392120" y="2467800"/>
                <a:ext cx="172080" cy="207720"/>
              </a:xfrm>
              <a:custGeom>
                <a:avLst/>
                <a:gdLst>
                  <a:gd name="textAreaLeft" fmla="*/ 0 w 172080"/>
                  <a:gd name="textAreaRight" fmla="*/ 172800 w 172080"/>
                  <a:gd name="textAreaTop" fmla="*/ 0 h 207720"/>
                  <a:gd name="textAreaBottom" fmla="*/ 208440 h 207720"/>
                  <a:gd name="GluePoint1X" fmla="*/ 262615 w 330367"/>
                  <a:gd name="GluePoint1Y" fmla="*/ 350325 h 398162"/>
                  <a:gd name="GluePoint2X" fmla="*/ 129594 w 330367"/>
                  <a:gd name="GluePoint2Y" fmla="*/ 398163 h 398162"/>
                  <a:gd name="GluePoint3X" fmla="*/ 77859 w 330367"/>
                  <a:gd name="GluePoint3Y" fmla="*/ 390197 h 398162"/>
                  <a:gd name="GluePoint4X" fmla="*/ 36660 w 330367"/>
                  <a:gd name="GluePoint4Y" fmla="*/ 367670 h 398162"/>
                  <a:gd name="GluePoint5X" fmla="*/ 9679 w 330367"/>
                  <a:gd name="GluePoint5Y" fmla="*/ 332937 h 398162"/>
                  <a:gd name="GluePoint6X" fmla="*/ 0 w 330367"/>
                  <a:gd name="GluePoint6Y" fmla="*/ 288226 h 398162"/>
                  <a:gd name="GluePoint7X" fmla="*/ 229638 w 330367"/>
                  <a:gd name="GluePoint7Y" fmla="*/ 154349 h 398162"/>
                  <a:gd name="GluePoint8X" fmla="*/ 262615 w 330367"/>
                  <a:gd name="GluePoint8Y" fmla="*/ 154349 h 398162"/>
                  <a:gd name="GluePoint9X" fmla="*/ 260345 w 330367"/>
                  <a:gd name="GluePoint9Y" fmla="*/ 108524 h 398162"/>
                  <a:gd name="GluePoint10X" fmla="*/ 249296 w 330367"/>
                  <a:gd name="GluePoint10Y" fmla="*/ 76446 h 398162"/>
                  <a:gd name="GluePoint11X" fmla="*/ 222401 w 330367"/>
                  <a:gd name="GluePoint11Y" fmla="*/ 57816 h 398162"/>
                  <a:gd name="GluePoint12X" fmla="*/ 171993 w 330367"/>
                  <a:gd name="GluePoint12Y" fmla="*/ 51821 h 398162"/>
                  <a:gd name="GluePoint13X" fmla="*/ 79144 w 330367"/>
                  <a:gd name="GluePoint13Y" fmla="*/ 117346 h 398162"/>
                  <a:gd name="GluePoint14X" fmla="*/ 11349 w 330367"/>
                  <a:gd name="GluePoint14Y" fmla="*/ 117346 h 398162"/>
                  <a:gd name="GluePoint15X" fmla="*/ 175419 w 330367"/>
                  <a:gd name="GluePoint15Y" fmla="*/ 0 h 398162"/>
                  <a:gd name="GluePoint16X" fmla="*/ 240645 w 330367"/>
                  <a:gd name="GluePoint16Y" fmla="*/ 5996 h 398162"/>
                  <a:gd name="GluePoint17X" fmla="*/ 289339 w 330367"/>
                  <a:gd name="GluePoint17Y" fmla="*/ 27923 h 398162"/>
                  <a:gd name="GluePoint18X" fmla="*/ 319832 w 330367"/>
                  <a:gd name="GluePoint18Y" fmla="*/ 71778 h 398162"/>
                  <a:gd name="GluePoint19X" fmla="*/ 330367 w 330367"/>
                  <a:gd name="GluePoint19Y" fmla="*/ 142999 h 398162"/>
                  <a:gd name="GluePoint20X" fmla="*/ 330367 w 330367"/>
                  <a:gd name="GluePoint20Y" fmla="*/ 389126 h 398162"/>
                  <a:gd name="GluePoint21X" fmla="*/ 262572 w 330367"/>
                  <a:gd name="GluePoint21Y" fmla="*/ 389126 h 398162"/>
                  <a:gd name="GluePoint22X" fmla="*/ 262572 w 330367"/>
                  <a:gd name="GluePoint22Y" fmla="*/ 350411 h 398162"/>
                  <a:gd name="GluePoint23X" fmla="*/ 262615 w 330367"/>
                  <a:gd name="GluePoint23Y" fmla="*/ 288911 h 398162"/>
                  <a:gd name="GluePoint24X" fmla="*/ 262615 w 330367"/>
                  <a:gd name="GluePoint24Y" fmla="*/ 203899 h 398162"/>
                  <a:gd name="GluePoint25X" fmla="*/ 216447 w 330367"/>
                  <a:gd name="GluePoint25Y" fmla="*/ 203899 h 398162"/>
                  <a:gd name="GluePoint26X" fmla="*/ 69465 w 330367"/>
                  <a:gd name="GluePoint26Y" fmla="*/ 284885 h 398162"/>
                  <a:gd name="GluePoint27X" fmla="*/ 90536 w 330367"/>
                  <a:gd name="GluePoint27Y" fmla="*/ 329682 h 398162"/>
                  <a:gd name="GluePoint28X" fmla="*/ 149209 w 330367"/>
                  <a:gd name="GluePoint28Y" fmla="*/ 345186 h 398162"/>
                  <a:gd name="GluePoint29X" fmla="*/ 181972 w 330367"/>
                  <a:gd name="GluePoint29Y" fmla="*/ 341460 h 398162"/>
                  <a:gd name="GluePoint30X" fmla="*/ 213021 w 330367"/>
                  <a:gd name="GluePoint30Y" fmla="*/ 330239 h 398162"/>
                  <a:gd name="GluePoint31X" fmla="*/ 240645 w 330367"/>
                  <a:gd name="GluePoint31Y" fmla="*/ 312423 h 398162"/>
                  <a:gd name="GluePoint32X" fmla="*/ 262572 w 330367"/>
                  <a:gd name="GluePoint32Y" fmla="*/ 288868 h 39816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</a:cxnLst>
                <a:rect l="textAreaLeft" t="textAreaTop" r="textAreaRight" b="textAreaBottom"/>
                <a:pathLst>
                  <a:path w="330367" h="398162">
                    <a:moveTo>
                      <a:pt x="262615" y="350325"/>
                    </a:moveTo>
                    <a:cubicBezTo>
                      <a:pt x="227754" y="382231"/>
                      <a:pt x="183428" y="398163"/>
                      <a:pt x="129594" y="398163"/>
                    </a:cubicBezTo>
                    <a:cubicBezTo>
                      <a:pt x="111007" y="398163"/>
                      <a:pt x="93791" y="395508"/>
                      <a:pt x="77859" y="390197"/>
                    </a:cubicBezTo>
                    <a:cubicBezTo>
                      <a:pt x="61928" y="384886"/>
                      <a:pt x="48223" y="377392"/>
                      <a:pt x="36660" y="367670"/>
                    </a:cubicBezTo>
                    <a:cubicBezTo>
                      <a:pt x="25097" y="357991"/>
                      <a:pt x="16103" y="346428"/>
                      <a:pt x="9679" y="332937"/>
                    </a:cubicBezTo>
                    <a:cubicBezTo>
                      <a:pt x="3212" y="319447"/>
                      <a:pt x="0" y="304543"/>
                      <a:pt x="0" y="288226"/>
                    </a:cubicBezTo>
                    <a:cubicBezTo>
                      <a:pt x="0" y="198974"/>
                      <a:pt x="76532" y="154349"/>
                      <a:pt x="229638" y="154349"/>
                    </a:cubicBezTo>
                    <a:lnTo>
                      <a:pt x="262615" y="154349"/>
                    </a:lnTo>
                    <a:cubicBezTo>
                      <a:pt x="262615" y="136789"/>
                      <a:pt x="261844" y="121500"/>
                      <a:pt x="260345" y="108524"/>
                    </a:cubicBezTo>
                    <a:cubicBezTo>
                      <a:pt x="258803" y="95547"/>
                      <a:pt x="255163" y="84840"/>
                      <a:pt x="249296" y="76446"/>
                    </a:cubicBezTo>
                    <a:cubicBezTo>
                      <a:pt x="243429" y="68052"/>
                      <a:pt x="234478" y="61842"/>
                      <a:pt x="222401" y="57816"/>
                    </a:cubicBezTo>
                    <a:cubicBezTo>
                      <a:pt x="210323" y="53834"/>
                      <a:pt x="193535" y="51821"/>
                      <a:pt x="171993" y="51821"/>
                    </a:cubicBezTo>
                    <a:cubicBezTo>
                      <a:pt x="111607" y="51821"/>
                      <a:pt x="80643" y="73662"/>
                      <a:pt x="79144" y="117346"/>
                    </a:cubicBezTo>
                    <a:lnTo>
                      <a:pt x="11349" y="117346"/>
                    </a:lnTo>
                    <a:cubicBezTo>
                      <a:pt x="16660" y="39101"/>
                      <a:pt x="71350" y="0"/>
                      <a:pt x="175419" y="0"/>
                    </a:cubicBezTo>
                    <a:cubicBezTo>
                      <a:pt x="199745" y="0"/>
                      <a:pt x="221458" y="2013"/>
                      <a:pt x="240645" y="5996"/>
                    </a:cubicBezTo>
                    <a:cubicBezTo>
                      <a:pt x="259789" y="9979"/>
                      <a:pt x="276063" y="17302"/>
                      <a:pt x="289339" y="27923"/>
                    </a:cubicBezTo>
                    <a:cubicBezTo>
                      <a:pt x="302615" y="38544"/>
                      <a:pt x="312808" y="53191"/>
                      <a:pt x="319832" y="71778"/>
                    </a:cubicBezTo>
                    <a:cubicBezTo>
                      <a:pt x="326855" y="90365"/>
                      <a:pt x="330367" y="114134"/>
                      <a:pt x="330367" y="142999"/>
                    </a:cubicBezTo>
                    <a:lnTo>
                      <a:pt x="330367" y="389126"/>
                    </a:lnTo>
                    <a:lnTo>
                      <a:pt x="262572" y="389126"/>
                    </a:lnTo>
                    <a:lnTo>
                      <a:pt x="262572" y="350411"/>
                    </a:lnTo>
                    <a:close/>
                    <a:moveTo>
                      <a:pt x="262615" y="288911"/>
                    </a:moveTo>
                    <a:lnTo>
                      <a:pt x="262615" y="203899"/>
                    </a:lnTo>
                    <a:lnTo>
                      <a:pt x="216447" y="203899"/>
                    </a:lnTo>
                    <a:cubicBezTo>
                      <a:pt x="118459" y="203899"/>
                      <a:pt x="69465" y="230923"/>
                      <a:pt x="69465" y="284885"/>
                    </a:cubicBezTo>
                    <a:cubicBezTo>
                      <a:pt x="69465" y="304414"/>
                      <a:pt x="76489" y="319361"/>
                      <a:pt x="90536" y="329682"/>
                    </a:cubicBezTo>
                    <a:cubicBezTo>
                      <a:pt x="104583" y="340047"/>
                      <a:pt x="124155" y="345186"/>
                      <a:pt x="149209" y="345186"/>
                    </a:cubicBezTo>
                    <a:cubicBezTo>
                      <a:pt x="160216" y="345186"/>
                      <a:pt x="171137" y="343944"/>
                      <a:pt x="181972" y="341460"/>
                    </a:cubicBezTo>
                    <a:cubicBezTo>
                      <a:pt x="192807" y="338976"/>
                      <a:pt x="203128" y="335250"/>
                      <a:pt x="213021" y="330239"/>
                    </a:cubicBezTo>
                    <a:cubicBezTo>
                      <a:pt x="222872" y="325271"/>
                      <a:pt x="232122" y="319318"/>
                      <a:pt x="240645" y="312423"/>
                    </a:cubicBezTo>
                    <a:cubicBezTo>
                      <a:pt x="249167" y="305528"/>
                      <a:pt x="256491" y="297691"/>
                      <a:pt x="262572" y="288868"/>
                    </a:cubicBez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32" name="Freeform: Shape 17"/>
              <p:cNvSpPr/>
              <p:nvPr/>
            </p:nvSpPr>
            <p:spPr>
              <a:xfrm>
                <a:off x="1593360" y="2467800"/>
                <a:ext cx="173520" cy="279360"/>
              </a:xfrm>
              <a:custGeom>
                <a:avLst/>
                <a:gdLst>
                  <a:gd name="textAreaLeft" fmla="*/ 0 w 173520"/>
                  <a:gd name="textAreaRight" fmla="*/ 174240 w 173520"/>
                  <a:gd name="textAreaTop" fmla="*/ 0 h 279360"/>
                  <a:gd name="textAreaBottom" fmla="*/ 280080 h 279360"/>
                  <a:gd name="GluePoint1X" fmla="*/ 68352 w 332722"/>
                  <a:gd name="GluePoint1Y" fmla="*/ 52977 h 535594"/>
                  <a:gd name="GluePoint2X" fmla="*/ 176918 w 332722"/>
                  <a:gd name="GluePoint2Y" fmla="*/ 0 h 535594"/>
                  <a:gd name="GluePoint3X" fmla="*/ 242872 w 332722"/>
                  <a:gd name="GluePoint3Y" fmla="*/ 13962 h 535594"/>
                  <a:gd name="GluePoint4X" fmla="*/ 291780 w 332722"/>
                  <a:gd name="GluePoint4Y" fmla="*/ 53277 h 535594"/>
                  <a:gd name="GluePoint5X" fmla="*/ 322187 w 332722"/>
                  <a:gd name="GluePoint5Y" fmla="*/ 114819 h 535594"/>
                  <a:gd name="GluePoint6X" fmla="*/ 332723 w 332722"/>
                  <a:gd name="GluePoint6Y" fmla="*/ 195463 h 535594"/>
                  <a:gd name="GluePoint7X" fmla="*/ 320774 w 332722"/>
                  <a:gd name="GluePoint7Y" fmla="*/ 279189 h 535594"/>
                  <a:gd name="GluePoint8X" fmla="*/ 287241 w 332722"/>
                  <a:gd name="GluePoint8Y" fmla="*/ 343301 h 535594"/>
                  <a:gd name="GluePoint9X" fmla="*/ 236062 w 332722"/>
                  <a:gd name="GluePoint9Y" fmla="*/ 384030 h 535594"/>
                  <a:gd name="GluePoint10X" fmla="*/ 171822 w 332722"/>
                  <a:gd name="GluePoint10Y" fmla="*/ 398291 h 535594"/>
                  <a:gd name="GluePoint11X" fmla="*/ 68352 w 332722"/>
                  <a:gd name="GluePoint11Y" fmla="*/ 360132 h 535594"/>
                  <a:gd name="GluePoint12X" fmla="*/ 68352 w 332722"/>
                  <a:gd name="GluePoint12Y" fmla="*/ 535595 h 535594"/>
                  <a:gd name="GluePoint13X" fmla="*/ 0 w 332722"/>
                  <a:gd name="GluePoint13Y" fmla="*/ 535595 h 535594"/>
                  <a:gd name="GluePoint14X" fmla="*/ 0 w 332722"/>
                  <a:gd name="GluePoint14Y" fmla="*/ 7966 h 535594"/>
                  <a:gd name="GluePoint15X" fmla="*/ 68352 w 332722"/>
                  <a:gd name="GluePoint15Y" fmla="*/ 7966 h 535594"/>
                  <a:gd name="GluePoint16X" fmla="*/ 68352 w 332722"/>
                  <a:gd name="GluePoint16Y" fmla="*/ 52977 h 535594"/>
                  <a:gd name="GluePoint17X" fmla="*/ 68352 w 332722"/>
                  <a:gd name="GluePoint17Y" fmla="*/ 299661 h 535594"/>
                  <a:gd name="GluePoint18X" fmla="*/ 168053 w 332722"/>
                  <a:gd name="GluePoint18Y" fmla="*/ 345229 h 535594"/>
                  <a:gd name="GluePoint19X" fmla="*/ 237861 w 332722"/>
                  <a:gd name="GluePoint19Y" fmla="*/ 308055 h 535594"/>
                  <a:gd name="GluePoint20X" fmla="*/ 263215 w 332722"/>
                  <a:gd name="GluePoint20Y" fmla="*/ 195377 h 535594"/>
                  <a:gd name="GluePoint21X" fmla="*/ 239274 w 332722"/>
                  <a:gd name="GluePoint21Y" fmla="*/ 87838 h 535594"/>
                  <a:gd name="GluePoint22X" fmla="*/ 170923 w 332722"/>
                  <a:gd name="GluePoint22Y" fmla="*/ 51821 h 535594"/>
                  <a:gd name="GluePoint23X" fmla="*/ 68395 w 332722"/>
                  <a:gd name="GluePoint23Y" fmla="*/ 117774 h 535594"/>
                  <a:gd name="GluePoint24X" fmla="*/ 68395 w 332722"/>
                  <a:gd name="GluePoint24Y" fmla="*/ 299618 h 5355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</a:cxnLst>
                <a:rect l="textAreaLeft" t="textAreaTop" r="textAreaRight" b="textAreaBottom"/>
                <a:pathLst>
                  <a:path w="332722" h="535594">
                    <a:moveTo>
                      <a:pt x="68352" y="52977"/>
                    </a:moveTo>
                    <a:cubicBezTo>
                      <a:pt x="98288" y="17645"/>
                      <a:pt x="134477" y="0"/>
                      <a:pt x="176918" y="0"/>
                    </a:cubicBezTo>
                    <a:cubicBezTo>
                      <a:pt x="201544" y="0"/>
                      <a:pt x="223514" y="4668"/>
                      <a:pt x="242872" y="13962"/>
                    </a:cubicBezTo>
                    <a:cubicBezTo>
                      <a:pt x="262187" y="23255"/>
                      <a:pt x="278504" y="36360"/>
                      <a:pt x="291780" y="53277"/>
                    </a:cubicBezTo>
                    <a:cubicBezTo>
                      <a:pt x="305057" y="70193"/>
                      <a:pt x="315164" y="90708"/>
                      <a:pt x="322187" y="114819"/>
                    </a:cubicBezTo>
                    <a:cubicBezTo>
                      <a:pt x="329211" y="138931"/>
                      <a:pt x="332723" y="165826"/>
                      <a:pt x="332723" y="195463"/>
                    </a:cubicBezTo>
                    <a:cubicBezTo>
                      <a:pt x="332723" y="225099"/>
                      <a:pt x="328740" y="254136"/>
                      <a:pt x="320774" y="279189"/>
                    </a:cubicBezTo>
                    <a:cubicBezTo>
                      <a:pt x="312808" y="304243"/>
                      <a:pt x="301630" y="325614"/>
                      <a:pt x="287241" y="343301"/>
                    </a:cubicBezTo>
                    <a:cubicBezTo>
                      <a:pt x="272851" y="360989"/>
                      <a:pt x="255763" y="374565"/>
                      <a:pt x="236062" y="384030"/>
                    </a:cubicBezTo>
                    <a:cubicBezTo>
                      <a:pt x="216362" y="393538"/>
                      <a:pt x="194948" y="398291"/>
                      <a:pt x="171822" y="398291"/>
                    </a:cubicBezTo>
                    <a:cubicBezTo>
                      <a:pt x="130879" y="398291"/>
                      <a:pt x="96404" y="385572"/>
                      <a:pt x="68352" y="360132"/>
                    </a:cubicBezTo>
                    <a:lnTo>
                      <a:pt x="68352" y="535595"/>
                    </a:lnTo>
                    <a:lnTo>
                      <a:pt x="0" y="535595"/>
                    </a:lnTo>
                    <a:lnTo>
                      <a:pt x="0" y="7966"/>
                    </a:lnTo>
                    <a:lnTo>
                      <a:pt x="68352" y="7966"/>
                    </a:lnTo>
                    <a:lnTo>
                      <a:pt x="68352" y="52977"/>
                    </a:lnTo>
                    <a:close/>
                    <a:moveTo>
                      <a:pt x="68352" y="299661"/>
                    </a:moveTo>
                    <a:cubicBezTo>
                      <a:pt x="96832" y="330068"/>
                      <a:pt x="130066" y="345229"/>
                      <a:pt x="168053" y="345229"/>
                    </a:cubicBezTo>
                    <a:cubicBezTo>
                      <a:pt x="197689" y="345229"/>
                      <a:pt x="220944" y="332852"/>
                      <a:pt x="237861" y="308055"/>
                    </a:cubicBezTo>
                    <a:cubicBezTo>
                      <a:pt x="254778" y="283258"/>
                      <a:pt x="263215" y="245699"/>
                      <a:pt x="263215" y="195377"/>
                    </a:cubicBezTo>
                    <a:cubicBezTo>
                      <a:pt x="263215" y="147710"/>
                      <a:pt x="255249" y="111864"/>
                      <a:pt x="239274" y="87838"/>
                    </a:cubicBezTo>
                    <a:cubicBezTo>
                      <a:pt x="223300" y="63812"/>
                      <a:pt x="200516" y="51821"/>
                      <a:pt x="170923" y="51821"/>
                    </a:cubicBezTo>
                    <a:cubicBezTo>
                      <a:pt x="133706" y="51821"/>
                      <a:pt x="99530" y="73834"/>
                      <a:pt x="68395" y="117774"/>
                    </a:cubicBezTo>
                    <a:lnTo>
                      <a:pt x="68395" y="299618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  <p:sp>
            <p:nvSpPr>
              <p:cNvPr id="33" name="Freeform: Shape 18"/>
              <p:cNvSpPr/>
              <p:nvPr/>
            </p:nvSpPr>
            <p:spPr>
              <a:xfrm>
                <a:off x="1763280" y="2422800"/>
                <a:ext cx="96480" cy="250560"/>
              </a:xfrm>
              <a:custGeom>
                <a:avLst/>
                <a:gdLst>
                  <a:gd name="textAreaLeft" fmla="*/ 0 w 96480"/>
                  <a:gd name="textAreaRight" fmla="*/ 97200 w 96480"/>
                  <a:gd name="textAreaTop" fmla="*/ 0 h 250560"/>
                  <a:gd name="textAreaBottom" fmla="*/ 251280 h 250560"/>
                  <a:gd name="GluePoint1X" fmla="*/ 185698 w 185697"/>
                  <a:gd name="GluePoint1Y" fmla="*/ 475637 h 480219"/>
                  <a:gd name="GluePoint2X" fmla="*/ 162357 w 185697"/>
                  <a:gd name="GluePoint2Y" fmla="*/ 479063 h 480219"/>
                  <a:gd name="GluePoint3X" fmla="*/ 137303 w 185697"/>
                  <a:gd name="GluePoint3Y" fmla="*/ 480219 h 480219"/>
                  <a:gd name="GluePoint4X" fmla="*/ 86939 w 185697"/>
                  <a:gd name="GluePoint4Y" fmla="*/ 472254 h 480219"/>
                  <a:gd name="GluePoint5X" fmla="*/ 59658 w 185697"/>
                  <a:gd name="GluePoint5Y" fmla="*/ 449127 h 480219"/>
                  <a:gd name="GluePoint6X" fmla="*/ 48737 w 185697"/>
                  <a:gd name="GluePoint6Y" fmla="*/ 412339 h 480219"/>
                  <a:gd name="GluePoint7X" fmla="*/ 46724 w 185697"/>
                  <a:gd name="GluePoint7Y" fmla="*/ 363259 h 480219"/>
                  <a:gd name="GluePoint8X" fmla="*/ 46724 w 185697"/>
                  <a:gd name="GluePoint8Y" fmla="*/ 146982 h 480219"/>
                  <a:gd name="GluePoint9X" fmla="*/ 0 w 185697"/>
                  <a:gd name="GluePoint9Y" fmla="*/ 146982 h 480219"/>
                  <a:gd name="GluePoint10X" fmla="*/ 0 w 185697"/>
                  <a:gd name="GluePoint10Y" fmla="*/ 94005 h 480219"/>
                  <a:gd name="GluePoint11X" fmla="*/ 46724 w 185697"/>
                  <a:gd name="GluePoint11Y" fmla="*/ 94005 h 480219"/>
                  <a:gd name="GluePoint12X" fmla="*/ 46724 w 185697"/>
                  <a:gd name="GluePoint12Y" fmla="*/ 0 h 480219"/>
                  <a:gd name="GluePoint13X" fmla="*/ 115076 w 185697"/>
                  <a:gd name="GluePoint13Y" fmla="*/ 0 h 480219"/>
                  <a:gd name="GluePoint14X" fmla="*/ 115076 w 185697"/>
                  <a:gd name="GluePoint14Y" fmla="*/ 94005 h 480219"/>
                  <a:gd name="GluePoint15X" fmla="*/ 176576 w 185697"/>
                  <a:gd name="GluePoint15Y" fmla="*/ 94005 h 480219"/>
                  <a:gd name="GluePoint16X" fmla="*/ 176576 w 185697"/>
                  <a:gd name="GluePoint16Y" fmla="*/ 146982 h 480219"/>
                  <a:gd name="GluePoint17X" fmla="*/ 115076 w 185697"/>
                  <a:gd name="GluePoint17Y" fmla="*/ 146982 h 480219"/>
                  <a:gd name="GluePoint18X" fmla="*/ 115076 w 185697"/>
                  <a:gd name="GluePoint18Y" fmla="*/ 367199 h 480219"/>
                  <a:gd name="GluePoint19X" fmla="*/ 117646 w 185697"/>
                  <a:gd name="GluePoint19Y" fmla="*/ 399233 h 480219"/>
                  <a:gd name="GluePoint20X" fmla="*/ 124755 w 185697"/>
                  <a:gd name="GluePoint20Y" fmla="*/ 417563 h 480219"/>
                  <a:gd name="GluePoint21X" fmla="*/ 136447 w 185697"/>
                  <a:gd name="GluePoint21Y" fmla="*/ 425829 h 480219"/>
                  <a:gd name="GluePoint22X" fmla="*/ 152122 w 185697"/>
                  <a:gd name="GluePoint22Y" fmla="*/ 427799 h 480219"/>
                  <a:gd name="GluePoint23X" fmla="*/ 169466 w 185697"/>
                  <a:gd name="GluePoint23Y" fmla="*/ 427242 h 480219"/>
                  <a:gd name="GluePoint24X" fmla="*/ 185698 w 185697"/>
                  <a:gd name="GluePoint24Y" fmla="*/ 424973 h 480219"/>
                  <a:gd name="GluePoint25X" fmla="*/ 185698 w 185697"/>
                  <a:gd name="GluePoint25Y" fmla="*/ 475680 h 48021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185697" h="480219">
                    <a:moveTo>
                      <a:pt x="185698" y="475637"/>
                    </a:moveTo>
                    <a:cubicBezTo>
                      <a:pt x="178118" y="477179"/>
                      <a:pt x="170323" y="478292"/>
                      <a:pt x="162357" y="479063"/>
                    </a:cubicBezTo>
                    <a:cubicBezTo>
                      <a:pt x="154391" y="479791"/>
                      <a:pt x="146040" y="480219"/>
                      <a:pt x="137303" y="480219"/>
                    </a:cubicBezTo>
                    <a:cubicBezTo>
                      <a:pt x="115976" y="480219"/>
                      <a:pt x="99187" y="477564"/>
                      <a:pt x="86939" y="472254"/>
                    </a:cubicBezTo>
                    <a:cubicBezTo>
                      <a:pt x="74690" y="466943"/>
                      <a:pt x="65568" y="459191"/>
                      <a:pt x="59658" y="449127"/>
                    </a:cubicBezTo>
                    <a:cubicBezTo>
                      <a:pt x="53705" y="439063"/>
                      <a:pt x="50065" y="426771"/>
                      <a:pt x="48737" y="412339"/>
                    </a:cubicBezTo>
                    <a:cubicBezTo>
                      <a:pt x="47410" y="397863"/>
                      <a:pt x="46724" y="381546"/>
                      <a:pt x="46724" y="363259"/>
                    </a:cubicBezTo>
                    <a:lnTo>
                      <a:pt x="46724" y="146982"/>
                    </a:lnTo>
                    <a:lnTo>
                      <a:pt x="0" y="146982"/>
                    </a:lnTo>
                    <a:lnTo>
                      <a:pt x="0" y="94005"/>
                    </a:lnTo>
                    <a:lnTo>
                      <a:pt x="46724" y="94005"/>
                    </a:lnTo>
                    <a:lnTo>
                      <a:pt x="46724" y="0"/>
                    </a:lnTo>
                    <a:lnTo>
                      <a:pt x="115076" y="0"/>
                    </a:lnTo>
                    <a:lnTo>
                      <a:pt x="115076" y="94005"/>
                    </a:lnTo>
                    <a:lnTo>
                      <a:pt x="176576" y="94005"/>
                    </a:lnTo>
                    <a:lnTo>
                      <a:pt x="176576" y="146982"/>
                    </a:lnTo>
                    <a:lnTo>
                      <a:pt x="115076" y="146982"/>
                    </a:lnTo>
                    <a:lnTo>
                      <a:pt x="115076" y="367199"/>
                    </a:lnTo>
                    <a:cubicBezTo>
                      <a:pt x="115076" y="380518"/>
                      <a:pt x="115933" y="391225"/>
                      <a:pt x="117646" y="399233"/>
                    </a:cubicBezTo>
                    <a:cubicBezTo>
                      <a:pt x="119359" y="407242"/>
                      <a:pt x="121714" y="413324"/>
                      <a:pt x="124755" y="417563"/>
                    </a:cubicBezTo>
                    <a:cubicBezTo>
                      <a:pt x="127796" y="421761"/>
                      <a:pt x="131693" y="424501"/>
                      <a:pt x="136447" y="425829"/>
                    </a:cubicBezTo>
                    <a:cubicBezTo>
                      <a:pt x="141201" y="427157"/>
                      <a:pt x="146425" y="427799"/>
                      <a:pt x="152122" y="427799"/>
                    </a:cubicBezTo>
                    <a:cubicBezTo>
                      <a:pt x="158203" y="427799"/>
                      <a:pt x="163984" y="427628"/>
                      <a:pt x="169466" y="427242"/>
                    </a:cubicBezTo>
                    <a:cubicBezTo>
                      <a:pt x="174991" y="426857"/>
                      <a:pt x="180387" y="426129"/>
                      <a:pt x="185698" y="424973"/>
                    </a:cubicBezTo>
                    <a:lnTo>
                      <a:pt x="185698" y="475680"/>
                    </a:lnTo>
                    <a:close/>
                  </a:path>
                </a:pathLst>
              </a:custGeom>
              <a:solidFill>
                <a:srgbClr val="eb262a"/>
              </a:solidFill>
              <a:ln w="223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defTabSz="457200">
                  <a:lnSpc>
                    <a:spcPct val="100000"/>
                  </a:lnSpc>
                </a:pPr>
                <a:endParaRPr b="0" lang="en-IN" sz="1800" strike="noStrike" u="none">
                  <a:solidFill>
                    <a:schemeClr val="dk1"/>
                  </a:solidFill>
                  <a:effectLst/>
                  <a:uFillTx/>
                  <a:latin typeface="KareliaWeb Regular"/>
                </a:endParaRPr>
              </a:p>
            </p:txBody>
          </p:sp>
        </p:grpSp>
        <p:sp>
          <p:nvSpPr>
            <p:cNvPr id="34" name="Freeform: Shape 19"/>
            <p:cNvSpPr/>
            <p:nvPr/>
          </p:nvSpPr>
          <p:spPr>
            <a:xfrm>
              <a:off x="1854720" y="2582280"/>
              <a:ext cx="88560" cy="88560"/>
            </a:xfrm>
            <a:custGeom>
              <a:avLst/>
              <a:gdLst>
                <a:gd name="textAreaLeft" fmla="*/ 0 w 88560"/>
                <a:gd name="textAreaRight" fmla="*/ 89280 w 88560"/>
                <a:gd name="textAreaTop" fmla="*/ 0 h 88560"/>
                <a:gd name="textAreaBottom" fmla="*/ 89280 h 88560"/>
                <a:gd name="GluePoint1X" fmla="*/ 0 w 170622"/>
                <a:gd name="GluePoint1Y" fmla="*/ 0 h 170580"/>
                <a:gd name="GluePoint2X" fmla="*/ 170623 w 170622"/>
                <a:gd name="GluePoint2Y" fmla="*/ 0 h 170580"/>
                <a:gd name="GluePoint3X" fmla="*/ 170623 w 170622"/>
                <a:gd name="GluePoint3Y" fmla="*/ 170580 h 1705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70622" h="170580">
                  <a:moveTo>
                    <a:pt x="0" y="0"/>
                  </a:moveTo>
                  <a:lnTo>
                    <a:pt x="170623" y="0"/>
                  </a:lnTo>
                  <a:lnTo>
                    <a:pt x="170623" y="170580"/>
                  </a:lnTo>
                </a:path>
              </a:pathLst>
            </a:custGeom>
            <a:solidFill>
              <a:srgbClr val="eb262a"/>
            </a:solidFill>
            <a:ln w="223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4280" bIns="44280" anchor="ctr">
              <a:noAutofit/>
            </a:bodyPr>
            <a:p>
              <a:pPr defTabSz="457200">
                <a:lnSpc>
                  <a:spcPct val="100000"/>
                </a:lnSpc>
              </a:pPr>
              <a:endParaRPr b="0" lang="en-IN" sz="1800" strike="noStrike" u="none">
                <a:solidFill>
                  <a:schemeClr val="dk1"/>
                </a:solidFill>
                <a:effectLst/>
                <a:uFillTx/>
                <a:latin typeface="KareliaWeb Regular"/>
              </a:endParaRPr>
            </a:p>
          </p:txBody>
        </p:sp>
      </p:grpSp>
      <p:cxnSp>
        <p:nvCxnSpPr>
          <p:cNvPr id="35" name="Straight Connector 12"/>
          <p:cNvCxnSpPr/>
          <p:nvPr/>
        </p:nvCxnSpPr>
        <p:spPr>
          <a:xfrm>
            <a:off x="2135160" y="2346120"/>
            <a:ext cx="720" cy="451440"/>
          </a:xfrm>
          <a:prstGeom prst="straightConnector1">
            <a:avLst/>
          </a:prstGeom>
          <a:ln w="0">
            <a:solidFill>
              <a:srgbClr val="bfbfbf"/>
            </a:solidFill>
          </a:ln>
        </p:spPr>
      </p:cxnSp>
      <p:sp>
        <p:nvSpPr>
          <p:cNvPr id="36" name="PlaceHolder 3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8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7"/>
          <p:cNvGrpSpPr/>
          <p:nvPr/>
        </p:nvGrpSpPr>
        <p:grpSpPr>
          <a:xfrm>
            <a:off x="-6120" y="-1080"/>
            <a:ext cx="9155520" cy="5144040"/>
            <a:chOff x="-6120" y="-1080"/>
            <a:chExt cx="9155520" cy="5144040"/>
          </a:xfrm>
        </p:grpSpPr>
        <p:sp>
          <p:nvSpPr>
            <p:cNvPr id="53" name="Rectangle 6"/>
            <p:cNvSpPr/>
            <p:nvPr/>
          </p:nvSpPr>
          <p:spPr>
            <a:xfrm>
              <a:off x="-6120" y="-1080"/>
              <a:ext cx="9149400" cy="51429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IN" sz="1800" strike="noStrike" u="none">
                <a:solidFill>
                  <a:schemeClr val="lt1"/>
                </a:solidFill>
                <a:effectLst/>
                <a:uFillTx/>
                <a:latin typeface="KareliaWeb Regular"/>
              </a:endParaRPr>
            </a:p>
          </p:txBody>
        </p:sp>
        <p:pic>
          <p:nvPicPr>
            <p:cNvPr id="54" name="Graphic 2" descr=""/>
            <p:cNvPicPr/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p:blipFill>
          <p:spPr>
            <a:xfrm>
              <a:off x="0" y="0"/>
              <a:ext cx="4083480" cy="5142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5" name="Graphic 3" descr=""/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/>
          </p:blipFill>
          <p:spPr>
            <a:xfrm>
              <a:off x="4057560" y="4101480"/>
              <a:ext cx="5085720" cy="10414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6" name="Graphic 4" descr=""/>
            <p:cNvPicPr/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/>
          </p:blipFill>
          <p:spPr>
            <a:xfrm>
              <a:off x="4063680" y="0"/>
              <a:ext cx="5085720" cy="20566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7" name="Rectangle 5"/>
          <p:cNvSpPr/>
          <p:nvPr/>
        </p:nvSpPr>
        <p:spPr>
          <a:xfrm>
            <a:off x="511920" y="527760"/>
            <a:ext cx="8112960" cy="4086000"/>
          </a:xfrm>
          <a:prstGeom prst="rect">
            <a:avLst/>
          </a:prstGeom>
          <a:solidFill>
            <a:srgbClr val="ffffff"/>
          </a:solidFill>
          <a:ln w="3175">
            <a:solidFill>
              <a:srgbClr val="eb26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KareliaWeb Regular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8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81" r:id="rId27"/>
    <p:sldLayoutId id="2147483682" r:id="rId28"/>
    <p:sldLayoutId id="2147483683" r:id="rId29"/>
    <p:sldLayoutId id="2147483684" r:id="rId30"/>
    <p:sldLayoutId id="2147483685" r:id="rId31"/>
    <p:sldLayoutId id="2147483686" r:id="rId32"/>
    <p:sldLayoutId id="2147483687" r:id="rId33"/>
    <p:sldLayoutId id="2147483688" r:id="rId34"/>
    <p:sldLayoutId id="2147483689" r:id="rId35"/>
    <p:sldLayoutId id="2147483690" r:id="rId36"/>
    <p:sldLayoutId id="2147483691" r:id="rId37"/>
    <p:sldLayoutId id="2147483692" r:id="rId38"/>
    <p:sldLayoutId id="2147483693" r:id="rId39"/>
    <p:sldLayoutId id="2147483694" r:id="rId4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2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3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3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3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/>
          </p:nvPr>
        </p:nvSpPr>
        <p:spPr>
          <a:xfrm>
            <a:off x="4696920" y="2121480"/>
            <a:ext cx="3932280" cy="101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Vector Vogue 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2"/>
          <p:cNvSpPr>
            <a:spLocks noGrp="1"/>
          </p:cNvSpPr>
          <p:nvPr>
            <p:ph/>
          </p:nvPr>
        </p:nvSpPr>
        <p:spPr>
          <a:xfrm>
            <a:off x="4696920" y="3135960"/>
            <a:ext cx="3932280" cy="34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Fashion Semantic Search System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/>
          </p:nvPr>
        </p:nvSpPr>
        <p:spPr>
          <a:xfrm>
            <a:off x="4525560" y="685800"/>
            <a:ext cx="3932280" cy="101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accent2"/>
                </a:solidFill>
                <a:effectLst/>
                <a:uFillTx/>
                <a:latin typeface="KareliaWeb Regular"/>
              </a:rPr>
              <a:t>Project Overview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/>
          </p:nvPr>
        </p:nvSpPr>
        <p:spPr>
          <a:xfrm>
            <a:off x="4525560" y="1828800"/>
            <a:ext cx="3932280" cy="34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Vector Vogue is a modern fashion semantic search engine that combines text and image-based search with AI-powered reranking. The system understands natural language fashion queries and provides intelligent product recommendations.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/>
          </p:nvPr>
        </p:nvSpPr>
        <p:spPr>
          <a:xfrm>
            <a:off x="4343400" y="457200"/>
            <a:ext cx="3885840" cy="685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defTabSz="685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KareliaWeb Regular"/>
              </a:rPr>
              <a:t>✨ Key Features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2"/>
          <p:cNvSpPr>
            <a:spLocks noGrp="1"/>
          </p:cNvSpPr>
          <p:nvPr>
            <p:ph/>
          </p:nvPr>
        </p:nvSpPr>
        <p:spPr>
          <a:xfrm>
            <a:off x="4525560" y="1143000"/>
            <a:ext cx="3932280" cy="34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•Semantic Search: Natural language    understanding for fashion queries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•Visual Search: Image-to-product matching capabilities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•AI Reranking: Cross-encoder models for improved relevance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•Smart Filtering: Gender, price, and rating filters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•Real-time Performance: Millisecond response times with FAISS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KareliaWeb Regular"/>
              </a:rPr>
              <a:t>•Modern UI: Dark/light theme with responsive design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" descr=""/>
          <p:cNvPicPr/>
          <p:nvPr/>
        </p:nvPicPr>
        <p:blipFill>
          <a:blip r:embed="rId1"/>
          <a:stretch/>
        </p:blipFill>
        <p:spPr>
          <a:xfrm>
            <a:off x="13680" y="1217160"/>
            <a:ext cx="4558320" cy="198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" descr=""/>
          <p:cNvPicPr/>
          <p:nvPr/>
        </p:nvPicPr>
        <p:blipFill>
          <a:blip r:embed="rId1"/>
          <a:stretch/>
        </p:blipFill>
        <p:spPr>
          <a:xfrm>
            <a:off x="13680" y="-165240"/>
            <a:ext cx="9143640" cy="405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8" name="" descr=""/>
          <p:cNvPicPr/>
          <p:nvPr/>
        </p:nvPicPr>
        <p:blipFill>
          <a:blip r:embed="rId1"/>
          <a:stretch/>
        </p:blipFill>
        <p:spPr>
          <a:xfrm>
            <a:off x="7920" y="685800"/>
            <a:ext cx="4792680" cy="36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PlaceHolder 1"/>
          <p:cNvSpPr>
            <a:spLocks noGrp="1"/>
          </p:cNvSpPr>
          <p:nvPr>
            <p:ph/>
          </p:nvPr>
        </p:nvSpPr>
        <p:spPr>
          <a:xfrm>
            <a:off x="5037480" y="2207520"/>
            <a:ext cx="3877920" cy="307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0">
              <a:spcBef>
                <a:spcPts val="1417"/>
              </a:spcBef>
              <a:buNone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High-Level Architecture Diagram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/>
          </p:nvPr>
        </p:nvSpPr>
        <p:spPr>
          <a:xfrm>
            <a:off x="872280" y="2286000"/>
            <a:ext cx="2556720" cy="54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rgbClr val="ff4000"/>
                </a:solidFill>
                <a:effectLst/>
                <a:uFillTx/>
                <a:latin typeface="Arial"/>
              </a:rPr>
              <a:t>Backend Stack</a:t>
            </a:r>
            <a:endParaRPr b="1" lang="en-US" sz="2000" strike="noStrike" u="none">
              <a:solidFill>
                <a:srgbClr val="ff4000"/>
              </a:solidFill>
              <a:effectLst/>
              <a:uFillTx/>
              <a:latin typeface="Arial"/>
            </a:endParaRPr>
          </a:p>
        </p:txBody>
      </p:sp>
      <p:pic>
        <p:nvPicPr>
          <p:cNvPr id="601" name="" descr=""/>
          <p:cNvPicPr/>
          <p:nvPr/>
        </p:nvPicPr>
        <p:blipFill>
          <a:blip r:embed="rId1"/>
          <a:stretch/>
        </p:blipFill>
        <p:spPr>
          <a:xfrm>
            <a:off x="3886200" y="1348200"/>
            <a:ext cx="5293440" cy="274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/>
          </p:nvPr>
        </p:nvSpPr>
        <p:spPr>
          <a:xfrm>
            <a:off x="-228600" y="685800"/>
            <a:ext cx="4823640" cy="645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0">
              <a:spcBef>
                <a:spcPts val="1417"/>
              </a:spcBef>
              <a:buNone/>
            </a:pPr>
            <a:r>
              <a:rPr b="1" lang="en-US" sz="1600" strike="noStrike" u="none">
                <a:solidFill>
                  <a:srgbClr val="ff4000"/>
                </a:solidFill>
                <a:effectLst/>
                <a:uFillTx/>
                <a:latin typeface="Arial"/>
              </a:rPr>
              <a:t>Short-term (Next 3 Months)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Multi-modal Search: Combine text + image queries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Advanced Filters: Color, size, material filters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Personalization: User preference learning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Caching Layer: Redis for frequent queries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PlaceHolder 2"/>
          <p:cNvSpPr>
            <a:spLocks noGrp="1"/>
          </p:cNvSpPr>
          <p:nvPr>
            <p:ph/>
          </p:nvPr>
        </p:nvSpPr>
        <p:spPr>
          <a:xfrm>
            <a:off x="2948760" y="228600"/>
            <a:ext cx="482364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Future Enhancements</a:t>
            </a:r>
            <a:endParaRPr b="1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19"/>
          <p:cNvSpPr txBox="1"/>
          <p:nvPr/>
        </p:nvSpPr>
        <p:spPr>
          <a:xfrm>
            <a:off x="4320360" y="726120"/>
            <a:ext cx="4823640" cy="645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600" strike="noStrike" u="none">
                <a:solidFill>
                  <a:srgbClr val="ff4000"/>
                </a:solidFill>
                <a:effectLst/>
                <a:uFillTx/>
                <a:latin typeface="Arial"/>
              </a:rPr>
              <a:t>Medium-term (Next 6 Months)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Real-time Index Updates: Dynamic product additions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Federated Search: Multiple data sources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A/B Testing: Search algorithm optimization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Analytics Dashboard: Search insights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20"/>
          <p:cNvSpPr txBox="1"/>
          <p:nvPr/>
        </p:nvSpPr>
        <p:spPr>
          <a:xfrm>
            <a:off x="2286000" y="2743200"/>
            <a:ext cx="4823640" cy="645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600" strike="noStrike" u="none">
                <a:solidFill>
                  <a:srgbClr val="ff4000"/>
                </a:solidFill>
                <a:effectLst/>
                <a:uFillTx/>
                <a:latin typeface="Arial"/>
              </a:rPr>
              <a:t>Long-term (Next 12 Months)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Multi-language Support: International search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Voice Search: Voice-based queries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AR Integration: Virtual try-on features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Recommendation Engine: Personalized suggestions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6" name="Picture Placeholder 5" descr=""/>
          <p:cNvPicPr/>
          <p:nvPr/>
        </p:nvPicPr>
        <p:blipFill>
          <a:blip r:embed="rId1">
            <a:alphaModFix amt="0"/>
          </a:blip>
          <a:stretch/>
        </p:blipFill>
        <p:spPr>
          <a:xfrm>
            <a:off x="0" y="0"/>
            <a:ext cx="9143280" cy="409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7" name="PlaceHolder 1"/>
          <p:cNvSpPr>
            <a:spLocks noGrp="1"/>
          </p:cNvSpPr>
          <p:nvPr>
            <p:ph/>
          </p:nvPr>
        </p:nvSpPr>
        <p:spPr>
          <a:xfrm>
            <a:off x="720" y="457200"/>
            <a:ext cx="9143280" cy="456480"/>
          </a:xfrm>
          <a:prstGeom prst="rect">
            <a:avLst/>
          </a:prstGeom>
          <a:solidFill>
            <a:schemeClr val="accent2">
              <a:alpha val="60000"/>
            </a:schemeClr>
          </a:solidFill>
          <a:ln w="0">
            <a:noFill/>
          </a:ln>
        </p:spPr>
        <p:txBody>
          <a:bodyPr lIns="2214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Conclusion</a:t>
            </a:r>
            <a:endParaRPr b="1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514600" y="1143000"/>
            <a:ext cx="6400800" cy="228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Arial"/>
                <a:ea typeface="Noto Sans CJK SC"/>
              </a:rPr>
              <a:t> The system architecture clearly defines each processing stage — from data ingestion to semantic understanding and intelligent retrieval.</a:t>
            </a:r>
            <a:endParaRPr b="0" lang="en-US" sz="1400" strike="noStrike" u="non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Arial"/>
                <a:ea typeface="Noto Sans CJK SC"/>
              </a:rPr>
              <a:t> Enhanced visualization of the workflow allows better readability, maintainability, and communication across teams.</a:t>
            </a:r>
            <a:endParaRPr b="0" lang="en-US" sz="1400" strike="noStrike" u="non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Arial"/>
                <a:ea typeface="Noto Sans CJK SC"/>
              </a:rPr>
              <a:t> Image quality improvements ensure diagrams remain sharp, scalable, and suitable for documentation or presentations.</a:t>
            </a:r>
            <a:endParaRPr b="0" lang="en-US" sz="1400" strike="noStrike" u="non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b="0" lang="en-US" sz="1400" strike="noStrike" u="none">
                <a:solidFill>
                  <a:srgbClr val="ff0000"/>
                </a:solidFill>
                <a:effectLst/>
                <a:uFillTx/>
                <a:latin typeface="Arial"/>
                <a:ea typeface="Noto Sans CJK SC"/>
              </a:rPr>
              <a:t> The overall approach strengthens system clarity, boosts collaboration, and supports future expansion with minimal effort.</a:t>
            </a:r>
            <a:endParaRPr b="0" lang="en-US" sz="1400" strike="noStrike" u="non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/>
          </p:nvPr>
        </p:nvSpPr>
        <p:spPr>
          <a:xfrm>
            <a:off x="2514600" y="1216080"/>
            <a:ext cx="5250960" cy="84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800" strike="noStrike" u="none">
                <a:solidFill>
                  <a:srgbClr val="ff0000"/>
                </a:solidFill>
                <a:effectLst/>
                <a:uFillTx/>
                <a:latin typeface="Arial"/>
              </a:rPr>
              <a:t>Thank You!</a:t>
            </a:r>
            <a:endParaRPr b="1" lang="en-US" sz="2800" strike="noStrike" u="non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heme - Prodapt PPT">
  <a:themeElements>
    <a:clrScheme name="Prdapt 2022">
      <a:dk1>
        <a:srgbClr val="1c1c1c"/>
      </a:dk1>
      <a:lt1>
        <a:srgbClr val="ffffff"/>
      </a:lt1>
      <a:dk2>
        <a:srgbClr val="1c1c1c"/>
      </a:dk2>
      <a:lt2>
        <a:srgbClr val="ffffff"/>
      </a:lt2>
      <a:accent1>
        <a:srgbClr val="eb262a"/>
      </a:accent1>
      <a:accent2>
        <a:srgbClr val="1c1c1c"/>
      </a:accent2>
      <a:accent3>
        <a:srgbClr val="ababab"/>
      </a:accent3>
      <a:accent4>
        <a:srgbClr val="dcdcdc"/>
      </a:accent4>
      <a:accent5>
        <a:srgbClr val="74c657"/>
      </a:accent5>
      <a:accent6>
        <a:srgbClr val="ffffff"/>
      </a:accent6>
      <a:hlink>
        <a:srgbClr val="eb262a"/>
      </a:hlink>
      <a:folHlink>
        <a:srgbClr val="dcdcdc"/>
      </a:folHlink>
    </a:clrScheme>
    <a:fontScheme name="Prodapt 2022">
      <a:majorFont>
        <a:latin typeface="KareliaWeb Regular" pitchFamily="0" charset="1"/>
        <a:ea typeface=""/>
        <a:cs typeface=""/>
      </a:majorFont>
      <a:minorFont>
        <a:latin typeface="KareliaWeb Regula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heme - Prodapt PPT">
  <a:themeElements>
    <a:clrScheme name="Prdapt 2022">
      <a:dk1>
        <a:srgbClr val="1c1c1c"/>
      </a:dk1>
      <a:lt1>
        <a:srgbClr val="ffffff"/>
      </a:lt1>
      <a:dk2>
        <a:srgbClr val="1c1c1c"/>
      </a:dk2>
      <a:lt2>
        <a:srgbClr val="ffffff"/>
      </a:lt2>
      <a:accent1>
        <a:srgbClr val="eb262a"/>
      </a:accent1>
      <a:accent2>
        <a:srgbClr val="1c1c1c"/>
      </a:accent2>
      <a:accent3>
        <a:srgbClr val="ababab"/>
      </a:accent3>
      <a:accent4>
        <a:srgbClr val="dcdcdc"/>
      </a:accent4>
      <a:accent5>
        <a:srgbClr val="74c657"/>
      </a:accent5>
      <a:accent6>
        <a:srgbClr val="ffffff"/>
      </a:accent6>
      <a:hlink>
        <a:srgbClr val="eb262a"/>
      </a:hlink>
      <a:folHlink>
        <a:srgbClr val="dcdcdc"/>
      </a:folHlink>
    </a:clrScheme>
    <a:fontScheme name="Prodapt 2022">
      <a:majorFont>
        <a:latin typeface="KareliaWeb Regular" pitchFamily="0" charset="1"/>
        <a:ea typeface=""/>
        <a:cs typeface=""/>
      </a:majorFont>
      <a:minorFont>
        <a:latin typeface="KareliaWeb Regula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eme - Prodapt PPT">
  <a:themeElements>
    <a:clrScheme name="Prdapt 2022">
      <a:dk1>
        <a:srgbClr val="1c1c1c"/>
      </a:dk1>
      <a:lt1>
        <a:srgbClr val="ffffff"/>
      </a:lt1>
      <a:dk2>
        <a:srgbClr val="1c1c1c"/>
      </a:dk2>
      <a:lt2>
        <a:srgbClr val="ffffff"/>
      </a:lt2>
      <a:accent1>
        <a:srgbClr val="eb262a"/>
      </a:accent1>
      <a:accent2>
        <a:srgbClr val="1c1c1c"/>
      </a:accent2>
      <a:accent3>
        <a:srgbClr val="ababab"/>
      </a:accent3>
      <a:accent4>
        <a:srgbClr val="dcdcdc"/>
      </a:accent4>
      <a:accent5>
        <a:srgbClr val="74c657"/>
      </a:accent5>
      <a:accent6>
        <a:srgbClr val="ffffff"/>
      </a:accent6>
      <a:hlink>
        <a:srgbClr val="eb262a"/>
      </a:hlink>
      <a:folHlink>
        <a:srgbClr val="dcdcdc"/>
      </a:folHlink>
    </a:clrScheme>
    <a:fontScheme name="Prodapt 2022">
      <a:majorFont>
        <a:latin typeface="KareliaWeb Regular" pitchFamily="0" charset="1"/>
        <a:ea typeface=""/>
        <a:cs typeface=""/>
      </a:majorFont>
      <a:minorFont>
        <a:latin typeface="KareliaWeb Regula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heme - Prodapt PPT">
  <a:themeElements>
    <a:clrScheme name="Prdapt 2022">
      <a:dk1>
        <a:srgbClr val="1c1c1c"/>
      </a:dk1>
      <a:lt1>
        <a:srgbClr val="ffffff"/>
      </a:lt1>
      <a:dk2>
        <a:srgbClr val="1c1c1c"/>
      </a:dk2>
      <a:lt2>
        <a:srgbClr val="ffffff"/>
      </a:lt2>
      <a:accent1>
        <a:srgbClr val="eb262a"/>
      </a:accent1>
      <a:accent2>
        <a:srgbClr val="1c1c1c"/>
      </a:accent2>
      <a:accent3>
        <a:srgbClr val="ababab"/>
      </a:accent3>
      <a:accent4>
        <a:srgbClr val="dcdcdc"/>
      </a:accent4>
      <a:accent5>
        <a:srgbClr val="74c657"/>
      </a:accent5>
      <a:accent6>
        <a:srgbClr val="ffffff"/>
      </a:accent6>
      <a:hlink>
        <a:srgbClr val="eb262a"/>
      </a:hlink>
      <a:folHlink>
        <a:srgbClr val="dcdcdc"/>
      </a:folHlink>
    </a:clrScheme>
    <a:fontScheme name="Prodapt 2022">
      <a:majorFont>
        <a:latin typeface="KareliaWeb Regular" pitchFamily="0" charset="1"/>
        <a:ea typeface=""/>
        <a:cs typeface=""/>
      </a:majorFont>
      <a:minorFont>
        <a:latin typeface="KareliaWeb Regula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D4EF1B30784048B06669BC527ADB41" ma:contentTypeVersion="22" ma:contentTypeDescription="Create a new document." ma:contentTypeScope="" ma:versionID="0a829842b1474a607cefb393c2482766">
  <xsd:schema xmlns:xsd="http://www.w3.org/2001/XMLSchema" xmlns:xs="http://www.w3.org/2001/XMLSchema" xmlns:p="http://schemas.microsoft.com/office/2006/metadata/properties" xmlns:ns2="876c036b-eeb8-4a98-9654-dff151ee01a5" xmlns:ns3="5397bd6b-6bc2-4049-87b3-44219df9555c" targetNamespace="http://schemas.microsoft.com/office/2006/metadata/properties" ma:root="true" ma:fieldsID="40fbf99445cd7a5287618398c552fb43" ns2:_="" ns3:_="">
    <xsd:import namespace="876c036b-eeb8-4a98-9654-dff151ee01a5"/>
    <xsd:import namespace="5397bd6b-6bc2-4049-87b3-44219df9555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p16f4640d3dc4380a66433699eb72765" minOccurs="0"/>
                <xsd:element ref="ns3:TaxCatchAll" minOccurs="0"/>
                <xsd:element ref="ns2:m5596b65076449e2a727d59cbf42095c" minOccurs="0"/>
                <xsd:element ref="ns2:Prodapt_x0020_Document_x0020_Category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6c036b-eeb8-4a98-9654-dff151ee01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p16f4640d3dc4380a66433699eb72765" ma:index="11" nillable="true" ma:taxonomy="true" ma:internalName="p16f4640d3dc4380a66433699eb72765" ma:taxonomyFieldName="ProdaptDocumentType" ma:displayName="ProdaptDocumentType" ma:default="2;#Other|03550497-ba23-4de0-8d43-dac14ff9a7a7" ma:fieldId="{916f4640-d3dc-4380-a664-33699eb72765}" ma:sspId="57f86abb-38d7-41bf-bac4-7745b1ce4b50" ma:termSetId="4fdc093d-0680-46ff-b1d2-5d7da736dd3f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m5596b65076449e2a727d59cbf42095c" ma:index="14" nillable="true" ma:taxonomy="true" ma:internalName="m5596b65076449e2a727d59cbf42095c" ma:taxonomyFieldName="ProdaptRegion" ma:displayName="ProdaptRegion" ma:default="3;#Prodapt India|3a37ef66-6340-4eaa-83c9-2908d971b738" ma:fieldId="{65596b65-0764-49e2-a727-d59cbf42095c}" ma:sspId="57f86abb-38d7-41bf-bac4-7745b1ce4b50" ma:termSetId="dc36c24b-986d-4b46-8471-d9c450c81e32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Prodapt_x0020_Document_x0020_Category" ma:index="15" nillable="true" ma:displayName="Prodapt Document Category" ma:description="Prodapt Document Category" ma:internalName="Prodapt_x0020_Document_x0020_Category">
      <xsd:simpleType>
        <xsd:restriction base="dms:Text">
          <xsd:maxLength value="255"/>
        </xsd:restriction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2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8" nillable="true" ma:taxonomy="true" ma:internalName="lcf76f155ced4ddcb4097134ff3c332f" ma:taxonomyFieldName="MediaServiceImageTags" ma:displayName="Image Tags" ma:readOnly="false" ma:fieldId="{5cf76f15-5ced-4ddc-b409-7134ff3c332f}" ma:taxonomyMulti="true" ma:sspId="57f86abb-38d7-41bf-bac4-7745b1ce4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97bd6b-6bc2-4049-87b3-44219df9555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2fc8e79a-7498-4f3d-b5ab-1c2b195e6db5}" ma:internalName="TaxCatchAll" ma:showField="CatchAllData" ma:web="5397bd6b-6bc2-4049-87b3-44219df9555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397bd6b-6bc2-4049-87b3-44219df9555c">
      <Value>3</Value>
      <Value>2</Value>
    </TaxCatchAll>
    <m5596b65076449e2a727d59cbf42095c xmlns="876c036b-eeb8-4a98-9654-dff151ee01a5">
      <Terms xmlns="http://schemas.microsoft.com/office/infopath/2007/PartnerControls">
        <TermInfo>
          <TermName>Prodapt India</TermName>
          <TermId>3a37ef66-6340-4eaa-83c9-2908d971b738</TermId>
        </TermInfo>
      </Terms>
    </m5596b65076449e2a727d59cbf42095c>
    <Prodapt_x0020_Document_x0020_Category xmlns="876c036b-eeb8-4a98-9654-dff151ee01a5" xsi:nil="true"/>
    <p16f4640d3dc4380a66433699eb72765 xmlns="876c036b-eeb8-4a98-9654-dff151ee01a5">
      <Terms xmlns="http://schemas.microsoft.com/office/infopath/2007/PartnerControls">
        <TermInfo>
          <TermName>Other</TermName>
          <TermId>03550497-ba23-4de0-8d43-dac14ff9a7a7</TermId>
        </TermInfo>
      </Terms>
    </p16f4640d3dc4380a66433699eb72765>
    <lcf76f155ced4ddcb4097134ff3c332f xmlns="876c036b-eeb8-4a98-9654-dff151ee01a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3C52EBE8-9E59-4DE7-9351-A5FC95C23F6B}"/>
</file>

<file path=customXml/itemProps2.xml><?xml version="1.0" encoding="utf-8"?>
<ds:datastoreItem xmlns:ds="http://schemas.openxmlformats.org/officeDocument/2006/customXml" ds:itemID="{C75B7B89-6F17-406C-8F2A-09602CC463C8}"/>
</file>

<file path=customXml/itemProps3.xml><?xml version="1.0" encoding="utf-8"?>
<ds:datastoreItem xmlns:ds="http://schemas.openxmlformats.org/officeDocument/2006/customXml" ds:itemID="{59D0E4B9-60E2-42FD-AC2C-D2A0F9AA8FC0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LibreOffice/25.2.6.2$Linux_X86_64 LibreOffice_project/520$Build-2</Application>
  <AppVersion>15.0000</AppVersion>
  <Words>28</Words>
  <Paragraphs>17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2025-11-26T07:22:02Z</dcterms:created>
  <dc:creator/>
  <dc:description/>
  <dc:language>en-US</dc:language>
  <cp:lastModifiedBy/>
  <dcterms:modified xsi:type="dcterms:W3CDTF">2025-11-26T08:54:14Z</dcterms:modified>
  <cp:revision>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0x01010085D4EF1B30784048B06669BC527ADB41</vt:lpwstr>
  </property>
  <property fmtid="{D5CDD505-2E9C-101B-9397-08002B2CF9AE}" pid="3" name="Notes">
    <vt:i4>1</vt:i4>
  </property>
  <property fmtid="{D5CDD505-2E9C-101B-9397-08002B2CF9AE}" pid="4" name="PresentationFormat">
    <vt:lpwstr>On-screen Show (16:9)</vt:lpwstr>
  </property>
  <property fmtid="{D5CDD505-2E9C-101B-9397-08002B2CF9AE}" pid="5" name="ProdaptDocumentType">
    <vt:i4>2</vt:i4>
  </property>
  <property fmtid="{D5CDD505-2E9C-101B-9397-08002B2CF9AE}" pid="6" name="ProdaptRegion">
    <vt:i4>3</vt:i4>
  </property>
  <property fmtid="{D5CDD505-2E9C-101B-9397-08002B2CF9AE}" pid="7" name="Slides">
    <vt:i4>51</vt:i4>
  </property>
</Properties>
</file>