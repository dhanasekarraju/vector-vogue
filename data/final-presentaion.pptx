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media/image28.png" ContentType="image/png"/>
  <Override PartName="/ppt/media/image26.png" ContentType="image/png"/>
  <Override PartName="/ppt/media/image24.png" ContentType="image/png"/>
  <Override PartName="/ppt/media/image23.png" ContentType="image/png"/>
  <Override PartName="/ppt/media/image10.svg" ContentType="image/svg"/>
  <Override PartName="/ppt/media/image27.svg" ContentType="image/svg"/>
  <Override PartName="/ppt/media/image7.png" ContentType="image/png"/>
  <Override PartName="/ppt/media/image11.png" ContentType="image/png"/>
  <Override PartName="/ppt/media/image6.svg" ContentType="image/svg"/>
  <Override PartName="/ppt/media/image9.png" ContentType="image/png"/>
  <Override PartName="/ppt/media/image29.svg" ContentType="image/svg"/>
  <Override PartName="/ppt/media/image13.png" ContentType="image/png"/>
  <Override PartName="/ppt/media/image8.svg" ContentType="image/svg"/>
  <Override PartName="/ppt/media/image12.svg" ContentType="image/svg"/>
  <Override PartName="/ppt/media/image30.jpeg" ContentType="image/jpeg"/>
  <Override PartName="/ppt/media/image34.png" ContentType="image/png"/>
  <Override PartName="/ppt/media/image31.png" ContentType="image/png"/>
  <Override PartName="/ppt/media/image32.png" ContentType="image/png"/>
  <Override PartName="/ppt/media/image4.svg" ContentType="image/svg"/>
  <Override PartName="/ppt/media/image22.svg" ContentType="image/svg"/>
  <Override PartName="/ppt/media/image3.png" ContentType="image/png"/>
  <Override PartName="/ppt/media/image5.png" ContentType="image/png"/>
  <Override PartName="/ppt/media/image25.svg" ContentType="image/svg"/>
  <Override PartName="/ppt/media/image2.svg" ContentType="image/svg"/>
  <Override PartName="/ppt/media/image14.svg" ContentType="image/svg"/>
  <Override PartName="/ppt/media/image15.png" ContentType="image/png"/>
  <Override PartName="/ppt/media/image16.svg" ContentType="image/svg"/>
  <Override PartName="/ppt/media/image17.png" ContentType="image/png"/>
  <Override PartName="/ppt/media/image18.svg" ContentType="image/svg"/>
  <Override PartName="/ppt/media/image20.svg" ContentType="image/svg"/>
  <Override PartName="/ppt/media/image33.png" ContentType="image/png"/>
  <Override PartName="/ppt/media/image1.png" ContentType="image/png"/>
  <Override PartName="/ppt/media/image19.png" ContentType="image/png"/>
  <Override PartName="/ppt/media/image2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5.xml.rels" ContentType="application/vnd.openxmlformats-package.relationships+xml"/>
  <Override PartName="/ppt/slides/_rels/slide41.xml.rels" ContentType="application/vnd.openxmlformats-package.relationships+xml"/>
  <Override PartName="/ppt/slides/_rels/slide39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1.xml.rels" ContentType="application/vnd.openxmlformats-package.relationships+xml"/>
  <Override PartName="/ppt/notesSlides/notesSlide4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B1ADEA3-616D-4E70-BF89-C920A8AB674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uk-UA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941D70-93A1-498C-A9B1-7B80B15BA1BC}" type="slidenum">
              <a:rPr b="0" lang="uk-UA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13.png"/><Relationship Id="rId9" Type="http://schemas.openxmlformats.org/officeDocument/2006/relationships/image" Target="../media/image14.sv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Relationship Id="rId10" Type="http://schemas.openxmlformats.org/officeDocument/2006/relationships/image" Target="../media/image19.png"/><Relationship Id="rId11" Type="http://schemas.openxmlformats.org/officeDocument/2006/relationships/image" Target="../media/image20.sv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Relationship Id="rId10" Type="http://schemas.openxmlformats.org/officeDocument/2006/relationships/image" Target="../media/image19.png"/><Relationship Id="rId11" Type="http://schemas.openxmlformats.org/officeDocument/2006/relationships/image" Target="../media/image20.sv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19.png"/><Relationship Id="rId9" Type="http://schemas.openxmlformats.org/officeDocument/2006/relationships/image" Target="../media/image20.sv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Relationship Id="rId8" Type="http://schemas.openxmlformats.org/officeDocument/2006/relationships/image" Target="../media/image13.png"/><Relationship Id="rId9" Type="http://schemas.openxmlformats.org/officeDocument/2006/relationships/image" Target="../media/image14.sv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hyperlink" Target="http://www.prodapt.com/" TargetMode="Externa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7.png"/><Relationship Id="rId11" Type="http://schemas.openxmlformats.org/officeDocument/2006/relationships/image" Target="../media/image8.svg"/><Relationship Id="rId12" Type="http://schemas.openxmlformats.org/officeDocument/2006/relationships/image" Target="../media/image7.png"/><Relationship Id="rId13" Type="http://schemas.openxmlformats.org/officeDocument/2006/relationships/image" Target="../media/image8.svg"/><Relationship Id="rId14" Type="http://schemas.openxmlformats.org/officeDocument/2006/relationships/image" Target="../media/image7.png"/><Relationship Id="rId15" Type="http://schemas.openxmlformats.org/officeDocument/2006/relationships/image" Target="../media/image8.sv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image" Target="../media/image28.png"/><Relationship Id="rId5" Type="http://schemas.openxmlformats.org/officeDocument/2006/relationships/image" Target="../media/image29.sv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jpeg"/><Relationship Id="rId3" Type="http://schemas.openxmlformats.org/officeDocument/2006/relationships/image" Target="../media/image3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with one log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phic 6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057560" y="4101480"/>
            <a:ext cx="5086080" cy="10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Graphic 6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057560" y="0"/>
            <a:ext cx="508608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0"/>
          <p:cNvSpPr/>
          <p:nvPr/>
        </p:nvSpPr>
        <p:spPr>
          <a:xfrm>
            <a:off x="0" y="0"/>
            <a:ext cx="4081680" cy="514296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01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3" name="Graphic 11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0" y="0"/>
            <a:ext cx="40838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2"/>
          <p:cNvSpPr/>
          <p:nvPr/>
        </p:nvSpPr>
        <p:spPr>
          <a:xfrm>
            <a:off x="0" y="2059920"/>
            <a:ext cx="4153680" cy="1023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01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4696920" y="-7261200"/>
            <a:ext cx="3932640" cy="103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sp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Title of the Presentation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696920" y="3135960"/>
            <a:ext cx="3932640" cy="447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Subtitle of the Presentation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7" name="Picture 7"/>
          <p:cNvGrpSpPr/>
          <p:nvPr/>
        </p:nvGrpSpPr>
        <p:grpSpPr>
          <a:xfrm>
            <a:off x="1323000" y="2359800"/>
            <a:ext cx="1507680" cy="424080"/>
            <a:chOff x="1323000" y="2359800"/>
            <a:chExt cx="1507680" cy="424080"/>
          </a:xfrm>
        </p:grpSpPr>
        <p:grpSp>
          <p:nvGrpSpPr>
            <p:cNvPr id="8" name="Picture 7"/>
            <p:cNvGrpSpPr/>
            <p:nvPr/>
          </p:nvGrpSpPr>
          <p:grpSpPr>
            <a:xfrm>
              <a:off x="1323000" y="2359800"/>
              <a:ext cx="1407240" cy="424080"/>
              <a:chOff x="1323000" y="2359800"/>
              <a:chExt cx="1407240" cy="424080"/>
            </a:xfrm>
          </p:grpSpPr>
          <p:sp>
            <p:nvSpPr>
              <p:cNvPr id="9" name="Freeform: Shape 18"/>
              <p:cNvSpPr/>
              <p:nvPr/>
            </p:nvSpPr>
            <p:spPr>
              <a:xfrm>
                <a:off x="1323000" y="2359800"/>
                <a:ext cx="251280" cy="331560"/>
              </a:xfrm>
              <a:custGeom>
                <a:avLst/>
                <a:gdLst>
                  <a:gd name="textAreaLeft" fmla="*/ 0 w 251280"/>
                  <a:gd name="textAreaRight" fmla="*/ 251640 w 251280"/>
                  <a:gd name="textAreaTop" fmla="*/ 0 h 331560"/>
                  <a:gd name="textAreaBottom" fmla="*/ 331920 h 331560"/>
                  <a:gd name="GluePoint1X" fmla="*/ 0 w 398847"/>
                  <a:gd name="GluePoint1Y" fmla="*/ 0 h 525915"/>
                  <a:gd name="GluePoint2X" fmla="*/ 219917 w 398847"/>
                  <a:gd name="GluePoint2Y" fmla="*/ 0 h 525915"/>
                  <a:gd name="GluePoint3X" fmla="*/ 287155 w 398847"/>
                  <a:gd name="GluePoint3Y" fmla="*/ 7109 h 525915"/>
                  <a:gd name="GluePoint4X" fmla="*/ 344415 w 398847"/>
                  <a:gd name="GluePoint4Y" fmla="*/ 31906 h 525915"/>
                  <a:gd name="GluePoint5X" fmla="*/ 384030 w 398847"/>
                  <a:gd name="GluePoint5Y" fmla="*/ 79187 h 525915"/>
                  <a:gd name="GluePoint6X" fmla="*/ 398848 w 398847"/>
                  <a:gd name="GluePoint6Y" fmla="*/ 153278 h 525915"/>
                  <a:gd name="GluePoint7X" fmla="*/ 348911 w 398847"/>
                  <a:gd name="GluePoint7Y" fmla="*/ 274650 h 525915"/>
                  <a:gd name="GluePoint8X" fmla="*/ 201415 w 398847"/>
                  <a:gd name="GluePoint8Y" fmla="*/ 315678 h 525915"/>
                  <a:gd name="GluePoint9X" fmla="*/ 68438 w 398847"/>
                  <a:gd name="GluePoint9Y" fmla="*/ 315678 h 525915"/>
                  <a:gd name="GluePoint10X" fmla="*/ 68438 w 398847"/>
                  <a:gd name="GluePoint10Y" fmla="*/ 525916 h 525915"/>
                  <a:gd name="GluePoint11X" fmla="*/ 86 w 398847"/>
                  <a:gd name="GluePoint11Y" fmla="*/ 525916 h 525915"/>
                  <a:gd name="GluePoint12X" fmla="*/ 86 w 398847"/>
                  <a:gd name="GluePoint12Y" fmla="*/ 0 h 525915"/>
                  <a:gd name="GluePoint13X" fmla="*/ 68352 w 398847"/>
                  <a:gd name="GluePoint13Y" fmla="*/ 252380 h 525915"/>
                  <a:gd name="GluePoint14X" fmla="*/ 202229 w 398847"/>
                  <a:gd name="GluePoint14Y" fmla="*/ 252380 h 525915"/>
                  <a:gd name="GluePoint15X" fmla="*/ 298633 w 398847"/>
                  <a:gd name="GluePoint15Y" fmla="*/ 227454 h 525915"/>
                  <a:gd name="GluePoint16X" fmla="*/ 326941 w 398847"/>
                  <a:gd name="GluePoint16Y" fmla="*/ 155548 h 525915"/>
                  <a:gd name="GluePoint17X" fmla="*/ 317776 w 398847"/>
                  <a:gd name="GluePoint17Y" fmla="*/ 110537 h 525915"/>
                  <a:gd name="GluePoint18X" fmla="*/ 292337 w 398847"/>
                  <a:gd name="GluePoint18Y" fmla="*/ 81928 h 525915"/>
                  <a:gd name="GluePoint19X" fmla="*/ 254264 w 398847"/>
                  <a:gd name="GluePoint19Y" fmla="*/ 66939 h 525915"/>
                  <a:gd name="GluePoint20X" fmla="*/ 207925 w 398847"/>
                  <a:gd name="GluePoint20Y" fmla="*/ 62699 h 525915"/>
                  <a:gd name="GluePoint21X" fmla="*/ 68395 w 398847"/>
                  <a:gd name="GluePoint21Y" fmla="*/ 62699 h 525915"/>
                  <a:gd name="GluePoint22X" fmla="*/ 68395 w 398847"/>
                  <a:gd name="GluePoint22Y" fmla="*/ 252422 h 52591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0" name="Freeform: Shape 19"/>
              <p:cNvSpPr/>
              <p:nvPr/>
            </p:nvSpPr>
            <p:spPr>
              <a:xfrm>
                <a:off x="1596960" y="2446200"/>
                <a:ext cx="124920" cy="245160"/>
              </a:xfrm>
              <a:custGeom>
                <a:avLst/>
                <a:gdLst>
                  <a:gd name="textAreaLeft" fmla="*/ 0 w 124920"/>
                  <a:gd name="textAreaRight" fmla="*/ 125280 w 124920"/>
                  <a:gd name="textAreaTop" fmla="*/ 0 h 245160"/>
                  <a:gd name="textAreaBottom" fmla="*/ 245520 h 245160"/>
                  <a:gd name="GluePoint1X" fmla="*/ 198246 w 198246"/>
                  <a:gd name="GluePoint1Y" fmla="*/ 70622 h 389083"/>
                  <a:gd name="GluePoint2X" fmla="*/ 156661 w 198246"/>
                  <a:gd name="GluePoint2Y" fmla="*/ 66082 h 389083"/>
                  <a:gd name="GluePoint3X" fmla="*/ 68352 w 198246"/>
                  <a:gd name="GluePoint3Y" fmla="*/ 120087 h 389083"/>
                  <a:gd name="GluePoint4X" fmla="*/ 68352 w 198246"/>
                  <a:gd name="GluePoint4Y" fmla="*/ 389084 h 389083"/>
                  <a:gd name="GluePoint5X" fmla="*/ 0 w 198246"/>
                  <a:gd name="GluePoint5Y" fmla="*/ 389084 h 389083"/>
                  <a:gd name="GluePoint6X" fmla="*/ 0 w 198246"/>
                  <a:gd name="GluePoint6Y" fmla="*/ 7966 h 389083"/>
                  <a:gd name="GluePoint7X" fmla="*/ 68352 w 198246"/>
                  <a:gd name="GluePoint7Y" fmla="*/ 7966 h 389083"/>
                  <a:gd name="GluePoint8X" fmla="*/ 68352 w 198246"/>
                  <a:gd name="GluePoint8Y" fmla="*/ 62099 h 389083"/>
                  <a:gd name="GluePoint9X" fmla="*/ 167453 w 198246"/>
                  <a:gd name="GluePoint9Y" fmla="*/ 0 h 389083"/>
                  <a:gd name="GluePoint10X" fmla="*/ 182272 w 198246"/>
                  <a:gd name="GluePoint10Y" fmla="*/ 557 h 389083"/>
                  <a:gd name="GluePoint11X" fmla="*/ 198246 w 198246"/>
                  <a:gd name="GluePoint11Y" fmla="*/ 2827 h 389083"/>
                  <a:gd name="GluePoint12X" fmla="*/ 198246 w 198246"/>
                  <a:gd name="GluePoint12Y" fmla="*/ 70622 h 38908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1" name="Freeform: Shape 20"/>
              <p:cNvSpPr/>
              <p:nvPr/>
            </p:nvSpPr>
            <p:spPr>
              <a:xfrm>
                <a:off x="1707120" y="2446200"/>
                <a:ext cx="224640" cy="250920"/>
              </a:xfrm>
              <a:custGeom>
                <a:avLst/>
                <a:gdLst>
                  <a:gd name="textAreaLeft" fmla="*/ 0 w 224640"/>
                  <a:gd name="textAreaRight" fmla="*/ 225000 w 224640"/>
                  <a:gd name="textAreaTop" fmla="*/ 0 h 250920"/>
                  <a:gd name="textAreaBottom" fmla="*/ 251280 h 250920"/>
                  <a:gd name="GluePoint1X" fmla="*/ 177732 w 356620"/>
                  <a:gd name="GluePoint1Y" fmla="*/ 0 h 398291"/>
                  <a:gd name="GluePoint2X" fmla="*/ 251780 w 356620"/>
                  <a:gd name="GluePoint2Y" fmla="*/ 13405 h 398291"/>
                  <a:gd name="GluePoint3X" fmla="*/ 308183 w 356620"/>
                  <a:gd name="GluePoint3Y" fmla="*/ 52120 h 398291"/>
                  <a:gd name="GluePoint4X" fmla="*/ 344072 w 356620"/>
                  <a:gd name="GluePoint4Y" fmla="*/ 114519 h 398291"/>
                  <a:gd name="GluePoint5X" fmla="*/ 356620 w 356620"/>
                  <a:gd name="GluePoint5Y" fmla="*/ 198846 h 398291"/>
                  <a:gd name="GluePoint6X" fmla="*/ 343515 w 356620"/>
                  <a:gd name="GluePoint6Y" fmla="*/ 284885 h 398291"/>
                  <a:gd name="GluePoint7X" fmla="*/ 306770 w 356620"/>
                  <a:gd name="GluePoint7Y" fmla="*/ 347284 h 398291"/>
                  <a:gd name="GluePoint8X" fmla="*/ 250367 w 356620"/>
                  <a:gd name="GluePoint8Y" fmla="*/ 385486 h 398291"/>
                  <a:gd name="GluePoint9X" fmla="*/ 177732 w 356620"/>
                  <a:gd name="GluePoint9Y" fmla="*/ 398291 h 398291"/>
                  <a:gd name="GluePoint10X" fmla="*/ 105654 w 356620"/>
                  <a:gd name="GluePoint10Y" fmla="*/ 385486 h 398291"/>
                  <a:gd name="GluePoint11X" fmla="*/ 49251 w 356620"/>
                  <a:gd name="GluePoint11Y" fmla="*/ 347284 h 398291"/>
                  <a:gd name="GluePoint12X" fmla="*/ 12805 w 356620"/>
                  <a:gd name="GluePoint12Y" fmla="*/ 284885 h 398291"/>
                  <a:gd name="GluePoint13X" fmla="*/ 0 w 356620"/>
                  <a:gd name="GluePoint13Y" fmla="*/ 198846 h 398291"/>
                  <a:gd name="GluePoint14X" fmla="*/ 12805 w 356620"/>
                  <a:gd name="GluePoint14Y" fmla="*/ 113106 h 398291"/>
                  <a:gd name="GluePoint15X" fmla="*/ 49251 w 356620"/>
                  <a:gd name="GluePoint15Y" fmla="*/ 50707 h 398291"/>
                  <a:gd name="GluePoint16X" fmla="*/ 105654 w 356620"/>
                  <a:gd name="GluePoint16Y" fmla="*/ 12805 h 398291"/>
                  <a:gd name="GluePoint17X" fmla="*/ 177732 w 356620"/>
                  <a:gd name="GluePoint17Y" fmla="*/ 0 h 398291"/>
                  <a:gd name="GluePoint18X" fmla="*/ 177732 w 356620"/>
                  <a:gd name="GluePoint18Y" fmla="*/ 345229 h 398291"/>
                  <a:gd name="GluePoint19X" fmla="*/ 257604 w 356620"/>
                  <a:gd name="GluePoint19Y" fmla="*/ 308355 h 398291"/>
                  <a:gd name="GluePoint20X" fmla="*/ 287112 w 356620"/>
                  <a:gd name="GluePoint20Y" fmla="*/ 198846 h 398291"/>
                  <a:gd name="GluePoint21X" fmla="*/ 279103 w 356620"/>
                  <a:gd name="GluePoint21Y" fmla="*/ 134220 h 398291"/>
                  <a:gd name="GluePoint22X" fmla="*/ 256491 w 356620"/>
                  <a:gd name="GluePoint22Y" fmla="*/ 88481 h 398291"/>
                  <a:gd name="GluePoint23X" fmla="*/ 221844 w 356620"/>
                  <a:gd name="GluePoint23Y" fmla="*/ 61029 h 398291"/>
                  <a:gd name="GluePoint24X" fmla="*/ 177732 w 356620"/>
                  <a:gd name="GluePoint24Y" fmla="*/ 51864 h 398291"/>
                  <a:gd name="GluePoint25X" fmla="*/ 133063 w 356620"/>
                  <a:gd name="GluePoint25Y" fmla="*/ 61585 h 398291"/>
                  <a:gd name="GluePoint26X" fmla="*/ 98673 w 356620"/>
                  <a:gd name="GluePoint26Y" fmla="*/ 89894 h 398291"/>
                  <a:gd name="GluePoint27X" fmla="*/ 76318 w 356620"/>
                  <a:gd name="GluePoint27Y" fmla="*/ 135933 h 398291"/>
                  <a:gd name="GluePoint28X" fmla="*/ 68309 w 356620"/>
                  <a:gd name="GluePoint28Y" fmla="*/ 198846 h 398291"/>
                  <a:gd name="GluePoint29X" fmla="*/ 97774 w 356620"/>
                  <a:gd name="GluePoint29Y" fmla="*/ 307798 h 398291"/>
                  <a:gd name="GluePoint30X" fmla="*/ 177689 w 356620"/>
                  <a:gd name="GluePoint30Y" fmla="*/ 345229 h 39829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2" name="Freeform: Shape 21"/>
              <p:cNvSpPr/>
              <p:nvPr/>
            </p:nvSpPr>
            <p:spPr>
              <a:xfrm>
                <a:off x="1935720" y="2359800"/>
                <a:ext cx="209160" cy="337320"/>
              </a:xfrm>
              <a:custGeom>
                <a:avLst/>
                <a:gdLst>
                  <a:gd name="textAreaLeft" fmla="*/ 0 w 209160"/>
                  <a:gd name="textAreaRight" fmla="*/ 209520 w 209160"/>
                  <a:gd name="textAreaTop" fmla="*/ 0 h 337320"/>
                  <a:gd name="textAreaBottom" fmla="*/ 337680 h 337320"/>
                  <a:gd name="GluePoint1X" fmla="*/ 264328 w 332123"/>
                  <a:gd name="GluePoint1Y" fmla="*/ 480862 h 534995"/>
                  <a:gd name="GluePoint2X" fmla="*/ 155719 w 332123"/>
                  <a:gd name="GluePoint2Y" fmla="*/ 534995 h 534995"/>
                  <a:gd name="GluePoint3X" fmla="*/ 90065 w 332123"/>
                  <a:gd name="GluePoint3Y" fmla="*/ 521333 h 534995"/>
                  <a:gd name="GluePoint4X" fmla="*/ 41200 w 332123"/>
                  <a:gd name="GluePoint4Y" fmla="*/ 482318 h 534995"/>
                  <a:gd name="GluePoint5X" fmla="*/ 10493 w 332123"/>
                  <a:gd name="GluePoint5Y" fmla="*/ 420519 h 534995"/>
                  <a:gd name="GluePoint6X" fmla="*/ 0 w 332123"/>
                  <a:gd name="GluePoint6Y" fmla="*/ 338462 h 534995"/>
                  <a:gd name="GluePoint7X" fmla="*/ 11949 w 332123"/>
                  <a:gd name="GluePoint7Y" fmla="*/ 254435 h 534995"/>
                  <a:gd name="GluePoint8X" fmla="*/ 45182 w 332123"/>
                  <a:gd name="GluePoint8Y" fmla="*/ 190923 h 534995"/>
                  <a:gd name="GluePoint9X" fmla="*/ 95761 w 332123"/>
                  <a:gd name="GluePoint9Y" fmla="*/ 150751 h 534995"/>
                  <a:gd name="GluePoint10X" fmla="*/ 160301 w 332123"/>
                  <a:gd name="GluePoint10Y" fmla="*/ 136790 h 534995"/>
                  <a:gd name="GluePoint11X" fmla="*/ 264328 w 332123"/>
                  <a:gd name="GluePoint11Y" fmla="*/ 173835 h 534995"/>
                  <a:gd name="GluePoint12X" fmla="*/ 264328 w 332123"/>
                  <a:gd name="GluePoint12Y" fmla="*/ 0 h 534995"/>
                  <a:gd name="GluePoint13X" fmla="*/ 332123 w 332123"/>
                  <a:gd name="GluePoint13Y" fmla="*/ 0 h 534995"/>
                  <a:gd name="GluePoint14X" fmla="*/ 332123 w 332123"/>
                  <a:gd name="GluePoint14Y" fmla="*/ 525873 h 534995"/>
                  <a:gd name="GluePoint15X" fmla="*/ 264328 w 332123"/>
                  <a:gd name="GluePoint15Y" fmla="*/ 525873 h 534995"/>
                  <a:gd name="GluePoint16X" fmla="*/ 264328 w 332123"/>
                  <a:gd name="GluePoint16Y" fmla="*/ 480862 h 534995"/>
                  <a:gd name="GluePoint17X" fmla="*/ 264328 w 332123"/>
                  <a:gd name="GluePoint17Y" fmla="*/ 417649 h 534995"/>
                  <a:gd name="GluePoint18X" fmla="*/ 264328 w 332123"/>
                  <a:gd name="GluePoint18Y" fmla="*/ 235120 h 534995"/>
                  <a:gd name="GluePoint19X" fmla="*/ 164070 w 332123"/>
                  <a:gd name="GluePoint19Y" fmla="*/ 188610 h 534995"/>
                  <a:gd name="GluePoint20X" fmla="*/ 94562 w 332123"/>
                  <a:gd name="GluePoint20Y" fmla="*/ 225784 h 534995"/>
                  <a:gd name="GluePoint21X" fmla="*/ 68352 w 332123"/>
                  <a:gd name="GluePoint21Y" fmla="*/ 338462 h 534995"/>
                  <a:gd name="GluePoint22X" fmla="*/ 93149 w 332123"/>
                  <a:gd name="GluePoint22Y" fmla="*/ 446001 h 534995"/>
                  <a:gd name="GluePoint23X" fmla="*/ 161244 w 332123"/>
                  <a:gd name="GluePoint23Y" fmla="*/ 482018 h 534995"/>
                  <a:gd name="GluePoint24X" fmla="*/ 264371 w 332123"/>
                  <a:gd name="GluePoint24Y" fmla="*/ 417649 h 53499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3" name="Freeform: Shape 22"/>
              <p:cNvSpPr/>
              <p:nvPr/>
            </p:nvSpPr>
            <p:spPr>
              <a:xfrm>
                <a:off x="2165400" y="2446200"/>
                <a:ext cx="208080" cy="250920"/>
              </a:xfrm>
              <a:custGeom>
                <a:avLst/>
                <a:gdLst>
                  <a:gd name="textAreaLeft" fmla="*/ 0 w 208080"/>
                  <a:gd name="textAreaRight" fmla="*/ 208440 w 208080"/>
                  <a:gd name="textAreaTop" fmla="*/ 0 h 250920"/>
                  <a:gd name="textAreaBottom" fmla="*/ 251280 h 250920"/>
                  <a:gd name="GluePoint1X" fmla="*/ 262615 w 330367"/>
                  <a:gd name="GluePoint1Y" fmla="*/ 350325 h 398162"/>
                  <a:gd name="GluePoint2X" fmla="*/ 129594 w 330367"/>
                  <a:gd name="GluePoint2Y" fmla="*/ 398163 h 398162"/>
                  <a:gd name="GluePoint3X" fmla="*/ 77859 w 330367"/>
                  <a:gd name="GluePoint3Y" fmla="*/ 390197 h 398162"/>
                  <a:gd name="GluePoint4X" fmla="*/ 36660 w 330367"/>
                  <a:gd name="GluePoint4Y" fmla="*/ 367670 h 398162"/>
                  <a:gd name="GluePoint5X" fmla="*/ 9679 w 330367"/>
                  <a:gd name="GluePoint5Y" fmla="*/ 332937 h 398162"/>
                  <a:gd name="GluePoint6X" fmla="*/ 0 w 330367"/>
                  <a:gd name="GluePoint6Y" fmla="*/ 288226 h 398162"/>
                  <a:gd name="GluePoint7X" fmla="*/ 229638 w 330367"/>
                  <a:gd name="GluePoint7Y" fmla="*/ 154349 h 398162"/>
                  <a:gd name="GluePoint8X" fmla="*/ 262615 w 330367"/>
                  <a:gd name="GluePoint8Y" fmla="*/ 154349 h 398162"/>
                  <a:gd name="GluePoint9X" fmla="*/ 260345 w 330367"/>
                  <a:gd name="GluePoint9Y" fmla="*/ 108524 h 398162"/>
                  <a:gd name="GluePoint10X" fmla="*/ 249296 w 330367"/>
                  <a:gd name="GluePoint10Y" fmla="*/ 76446 h 398162"/>
                  <a:gd name="GluePoint11X" fmla="*/ 222401 w 330367"/>
                  <a:gd name="GluePoint11Y" fmla="*/ 57816 h 398162"/>
                  <a:gd name="GluePoint12X" fmla="*/ 171993 w 330367"/>
                  <a:gd name="GluePoint12Y" fmla="*/ 51821 h 398162"/>
                  <a:gd name="GluePoint13X" fmla="*/ 79144 w 330367"/>
                  <a:gd name="GluePoint13Y" fmla="*/ 117346 h 398162"/>
                  <a:gd name="GluePoint14X" fmla="*/ 11349 w 330367"/>
                  <a:gd name="GluePoint14Y" fmla="*/ 117346 h 398162"/>
                  <a:gd name="GluePoint15X" fmla="*/ 175419 w 330367"/>
                  <a:gd name="GluePoint15Y" fmla="*/ 0 h 398162"/>
                  <a:gd name="GluePoint16X" fmla="*/ 240645 w 330367"/>
                  <a:gd name="GluePoint16Y" fmla="*/ 5996 h 398162"/>
                  <a:gd name="GluePoint17X" fmla="*/ 289339 w 330367"/>
                  <a:gd name="GluePoint17Y" fmla="*/ 27923 h 398162"/>
                  <a:gd name="GluePoint18X" fmla="*/ 319832 w 330367"/>
                  <a:gd name="GluePoint18Y" fmla="*/ 71778 h 398162"/>
                  <a:gd name="GluePoint19X" fmla="*/ 330367 w 330367"/>
                  <a:gd name="GluePoint19Y" fmla="*/ 142999 h 398162"/>
                  <a:gd name="GluePoint20X" fmla="*/ 330367 w 330367"/>
                  <a:gd name="GluePoint20Y" fmla="*/ 389126 h 398162"/>
                  <a:gd name="GluePoint21X" fmla="*/ 262572 w 330367"/>
                  <a:gd name="GluePoint21Y" fmla="*/ 389126 h 398162"/>
                  <a:gd name="GluePoint22X" fmla="*/ 262572 w 330367"/>
                  <a:gd name="GluePoint22Y" fmla="*/ 350411 h 398162"/>
                  <a:gd name="GluePoint23X" fmla="*/ 262615 w 330367"/>
                  <a:gd name="GluePoint23Y" fmla="*/ 288911 h 398162"/>
                  <a:gd name="GluePoint24X" fmla="*/ 262615 w 330367"/>
                  <a:gd name="GluePoint24Y" fmla="*/ 203899 h 398162"/>
                  <a:gd name="GluePoint25X" fmla="*/ 216447 w 330367"/>
                  <a:gd name="GluePoint25Y" fmla="*/ 203899 h 398162"/>
                  <a:gd name="GluePoint26X" fmla="*/ 69465 w 330367"/>
                  <a:gd name="GluePoint26Y" fmla="*/ 284885 h 398162"/>
                  <a:gd name="GluePoint27X" fmla="*/ 90536 w 330367"/>
                  <a:gd name="GluePoint27Y" fmla="*/ 329682 h 398162"/>
                  <a:gd name="GluePoint28X" fmla="*/ 149209 w 330367"/>
                  <a:gd name="GluePoint28Y" fmla="*/ 345186 h 398162"/>
                  <a:gd name="GluePoint29X" fmla="*/ 181972 w 330367"/>
                  <a:gd name="GluePoint29Y" fmla="*/ 341460 h 398162"/>
                  <a:gd name="GluePoint30X" fmla="*/ 213021 w 330367"/>
                  <a:gd name="GluePoint30Y" fmla="*/ 330239 h 398162"/>
                  <a:gd name="GluePoint31X" fmla="*/ 240645 w 330367"/>
                  <a:gd name="GluePoint31Y" fmla="*/ 312423 h 398162"/>
                  <a:gd name="GluePoint32X" fmla="*/ 262572 w 330367"/>
                  <a:gd name="GluePoint32Y" fmla="*/ 288868 h 3981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</a:cxnLst>
                <a:rect l="textAreaLeft" t="textAreaTop" r="textAreaRight" b="textAreaBottom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4" name="Freeform: Shape 23"/>
              <p:cNvSpPr/>
              <p:nvPr/>
            </p:nvSpPr>
            <p:spPr>
              <a:xfrm>
                <a:off x="2408400" y="2446200"/>
                <a:ext cx="209520" cy="337680"/>
              </a:xfrm>
              <a:custGeom>
                <a:avLst/>
                <a:gdLst>
                  <a:gd name="textAreaLeft" fmla="*/ 0 w 209520"/>
                  <a:gd name="textAreaRight" fmla="*/ 209880 w 209520"/>
                  <a:gd name="textAreaTop" fmla="*/ 0 h 337680"/>
                  <a:gd name="textAreaBottom" fmla="*/ 338040 h 337680"/>
                  <a:gd name="GluePoint1X" fmla="*/ 68352 w 332722"/>
                  <a:gd name="GluePoint1Y" fmla="*/ 52977 h 535594"/>
                  <a:gd name="GluePoint2X" fmla="*/ 176918 w 332722"/>
                  <a:gd name="GluePoint2Y" fmla="*/ 0 h 535594"/>
                  <a:gd name="GluePoint3X" fmla="*/ 242872 w 332722"/>
                  <a:gd name="GluePoint3Y" fmla="*/ 13962 h 535594"/>
                  <a:gd name="GluePoint4X" fmla="*/ 291780 w 332722"/>
                  <a:gd name="GluePoint4Y" fmla="*/ 53277 h 535594"/>
                  <a:gd name="GluePoint5X" fmla="*/ 322187 w 332722"/>
                  <a:gd name="GluePoint5Y" fmla="*/ 114819 h 535594"/>
                  <a:gd name="GluePoint6X" fmla="*/ 332723 w 332722"/>
                  <a:gd name="GluePoint6Y" fmla="*/ 195463 h 535594"/>
                  <a:gd name="GluePoint7X" fmla="*/ 320774 w 332722"/>
                  <a:gd name="GluePoint7Y" fmla="*/ 279189 h 535594"/>
                  <a:gd name="GluePoint8X" fmla="*/ 287241 w 332722"/>
                  <a:gd name="GluePoint8Y" fmla="*/ 343301 h 535594"/>
                  <a:gd name="GluePoint9X" fmla="*/ 236062 w 332722"/>
                  <a:gd name="GluePoint9Y" fmla="*/ 384030 h 535594"/>
                  <a:gd name="GluePoint10X" fmla="*/ 171822 w 332722"/>
                  <a:gd name="GluePoint10Y" fmla="*/ 398291 h 535594"/>
                  <a:gd name="GluePoint11X" fmla="*/ 68352 w 332722"/>
                  <a:gd name="GluePoint11Y" fmla="*/ 360132 h 535594"/>
                  <a:gd name="GluePoint12X" fmla="*/ 68352 w 332722"/>
                  <a:gd name="GluePoint12Y" fmla="*/ 535595 h 535594"/>
                  <a:gd name="GluePoint13X" fmla="*/ 0 w 332722"/>
                  <a:gd name="GluePoint13Y" fmla="*/ 535595 h 535594"/>
                  <a:gd name="GluePoint14X" fmla="*/ 0 w 332722"/>
                  <a:gd name="GluePoint14Y" fmla="*/ 7966 h 535594"/>
                  <a:gd name="GluePoint15X" fmla="*/ 68352 w 332722"/>
                  <a:gd name="GluePoint15Y" fmla="*/ 7966 h 535594"/>
                  <a:gd name="GluePoint16X" fmla="*/ 68352 w 332722"/>
                  <a:gd name="GluePoint16Y" fmla="*/ 52977 h 535594"/>
                  <a:gd name="GluePoint17X" fmla="*/ 68352 w 332722"/>
                  <a:gd name="GluePoint17Y" fmla="*/ 299661 h 535594"/>
                  <a:gd name="GluePoint18X" fmla="*/ 168053 w 332722"/>
                  <a:gd name="GluePoint18Y" fmla="*/ 345229 h 535594"/>
                  <a:gd name="GluePoint19X" fmla="*/ 237861 w 332722"/>
                  <a:gd name="GluePoint19Y" fmla="*/ 308055 h 535594"/>
                  <a:gd name="GluePoint20X" fmla="*/ 263215 w 332722"/>
                  <a:gd name="GluePoint20Y" fmla="*/ 195377 h 535594"/>
                  <a:gd name="GluePoint21X" fmla="*/ 239274 w 332722"/>
                  <a:gd name="GluePoint21Y" fmla="*/ 87838 h 535594"/>
                  <a:gd name="GluePoint22X" fmla="*/ 170923 w 332722"/>
                  <a:gd name="GluePoint22Y" fmla="*/ 51821 h 535594"/>
                  <a:gd name="GluePoint23X" fmla="*/ 68395 w 332722"/>
                  <a:gd name="GluePoint23Y" fmla="*/ 117774 h 535594"/>
                  <a:gd name="GluePoint24X" fmla="*/ 68395 w 332722"/>
                  <a:gd name="GluePoint24Y" fmla="*/ 299618 h 5355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5" name="Freeform: Shape 24"/>
              <p:cNvSpPr/>
              <p:nvPr/>
            </p:nvSpPr>
            <p:spPr>
              <a:xfrm>
                <a:off x="2613240" y="2391840"/>
                <a:ext cx="117000" cy="302760"/>
              </a:xfrm>
              <a:custGeom>
                <a:avLst/>
                <a:gdLst>
                  <a:gd name="textAreaLeft" fmla="*/ 0 w 117000"/>
                  <a:gd name="textAreaRight" fmla="*/ 117360 w 117000"/>
                  <a:gd name="textAreaTop" fmla="*/ 0 h 302760"/>
                  <a:gd name="textAreaBottom" fmla="*/ 303120 h 302760"/>
                  <a:gd name="GluePoint1X" fmla="*/ 185698 w 185697"/>
                  <a:gd name="GluePoint1Y" fmla="*/ 475637 h 480219"/>
                  <a:gd name="GluePoint2X" fmla="*/ 162357 w 185697"/>
                  <a:gd name="GluePoint2Y" fmla="*/ 479063 h 480219"/>
                  <a:gd name="GluePoint3X" fmla="*/ 137303 w 185697"/>
                  <a:gd name="GluePoint3Y" fmla="*/ 480219 h 480219"/>
                  <a:gd name="GluePoint4X" fmla="*/ 86939 w 185697"/>
                  <a:gd name="GluePoint4Y" fmla="*/ 472254 h 480219"/>
                  <a:gd name="GluePoint5X" fmla="*/ 59658 w 185697"/>
                  <a:gd name="GluePoint5Y" fmla="*/ 449127 h 480219"/>
                  <a:gd name="GluePoint6X" fmla="*/ 48737 w 185697"/>
                  <a:gd name="GluePoint6Y" fmla="*/ 412339 h 480219"/>
                  <a:gd name="GluePoint7X" fmla="*/ 46724 w 185697"/>
                  <a:gd name="GluePoint7Y" fmla="*/ 363259 h 480219"/>
                  <a:gd name="GluePoint8X" fmla="*/ 46724 w 185697"/>
                  <a:gd name="GluePoint8Y" fmla="*/ 146982 h 480219"/>
                  <a:gd name="GluePoint9X" fmla="*/ 0 w 185697"/>
                  <a:gd name="GluePoint9Y" fmla="*/ 146982 h 480219"/>
                  <a:gd name="GluePoint10X" fmla="*/ 0 w 185697"/>
                  <a:gd name="GluePoint10Y" fmla="*/ 94005 h 480219"/>
                  <a:gd name="GluePoint11X" fmla="*/ 46724 w 185697"/>
                  <a:gd name="GluePoint11Y" fmla="*/ 94005 h 480219"/>
                  <a:gd name="GluePoint12X" fmla="*/ 46724 w 185697"/>
                  <a:gd name="GluePoint12Y" fmla="*/ 0 h 480219"/>
                  <a:gd name="GluePoint13X" fmla="*/ 115076 w 185697"/>
                  <a:gd name="GluePoint13Y" fmla="*/ 0 h 480219"/>
                  <a:gd name="GluePoint14X" fmla="*/ 115076 w 185697"/>
                  <a:gd name="GluePoint14Y" fmla="*/ 94005 h 480219"/>
                  <a:gd name="GluePoint15X" fmla="*/ 176576 w 185697"/>
                  <a:gd name="GluePoint15Y" fmla="*/ 94005 h 480219"/>
                  <a:gd name="GluePoint16X" fmla="*/ 176576 w 185697"/>
                  <a:gd name="GluePoint16Y" fmla="*/ 146982 h 480219"/>
                  <a:gd name="GluePoint17X" fmla="*/ 115076 w 185697"/>
                  <a:gd name="GluePoint17Y" fmla="*/ 146982 h 480219"/>
                  <a:gd name="GluePoint18X" fmla="*/ 115076 w 185697"/>
                  <a:gd name="GluePoint18Y" fmla="*/ 367199 h 480219"/>
                  <a:gd name="GluePoint19X" fmla="*/ 117646 w 185697"/>
                  <a:gd name="GluePoint19Y" fmla="*/ 399233 h 480219"/>
                  <a:gd name="GluePoint20X" fmla="*/ 124755 w 185697"/>
                  <a:gd name="GluePoint20Y" fmla="*/ 417563 h 480219"/>
                  <a:gd name="GluePoint21X" fmla="*/ 136447 w 185697"/>
                  <a:gd name="GluePoint21Y" fmla="*/ 425829 h 480219"/>
                  <a:gd name="GluePoint22X" fmla="*/ 152122 w 185697"/>
                  <a:gd name="GluePoint22Y" fmla="*/ 427799 h 480219"/>
                  <a:gd name="GluePoint23X" fmla="*/ 169466 w 185697"/>
                  <a:gd name="GluePoint23Y" fmla="*/ 427242 h 480219"/>
                  <a:gd name="GluePoint24X" fmla="*/ 185698 w 185697"/>
                  <a:gd name="GluePoint24Y" fmla="*/ 424973 h 480219"/>
                  <a:gd name="GluePoint25X" fmla="*/ 185698 w 185697"/>
                  <a:gd name="GluePoint25Y" fmla="*/ 475680 h 4802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</p:grpSp>
        <p:sp>
          <p:nvSpPr>
            <p:cNvPr id="16" name="Freeform: Shape 17"/>
            <p:cNvSpPr/>
            <p:nvPr/>
          </p:nvSpPr>
          <p:spPr>
            <a:xfrm>
              <a:off x="2723400" y="2584080"/>
              <a:ext cx="107280" cy="10728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107280"/>
                <a:gd name="textAreaBottom" fmla="*/ 107640 h 107280"/>
                <a:gd name="GluePoint1X" fmla="*/ 0 w 170622"/>
                <a:gd name="GluePoint1Y" fmla="*/ 0 h 170580"/>
                <a:gd name="GluePoint2X" fmla="*/ 170623 w 170622"/>
                <a:gd name="GluePoint2Y" fmla="*/ 0 h 170580"/>
                <a:gd name="GluePoint3X" fmla="*/ 170623 w 170622"/>
                <a:gd name="GluePoint3Y" fmla="*/ 170580 h 1705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7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with two log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raphic 1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057560" y="4101480"/>
            <a:ext cx="5086080" cy="10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057560" y="0"/>
            <a:ext cx="508608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Rectangle 6"/>
          <p:cNvSpPr/>
          <p:nvPr/>
        </p:nvSpPr>
        <p:spPr>
          <a:xfrm>
            <a:off x="0" y="0"/>
            <a:ext cx="4081680" cy="514296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01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151" name="Graphic 61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0" y="0"/>
            <a:ext cx="40838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4696920" y="-7261200"/>
            <a:ext cx="3932640" cy="103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sp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Title of the Presentation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696920" y="3135960"/>
            <a:ext cx="3932640" cy="447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Subtitle of the Presentation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54" name="Rectangle 9"/>
          <p:cNvSpPr/>
          <p:nvPr/>
        </p:nvSpPr>
        <p:spPr>
          <a:xfrm>
            <a:off x="0" y="2059920"/>
            <a:ext cx="4173120" cy="1023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01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55" name="Picture 7"/>
          <p:cNvGrpSpPr/>
          <p:nvPr/>
        </p:nvGrpSpPr>
        <p:grpSpPr>
          <a:xfrm>
            <a:off x="693720" y="2396160"/>
            <a:ext cx="1249920" cy="351360"/>
            <a:chOff x="693720" y="2396160"/>
            <a:chExt cx="1249920" cy="351360"/>
          </a:xfrm>
        </p:grpSpPr>
        <p:grpSp>
          <p:nvGrpSpPr>
            <p:cNvPr id="156" name="Picture 7"/>
            <p:cNvGrpSpPr/>
            <p:nvPr/>
          </p:nvGrpSpPr>
          <p:grpSpPr>
            <a:xfrm>
              <a:off x="693720" y="2396160"/>
              <a:ext cx="1166400" cy="351360"/>
              <a:chOff x="693720" y="2396160"/>
              <a:chExt cx="1166400" cy="351360"/>
            </a:xfrm>
          </p:grpSpPr>
          <p:sp>
            <p:nvSpPr>
              <p:cNvPr id="157" name="Freeform: Shape 5"/>
              <p:cNvSpPr/>
              <p:nvPr/>
            </p:nvSpPr>
            <p:spPr>
              <a:xfrm>
                <a:off x="693720" y="2396160"/>
                <a:ext cx="208440" cy="274680"/>
              </a:xfrm>
              <a:custGeom>
                <a:avLst/>
                <a:gdLst>
                  <a:gd name="textAreaLeft" fmla="*/ 0 w 208440"/>
                  <a:gd name="textAreaRight" fmla="*/ 208800 w 208440"/>
                  <a:gd name="textAreaTop" fmla="*/ 0 h 274680"/>
                  <a:gd name="textAreaBottom" fmla="*/ 275040 h 274680"/>
                  <a:gd name="GluePoint1X" fmla="*/ 0 w 398847"/>
                  <a:gd name="GluePoint1Y" fmla="*/ 0 h 525915"/>
                  <a:gd name="GluePoint2X" fmla="*/ 219917 w 398847"/>
                  <a:gd name="GluePoint2Y" fmla="*/ 0 h 525915"/>
                  <a:gd name="GluePoint3X" fmla="*/ 287155 w 398847"/>
                  <a:gd name="GluePoint3Y" fmla="*/ 7109 h 525915"/>
                  <a:gd name="GluePoint4X" fmla="*/ 344415 w 398847"/>
                  <a:gd name="GluePoint4Y" fmla="*/ 31906 h 525915"/>
                  <a:gd name="GluePoint5X" fmla="*/ 384030 w 398847"/>
                  <a:gd name="GluePoint5Y" fmla="*/ 79187 h 525915"/>
                  <a:gd name="GluePoint6X" fmla="*/ 398848 w 398847"/>
                  <a:gd name="GluePoint6Y" fmla="*/ 153278 h 525915"/>
                  <a:gd name="GluePoint7X" fmla="*/ 348911 w 398847"/>
                  <a:gd name="GluePoint7Y" fmla="*/ 274650 h 525915"/>
                  <a:gd name="GluePoint8X" fmla="*/ 201415 w 398847"/>
                  <a:gd name="GluePoint8Y" fmla="*/ 315678 h 525915"/>
                  <a:gd name="GluePoint9X" fmla="*/ 68438 w 398847"/>
                  <a:gd name="GluePoint9Y" fmla="*/ 315678 h 525915"/>
                  <a:gd name="GluePoint10X" fmla="*/ 68438 w 398847"/>
                  <a:gd name="GluePoint10Y" fmla="*/ 525916 h 525915"/>
                  <a:gd name="GluePoint11X" fmla="*/ 86 w 398847"/>
                  <a:gd name="GluePoint11Y" fmla="*/ 525916 h 525915"/>
                  <a:gd name="GluePoint12X" fmla="*/ 86 w 398847"/>
                  <a:gd name="GluePoint12Y" fmla="*/ 0 h 525915"/>
                  <a:gd name="GluePoint13X" fmla="*/ 68352 w 398847"/>
                  <a:gd name="GluePoint13Y" fmla="*/ 252380 h 525915"/>
                  <a:gd name="GluePoint14X" fmla="*/ 202229 w 398847"/>
                  <a:gd name="GluePoint14Y" fmla="*/ 252380 h 525915"/>
                  <a:gd name="GluePoint15X" fmla="*/ 298633 w 398847"/>
                  <a:gd name="GluePoint15Y" fmla="*/ 227454 h 525915"/>
                  <a:gd name="GluePoint16X" fmla="*/ 326941 w 398847"/>
                  <a:gd name="GluePoint16Y" fmla="*/ 155548 h 525915"/>
                  <a:gd name="GluePoint17X" fmla="*/ 317776 w 398847"/>
                  <a:gd name="GluePoint17Y" fmla="*/ 110537 h 525915"/>
                  <a:gd name="GluePoint18X" fmla="*/ 292337 w 398847"/>
                  <a:gd name="GluePoint18Y" fmla="*/ 81928 h 525915"/>
                  <a:gd name="GluePoint19X" fmla="*/ 254264 w 398847"/>
                  <a:gd name="GluePoint19Y" fmla="*/ 66939 h 525915"/>
                  <a:gd name="GluePoint20X" fmla="*/ 207925 w 398847"/>
                  <a:gd name="GluePoint20Y" fmla="*/ 62699 h 525915"/>
                  <a:gd name="GluePoint21X" fmla="*/ 68395 w 398847"/>
                  <a:gd name="GluePoint21Y" fmla="*/ 62699 h 525915"/>
                  <a:gd name="GluePoint22X" fmla="*/ 68395 w 398847"/>
                  <a:gd name="GluePoint22Y" fmla="*/ 252422 h 52591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58" name="Freeform: Shape 8"/>
              <p:cNvSpPr/>
              <p:nvPr/>
            </p:nvSpPr>
            <p:spPr>
              <a:xfrm>
                <a:off x="920880" y="2467800"/>
                <a:ext cx="103320" cy="203040"/>
              </a:xfrm>
              <a:custGeom>
                <a:avLst/>
                <a:gdLst>
                  <a:gd name="textAreaLeft" fmla="*/ 0 w 103320"/>
                  <a:gd name="textAreaRight" fmla="*/ 103680 w 103320"/>
                  <a:gd name="textAreaTop" fmla="*/ 0 h 203040"/>
                  <a:gd name="textAreaBottom" fmla="*/ 203400 h 203040"/>
                  <a:gd name="GluePoint1X" fmla="*/ 198246 w 198246"/>
                  <a:gd name="GluePoint1Y" fmla="*/ 70622 h 389083"/>
                  <a:gd name="GluePoint2X" fmla="*/ 156661 w 198246"/>
                  <a:gd name="GluePoint2Y" fmla="*/ 66082 h 389083"/>
                  <a:gd name="GluePoint3X" fmla="*/ 68352 w 198246"/>
                  <a:gd name="GluePoint3Y" fmla="*/ 120087 h 389083"/>
                  <a:gd name="GluePoint4X" fmla="*/ 68352 w 198246"/>
                  <a:gd name="GluePoint4Y" fmla="*/ 389084 h 389083"/>
                  <a:gd name="GluePoint5X" fmla="*/ 0 w 198246"/>
                  <a:gd name="GluePoint5Y" fmla="*/ 389084 h 389083"/>
                  <a:gd name="GluePoint6X" fmla="*/ 0 w 198246"/>
                  <a:gd name="GluePoint6Y" fmla="*/ 7966 h 389083"/>
                  <a:gd name="GluePoint7X" fmla="*/ 68352 w 198246"/>
                  <a:gd name="GluePoint7Y" fmla="*/ 7966 h 389083"/>
                  <a:gd name="GluePoint8X" fmla="*/ 68352 w 198246"/>
                  <a:gd name="GluePoint8Y" fmla="*/ 62099 h 389083"/>
                  <a:gd name="GluePoint9X" fmla="*/ 167453 w 198246"/>
                  <a:gd name="GluePoint9Y" fmla="*/ 0 h 389083"/>
                  <a:gd name="GluePoint10X" fmla="*/ 182272 w 198246"/>
                  <a:gd name="GluePoint10Y" fmla="*/ 557 h 389083"/>
                  <a:gd name="GluePoint11X" fmla="*/ 198246 w 198246"/>
                  <a:gd name="GluePoint11Y" fmla="*/ 2827 h 389083"/>
                  <a:gd name="GluePoint12X" fmla="*/ 198246 w 198246"/>
                  <a:gd name="GluePoint12Y" fmla="*/ 70622 h 38908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59" name="Freeform: Shape 13"/>
              <p:cNvSpPr/>
              <p:nvPr/>
            </p:nvSpPr>
            <p:spPr>
              <a:xfrm>
                <a:off x="1012320" y="2467800"/>
                <a:ext cx="186120" cy="208080"/>
              </a:xfrm>
              <a:custGeom>
                <a:avLst/>
                <a:gdLst>
                  <a:gd name="textAreaLeft" fmla="*/ 0 w 186120"/>
                  <a:gd name="textAreaRight" fmla="*/ 186480 w 186120"/>
                  <a:gd name="textAreaTop" fmla="*/ 0 h 208080"/>
                  <a:gd name="textAreaBottom" fmla="*/ 208440 h 208080"/>
                  <a:gd name="GluePoint1X" fmla="*/ 177732 w 356620"/>
                  <a:gd name="GluePoint1Y" fmla="*/ 0 h 398291"/>
                  <a:gd name="GluePoint2X" fmla="*/ 251780 w 356620"/>
                  <a:gd name="GluePoint2Y" fmla="*/ 13405 h 398291"/>
                  <a:gd name="GluePoint3X" fmla="*/ 308183 w 356620"/>
                  <a:gd name="GluePoint3Y" fmla="*/ 52120 h 398291"/>
                  <a:gd name="GluePoint4X" fmla="*/ 344072 w 356620"/>
                  <a:gd name="GluePoint4Y" fmla="*/ 114519 h 398291"/>
                  <a:gd name="GluePoint5X" fmla="*/ 356620 w 356620"/>
                  <a:gd name="GluePoint5Y" fmla="*/ 198846 h 398291"/>
                  <a:gd name="GluePoint6X" fmla="*/ 343515 w 356620"/>
                  <a:gd name="GluePoint6Y" fmla="*/ 284885 h 398291"/>
                  <a:gd name="GluePoint7X" fmla="*/ 306770 w 356620"/>
                  <a:gd name="GluePoint7Y" fmla="*/ 347284 h 398291"/>
                  <a:gd name="GluePoint8X" fmla="*/ 250367 w 356620"/>
                  <a:gd name="GluePoint8Y" fmla="*/ 385486 h 398291"/>
                  <a:gd name="GluePoint9X" fmla="*/ 177732 w 356620"/>
                  <a:gd name="GluePoint9Y" fmla="*/ 398291 h 398291"/>
                  <a:gd name="GluePoint10X" fmla="*/ 105654 w 356620"/>
                  <a:gd name="GluePoint10Y" fmla="*/ 385486 h 398291"/>
                  <a:gd name="GluePoint11X" fmla="*/ 49251 w 356620"/>
                  <a:gd name="GluePoint11Y" fmla="*/ 347284 h 398291"/>
                  <a:gd name="GluePoint12X" fmla="*/ 12805 w 356620"/>
                  <a:gd name="GluePoint12Y" fmla="*/ 284885 h 398291"/>
                  <a:gd name="GluePoint13X" fmla="*/ 0 w 356620"/>
                  <a:gd name="GluePoint13Y" fmla="*/ 198846 h 398291"/>
                  <a:gd name="GluePoint14X" fmla="*/ 12805 w 356620"/>
                  <a:gd name="GluePoint14Y" fmla="*/ 113106 h 398291"/>
                  <a:gd name="GluePoint15X" fmla="*/ 49251 w 356620"/>
                  <a:gd name="GluePoint15Y" fmla="*/ 50707 h 398291"/>
                  <a:gd name="GluePoint16X" fmla="*/ 105654 w 356620"/>
                  <a:gd name="GluePoint16Y" fmla="*/ 12805 h 398291"/>
                  <a:gd name="GluePoint17X" fmla="*/ 177732 w 356620"/>
                  <a:gd name="GluePoint17Y" fmla="*/ 0 h 398291"/>
                  <a:gd name="GluePoint18X" fmla="*/ 177732 w 356620"/>
                  <a:gd name="GluePoint18Y" fmla="*/ 345229 h 398291"/>
                  <a:gd name="GluePoint19X" fmla="*/ 257604 w 356620"/>
                  <a:gd name="GluePoint19Y" fmla="*/ 308355 h 398291"/>
                  <a:gd name="GluePoint20X" fmla="*/ 287112 w 356620"/>
                  <a:gd name="GluePoint20Y" fmla="*/ 198846 h 398291"/>
                  <a:gd name="GluePoint21X" fmla="*/ 279103 w 356620"/>
                  <a:gd name="GluePoint21Y" fmla="*/ 134220 h 398291"/>
                  <a:gd name="GluePoint22X" fmla="*/ 256491 w 356620"/>
                  <a:gd name="GluePoint22Y" fmla="*/ 88481 h 398291"/>
                  <a:gd name="GluePoint23X" fmla="*/ 221844 w 356620"/>
                  <a:gd name="GluePoint23Y" fmla="*/ 61029 h 398291"/>
                  <a:gd name="GluePoint24X" fmla="*/ 177732 w 356620"/>
                  <a:gd name="GluePoint24Y" fmla="*/ 51864 h 398291"/>
                  <a:gd name="GluePoint25X" fmla="*/ 133063 w 356620"/>
                  <a:gd name="GluePoint25Y" fmla="*/ 61585 h 398291"/>
                  <a:gd name="GluePoint26X" fmla="*/ 98673 w 356620"/>
                  <a:gd name="GluePoint26Y" fmla="*/ 89894 h 398291"/>
                  <a:gd name="GluePoint27X" fmla="*/ 76318 w 356620"/>
                  <a:gd name="GluePoint27Y" fmla="*/ 135933 h 398291"/>
                  <a:gd name="GluePoint28X" fmla="*/ 68309 w 356620"/>
                  <a:gd name="GluePoint28Y" fmla="*/ 198846 h 398291"/>
                  <a:gd name="GluePoint29X" fmla="*/ 97774 w 356620"/>
                  <a:gd name="GluePoint29Y" fmla="*/ 307798 h 398291"/>
                  <a:gd name="GluePoint30X" fmla="*/ 177689 w 356620"/>
                  <a:gd name="GluePoint30Y" fmla="*/ 345229 h 39829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60" name="Freeform: Shape 15"/>
              <p:cNvSpPr/>
              <p:nvPr/>
            </p:nvSpPr>
            <p:spPr>
              <a:xfrm>
                <a:off x="1201680" y="2396160"/>
                <a:ext cx="173520" cy="279360"/>
              </a:xfrm>
              <a:custGeom>
                <a:avLst/>
                <a:gdLst>
                  <a:gd name="textAreaLeft" fmla="*/ 0 w 173520"/>
                  <a:gd name="textAreaRight" fmla="*/ 173880 w 173520"/>
                  <a:gd name="textAreaTop" fmla="*/ 0 h 279360"/>
                  <a:gd name="textAreaBottom" fmla="*/ 279720 h 279360"/>
                  <a:gd name="GluePoint1X" fmla="*/ 264328 w 332123"/>
                  <a:gd name="GluePoint1Y" fmla="*/ 480862 h 534995"/>
                  <a:gd name="GluePoint2X" fmla="*/ 155719 w 332123"/>
                  <a:gd name="GluePoint2Y" fmla="*/ 534995 h 534995"/>
                  <a:gd name="GluePoint3X" fmla="*/ 90065 w 332123"/>
                  <a:gd name="GluePoint3Y" fmla="*/ 521333 h 534995"/>
                  <a:gd name="GluePoint4X" fmla="*/ 41200 w 332123"/>
                  <a:gd name="GluePoint4Y" fmla="*/ 482318 h 534995"/>
                  <a:gd name="GluePoint5X" fmla="*/ 10493 w 332123"/>
                  <a:gd name="GluePoint5Y" fmla="*/ 420519 h 534995"/>
                  <a:gd name="GluePoint6X" fmla="*/ 0 w 332123"/>
                  <a:gd name="GluePoint6Y" fmla="*/ 338462 h 534995"/>
                  <a:gd name="GluePoint7X" fmla="*/ 11949 w 332123"/>
                  <a:gd name="GluePoint7Y" fmla="*/ 254435 h 534995"/>
                  <a:gd name="GluePoint8X" fmla="*/ 45182 w 332123"/>
                  <a:gd name="GluePoint8Y" fmla="*/ 190923 h 534995"/>
                  <a:gd name="GluePoint9X" fmla="*/ 95761 w 332123"/>
                  <a:gd name="GluePoint9Y" fmla="*/ 150751 h 534995"/>
                  <a:gd name="GluePoint10X" fmla="*/ 160301 w 332123"/>
                  <a:gd name="GluePoint10Y" fmla="*/ 136790 h 534995"/>
                  <a:gd name="GluePoint11X" fmla="*/ 264328 w 332123"/>
                  <a:gd name="GluePoint11Y" fmla="*/ 173835 h 534995"/>
                  <a:gd name="GluePoint12X" fmla="*/ 264328 w 332123"/>
                  <a:gd name="GluePoint12Y" fmla="*/ 0 h 534995"/>
                  <a:gd name="GluePoint13X" fmla="*/ 332123 w 332123"/>
                  <a:gd name="GluePoint13Y" fmla="*/ 0 h 534995"/>
                  <a:gd name="GluePoint14X" fmla="*/ 332123 w 332123"/>
                  <a:gd name="GluePoint14Y" fmla="*/ 525873 h 534995"/>
                  <a:gd name="GluePoint15X" fmla="*/ 264328 w 332123"/>
                  <a:gd name="GluePoint15Y" fmla="*/ 525873 h 534995"/>
                  <a:gd name="GluePoint16X" fmla="*/ 264328 w 332123"/>
                  <a:gd name="GluePoint16Y" fmla="*/ 480862 h 534995"/>
                  <a:gd name="GluePoint17X" fmla="*/ 264328 w 332123"/>
                  <a:gd name="GluePoint17Y" fmla="*/ 417649 h 534995"/>
                  <a:gd name="GluePoint18X" fmla="*/ 264328 w 332123"/>
                  <a:gd name="GluePoint18Y" fmla="*/ 235120 h 534995"/>
                  <a:gd name="GluePoint19X" fmla="*/ 164070 w 332123"/>
                  <a:gd name="GluePoint19Y" fmla="*/ 188610 h 534995"/>
                  <a:gd name="GluePoint20X" fmla="*/ 94562 w 332123"/>
                  <a:gd name="GluePoint20Y" fmla="*/ 225784 h 534995"/>
                  <a:gd name="GluePoint21X" fmla="*/ 68352 w 332123"/>
                  <a:gd name="GluePoint21Y" fmla="*/ 338462 h 534995"/>
                  <a:gd name="GluePoint22X" fmla="*/ 93149 w 332123"/>
                  <a:gd name="GluePoint22Y" fmla="*/ 446001 h 534995"/>
                  <a:gd name="GluePoint23X" fmla="*/ 161244 w 332123"/>
                  <a:gd name="GluePoint23Y" fmla="*/ 482018 h 534995"/>
                  <a:gd name="GluePoint24X" fmla="*/ 264371 w 332123"/>
                  <a:gd name="GluePoint24Y" fmla="*/ 417649 h 53499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61" name="Freeform: Shape 16"/>
              <p:cNvSpPr/>
              <p:nvPr/>
            </p:nvSpPr>
            <p:spPr>
              <a:xfrm>
                <a:off x="1392120" y="2467800"/>
                <a:ext cx="172440" cy="208080"/>
              </a:xfrm>
              <a:custGeom>
                <a:avLst/>
                <a:gdLst>
                  <a:gd name="textAreaLeft" fmla="*/ 0 w 172440"/>
                  <a:gd name="textAreaRight" fmla="*/ 172800 w 172440"/>
                  <a:gd name="textAreaTop" fmla="*/ 0 h 208080"/>
                  <a:gd name="textAreaBottom" fmla="*/ 208440 h 208080"/>
                  <a:gd name="GluePoint1X" fmla="*/ 262615 w 330367"/>
                  <a:gd name="GluePoint1Y" fmla="*/ 350325 h 398162"/>
                  <a:gd name="GluePoint2X" fmla="*/ 129594 w 330367"/>
                  <a:gd name="GluePoint2Y" fmla="*/ 398163 h 398162"/>
                  <a:gd name="GluePoint3X" fmla="*/ 77859 w 330367"/>
                  <a:gd name="GluePoint3Y" fmla="*/ 390197 h 398162"/>
                  <a:gd name="GluePoint4X" fmla="*/ 36660 w 330367"/>
                  <a:gd name="GluePoint4Y" fmla="*/ 367670 h 398162"/>
                  <a:gd name="GluePoint5X" fmla="*/ 9679 w 330367"/>
                  <a:gd name="GluePoint5Y" fmla="*/ 332937 h 398162"/>
                  <a:gd name="GluePoint6X" fmla="*/ 0 w 330367"/>
                  <a:gd name="GluePoint6Y" fmla="*/ 288226 h 398162"/>
                  <a:gd name="GluePoint7X" fmla="*/ 229638 w 330367"/>
                  <a:gd name="GluePoint7Y" fmla="*/ 154349 h 398162"/>
                  <a:gd name="GluePoint8X" fmla="*/ 262615 w 330367"/>
                  <a:gd name="GluePoint8Y" fmla="*/ 154349 h 398162"/>
                  <a:gd name="GluePoint9X" fmla="*/ 260345 w 330367"/>
                  <a:gd name="GluePoint9Y" fmla="*/ 108524 h 398162"/>
                  <a:gd name="GluePoint10X" fmla="*/ 249296 w 330367"/>
                  <a:gd name="GluePoint10Y" fmla="*/ 76446 h 398162"/>
                  <a:gd name="GluePoint11X" fmla="*/ 222401 w 330367"/>
                  <a:gd name="GluePoint11Y" fmla="*/ 57816 h 398162"/>
                  <a:gd name="GluePoint12X" fmla="*/ 171993 w 330367"/>
                  <a:gd name="GluePoint12Y" fmla="*/ 51821 h 398162"/>
                  <a:gd name="GluePoint13X" fmla="*/ 79144 w 330367"/>
                  <a:gd name="GluePoint13Y" fmla="*/ 117346 h 398162"/>
                  <a:gd name="GluePoint14X" fmla="*/ 11349 w 330367"/>
                  <a:gd name="GluePoint14Y" fmla="*/ 117346 h 398162"/>
                  <a:gd name="GluePoint15X" fmla="*/ 175419 w 330367"/>
                  <a:gd name="GluePoint15Y" fmla="*/ 0 h 398162"/>
                  <a:gd name="GluePoint16X" fmla="*/ 240645 w 330367"/>
                  <a:gd name="GluePoint16Y" fmla="*/ 5996 h 398162"/>
                  <a:gd name="GluePoint17X" fmla="*/ 289339 w 330367"/>
                  <a:gd name="GluePoint17Y" fmla="*/ 27923 h 398162"/>
                  <a:gd name="GluePoint18X" fmla="*/ 319832 w 330367"/>
                  <a:gd name="GluePoint18Y" fmla="*/ 71778 h 398162"/>
                  <a:gd name="GluePoint19X" fmla="*/ 330367 w 330367"/>
                  <a:gd name="GluePoint19Y" fmla="*/ 142999 h 398162"/>
                  <a:gd name="GluePoint20X" fmla="*/ 330367 w 330367"/>
                  <a:gd name="GluePoint20Y" fmla="*/ 389126 h 398162"/>
                  <a:gd name="GluePoint21X" fmla="*/ 262572 w 330367"/>
                  <a:gd name="GluePoint21Y" fmla="*/ 389126 h 398162"/>
                  <a:gd name="GluePoint22X" fmla="*/ 262572 w 330367"/>
                  <a:gd name="GluePoint22Y" fmla="*/ 350411 h 398162"/>
                  <a:gd name="GluePoint23X" fmla="*/ 262615 w 330367"/>
                  <a:gd name="GluePoint23Y" fmla="*/ 288911 h 398162"/>
                  <a:gd name="GluePoint24X" fmla="*/ 262615 w 330367"/>
                  <a:gd name="GluePoint24Y" fmla="*/ 203899 h 398162"/>
                  <a:gd name="GluePoint25X" fmla="*/ 216447 w 330367"/>
                  <a:gd name="GluePoint25Y" fmla="*/ 203899 h 398162"/>
                  <a:gd name="GluePoint26X" fmla="*/ 69465 w 330367"/>
                  <a:gd name="GluePoint26Y" fmla="*/ 284885 h 398162"/>
                  <a:gd name="GluePoint27X" fmla="*/ 90536 w 330367"/>
                  <a:gd name="GluePoint27Y" fmla="*/ 329682 h 398162"/>
                  <a:gd name="GluePoint28X" fmla="*/ 149209 w 330367"/>
                  <a:gd name="GluePoint28Y" fmla="*/ 345186 h 398162"/>
                  <a:gd name="GluePoint29X" fmla="*/ 181972 w 330367"/>
                  <a:gd name="GluePoint29Y" fmla="*/ 341460 h 398162"/>
                  <a:gd name="GluePoint30X" fmla="*/ 213021 w 330367"/>
                  <a:gd name="GluePoint30Y" fmla="*/ 330239 h 398162"/>
                  <a:gd name="GluePoint31X" fmla="*/ 240645 w 330367"/>
                  <a:gd name="GluePoint31Y" fmla="*/ 312423 h 398162"/>
                  <a:gd name="GluePoint32X" fmla="*/ 262572 w 330367"/>
                  <a:gd name="GluePoint32Y" fmla="*/ 288868 h 3981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</a:cxnLst>
                <a:rect l="textAreaLeft" t="textAreaTop" r="textAreaRight" b="textAreaBottom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62" name="Freeform: Shape 17"/>
              <p:cNvSpPr/>
              <p:nvPr/>
            </p:nvSpPr>
            <p:spPr>
              <a:xfrm>
                <a:off x="1593360" y="2467800"/>
                <a:ext cx="173880" cy="279720"/>
              </a:xfrm>
              <a:custGeom>
                <a:avLst/>
                <a:gdLst>
                  <a:gd name="textAreaLeft" fmla="*/ 0 w 173880"/>
                  <a:gd name="textAreaRight" fmla="*/ 174240 w 173880"/>
                  <a:gd name="textAreaTop" fmla="*/ 0 h 279720"/>
                  <a:gd name="textAreaBottom" fmla="*/ 280080 h 279720"/>
                  <a:gd name="GluePoint1X" fmla="*/ 68352 w 332722"/>
                  <a:gd name="GluePoint1Y" fmla="*/ 52977 h 535594"/>
                  <a:gd name="GluePoint2X" fmla="*/ 176918 w 332722"/>
                  <a:gd name="GluePoint2Y" fmla="*/ 0 h 535594"/>
                  <a:gd name="GluePoint3X" fmla="*/ 242872 w 332722"/>
                  <a:gd name="GluePoint3Y" fmla="*/ 13962 h 535594"/>
                  <a:gd name="GluePoint4X" fmla="*/ 291780 w 332722"/>
                  <a:gd name="GluePoint4Y" fmla="*/ 53277 h 535594"/>
                  <a:gd name="GluePoint5X" fmla="*/ 322187 w 332722"/>
                  <a:gd name="GluePoint5Y" fmla="*/ 114819 h 535594"/>
                  <a:gd name="GluePoint6X" fmla="*/ 332723 w 332722"/>
                  <a:gd name="GluePoint6Y" fmla="*/ 195463 h 535594"/>
                  <a:gd name="GluePoint7X" fmla="*/ 320774 w 332722"/>
                  <a:gd name="GluePoint7Y" fmla="*/ 279189 h 535594"/>
                  <a:gd name="GluePoint8X" fmla="*/ 287241 w 332722"/>
                  <a:gd name="GluePoint8Y" fmla="*/ 343301 h 535594"/>
                  <a:gd name="GluePoint9X" fmla="*/ 236062 w 332722"/>
                  <a:gd name="GluePoint9Y" fmla="*/ 384030 h 535594"/>
                  <a:gd name="GluePoint10X" fmla="*/ 171822 w 332722"/>
                  <a:gd name="GluePoint10Y" fmla="*/ 398291 h 535594"/>
                  <a:gd name="GluePoint11X" fmla="*/ 68352 w 332722"/>
                  <a:gd name="GluePoint11Y" fmla="*/ 360132 h 535594"/>
                  <a:gd name="GluePoint12X" fmla="*/ 68352 w 332722"/>
                  <a:gd name="GluePoint12Y" fmla="*/ 535595 h 535594"/>
                  <a:gd name="GluePoint13X" fmla="*/ 0 w 332722"/>
                  <a:gd name="GluePoint13Y" fmla="*/ 535595 h 535594"/>
                  <a:gd name="GluePoint14X" fmla="*/ 0 w 332722"/>
                  <a:gd name="GluePoint14Y" fmla="*/ 7966 h 535594"/>
                  <a:gd name="GluePoint15X" fmla="*/ 68352 w 332722"/>
                  <a:gd name="GluePoint15Y" fmla="*/ 7966 h 535594"/>
                  <a:gd name="GluePoint16X" fmla="*/ 68352 w 332722"/>
                  <a:gd name="GluePoint16Y" fmla="*/ 52977 h 535594"/>
                  <a:gd name="GluePoint17X" fmla="*/ 68352 w 332722"/>
                  <a:gd name="GluePoint17Y" fmla="*/ 299661 h 535594"/>
                  <a:gd name="GluePoint18X" fmla="*/ 168053 w 332722"/>
                  <a:gd name="GluePoint18Y" fmla="*/ 345229 h 535594"/>
                  <a:gd name="GluePoint19X" fmla="*/ 237861 w 332722"/>
                  <a:gd name="GluePoint19Y" fmla="*/ 308055 h 535594"/>
                  <a:gd name="GluePoint20X" fmla="*/ 263215 w 332722"/>
                  <a:gd name="GluePoint20Y" fmla="*/ 195377 h 535594"/>
                  <a:gd name="GluePoint21X" fmla="*/ 239274 w 332722"/>
                  <a:gd name="GluePoint21Y" fmla="*/ 87838 h 535594"/>
                  <a:gd name="GluePoint22X" fmla="*/ 170923 w 332722"/>
                  <a:gd name="GluePoint22Y" fmla="*/ 51821 h 535594"/>
                  <a:gd name="GluePoint23X" fmla="*/ 68395 w 332722"/>
                  <a:gd name="GluePoint23Y" fmla="*/ 117774 h 535594"/>
                  <a:gd name="GluePoint24X" fmla="*/ 68395 w 332722"/>
                  <a:gd name="GluePoint24Y" fmla="*/ 299618 h 5355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63" name="Freeform: Shape 18"/>
              <p:cNvSpPr/>
              <p:nvPr/>
            </p:nvSpPr>
            <p:spPr>
              <a:xfrm>
                <a:off x="1763280" y="2422800"/>
                <a:ext cx="96840" cy="250920"/>
              </a:xfrm>
              <a:custGeom>
                <a:avLst/>
                <a:gdLst>
                  <a:gd name="textAreaLeft" fmla="*/ 0 w 96840"/>
                  <a:gd name="textAreaRight" fmla="*/ 97200 w 96840"/>
                  <a:gd name="textAreaTop" fmla="*/ 0 h 250920"/>
                  <a:gd name="textAreaBottom" fmla="*/ 251280 h 250920"/>
                  <a:gd name="GluePoint1X" fmla="*/ 185698 w 185697"/>
                  <a:gd name="GluePoint1Y" fmla="*/ 475637 h 480219"/>
                  <a:gd name="GluePoint2X" fmla="*/ 162357 w 185697"/>
                  <a:gd name="GluePoint2Y" fmla="*/ 479063 h 480219"/>
                  <a:gd name="GluePoint3X" fmla="*/ 137303 w 185697"/>
                  <a:gd name="GluePoint3Y" fmla="*/ 480219 h 480219"/>
                  <a:gd name="GluePoint4X" fmla="*/ 86939 w 185697"/>
                  <a:gd name="GluePoint4Y" fmla="*/ 472254 h 480219"/>
                  <a:gd name="GluePoint5X" fmla="*/ 59658 w 185697"/>
                  <a:gd name="GluePoint5Y" fmla="*/ 449127 h 480219"/>
                  <a:gd name="GluePoint6X" fmla="*/ 48737 w 185697"/>
                  <a:gd name="GluePoint6Y" fmla="*/ 412339 h 480219"/>
                  <a:gd name="GluePoint7X" fmla="*/ 46724 w 185697"/>
                  <a:gd name="GluePoint7Y" fmla="*/ 363259 h 480219"/>
                  <a:gd name="GluePoint8X" fmla="*/ 46724 w 185697"/>
                  <a:gd name="GluePoint8Y" fmla="*/ 146982 h 480219"/>
                  <a:gd name="GluePoint9X" fmla="*/ 0 w 185697"/>
                  <a:gd name="GluePoint9Y" fmla="*/ 146982 h 480219"/>
                  <a:gd name="GluePoint10X" fmla="*/ 0 w 185697"/>
                  <a:gd name="GluePoint10Y" fmla="*/ 94005 h 480219"/>
                  <a:gd name="GluePoint11X" fmla="*/ 46724 w 185697"/>
                  <a:gd name="GluePoint11Y" fmla="*/ 94005 h 480219"/>
                  <a:gd name="GluePoint12X" fmla="*/ 46724 w 185697"/>
                  <a:gd name="GluePoint12Y" fmla="*/ 0 h 480219"/>
                  <a:gd name="GluePoint13X" fmla="*/ 115076 w 185697"/>
                  <a:gd name="GluePoint13Y" fmla="*/ 0 h 480219"/>
                  <a:gd name="GluePoint14X" fmla="*/ 115076 w 185697"/>
                  <a:gd name="GluePoint14Y" fmla="*/ 94005 h 480219"/>
                  <a:gd name="GluePoint15X" fmla="*/ 176576 w 185697"/>
                  <a:gd name="GluePoint15Y" fmla="*/ 94005 h 480219"/>
                  <a:gd name="GluePoint16X" fmla="*/ 176576 w 185697"/>
                  <a:gd name="GluePoint16Y" fmla="*/ 146982 h 480219"/>
                  <a:gd name="GluePoint17X" fmla="*/ 115076 w 185697"/>
                  <a:gd name="GluePoint17Y" fmla="*/ 146982 h 480219"/>
                  <a:gd name="GluePoint18X" fmla="*/ 115076 w 185697"/>
                  <a:gd name="GluePoint18Y" fmla="*/ 367199 h 480219"/>
                  <a:gd name="GluePoint19X" fmla="*/ 117646 w 185697"/>
                  <a:gd name="GluePoint19Y" fmla="*/ 399233 h 480219"/>
                  <a:gd name="GluePoint20X" fmla="*/ 124755 w 185697"/>
                  <a:gd name="GluePoint20Y" fmla="*/ 417563 h 480219"/>
                  <a:gd name="GluePoint21X" fmla="*/ 136447 w 185697"/>
                  <a:gd name="GluePoint21Y" fmla="*/ 425829 h 480219"/>
                  <a:gd name="GluePoint22X" fmla="*/ 152122 w 185697"/>
                  <a:gd name="GluePoint22Y" fmla="*/ 427799 h 480219"/>
                  <a:gd name="GluePoint23X" fmla="*/ 169466 w 185697"/>
                  <a:gd name="GluePoint23Y" fmla="*/ 427242 h 480219"/>
                  <a:gd name="GluePoint24X" fmla="*/ 185698 w 185697"/>
                  <a:gd name="GluePoint24Y" fmla="*/ 424973 h 480219"/>
                  <a:gd name="GluePoint25X" fmla="*/ 185698 w 185697"/>
                  <a:gd name="GluePoint25Y" fmla="*/ 475680 h 4802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</p:grpSp>
        <p:sp>
          <p:nvSpPr>
            <p:cNvPr id="164" name="Freeform: Shape 19"/>
            <p:cNvSpPr/>
            <p:nvPr/>
          </p:nvSpPr>
          <p:spPr>
            <a:xfrm>
              <a:off x="1854720" y="2582280"/>
              <a:ext cx="88920" cy="8892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88920"/>
                <a:gd name="textAreaBottom" fmla="*/ 89280 h 88920"/>
                <a:gd name="GluePoint1X" fmla="*/ 0 w 170622"/>
                <a:gd name="GluePoint1Y" fmla="*/ 0 h 170580"/>
                <a:gd name="GluePoint2X" fmla="*/ 170623 w 170622"/>
                <a:gd name="GluePoint2Y" fmla="*/ 0 h 170580"/>
                <a:gd name="GluePoint3X" fmla="*/ 170623 w 170622"/>
                <a:gd name="GluePoint3Y" fmla="*/ 170580 h 1705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4280" bIns="4428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cxnSp>
        <p:nvCxnSpPr>
          <p:cNvPr id="165" name="Straight Connector 12"/>
          <p:cNvCxnSpPr/>
          <p:nvPr/>
        </p:nvCxnSpPr>
        <p:spPr>
          <a:xfrm>
            <a:off x="2135160" y="2346120"/>
            <a:ext cx="360" cy="45108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166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with one logo and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raphic 6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057560" y="0"/>
            <a:ext cx="508608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PlaceHolder 1"/>
          <p:cNvSpPr>
            <a:spLocks noGrp="1"/>
          </p:cNvSpPr>
          <p:nvPr>
            <p:ph type="body"/>
          </p:nvPr>
        </p:nvSpPr>
        <p:spPr>
          <a:xfrm>
            <a:off x="4696920" y="-7261200"/>
            <a:ext cx="3932640" cy="103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sp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Title of the Presentation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4696920" y="3135960"/>
            <a:ext cx="3932640" cy="447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Subtitle of the Presentation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93" name="Picture 7"/>
          <p:cNvGrpSpPr/>
          <p:nvPr/>
        </p:nvGrpSpPr>
        <p:grpSpPr>
          <a:xfrm>
            <a:off x="4803840" y="4089240"/>
            <a:ext cx="1507680" cy="423720"/>
            <a:chOff x="4803840" y="4089240"/>
            <a:chExt cx="1507680" cy="423720"/>
          </a:xfrm>
        </p:grpSpPr>
        <p:grpSp>
          <p:nvGrpSpPr>
            <p:cNvPr id="294" name="Picture 7"/>
            <p:cNvGrpSpPr/>
            <p:nvPr/>
          </p:nvGrpSpPr>
          <p:grpSpPr>
            <a:xfrm>
              <a:off x="4803840" y="4089240"/>
              <a:ext cx="1407240" cy="423720"/>
              <a:chOff x="4803840" y="4089240"/>
              <a:chExt cx="1407240" cy="423720"/>
            </a:xfrm>
          </p:grpSpPr>
          <p:sp>
            <p:nvSpPr>
              <p:cNvPr id="295" name="Freeform: Shape 24"/>
              <p:cNvSpPr/>
              <p:nvPr/>
            </p:nvSpPr>
            <p:spPr>
              <a:xfrm>
                <a:off x="4803840" y="4089240"/>
                <a:ext cx="251280" cy="331560"/>
              </a:xfrm>
              <a:custGeom>
                <a:avLst/>
                <a:gdLst>
                  <a:gd name="textAreaLeft" fmla="*/ 0 w 251280"/>
                  <a:gd name="textAreaRight" fmla="*/ 251640 w 251280"/>
                  <a:gd name="textAreaTop" fmla="*/ 0 h 331560"/>
                  <a:gd name="textAreaBottom" fmla="*/ 331920 h 331560"/>
                  <a:gd name="GluePoint1X" fmla="*/ 0 w 398847"/>
                  <a:gd name="GluePoint1Y" fmla="*/ 0 h 525915"/>
                  <a:gd name="GluePoint2X" fmla="*/ 219917 w 398847"/>
                  <a:gd name="GluePoint2Y" fmla="*/ 0 h 525915"/>
                  <a:gd name="GluePoint3X" fmla="*/ 287155 w 398847"/>
                  <a:gd name="GluePoint3Y" fmla="*/ 7109 h 525915"/>
                  <a:gd name="GluePoint4X" fmla="*/ 344415 w 398847"/>
                  <a:gd name="GluePoint4Y" fmla="*/ 31906 h 525915"/>
                  <a:gd name="GluePoint5X" fmla="*/ 384030 w 398847"/>
                  <a:gd name="GluePoint5Y" fmla="*/ 79187 h 525915"/>
                  <a:gd name="GluePoint6X" fmla="*/ 398848 w 398847"/>
                  <a:gd name="GluePoint6Y" fmla="*/ 153278 h 525915"/>
                  <a:gd name="GluePoint7X" fmla="*/ 348911 w 398847"/>
                  <a:gd name="GluePoint7Y" fmla="*/ 274650 h 525915"/>
                  <a:gd name="GluePoint8X" fmla="*/ 201415 w 398847"/>
                  <a:gd name="GluePoint8Y" fmla="*/ 315678 h 525915"/>
                  <a:gd name="GluePoint9X" fmla="*/ 68438 w 398847"/>
                  <a:gd name="GluePoint9Y" fmla="*/ 315678 h 525915"/>
                  <a:gd name="GluePoint10X" fmla="*/ 68438 w 398847"/>
                  <a:gd name="GluePoint10Y" fmla="*/ 525916 h 525915"/>
                  <a:gd name="GluePoint11X" fmla="*/ 86 w 398847"/>
                  <a:gd name="GluePoint11Y" fmla="*/ 525916 h 525915"/>
                  <a:gd name="GluePoint12X" fmla="*/ 86 w 398847"/>
                  <a:gd name="GluePoint12Y" fmla="*/ 0 h 525915"/>
                  <a:gd name="GluePoint13X" fmla="*/ 68352 w 398847"/>
                  <a:gd name="GluePoint13Y" fmla="*/ 252380 h 525915"/>
                  <a:gd name="GluePoint14X" fmla="*/ 202229 w 398847"/>
                  <a:gd name="GluePoint14Y" fmla="*/ 252380 h 525915"/>
                  <a:gd name="GluePoint15X" fmla="*/ 298633 w 398847"/>
                  <a:gd name="GluePoint15Y" fmla="*/ 227454 h 525915"/>
                  <a:gd name="GluePoint16X" fmla="*/ 326941 w 398847"/>
                  <a:gd name="GluePoint16Y" fmla="*/ 155548 h 525915"/>
                  <a:gd name="GluePoint17X" fmla="*/ 317776 w 398847"/>
                  <a:gd name="GluePoint17Y" fmla="*/ 110537 h 525915"/>
                  <a:gd name="GluePoint18X" fmla="*/ 292337 w 398847"/>
                  <a:gd name="GluePoint18Y" fmla="*/ 81928 h 525915"/>
                  <a:gd name="GluePoint19X" fmla="*/ 254264 w 398847"/>
                  <a:gd name="GluePoint19Y" fmla="*/ 66939 h 525915"/>
                  <a:gd name="GluePoint20X" fmla="*/ 207925 w 398847"/>
                  <a:gd name="GluePoint20Y" fmla="*/ 62699 h 525915"/>
                  <a:gd name="GluePoint21X" fmla="*/ 68395 w 398847"/>
                  <a:gd name="GluePoint21Y" fmla="*/ 62699 h 525915"/>
                  <a:gd name="GluePoint22X" fmla="*/ 68395 w 398847"/>
                  <a:gd name="GluePoint22Y" fmla="*/ 252422 h 52591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296" name="Freeform: Shape 25"/>
              <p:cNvSpPr/>
              <p:nvPr/>
            </p:nvSpPr>
            <p:spPr>
              <a:xfrm>
                <a:off x="5077800" y="4175280"/>
                <a:ext cx="124920" cy="245160"/>
              </a:xfrm>
              <a:custGeom>
                <a:avLst/>
                <a:gdLst>
                  <a:gd name="textAreaLeft" fmla="*/ 0 w 124920"/>
                  <a:gd name="textAreaRight" fmla="*/ 125280 w 124920"/>
                  <a:gd name="textAreaTop" fmla="*/ 0 h 245160"/>
                  <a:gd name="textAreaBottom" fmla="*/ 245520 h 245160"/>
                  <a:gd name="GluePoint1X" fmla="*/ 198246 w 198246"/>
                  <a:gd name="GluePoint1Y" fmla="*/ 70622 h 389083"/>
                  <a:gd name="GluePoint2X" fmla="*/ 156661 w 198246"/>
                  <a:gd name="GluePoint2Y" fmla="*/ 66082 h 389083"/>
                  <a:gd name="GluePoint3X" fmla="*/ 68352 w 198246"/>
                  <a:gd name="GluePoint3Y" fmla="*/ 120087 h 389083"/>
                  <a:gd name="GluePoint4X" fmla="*/ 68352 w 198246"/>
                  <a:gd name="GluePoint4Y" fmla="*/ 389084 h 389083"/>
                  <a:gd name="GluePoint5X" fmla="*/ 0 w 198246"/>
                  <a:gd name="GluePoint5Y" fmla="*/ 389084 h 389083"/>
                  <a:gd name="GluePoint6X" fmla="*/ 0 w 198246"/>
                  <a:gd name="GluePoint6Y" fmla="*/ 7966 h 389083"/>
                  <a:gd name="GluePoint7X" fmla="*/ 68352 w 198246"/>
                  <a:gd name="GluePoint7Y" fmla="*/ 7966 h 389083"/>
                  <a:gd name="GluePoint8X" fmla="*/ 68352 w 198246"/>
                  <a:gd name="GluePoint8Y" fmla="*/ 62099 h 389083"/>
                  <a:gd name="GluePoint9X" fmla="*/ 167453 w 198246"/>
                  <a:gd name="GluePoint9Y" fmla="*/ 0 h 389083"/>
                  <a:gd name="GluePoint10X" fmla="*/ 182272 w 198246"/>
                  <a:gd name="GluePoint10Y" fmla="*/ 557 h 389083"/>
                  <a:gd name="GluePoint11X" fmla="*/ 198246 w 198246"/>
                  <a:gd name="GluePoint11Y" fmla="*/ 2827 h 389083"/>
                  <a:gd name="GluePoint12X" fmla="*/ 198246 w 198246"/>
                  <a:gd name="GluePoint12Y" fmla="*/ 70622 h 38908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297" name="Freeform: Shape 26"/>
              <p:cNvSpPr/>
              <p:nvPr/>
            </p:nvSpPr>
            <p:spPr>
              <a:xfrm>
                <a:off x="5187960" y="4175280"/>
                <a:ext cx="224640" cy="250920"/>
              </a:xfrm>
              <a:custGeom>
                <a:avLst/>
                <a:gdLst>
                  <a:gd name="textAreaLeft" fmla="*/ 0 w 224640"/>
                  <a:gd name="textAreaRight" fmla="*/ 225000 w 224640"/>
                  <a:gd name="textAreaTop" fmla="*/ 0 h 250920"/>
                  <a:gd name="textAreaBottom" fmla="*/ 251280 h 250920"/>
                  <a:gd name="GluePoint1X" fmla="*/ 177732 w 356620"/>
                  <a:gd name="GluePoint1Y" fmla="*/ 0 h 398291"/>
                  <a:gd name="GluePoint2X" fmla="*/ 251780 w 356620"/>
                  <a:gd name="GluePoint2Y" fmla="*/ 13405 h 398291"/>
                  <a:gd name="GluePoint3X" fmla="*/ 308183 w 356620"/>
                  <a:gd name="GluePoint3Y" fmla="*/ 52120 h 398291"/>
                  <a:gd name="GluePoint4X" fmla="*/ 344072 w 356620"/>
                  <a:gd name="GluePoint4Y" fmla="*/ 114519 h 398291"/>
                  <a:gd name="GluePoint5X" fmla="*/ 356620 w 356620"/>
                  <a:gd name="GluePoint5Y" fmla="*/ 198846 h 398291"/>
                  <a:gd name="GluePoint6X" fmla="*/ 343515 w 356620"/>
                  <a:gd name="GluePoint6Y" fmla="*/ 284885 h 398291"/>
                  <a:gd name="GluePoint7X" fmla="*/ 306770 w 356620"/>
                  <a:gd name="GluePoint7Y" fmla="*/ 347284 h 398291"/>
                  <a:gd name="GluePoint8X" fmla="*/ 250367 w 356620"/>
                  <a:gd name="GluePoint8Y" fmla="*/ 385486 h 398291"/>
                  <a:gd name="GluePoint9X" fmla="*/ 177732 w 356620"/>
                  <a:gd name="GluePoint9Y" fmla="*/ 398291 h 398291"/>
                  <a:gd name="GluePoint10X" fmla="*/ 105654 w 356620"/>
                  <a:gd name="GluePoint10Y" fmla="*/ 385486 h 398291"/>
                  <a:gd name="GluePoint11X" fmla="*/ 49251 w 356620"/>
                  <a:gd name="GluePoint11Y" fmla="*/ 347284 h 398291"/>
                  <a:gd name="GluePoint12X" fmla="*/ 12805 w 356620"/>
                  <a:gd name="GluePoint12Y" fmla="*/ 284885 h 398291"/>
                  <a:gd name="GluePoint13X" fmla="*/ 0 w 356620"/>
                  <a:gd name="GluePoint13Y" fmla="*/ 198846 h 398291"/>
                  <a:gd name="GluePoint14X" fmla="*/ 12805 w 356620"/>
                  <a:gd name="GluePoint14Y" fmla="*/ 113106 h 398291"/>
                  <a:gd name="GluePoint15X" fmla="*/ 49251 w 356620"/>
                  <a:gd name="GluePoint15Y" fmla="*/ 50707 h 398291"/>
                  <a:gd name="GluePoint16X" fmla="*/ 105654 w 356620"/>
                  <a:gd name="GluePoint16Y" fmla="*/ 12805 h 398291"/>
                  <a:gd name="GluePoint17X" fmla="*/ 177732 w 356620"/>
                  <a:gd name="GluePoint17Y" fmla="*/ 0 h 398291"/>
                  <a:gd name="GluePoint18X" fmla="*/ 177732 w 356620"/>
                  <a:gd name="GluePoint18Y" fmla="*/ 345229 h 398291"/>
                  <a:gd name="GluePoint19X" fmla="*/ 257604 w 356620"/>
                  <a:gd name="GluePoint19Y" fmla="*/ 308355 h 398291"/>
                  <a:gd name="GluePoint20X" fmla="*/ 287112 w 356620"/>
                  <a:gd name="GluePoint20Y" fmla="*/ 198846 h 398291"/>
                  <a:gd name="GluePoint21X" fmla="*/ 279103 w 356620"/>
                  <a:gd name="GluePoint21Y" fmla="*/ 134220 h 398291"/>
                  <a:gd name="GluePoint22X" fmla="*/ 256491 w 356620"/>
                  <a:gd name="GluePoint22Y" fmla="*/ 88481 h 398291"/>
                  <a:gd name="GluePoint23X" fmla="*/ 221844 w 356620"/>
                  <a:gd name="GluePoint23Y" fmla="*/ 61029 h 398291"/>
                  <a:gd name="GluePoint24X" fmla="*/ 177732 w 356620"/>
                  <a:gd name="GluePoint24Y" fmla="*/ 51864 h 398291"/>
                  <a:gd name="GluePoint25X" fmla="*/ 133063 w 356620"/>
                  <a:gd name="GluePoint25Y" fmla="*/ 61585 h 398291"/>
                  <a:gd name="GluePoint26X" fmla="*/ 98673 w 356620"/>
                  <a:gd name="GluePoint26Y" fmla="*/ 89894 h 398291"/>
                  <a:gd name="GluePoint27X" fmla="*/ 76318 w 356620"/>
                  <a:gd name="GluePoint27Y" fmla="*/ 135933 h 398291"/>
                  <a:gd name="GluePoint28X" fmla="*/ 68309 w 356620"/>
                  <a:gd name="GluePoint28Y" fmla="*/ 198846 h 398291"/>
                  <a:gd name="GluePoint29X" fmla="*/ 97774 w 356620"/>
                  <a:gd name="GluePoint29Y" fmla="*/ 307798 h 398291"/>
                  <a:gd name="GluePoint30X" fmla="*/ 177689 w 356620"/>
                  <a:gd name="GluePoint30Y" fmla="*/ 345229 h 39829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298" name="Freeform: Shape 27"/>
              <p:cNvSpPr/>
              <p:nvPr/>
            </p:nvSpPr>
            <p:spPr>
              <a:xfrm>
                <a:off x="5416560" y="4089240"/>
                <a:ext cx="209160" cy="337320"/>
              </a:xfrm>
              <a:custGeom>
                <a:avLst/>
                <a:gdLst>
                  <a:gd name="textAreaLeft" fmla="*/ 0 w 209160"/>
                  <a:gd name="textAreaRight" fmla="*/ 209520 w 209160"/>
                  <a:gd name="textAreaTop" fmla="*/ 0 h 337320"/>
                  <a:gd name="textAreaBottom" fmla="*/ 337680 h 337320"/>
                  <a:gd name="GluePoint1X" fmla="*/ 264328 w 332123"/>
                  <a:gd name="GluePoint1Y" fmla="*/ 480862 h 534995"/>
                  <a:gd name="GluePoint2X" fmla="*/ 155719 w 332123"/>
                  <a:gd name="GluePoint2Y" fmla="*/ 534995 h 534995"/>
                  <a:gd name="GluePoint3X" fmla="*/ 90065 w 332123"/>
                  <a:gd name="GluePoint3Y" fmla="*/ 521333 h 534995"/>
                  <a:gd name="GluePoint4X" fmla="*/ 41200 w 332123"/>
                  <a:gd name="GluePoint4Y" fmla="*/ 482318 h 534995"/>
                  <a:gd name="GluePoint5X" fmla="*/ 10493 w 332123"/>
                  <a:gd name="GluePoint5Y" fmla="*/ 420519 h 534995"/>
                  <a:gd name="GluePoint6X" fmla="*/ 0 w 332123"/>
                  <a:gd name="GluePoint6Y" fmla="*/ 338462 h 534995"/>
                  <a:gd name="GluePoint7X" fmla="*/ 11949 w 332123"/>
                  <a:gd name="GluePoint7Y" fmla="*/ 254435 h 534995"/>
                  <a:gd name="GluePoint8X" fmla="*/ 45182 w 332123"/>
                  <a:gd name="GluePoint8Y" fmla="*/ 190923 h 534995"/>
                  <a:gd name="GluePoint9X" fmla="*/ 95761 w 332123"/>
                  <a:gd name="GluePoint9Y" fmla="*/ 150751 h 534995"/>
                  <a:gd name="GluePoint10X" fmla="*/ 160301 w 332123"/>
                  <a:gd name="GluePoint10Y" fmla="*/ 136790 h 534995"/>
                  <a:gd name="GluePoint11X" fmla="*/ 264328 w 332123"/>
                  <a:gd name="GluePoint11Y" fmla="*/ 173835 h 534995"/>
                  <a:gd name="GluePoint12X" fmla="*/ 264328 w 332123"/>
                  <a:gd name="GluePoint12Y" fmla="*/ 0 h 534995"/>
                  <a:gd name="GluePoint13X" fmla="*/ 332123 w 332123"/>
                  <a:gd name="GluePoint13Y" fmla="*/ 0 h 534995"/>
                  <a:gd name="GluePoint14X" fmla="*/ 332123 w 332123"/>
                  <a:gd name="GluePoint14Y" fmla="*/ 525873 h 534995"/>
                  <a:gd name="GluePoint15X" fmla="*/ 264328 w 332123"/>
                  <a:gd name="GluePoint15Y" fmla="*/ 525873 h 534995"/>
                  <a:gd name="GluePoint16X" fmla="*/ 264328 w 332123"/>
                  <a:gd name="GluePoint16Y" fmla="*/ 480862 h 534995"/>
                  <a:gd name="GluePoint17X" fmla="*/ 264328 w 332123"/>
                  <a:gd name="GluePoint17Y" fmla="*/ 417649 h 534995"/>
                  <a:gd name="GluePoint18X" fmla="*/ 264328 w 332123"/>
                  <a:gd name="GluePoint18Y" fmla="*/ 235120 h 534995"/>
                  <a:gd name="GluePoint19X" fmla="*/ 164070 w 332123"/>
                  <a:gd name="GluePoint19Y" fmla="*/ 188610 h 534995"/>
                  <a:gd name="GluePoint20X" fmla="*/ 94562 w 332123"/>
                  <a:gd name="GluePoint20Y" fmla="*/ 225784 h 534995"/>
                  <a:gd name="GluePoint21X" fmla="*/ 68352 w 332123"/>
                  <a:gd name="GluePoint21Y" fmla="*/ 338462 h 534995"/>
                  <a:gd name="GluePoint22X" fmla="*/ 93149 w 332123"/>
                  <a:gd name="GluePoint22Y" fmla="*/ 446001 h 534995"/>
                  <a:gd name="GluePoint23X" fmla="*/ 161244 w 332123"/>
                  <a:gd name="GluePoint23Y" fmla="*/ 482018 h 534995"/>
                  <a:gd name="GluePoint24X" fmla="*/ 264371 w 332123"/>
                  <a:gd name="GluePoint24Y" fmla="*/ 417649 h 53499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299" name="Freeform: Shape 28"/>
              <p:cNvSpPr/>
              <p:nvPr/>
            </p:nvSpPr>
            <p:spPr>
              <a:xfrm>
                <a:off x="5646240" y="4175280"/>
                <a:ext cx="208080" cy="250920"/>
              </a:xfrm>
              <a:custGeom>
                <a:avLst/>
                <a:gdLst>
                  <a:gd name="textAreaLeft" fmla="*/ 0 w 208080"/>
                  <a:gd name="textAreaRight" fmla="*/ 208440 w 208080"/>
                  <a:gd name="textAreaTop" fmla="*/ 0 h 250920"/>
                  <a:gd name="textAreaBottom" fmla="*/ 251280 h 250920"/>
                  <a:gd name="GluePoint1X" fmla="*/ 262615 w 330367"/>
                  <a:gd name="GluePoint1Y" fmla="*/ 350325 h 398162"/>
                  <a:gd name="GluePoint2X" fmla="*/ 129594 w 330367"/>
                  <a:gd name="GluePoint2Y" fmla="*/ 398163 h 398162"/>
                  <a:gd name="GluePoint3X" fmla="*/ 77859 w 330367"/>
                  <a:gd name="GluePoint3Y" fmla="*/ 390197 h 398162"/>
                  <a:gd name="GluePoint4X" fmla="*/ 36660 w 330367"/>
                  <a:gd name="GluePoint4Y" fmla="*/ 367670 h 398162"/>
                  <a:gd name="GluePoint5X" fmla="*/ 9679 w 330367"/>
                  <a:gd name="GluePoint5Y" fmla="*/ 332937 h 398162"/>
                  <a:gd name="GluePoint6X" fmla="*/ 0 w 330367"/>
                  <a:gd name="GluePoint6Y" fmla="*/ 288226 h 398162"/>
                  <a:gd name="GluePoint7X" fmla="*/ 229638 w 330367"/>
                  <a:gd name="GluePoint7Y" fmla="*/ 154349 h 398162"/>
                  <a:gd name="GluePoint8X" fmla="*/ 262615 w 330367"/>
                  <a:gd name="GluePoint8Y" fmla="*/ 154349 h 398162"/>
                  <a:gd name="GluePoint9X" fmla="*/ 260345 w 330367"/>
                  <a:gd name="GluePoint9Y" fmla="*/ 108524 h 398162"/>
                  <a:gd name="GluePoint10X" fmla="*/ 249296 w 330367"/>
                  <a:gd name="GluePoint10Y" fmla="*/ 76446 h 398162"/>
                  <a:gd name="GluePoint11X" fmla="*/ 222401 w 330367"/>
                  <a:gd name="GluePoint11Y" fmla="*/ 57816 h 398162"/>
                  <a:gd name="GluePoint12X" fmla="*/ 171993 w 330367"/>
                  <a:gd name="GluePoint12Y" fmla="*/ 51821 h 398162"/>
                  <a:gd name="GluePoint13X" fmla="*/ 79144 w 330367"/>
                  <a:gd name="GluePoint13Y" fmla="*/ 117346 h 398162"/>
                  <a:gd name="GluePoint14X" fmla="*/ 11349 w 330367"/>
                  <a:gd name="GluePoint14Y" fmla="*/ 117346 h 398162"/>
                  <a:gd name="GluePoint15X" fmla="*/ 175419 w 330367"/>
                  <a:gd name="GluePoint15Y" fmla="*/ 0 h 398162"/>
                  <a:gd name="GluePoint16X" fmla="*/ 240645 w 330367"/>
                  <a:gd name="GluePoint16Y" fmla="*/ 5996 h 398162"/>
                  <a:gd name="GluePoint17X" fmla="*/ 289339 w 330367"/>
                  <a:gd name="GluePoint17Y" fmla="*/ 27923 h 398162"/>
                  <a:gd name="GluePoint18X" fmla="*/ 319832 w 330367"/>
                  <a:gd name="GluePoint18Y" fmla="*/ 71778 h 398162"/>
                  <a:gd name="GluePoint19X" fmla="*/ 330367 w 330367"/>
                  <a:gd name="GluePoint19Y" fmla="*/ 142999 h 398162"/>
                  <a:gd name="GluePoint20X" fmla="*/ 330367 w 330367"/>
                  <a:gd name="GluePoint20Y" fmla="*/ 389126 h 398162"/>
                  <a:gd name="GluePoint21X" fmla="*/ 262572 w 330367"/>
                  <a:gd name="GluePoint21Y" fmla="*/ 389126 h 398162"/>
                  <a:gd name="GluePoint22X" fmla="*/ 262572 w 330367"/>
                  <a:gd name="GluePoint22Y" fmla="*/ 350411 h 398162"/>
                  <a:gd name="GluePoint23X" fmla="*/ 262615 w 330367"/>
                  <a:gd name="GluePoint23Y" fmla="*/ 288911 h 398162"/>
                  <a:gd name="GluePoint24X" fmla="*/ 262615 w 330367"/>
                  <a:gd name="GluePoint24Y" fmla="*/ 203899 h 398162"/>
                  <a:gd name="GluePoint25X" fmla="*/ 216447 w 330367"/>
                  <a:gd name="GluePoint25Y" fmla="*/ 203899 h 398162"/>
                  <a:gd name="GluePoint26X" fmla="*/ 69465 w 330367"/>
                  <a:gd name="GluePoint26Y" fmla="*/ 284885 h 398162"/>
                  <a:gd name="GluePoint27X" fmla="*/ 90536 w 330367"/>
                  <a:gd name="GluePoint27Y" fmla="*/ 329682 h 398162"/>
                  <a:gd name="GluePoint28X" fmla="*/ 149209 w 330367"/>
                  <a:gd name="GluePoint28Y" fmla="*/ 345186 h 398162"/>
                  <a:gd name="GluePoint29X" fmla="*/ 181972 w 330367"/>
                  <a:gd name="GluePoint29Y" fmla="*/ 341460 h 398162"/>
                  <a:gd name="GluePoint30X" fmla="*/ 213021 w 330367"/>
                  <a:gd name="GluePoint30Y" fmla="*/ 330239 h 398162"/>
                  <a:gd name="GluePoint31X" fmla="*/ 240645 w 330367"/>
                  <a:gd name="GluePoint31Y" fmla="*/ 312423 h 398162"/>
                  <a:gd name="GluePoint32X" fmla="*/ 262572 w 330367"/>
                  <a:gd name="GluePoint32Y" fmla="*/ 288868 h 3981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</a:cxnLst>
                <a:rect l="textAreaLeft" t="textAreaTop" r="textAreaRight" b="textAreaBottom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300" name="Freeform: Shape 29"/>
              <p:cNvSpPr/>
              <p:nvPr/>
            </p:nvSpPr>
            <p:spPr>
              <a:xfrm>
                <a:off x="5889240" y="4175280"/>
                <a:ext cx="209520" cy="337680"/>
              </a:xfrm>
              <a:custGeom>
                <a:avLst/>
                <a:gdLst>
                  <a:gd name="textAreaLeft" fmla="*/ 0 w 209520"/>
                  <a:gd name="textAreaRight" fmla="*/ 209880 w 209520"/>
                  <a:gd name="textAreaTop" fmla="*/ 0 h 337680"/>
                  <a:gd name="textAreaBottom" fmla="*/ 338040 h 337680"/>
                  <a:gd name="GluePoint1X" fmla="*/ 68352 w 332722"/>
                  <a:gd name="GluePoint1Y" fmla="*/ 52977 h 535594"/>
                  <a:gd name="GluePoint2X" fmla="*/ 176918 w 332722"/>
                  <a:gd name="GluePoint2Y" fmla="*/ 0 h 535594"/>
                  <a:gd name="GluePoint3X" fmla="*/ 242872 w 332722"/>
                  <a:gd name="GluePoint3Y" fmla="*/ 13962 h 535594"/>
                  <a:gd name="GluePoint4X" fmla="*/ 291780 w 332722"/>
                  <a:gd name="GluePoint4Y" fmla="*/ 53277 h 535594"/>
                  <a:gd name="GluePoint5X" fmla="*/ 322187 w 332722"/>
                  <a:gd name="GluePoint5Y" fmla="*/ 114819 h 535594"/>
                  <a:gd name="GluePoint6X" fmla="*/ 332723 w 332722"/>
                  <a:gd name="GluePoint6Y" fmla="*/ 195463 h 535594"/>
                  <a:gd name="GluePoint7X" fmla="*/ 320774 w 332722"/>
                  <a:gd name="GluePoint7Y" fmla="*/ 279189 h 535594"/>
                  <a:gd name="GluePoint8X" fmla="*/ 287241 w 332722"/>
                  <a:gd name="GluePoint8Y" fmla="*/ 343301 h 535594"/>
                  <a:gd name="GluePoint9X" fmla="*/ 236062 w 332722"/>
                  <a:gd name="GluePoint9Y" fmla="*/ 384030 h 535594"/>
                  <a:gd name="GluePoint10X" fmla="*/ 171822 w 332722"/>
                  <a:gd name="GluePoint10Y" fmla="*/ 398291 h 535594"/>
                  <a:gd name="GluePoint11X" fmla="*/ 68352 w 332722"/>
                  <a:gd name="GluePoint11Y" fmla="*/ 360132 h 535594"/>
                  <a:gd name="GluePoint12X" fmla="*/ 68352 w 332722"/>
                  <a:gd name="GluePoint12Y" fmla="*/ 535595 h 535594"/>
                  <a:gd name="GluePoint13X" fmla="*/ 0 w 332722"/>
                  <a:gd name="GluePoint13Y" fmla="*/ 535595 h 535594"/>
                  <a:gd name="GluePoint14X" fmla="*/ 0 w 332722"/>
                  <a:gd name="GluePoint14Y" fmla="*/ 7966 h 535594"/>
                  <a:gd name="GluePoint15X" fmla="*/ 68352 w 332722"/>
                  <a:gd name="GluePoint15Y" fmla="*/ 7966 h 535594"/>
                  <a:gd name="GluePoint16X" fmla="*/ 68352 w 332722"/>
                  <a:gd name="GluePoint16Y" fmla="*/ 52977 h 535594"/>
                  <a:gd name="GluePoint17X" fmla="*/ 68352 w 332722"/>
                  <a:gd name="GluePoint17Y" fmla="*/ 299661 h 535594"/>
                  <a:gd name="GluePoint18X" fmla="*/ 168053 w 332722"/>
                  <a:gd name="GluePoint18Y" fmla="*/ 345229 h 535594"/>
                  <a:gd name="GluePoint19X" fmla="*/ 237861 w 332722"/>
                  <a:gd name="GluePoint19Y" fmla="*/ 308055 h 535594"/>
                  <a:gd name="GluePoint20X" fmla="*/ 263215 w 332722"/>
                  <a:gd name="GluePoint20Y" fmla="*/ 195377 h 535594"/>
                  <a:gd name="GluePoint21X" fmla="*/ 239274 w 332722"/>
                  <a:gd name="GluePoint21Y" fmla="*/ 87838 h 535594"/>
                  <a:gd name="GluePoint22X" fmla="*/ 170923 w 332722"/>
                  <a:gd name="GluePoint22Y" fmla="*/ 51821 h 535594"/>
                  <a:gd name="GluePoint23X" fmla="*/ 68395 w 332722"/>
                  <a:gd name="GluePoint23Y" fmla="*/ 117774 h 535594"/>
                  <a:gd name="GluePoint24X" fmla="*/ 68395 w 332722"/>
                  <a:gd name="GluePoint24Y" fmla="*/ 299618 h 5355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301" name="Freeform: Shape 30"/>
              <p:cNvSpPr/>
              <p:nvPr/>
            </p:nvSpPr>
            <p:spPr>
              <a:xfrm>
                <a:off x="6094080" y="4121280"/>
                <a:ext cx="117000" cy="302760"/>
              </a:xfrm>
              <a:custGeom>
                <a:avLst/>
                <a:gdLst>
                  <a:gd name="textAreaLeft" fmla="*/ 0 w 117000"/>
                  <a:gd name="textAreaRight" fmla="*/ 117360 w 117000"/>
                  <a:gd name="textAreaTop" fmla="*/ 0 h 302760"/>
                  <a:gd name="textAreaBottom" fmla="*/ 303120 h 302760"/>
                  <a:gd name="GluePoint1X" fmla="*/ 185698 w 185697"/>
                  <a:gd name="GluePoint1Y" fmla="*/ 475637 h 480219"/>
                  <a:gd name="GluePoint2X" fmla="*/ 162357 w 185697"/>
                  <a:gd name="GluePoint2Y" fmla="*/ 479063 h 480219"/>
                  <a:gd name="GluePoint3X" fmla="*/ 137303 w 185697"/>
                  <a:gd name="GluePoint3Y" fmla="*/ 480219 h 480219"/>
                  <a:gd name="GluePoint4X" fmla="*/ 86939 w 185697"/>
                  <a:gd name="GluePoint4Y" fmla="*/ 472254 h 480219"/>
                  <a:gd name="GluePoint5X" fmla="*/ 59658 w 185697"/>
                  <a:gd name="GluePoint5Y" fmla="*/ 449127 h 480219"/>
                  <a:gd name="GluePoint6X" fmla="*/ 48737 w 185697"/>
                  <a:gd name="GluePoint6Y" fmla="*/ 412339 h 480219"/>
                  <a:gd name="GluePoint7X" fmla="*/ 46724 w 185697"/>
                  <a:gd name="GluePoint7Y" fmla="*/ 363259 h 480219"/>
                  <a:gd name="GluePoint8X" fmla="*/ 46724 w 185697"/>
                  <a:gd name="GluePoint8Y" fmla="*/ 146982 h 480219"/>
                  <a:gd name="GluePoint9X" fmla="*/ 0 w 185697"/>
                  <a:gd name="GluePoint9Y" fmla="*/ 146982 h 480219"/>
                  <a:gd name="GluePoint10X" fmla="*/ 0 w 185697"/>
                  <a:gd name="GluePoint10Y" fmla="*/ 94005 h 480219"/>
                  <a:gd name="GluePoint11X" fmla="*/ 46724 w 185697"/>
                  <a:gd name="GluePoint11Y" fmla="*/ 94005 h 480219"/>
                  <a:gd name="GluePoint12X" fmla="*/ 46724 w 185697"/>
                  <a:gd name="GluePoint12Y" fmla="*/ 0 h 480219"/>
                  <a:gd name="GluePoint13X" fmla="*/ 115076 w 185697"/>
                  <a:gd name="GluePoint13Y" fmla="*/ 0 h 480219"/>
                  <a:gd name="GluePoint14X" fmla="*/ 115076 w 185697"/>
                  <a:gd name="GluePoint14Y" fmla="*/ 94005 h 480219"/>
                  <a:gd name="GluePoint15X" fmla="*/ 176576 w 185697"/>
                  <a:gd name="GluePoint15Y" fmla="*/ 94005 h 480219"/>
                  <a:gd name="GluePoint16X" fmla="*/ 176576 w 185697"/>
                  <a:gd name="GluePoint16Y" fmla="*/ 146982 h 480219"/>
                  <a:gd name="GluePoint17X" fmla="*/ 115076 w 185697"/>
                  <a:gd name="GluePoint17Y" fmla="*/ 146982 h 480219"/>
                  <a:gd name="GluePoint18X" fmla="*/ 115076 w 185697"/>
                  <a:gd name="GluePoint18Y" fmla="*/ 367199 h 480219"/>
                  <a:gd name="GluePoint19X" fmla="*/ 117646 w 185697"/>
                  <a:gd name="GluePoint19Y" fmla="*/ 399233 h 480219"/>
                  <a:gd name="GluePoint20X" fmla="*/ 124755 w 185697"/>
                  <a:gd name="GluePoint20Y" fmla="*/ 417563 h 480219"/>
                  <a:gd name="GluePoint21X" fmla="*/ 136447 w 185697"/>
                  <a:gd name="GluePoint21Y" fmla="*/ 425829 h 480219"/>
                  <a:gd name="GluePoint22X" fmla="*/ 152122 w 185697"/>
                  <a:gd name="GluePoint22Y" fmla="*/ 427799 h 480219"/>
                  <a:gd name="GluePoint23X" fmla="*/ 169466 w 185697"/>
                  <a:gd name="GluePoint23Y" fmla="*/ 427242 h 480219"/>
                  <a:gd name="GluePoint24X" fmla="*/ 185698 w 185697"/>
                  <a:gd name="GluePoint24Y" fmla="*/ 424973 h 480219"/>
                  <a:gd name="GluePoint25X" fmla="*/ 185698 w 185697"/>
                  <a:gd name="GluePoint25Y" fmla="*/ 475680 h 4802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</p:grpSp>
        <p:sp>
          <p:nvSpPr>
            <p:cNvPr id="302" name="Freeform: Shape 23"/>
            <p:cNvSpPr/>
            <p:nvPr/>
          </p:nvSpPr>
          <p:spPr>
            <a:xfrm>
              <a:off x="6204240" y="4313160"/>
              <a:ext cx="107280" cy="10728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107280"/>
                <a:gd name="textAreaBottom" fmla="*/ 107640 h 107280"/>
                <a:gd name="GluePoint1X" fmla="*/ 0 w 170622"/>
                <a:gd name="GluePoint1Y" fmla="*/ 0 h 170580"/>
                <a:gd name="GluePoint2X" fmla="*/ 170623 w 170622"/>
                <a:gd name="GluePoint2Y" fmla="*/ 0 h 170580"/>
                <a:gd name="GluePoint3X" fmla="*/ 170623 w 170622"/>
                <a:gd name="GluePoint3Y" fmla="*/ 170580 h 1705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4068000" cy="514332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3"/>
          <p:cNvSpPr/>
          <p:nvPr/>
        </p:nvSpPr>
        <p:spPr>
          <a:xfrm>
            <a:off x="-6120" y="-1080"/>
            <a:ext cx="9149760" cy="5143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28" name="Graphic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40838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057560" y="4101480"/>
            <a:ext cx="5086080" cy="10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raphic 4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057560" y="0"/>
            <a:ext cx="508608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Rectangle 5"/>
          <p:cNvSpPr/>
          <p:nvPr/>
        </p:nvSpPr>
        <p:spPr>
          <a:xfrm>
            <a:off x="511920" y="527760"/>
            <a:ext cx="8113320" cy="4086360"/>
          </a:xfrm>
          <a:prstGeom prst="rect">
            <a:avLst/>
          </a:prstGeom>
          <a:solidFill>
            <a:srgbClr val="ffffff"/>
          </a:solidFill>
          <a:ln w="3175">
            <a:solidFill>
              <a:srgbClr val="eb26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4981680" y="662760"/>
            <a:ext cx="3234240" cy="189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Subsection Title with image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11920" y="526680"/>
            <a:ext cx="4059720" cy="408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828000" anchor="ctr" anchorCtr="1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981680" y="2625480"/>
            <a:ext cx="3234240" cy="185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ub-section separato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40838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057560" y="4101480"/>
            <a:ext cx="5086080" cy="10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raphic 4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057560" y="0"/>
            <a:ext cx="508608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5"/>
          <p:cNvSpPr/>
          <p:nvPr/>
        </p:nvSpPr>
        <p:spPr>
          <a:xfrm>
            <a:off x="511920" y="527760"/>
            <a:ext cx="8113320" cy="4086360"/>
          </a:xfrm>
          <a:prstGeom prst="rect">
            <a:avLst/>
          </a:prstGeom>
          <a:solidFill>
            <a:srgbClr val="ffffff"/>
          </a:solidFill>
          <a:ln w="3175">
            <a:solidFill>
              <a:srgbClr val="eb26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" name="Rectangle 6"/>
          <p:cNvSpPr/>
          <p:nvPr/>
        </p:nvSpPr>
        <p:spPr>
          <a:xfrm>
            <a:off x="511920" y="3902040"/>
            <a:ext cx="8113320" cy="71244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41" name="Graphic 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558200" y="3902040"/>
            <a:ext cx="1067040" cy="7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17040" y="4027320"/>
            <a:ext cx="69400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Sub-section slide with image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12640" y="527040"/>
            <a:ext cx="8113320" cy="33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1368000" bIns="45000" anchor="ctr" anchorCtr="1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image/smart art/table/video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op banded 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9"/>
          <p:cNvSpPr/>
          <p:nvPr/>
        </p:nvSpPr>
        <p:spPr>
          <a:xfrm>
            <a:off x="7755480" y="4802040"/>
            <a:ext cx="1120320" cy="27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5" name="Rectangle 6"/>
          <p:cNvSpPr/>
          <p:nvPr/>
        </p:nvSpPr>
        <p:spPr>
          <a:xfrm>
            <a:off x="0" y="0"/>
            <a:ext cx="9143640" cy="82404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46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09200" y="0"/>
            <a:ext cx="1234440" cy="82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768456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Executive summary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48" name="Graphic 2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31504"/>
          <a:stretch/>
        </p:blipFill>
        <p:spPr>
          <a:xfrm>
            <a:off x="0" y="824400"/>
            <a:ext cx="514080" cy="396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raphic 35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31504"/>
          <a:stretch/>
        </p:blipFill>
        <p:spPr>
          <a:xfrm>
            <a:off x="8629560" y="824400"/>
            <a:ext cx="514080" cy="39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DBAC2644-3F34-4C5B-99B5-0A998672BB6E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Graphic 1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raphic 16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608" t="0" r="21971" b="-6443"/>
          <a:stretch/>
        </p:blipFill>
        <p:spPr>
          <a:xfrm>
            <a:off x="49104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60240" y="994680"/>
            <a:ext cx="782280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59880" y="1427040"/>
            <a:ext cx="7822800" cy="328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op banded 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6"/>
          <p:cNvSpPr/>
          <p:nvPr/>
        </p:nvSpPr>
        <p:spPr>
          <a:xfrm>
            <a:off x="0" y="0"/>
            <a:ext cx="9143640" cy="82404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sp>
        <p:nvSpPr>
          <p:cNvPr id="56" name="Rectangle 29"/>
          <p:cNvSpPr/>
          <p:nvPr/>
        </p:nvSpPr>
        <p:spPr>
          <a:xfrm>
            <a:off x="7755480" y="4802040"/>
            <a:ext cx="1120320" cy="27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57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09200" y="0"/>
            <a:ext cx="1234440" cy="82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Graphic 2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31504"/>
          <a:stretch/>
        </p:blipFill>
        <p:spPr>
          <a:xfrm>
            <a:off x="0" y="824400"/>
            <a:ext cx="514080" cy="396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raphic 35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31504"/>
          <a:stretch/>
        </p:blipFill>
        <p:spPr>
          <a:xfrm>
            <a:off x="8629560" y="824400"/>
            <a:ext cx="514080" cy="39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768456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Executive summary slide with image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1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1E44F094-2A61-44D3-9A74-F4B76D5A9B52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Graphic 5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raphic 9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246480" y="994680"/>
            <a:ext cx="523656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60240" y="1008360"/>
            <a:ext cx="2439360" cy="370044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3246120" y="1427040"/>
            <a:ext cx="5236560" cy="328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image blocks with descri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8"/>
          <p:cNvSpPr/>
          <p:nvPr/>
        </p:nvSpPr>
        <p:spPr>
          <a:xfrm>
            <a:off x="0" y="3996360"/>
            <a:ext cx="9143640" cy="7110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body"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Highlighted text to make a point/impact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69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raphic 10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076600" y="3996360"/>
            <a:ext cx="1067040" cy="7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2 image blocks slide with description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50A0B1BD-0203-4486-97DD-F6B7DC307938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Graphic 2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raphic 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35360" y="994680"/>
            <a:ext cx="428220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224280" y="994680"/>
            <a:ext cx="428220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634280" y="2849400"/>
            <a:ext cx="428220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224280" y="2849400"/>
            <a:ext cx="428220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image blocks with descri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8"/>
          <p:cNvSpPr/>
          <p:nvPr/>
        </p:nvSpPr>
        <p:spPr>
          <a:xfrm>
            <a:off x="0" y="3996360"/>
            <a:ext cx="9143640" cy="7110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body"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Highlighted text to make a point/impact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81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3 image blocks slide with description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3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61225773-326C-4D48-8AF7-37E256D6BDEC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Graphic 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Graphic 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raphic 6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076600" y="3996360"/>
            <a:ext cx="1067040" cy="7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22428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317628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12540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body"/>
          </p:nvPr>
        </p:nvSpPr>
        <p:spPr>
          <a:xfrm>
            <a:off x="6125400" y="2849400"/>
            <a:ext cx="279108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 type="body"/>
          </p:nvPr>
        </p:nvSpPr>
        <p:spPr>
          <a:xfrm>
            <a:off x="3176280" y="2849400"/>
            <a:ext cx="2791080" cy="102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2" name="PlaceHolder 8"/>
          <p:cNvSpPr>
            <a:spLocks noGrp="1"/>
          </p:cNvSpPr>
          <p:nvPr>
            <p:ph type="body"/>
          </p:nvPr>
        </p:nvSpPr>
        <p:spPr>
          <a:xfrm>
            <a:off x="3176280" y="2849400"/>
            <a:ext cx="279108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3" name="PlaceHolder 9"/>
          <p:cNvSpPr>
            <a:spLocks noGrp="1"/>
          </p:cNvSpPr>
          <p:nvPr>
            <p:ph type="body"/>
          </p:nvPr>
        </p:nvSpPr>
        <p:spPr>
          <a:xfrm>
            <a:off x="224280" y="2849400"/>
            <a:ext cx="279108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-step/block content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body"/>
          </p:nvPr>
        </p:nvSpPr>
        <p:spPr>
          <a:xfrm>
            <a:off x="2431800" y="1012680"/>
            <a:ext cx="2073960" cy="28422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639320" y="1012680"/>
            <a:ext cx="2073960" cy="28422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846840" y="1012680"/>
            <a:ext cx="2073960" cy="28422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3-step/block content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8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6587C572-9166-4116-AC8F-4A4CD96E01DF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raphic 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224280" y="2522520"/>
            <a:ext cx="2072520" cy="133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1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body"/>
          </p:nvPr>
        </p:nvSpPr>
        <p:spPr>
          <a:xfrm>
            <a:off x="224280" y="1018440"/>
            <a:ext cx="2072520" cy="142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3" name="Rectangle 1"/>
          <p:cNvSpPr/>
          <p:nvPr/>
        </p:nvSpPr>
        <p:spPr>
          <a:xfrm>
            <a:off x="0" y="3996360"/>
            <a:ext cx="9143640" cy="7110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4" name="PlaceHolder 7"/>
          <p:cNvSpPr>
            <a:spLocks noGrp="1"/>
          </p:cNvSpPr>
          <p:nvPr>
            <p:ph type="body"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Highlighted text to make a point/impact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105" name="Graphic 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Graphic 10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076600" y="3996360"/>
            <a:ext cx="1067040" cy="7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8"/>
          <p:cNvSpPr>
            <a:spLocks noGrp="1"/>
          </p:cNvSpPr>
          <p:nvPr>
            <p:ph type="body"/>
          </p:nvPr>
        </p:nvSpPr>
        <p:spPr>
          <a:xfrm>
            <a:off x="2535120" y="1424880"/>
            <a:ext cx="1867320" cy="234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8" name="PlaceHolder 9"/>
          <p:cNvSpPr>
            <a:spLocks noGrp="1"/>
          </p:cNvSpPr>
          <p:nvPr>
            <p:ph type="body"/>
          </p:nvPr>
        </p:nvSpPr>
        <p:spPr>
          <a:xfrm>
            <a:off x="4742640" y="1424880"/>
            <a:ext cx="1867320" cy="234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9" name="PlaceHolder 10"/>
          <p:cNvSpPr>
            <a:spLocks noGrp="1"/>
          </p:cNvSpPr>
          <p:nvPr>
            <p:ph type="body"/>
          </p:nvPr>
        </p:nvSpPr>
        <p:spPr>
          <a:xfrm>
            <a:off x="6950160" y="1424880"/>
            <a:ext cx="1867320" cy="234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-step/block content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body"/>
          </p:nvPr>
        </p:nvSpPr>
        <p:spPr>
          <a:xfrm>
            <a:off x="5724000" y="249372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2431800" y="249372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5724000" y="101268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2431800" y="101268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4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3A58D378-6F4B-44AD-8DF5-D0E32E40D6B7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raphic 10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5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4-step/block content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8" name="Rectangle 1"/>
          <p:cNvSpPr/>
          <p:nvPr/>
        </p:nvSpPr>
        <p:spPr>
          <a:xfrm>
            <a:off x="0" y="3996360"/>
            <a:ext cx="9143640" cy="7110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body"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Highlighted text to make a point/impact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120" name="Graphic 8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raphic 9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076600" y="3996360"/>
            <a:ext cx="1067040" cy="7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224280" y="2522520"/>
            <a:ext cx="2072520" cy="133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1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3" name="PlaceHolder 8"/>
          <p:cNvSpPr>
            <a:spLocks noGrp="1"/>
          </p:cNvSpPr>
          <p:nvPr>
            <p:ph type="body"/>
          </p:nvPr>
        </p:nvSpPr>
        <p:spPr>
          <a:xfrm>
            <a:off x="224280" y="1018440"/>
            <a:ext cx="2072520" cy="142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4" name="PlaceHolder 9"/>
          <p:cNvSpPr>
            <a:spLocks noGrp="1"/>
          </p:cNvSpPr>
          <p:nvPr>
            <p:ph type="body"/>
          </p:nvPr>
        </p:nvSpPr>
        <p:spPr>
          <a:xfrm>
            <a:off x="2504880" y="13719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5" name="PlaceHolder 10"/>
          <p:cNvSpPr>
            <a:spLocks noGrp="1"/>
          </p:cNvSpPr>
          <p:nvPr>
            <p:ph type="body"/>
          </p:nvPr>
        </p:nvSpPr>
        <p:spPr>
          <a:xfrm>
            <a:off x="5801040" y="13719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6" name="PlaceHolder 11"/>
          <p:cNvSpPr>
            <a:spLocks noGrp="1"/>
          </p:cNvSpPr>
          <p:nvPr>
            <p:ph type="body"/>
          </p:nvPr>
        </p:nvSpPr>
        <p:spPr>
          <a:xfrm>
            <a:off x="2504880" y="28371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7" name="PlaceHolder 12"/>
          <p:cNvSpPr>
            <a:spLocks noGrp="1"/>
          </p:cNvSpPr>
          <p:nvPr>
            <p:ph type="body"/>
          </p:nvPr>
        </p:nvSpPr>
        <p:spPr>
          <a:xfrm>
            <a:off x="5801040" y="28371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-step/block content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5-step/block content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9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82097177-EB7E-41EE-8844-87EE896C4978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raphic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Rectangle 1"/>
          <p:cNvSpPr/>
          <p:nvPr/>
        </p:nvSpPr>
        <p:spPr>
          <a:xfrm>
            <a:off x="0" y="3996360"/>
            <a:ext cx="9143640" cy="7110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Highlighted text to make a point/impact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134" name="Graphic 3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raphic 3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076600" y="3996360"/>
            <a:ext cx="1067040" cy="7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5724000" y="101268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2431800" y="101268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243180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39" name="PlaceHolder 6"/>
          <p:cNvSpPr>
            <a:spLocks noGrp="1"/>
          </p:cNvSpPr>
          <p:nvPr>
            <p:ph type="body"/>
          </p:nvPr>
        </p:nvSpPr>
        <p:spPr>
          <a:xfrm>
            <a:off x="463932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40" name="PlaceHolder 7"/>
          <p:cNvSpPr>
            <a:spLocks noGrp="1"/>
          </p:cNvSpPr>
          <p:nvPr>
            <p:ph type="body"/>
          </p:nvPr>
        </p:nvSpPr>
        <p:spPr>
          <a:xfrm>
            <a:off x="684684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41" name="PlaceHolder 8"/>
          <p:cNvSpPr>
            <a:spLocks noGrp="1"/>
          </p:cNvSpPr>
          <p:nvPr>
            <p:ph type="body"/>
          </p:nvPr>
        </p:nvSpPr>
        <p:spPr>
          <a:xfrm>
            <a:off x="224280" y="2522520"/>
            <a:ext cx="2072520" cy="133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1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42" name="PlaceHolder 9"/>
          <p:cNvSpPr>
            <a:spLocks noGrp="1"/>
          </p:cNvSpPr>
          <p:nvPr>
            <p:ph type="body"/>
          </p:nvPr>
        </p:nvSpPr>
        <p:spPr>
          <a:xfrm>
            <a:off x="224280" y="1018440"/>
            <a:ext cx="2072520" cy="142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43" name="PlaceHolder 10"/>
          <p:cNvSpPr>
            <a:spLocks noGrp="1"/>
          </p:cNvSpPr>
          <p:nvPr>
            <p:ph type="body"/>
          </p:nvPr>
        </p:nvSpPr>
        <p:spPr>
          <a:xfrm>
            <a:off x="2504880" y="13719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44" name="PlaceHolder 11"/>
          <p:cNvSpPr>
            <a:spLocks noGrp="1"/>
          </p:cNvSpPr>
          <p:nvPr>
            <p:ph type="body"/>
          </p:nvPr>
        </p:nvSpPr>
        <p:spPr>
          <a:xfrm>
            <a:off x="5801040" y="13719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45" name="PlaceHolder 12"/>
          <p:cNvSpPr>
            <a:spLocks noGrp="1"/>
          </p:cNvSpPr>
          <p:nvPr>
            <p:ph type="body"/>
          </p:nvPr>
        </p:nvSpPr>
        <p:spPr>
          <a:xfrm>
            <a:off x="6919200" y="2850120"/>
            <a:ext cx="192924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46" name="PlaceHolder 13"/>
          <p:cNvSpPr>
            <a:spLocks noGrp="1"/>
          </p:cNvSpPr>
          <p:nvPr>
            <p:ph type="body"/>
          </p:nvPr>
        </p:nvSpPr>
        <p:spPr>
          <a:xfrm>
            <a:off x="4711680" y="2850120"/>
            <a:ext cx="192924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47" name="PlaceHolder 14"/>
          <p:cNvSpPr>
            <a:spLocks noGrp="1"/>
          </p:cNvSpPr>
          <p:nvPr>
            <p:ph type="body"/>
          </p:nvPr>
        </p:nvSpPr>
        <p:spPr>
          <a:xfrm>
            <a:off x="2504880" y="2850120"/>
            <a:ext cx="192924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-step/block content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body"/>
          </p:nvPr>
        </p:nvSpPr>
        <p:spPr>
          <a:xfrm>
            <a:off x="6846840" y="1016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6-step/block content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69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C2084B59-5B78-4443-A930-629B75905972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Graphic 2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Graphic 2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Rectangle 1"/>
          <p:cNvSpPr/>
          <p:nvPr/>
        </p:nvSpPr>
        <p:spPr>
          <a:xfrm>
            <a:off x="0" y="3996360"/>
            <a:ext cx="9143640" cy="7110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Highlighted text to make a point/impact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174" name="Graphic 88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Graphic 89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076600" y="3996360"/>
            <a:ext cx="1067040" cy="7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243180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body"/>
          </p:nvPr>
        </p:nvSpPr>
        <p:spPr>
          <a:xfrm>
            <a:off x="463932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 type="body"/>
          </p:nvPr>
        </p:nvSpPr>
        <p:spPr>
          <a:xfrm>
            <a:off x="684684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79" name="PlaceHolder 7"/>
          <p:cNvSpPr>
            <a:spLocks noGrp="1"/>
          </p:cNvSpPr>
          <p:nvPr>
            <p:ph type="body"/>
          </p:nvPr>
        </p:nvSpPr>
        <p:spPr>
          <a:xfrm>
            <a:off x="6919200" y="285012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80" name="PlaceHolder 8"/>
          <p:cNvSpPr>
            <a:spLocks noGrp="1"/>
          </p:cNvSpPr>
          <p:nvPr>
            <p:ph type="body"/>
          </p:nvPr>
        </p:nvSpPr>
        <p:spPr>
          <a:xfrm>
            <a:off x="4711680" y="285012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81" name="PlaceHolder 9"/>
          <p:cNvSpPr>
            <a:spLocks noGrp="1"/>
          </p:cNvSpPr>
          <p:nvPr>
            <p:ph type="body"/>
          </p:nvPr>
        </p:nvSpPr>
        <p:spPr>
          <a:xfrm>
            <a:off x="224280" y="2522520"/>
            <a:ext cx="2072520" cy="133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1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82" name="PlaceHolder 10"/>
          <p:cNvSpPr>
            <a:spLocks noGrp="1"/>
          </p:cNvSpPr>
          <p:nvPr>
            <p:ph type="body"/>
          </p:nvPr>
        </p:nvSpPr>
        <p:spPr>
          <a:xfrm>
            <a:off x="224280" y="1018440"/>
            <a:ext cx="2072520" cy="142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83" name="PlaceHolder 11"/>
          <p:cNvSpPr>
            <a:spLocks noGrp="1"/>
          </p:cNvSpPr>
          <p:nvPr>
            <p:ph type="body"/>
          </p:nvPr>
        </p:nvSpPr>
        <p:spPr>
          <a:xfrm>
            <a:off x="2431800" y="1016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84" name="PlaceHolder 12"/>
          <p:cNvSpPr>
            <a:spLocks noGrp="1"/>
          </p:cNvSpPr>
          <p:nvPr>
            <p:ph type="body"/>
          </p:nvPr>
        </p:nvSpPr>
        <p:spPr>
          <a:xfrm>
            <a:off x="4639320" y="1016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85" name="PlaceHolder 13"/>
          <p:cNvSpPr>
            <a:spLocks noGrp="1"/>
          </p:cNvSpPr>
          <p:nvPr>
            <p:ph type="body"/>
          </p:nvPr>
        </p:nvSpPr>
        <p:spPr>
          <a:xfrm>
            <a:off x="2504880" y="285012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86" name="PlaceHolder 14"/>
          <p:cNvSpPr>
            <a:spLocks noGrp="1"/>
          </p:cNvSpPr>
          <p:nvPr>
            <p:ph type="body"/>
          </p:nvPr>
        </p:nvSpPr>
        <p:spPr>
          <a:xfrm>
            <a:off x="6919200" y="137196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87" name="PlaceHolder 15"/>
          <p:cNvSpPr>
            <a:spLocks noGrp="1"/>
          </p:cNvSpPr>
          <p:nvPr>
            <p:ph type="body"/>
          </p:nvPr>
        </p:nvSpPr>
        <p:spPr>
          <a:xfrm>
            <a:off x="4711680" y="137196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88" name="PlaceHolder 16"/>
          <p:cNvSpPr>
            <a:spLocks noGrp="1"/>
          </p:cNvSpPr>
          <p:nvPr>
            <p:ph type="body"/>
          </p:nvPr>
        </p:nvSpPr>
        <p:spPr>
          <a:xfrm>
            <a:off x="2504880" y="137196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image blocks slide with description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2 image blocks slide with description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91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71A3826A-2029-4422-99B8-C16E061F352A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Graphic 2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Graphic 4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224280" y="2849400"/>
            <a:ext cx="428220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4635360" y="2849400"/>
            <a:ext cx="428220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body"/>
          </p:nvPr>
        </p:nvSpPr>
        <p:spPr>
          <a:xfrm>
            <a:off x="4635360" y="994680"/>
            <a:ext cx="428220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body"/>
          </p:nvPr>
        </p:nvSpPr>
        <p:spPr>
          <a:xfrm>
            <a:off x="224280" y="994680"/>
            <a:ext cx="428220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image blocks slide with description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3 image blocks slide with description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00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ABD37EAE-39F1-4610-9D40-423C8F8A4C0B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Graphic 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Graphic 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22428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317628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612540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224280" y="2849400"/>
            <a:ext cx="279108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body"/>
          </p:nvPr>
        </p:nvSpPr>
        <p:spPr>
          <a:xfrm>
            <a:off x="3176280" y="2849400"/>
            <a:ext cx="279108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 type="body"/>
          </p:nvPr>
        </p:nvSpPr>
        <p:spPr>
          <a:xfrm>
            <a:off x="6125400" y="2849400"/>
            <a:ext cx="279108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-step/block content slide without red b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3-step/block content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10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D7894D68-4F46-4A4E-8ACF-3BE4E82644FB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raphic 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Graphic 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325800" y="1012680"/>
            <a:ext cx="2771640" cy="366552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3185640" y="1012680"/>
            <a:ext cx="2771640" cy="366552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6045840" y="1012680"/>
            <a:ext cx="2771640" cy="366552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body"/>
          </p:nvPr>
        </p:nvSpPr>
        <p:spPr>
          <a:xfrm>
            <a:off x="404640" y="1406880"/>
            <a:ext cx="2613600" cy="314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 type="body"/>
          </p:nvPr>
        </p:nvSpPr>
        <p:spPr>
          <a:xfrm>
            <a:off x="3268800" y="1406880"/>
            <a:ext cx="2605320" cy="314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 type="body"/>
          </p:nvPr>
        </p:nvSpPr>
        <p:spPr>
          <a:xfrm>
            <a:off x="6129000" y="1406880"/>
            <a:ext cx="2605320" cy="314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-step/block content slide without red b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body"/>
          </p:nvPr>
        </p:nvSpPr>
        <p:spPr>
          <a:xfrm>
            <a:off x="325800" y="1012680"/>
            <a:ext cx="420156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1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0415A3AF-8825-41C7-8DC6-9D16A2F0DCF9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Graphic 10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4-step/block content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225" name="Graphic 8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4615560" y="1012680"/>
            <a:ext cx="420192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body"/>
          </p:nvPr>
        </p:nvSpPr>
        <p:spPr>
          <a:xfrm>
            <a:off x="404640" y="1391400"/>
            <a:ext cx="405252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 type="body"/>
          </p:nvPr>
        </p:nvSpPr>
        <p:spPr>
          <a:xfrm>
            <a:off x="4687560" y="1391400"/>
            <a:ext cx="405252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9" name="PlaceHolder 6"/>
          <p:cNvSpPr>
            <a:spLocks noGrp="1"/>
          </p:cNvSpPr>
          <p:nvPr>
            <p:ph type="body"/>
          </p:nvPr>
        </p:nvSpPr>
        <p:spPr>
          <a:xfrm>
            <a:off x="325800" y="2881800"/>
            <a:ext cx="420156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0" name="PlaceHolder 7"/>
          <p:cNvSpPr>
            <a:spLocks noGrp="1"/>
          </p:cNvSpPr>
          <p:nvPr>
            <p:ph type="body"/>
          </p:nvPr>
        </p:nvSpPr>
        <p:spPr>
          <a:xfrm>
            <a:off x="4615560" y="2881800"/>
            <a:ext cx="420192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" name="PlaceHolder 8"/>
          <p:cNvSpPr>
            <a:spLocks noGrp="1"/>
          </p:cNvSpPr>
          <p:nvPr>
            <p:ph type="body"/>
          </p:nvPr>
        </p:nvSpPr>
        <p:spPr>
          <a:xfrm>
            <a:off x="404640" y="3260520"/>
            <a:ext cx="405252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2" name="PlaceHolder 9"/>
          <p:cNvSpPr>
            <a:spLocks noGrp="1"/>
          </p:cNvSpPr>
          <p:nvPr>
            <p:ph type="body"/>
          </p:nvPr>
        </p:nvSpPr>
        <p:spPr>
          <a:xfrm>
            <a:off x="4687560" y="3260520"/>
            <a:ext cx="405252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-step/block content slide without red b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body"/>
          </p:nvPr>
        </p:nvSpPr>
        <p:spPr>
          <a:xfrm>
            <a:off x="318564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5-step/block content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5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F8185811-ED9E-4DB6-BE1B-14071885C794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Graphic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" name="Graphic 3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3277080" y="3249360"/>
            <a:ext cx="2589840" cy="134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body"/>
          </p:nvPr>
        </p:nvSpPr>
        <p:spPr>
          <a:xfrm>
            <a:off x="6136920" y="3249360"/>
            <a:ext cx="2589840" cy="134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body"/>
          </p:nvPr>
        </p:nvSpPr>
        <p:spPr>
          <a:xfrm>
            <a:off x="32580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body"/>
          </p:nvPr>
        </p:nvSpPr>
        <p:spPr>
          <a:xfrm>
            <a:off x="604584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3" name="PlaceHolder 7"/>
          <p:cNvSpPr>
            <a:spLocks noGrp="1"/>
          </p:cNvSpPr>
          <p:nvPr>
            <p:ph type="body"/>
          </p:nvPr>
        </p:nvSpPr>
        <p:spPr>
          <a:xfrm>
            <a:off x="404640" y="3252960"/>
            <a:ext cx="2607120" cy="134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4" name="PlaceHolder 8"/>
          <p:cNvSpPr>
            <a:spLocks noGrp="1"/>
          </p:cNvSpPr>
          <p:nvPr>
            <p:ph type="body"/>
          </p:nvPr>
        </p:nvSpPr>
        <p:spPr>
          <a:xfrm>
            <a:off x="325800" y="1012680"/>
            <a:ext cx="420156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5" name="PlaceHolder 9"/>
          <p:cNvSpPr>
            <a:spLocks noGrp="1"/>
          </p:cNvSpPr>
          <p:nvPr>
            <p:ph type="body"/>
          </p:nvPr>
        </p:nvSpPr>
        <p:spPr>
          <a:xfrm>
            <a:off x="4615560" y="1012680"/>
            <a:ext cx="420192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6" name="PlaceHolder 10"/>
          <p:cNvSpPr>
            <a:spLocks noGrp="1"/>
          </p:cNvSpPr>
          <p:nvPr>
            <p:ph type="body"/>
          </p:nvPr>
        </p:nvSpPr>
        <p:spPr>
          <a:xfrm>
            <a:off x="404640" y="1383840"/>
            <a:ext cx="4052520" cy="12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7" name="PlaceHolder 11"/>
          <p:cNvSpPr>
            <a:spLocks noGrp="1"/>
          </p:cNvSpPr>
          <p:nvPr>
            <p:ph type="body"/>
          </p:nvPr>
        </p:nvSpPr>
        <p:spPr>
          <a:xfrm>
            <a:off x="4687560" y="1383840"/>
            <a:ext cx="4052520" cy="12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-step/block content slide without red b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body"/>
          </p:nvPr>
        </p:nvSpPr>
        <p:spPr>
          <a:xfrm>
            <a:off x="32580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318492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body"/>
          </p:nvPr>
        </p:nvSpPr>
        <p:spPr>
          <a:xfrm>
            <a:off x="604512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body"/>
          </p:nvPr>
        </p:nvSpPr>
        <p:spPr>
          <a:xfrm>
            <a:off x="325800" y="101160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 type="body"/>
          </p:nvPr>
        </p:nvSpPr>
        <p:spPr>
          <a:xfrm>
            <a:off x="3184920" y="101160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53" name="PlaceHolder 6"/>
          <p:cNvSpPr>
            <a:spLocks noGrp="1"/>
          </p:cNvSpPr>
          <p:nvPr>
            <p:ph type="body"/>
          </p:nvPr>
        </p:nvSpPr>
        <p:spPr>
          <a:xfrm>
            <a:off x="6045120" y="101160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54" name="PlaceHolder 7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6-step/block content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55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274EA3BC-7B75-4B8E-9E09-4AF6D179A74A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Graphic 2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Graphic 2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Graphic 88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PlaceHolder 8"/>
          <p:cNvSpPr>
            <a:spLocks noGrp="1"/>
          </p:cNvSpPr>
          <p:nvPr>
            <p:ph type="body"/>
          </p:nvPr>
        </p:nvSpPr>
        <p:spPr>
          <a:xfrm>
            <a:off x="3278160" y="3241800"/>
            <a:ext cx="2589840" cy="13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60" name="PlaceHolder 9"/>
          <p:cNvSpPr>
            <a:spLocks noGrp="1"/>
          </p:cNvSpPr>
          <p:nvPr>
            <p:ph type="body"/>
          </p:nvPr>
        </p:nvSpPr>
        <p:spPr>
          <a:xfrm>
            <a:off x="6136200" y="3241800"/>
            <a:ext cx="2589840" cy="13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61" name="PlaceHolder 10"/>
          <p:cNvSpPr>
            <a:spLocks noGrp="1"/>
          </p:cNvSpPr>
          <p:nvPr>
            <p:ph type="body"/>
          </p:nvPr>
        </p:nvSpPr>
        <p:spPr>
          <a:xfrm>
            <a:off x="403920" y="3245400"/>
            <a:ext cx="2607120" cy="134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62" name="PlaceHolder 11"/>
          <p:cNvSpPr>
            <a:spLocks noGrp="1"/>
          </p:cNvSpPr>
          <p:nvPr>
            <p:ph type="body"/>
          </p:nvPr>
        </p:nvSpPr>
        <p:spPr>
          <a:xfrm>
            <a:off x="3278160" y="1374840"/>
            <a:ext cx="2589840" cy="12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63" name="PlaceHolder 12"/>
          <p:cNvSpPr>
            <a:spLocks noGrp="1"/>
          </p:cNvSpPr>
          <p:nvPr>
            <p:ph type="body"/>
          </p:nvPr>
        </p:nvSpPr>
        <p:spPr>
          <a:xfrm>
            <a:off x="6136200" y="1374840"/>
            <a:ext cx="2589840" cy="12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64" name="PlaceHolder 13"/>
          <p:cNvSpPr>
            <a:spLocks noGrp="1"/>
          </p:cNvSpPr>
          <p:nvPr>
            <p:ph type="body"/>
          </p:nvPr>
        </p:nvSpPr>
        <p:spPr>
          <a:xfrm>
            <a:off x="403920" y="1378440"/>
            <a:ext cx="2607120" cy="12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29"/>
          <p:cNvSpPr/>
          <p:nvPr/>
        </p:nvSpPr>
        <p:spPr>
          <a:xfrm>
            <a:off x="7755480" y="4802040"/>
            <a:ext cx="1120320" cy="27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266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Slide with image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68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7D4D1DCB-A093-4B3B-A3A7-D5CAB8735E21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9" name="Graphic 8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Graphic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4637160" y="994680"/>
            <a:ext cx="428220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body"/>
          </p:nvPr>
        </p:nvSpPr>
        <p:spPr>
          <a:xfrm>
            <a:off x="0" y="994680"/>
            <a:ext cx="4457520" cy="370044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 type="body"/>
          </p:nvPr>
        </p:nvSpPr>
        <p:spPr>
          <a:xfrm>
            <a:off x="4637160" y="1443600"/>
            <a:ext cx="4282200" cy="325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text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29"/>
          <p:cNvSpPr/>
          <p:nvPr/>
        </p:nvSpPr>
        <p:spPr>
          <a:xfrm>
            <a:off x="7755480" y="4802040"/>
            <a:ext cx="1120320" cy="27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275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Slide with text only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77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194F10E6-A719-4A5E-96A7-1C8BFFC03832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Graphic 8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224280" y="994680"/>
            <a:ext cx="869508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224280" y="1443600"/>
            <a:ext cx="8695080" cy="325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ngle text block slide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29"/>
          <p:cNvSpPr/>
          <p:nvPr/>
        </p:nvSpPr>
        <p:spPr>
          <a:xfrm>
            <a:off x="7755480" y="4802040"/>
            <a:ext cx="1120320" cy="27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283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Single text block slide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85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D3B50862-6411-408E-8A8B-CAD312DF0FEF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Graphic 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4572000" y="977760"/>
            <a:ext cx="4347360" cy="3717360"/>
          </a:xfrm>
          <a:prstGeom prst="rect">
            <a:avLst/>
          </a:prstGeom>
          <a:solidFill>
            <a:schemeClr val="lt2"/>
          </a:solidFill>
          <a:ln w="0">
            <a:solidFill>
              <a:schemeClr val="accent1"/>
            </a:solidFill>
          </a:ln>
        </p:spPr>
        <p:txBody>
          <a:bodyPr lIns="360000" rIns="360000" tIns="36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0" y="1149120"/>
            <a:ext cx="4571640" cy="3374640"/>
          </a:xfrm>
          <a:prstGeom prst="rect">
            <a:avLst/>
          </a:prstGeom>
          <a:noFill/>
          <a:ln w="0">
            <a:noFill/>
          </a:ln>
        </p:spPr>
        <p:txBody>
          <a:bodyPr lIns="180000" rIns="180000" tIns="1368000" bIns="45000" anchor="ctr" anchorCtr="1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image/smart art/table/video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ngle text block 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Single text block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306" name="Graphic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70424F73-2D76-4383-AF2B-9F65A941D5AC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Graphic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Graphic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4637160" y="1009440"/>
            <a:ext cx="428220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body"/>
          </p:nvPr>
        </p:nvSpPr>
        <p:spPr>
          <a:xfrm>
            <a:off x="4637160" y="1443600"/>
            <a:ext cx="4282200" cy="325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 type="body"/>
          </p:nvPr>
        </p:nvSpPr>
        <p:spPr>
          <a:xfrm>
            <a:off x="0" y="1009440"/>
            <a:ext cx="4506480" cy="3685320"/>
          </a:xfrm>
          <a:prstGeom prst="rect">
            <a:avLst/>
          </a:prstGeom>
          <a:noFill/>
          <a:ln w="0">
            <a:noFill/>
          </a:ln>
        </p:spPr>
        <p:txBody>
          <a:bodyPr lIns="180000" rIns="180000" tIns="1368000" bIns="45000" anchor="ctr" anchorCtr="1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image/smart art/table/video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text blocks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raphic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3C952310-BDA3-4CE6-A7FD-21B6FD971935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Graphic 8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Graphic 11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body"/>
          </p:nvPr>
        </p:nvSpPr>
        <p:spPr>
          <a:xfrm>
            <a:off x="224280" y="257184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3168000" y="257184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3 text blocks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body"/>
          </p:nvPr>
        </p:nvSpPr>
        <p:spPr>
          <a:xfrm>
            <a:off x="6111720" y="257184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body"/>
          </p:nvPr>
        </p:nvSpPr>
        <p:spPr>
          <a:xfrm>
            <a:off x="6111720" y="2918520"/>
            <a:ext cx="2807640" cy="177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 type="body"/>
          </p:nvPr>
        </p:nvSpPr>
        <p:spPr>
          <a:xfrm>
            <a:off x="3168000" y="2918520"/>
            <a:ext cx="2807640" cy="177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23" name="PlaceHolder 7"/>
          <p:cNvSpPr>
            <a:spLocks noGrp="1"/>
          </p:cNvSpPr>
          <p:nvPr>
            <p:ph type="body"/>
          </p:nvPr>
        </p:nvSpPr>
        <p:spPr>
          <a:xfrm>
            <a:off x="224280" y="2918520"/>
            <a:ext cx="2807640" cy="177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24" name="PlaceHolder 8"/>
          <p:cNvSpPr>
            <a:spLocks noGrp="1"/>
          </p:cNvSpPr>
          <p:nvPr>
            <p:ph type="body"/>
          </p:nvPr>
        </p:nvSpPr>
        <p:spPr>
          <a:xfrm>
            <a:off x="224280" y="975240"/>
            <a:ext cx="8695080" cy="14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text blocks 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raphic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3 text blocks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27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1308BE9C-6DF1-47DC-83CD-4C3CB8ADD6F6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Graphic 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Graphic 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224280" y="271656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body"/>
          </p:nvPr>
        </p:nvSpPr>
        <p:spPr>
          <a:xfrm>
            <a:off x="3168000" y="271656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body"/>
          </p:nvPr>
        </p:nvSpPr>
        <p:spPr>
          <a:xfrm>
            <a:off x="6111720" y="271656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33" name="PlaceHolder 5"/>
          <p:cNvSpPr>
            <a:spLocks noGrp="1"/>
          </p:cNvSpPr>
          <p:nvPr>
            <p:ph type="body"/>
          </p:nvPr>
        </p:nvSpPr>
        <p:spPr>
          <a:xfrm>
            <a:off x="6111720" y="3088800"/>
            <a:ext cx="2807640" cy="16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34" name="PlaceHolder 6"/>
          <p:cNvSpPr>
            <a:spLocks noGrp="1"/>
          </p:cNvSpPr>
          <p:nvPr>
            <p:ph type="body"/>
          </p:nvPr>
        </p:nvSpPr>
        <p:spPr>
          <a:xfrm>
            <a:off x="3168000" y="3088800"/>
            <a:ext cx="2807640" cy="16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35" name="PlaceHolder 7"/>
          <p:cNvSpPr>
            <a:spLocks noGrp="1"/>
          </p:cNvSpPr>
          <p:nvPr>
            <p:ph type="body"/>
          </p:nvPr>
        </p:nvSpPr>
        <p:spPr>
          <a:xfrm>
            <a:off x="224280" y="3088800"/>
            <a:ext cx="2807640" cy="16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36" name="PlaceHolder 8"/>
          <p:cNvSpPr>
            <a:spLocks noGrp="1"/>
          </p:cNvSpPr>
          <p:nvPr>
            <p:ph type="body"/>
          </p:nvPr>
        </p:nvSpPr>
        <p:spPr>
          <a:xfrm>
            <a:off x="-7560" y="974160"/>
            <a:ext cx="9143640" cy="159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1116000" bIns="45000" anchor="ctr" anchorCtr="1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image/smart art/table/video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-bloc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raphic 1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4-block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39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9D8FF02A-3383-454A-AA7F-2C8A236D3E4D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Graphic 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Graphic 5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223200" y="2628720"/>
            <a:ext cx="20714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body"/>
          </p:nvPr>
        </p:nvSpPr>
        <p:spPr>
          <a:xfrm>
            <a:off x="2431800" y="2628720"/>
            <a:ext cx="20714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body"/>
          </p:nvPr>
        </p:nvSpPr>
        <p:spPr>
          <a:xfrm>
            <a:off x="4640400" y="2628720"/>
            <a:ext cx="20714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 type="body"/>
          </p:nvPr>
        </p:nvSpPr>
        <p:spPr>
          <a:xfrm>
            <a:off x="6849000" y="2628720"/>
            <a:ext cx="20714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46" name="PlaceHolder 6"/>
          <p:cNvSpPr>
            <a:spLocks noGrp="1"/>
          </p:cNvSpPr>
          <p:nvPr>
            <p:ph type="body"/>
          </p:nvPr>
        </p:nvSpPr>
        <p:spPr>
          <a:xfrm>
            <a:off x="2431800" y="1013040"/>
            <a:ext cx="1511640" cy="151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47" name="PlaceHolder 7"/>
          <p:cNvSpPr>
            <a:spLocks noGrp="1"/>
          </p:cNvSpPr>
          <p:nvPr>
            <p:ph type="body"/>
          </p:nvPr>
        </p:nvSpPr>
        <p:spPr>
          <a:xfrm>
            <a:off x="4640400" y="1013040"/>
            <a:ext cx="1511640" cy="151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48" name="PlaceHolder 8"/>
          <p:cNvSpPr>
            <a:spLocks noGrp="1"/>
          </p:cNvSpPr>
          <p:nvPr>
            <p:ph type="body"/>
          </p:nvPr>
        </p:nvSpPr>
        <p:spPr>
          <a:xfrm>
            <a:off x="6849000" y="1013040"/>
            <a:ext cx="1511640" cy="151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49" name="PlaceHolder 9"/>
          <p:cNvSpPr>
            <a:spLocks noGrp="1"/>
          </p:cNvSpPr>
          <p:nvPr>
            <p:ph type="body"/>
          </p:nvPr>
        </p:nvSpPr>
        <p:spPr>
          <a:xfrm>
            <a:off x="223200" y="1013040"/>
            <a:ext cx="1511640" cy="151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0" name="PlaceHolder 10"/>
          <p:cNvSpPr>
            <a:spLocks noGrp="1"/>
          </p:cNvSpPr>
          <p:nvPr>
            <p:ph type="body"/>
          </p:nvPr>
        </p:nvSpPr>
        <p:spPr>
          <a:xfrm>
            <a:off x="4639320" y="3090600"/>
            <a:ext cx="2070360" cy="16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1" name="PlaceHolder 11"/>
          <p:cNvSpPr>
            <a:spLocks noGrp="1"/>
          </p:cNvSpPr>
          <p:nvPr>
            <p:ph type="body"/>
          </p:nvPr>
        </p:nvSpPr>
        <p:spPr>
          <a:xfrm>
            <a:off x="2431800" y="3090600"/>
            <a:ext cx="2070360" cy="16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2" name="PlaceHolder 12"/>
          <p:cNvSpPr>
            <a:spLocks noGrp="1"/>
          </p:cNvSpPr>
          <p:nvPr>
            <p:ph type="body"/>
          </p:nvPr>
        </p:nvSpPr>
        <p:spPr>
          <a:xfrm>
            <a:off x="224280" y="3090600"/>
            <a:ext cx="2070360" cy="16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3" name="PlaceHolder 13"/>
          <p:cNvSpPr>
            <a:spLocks noGrp="1"/>
          </p:cNvSpPr>
          <p:nvPr>
            <p:ph type="body"/>
          </p:nvPr>
        </p:nvSpPr>
        <p:spPr>
          <a:xfrm>
            <a:off x="6849360" y="3090600"/>
            <a:ext cx="2070360" cy="16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-bloc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body"/>
          </p:nvPr>
        </p:nvSpPr>
        <p:spPr>
          <a:xfrm>
            <a:off x="1312200" y="227160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1312200" y="26431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72000" rIns="36000" tIns="36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356" name="Graphic 1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PlaceHolder 3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6-block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 type="body"/>
          </p:nvPr>
        </p:nvSpPr>
        <p:spPr>
          <a:xfrm>
            <a:off x="216360" y="227664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9" name="PlaceHolder 5"/>
          <p:cNvSpPr>
            <a:spLocks noGrp="1"/>
          </p:cNvSpPr>
          <p:nvPr>
            <p:ph type="body"/>
          </p:nvPr>
        </p:nvSpPr>
        <p:spPr>
          <a:xfrm>
            <a:off x="216360" y="355428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0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67AFED6C-6BDE-4CDB-837A-1A1E876BDBD9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Graphic 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Graphic 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PlaceHolder 6"/>
          <p:cNvSpPr>
            <a:spLocks noGrp="1"/>
          </p:cNvSpPr>
          <p:nvPr>
            <p:ph type="body"/>
          </p:nvPr>
        </p:nvSpPr>
        <p:spPr>
          <a:xfrm>
            <a:off x="1312200" y="355428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4" name="PlaceHolder 7"/>
          <p:cNvSpPr>
            <a:spLocks noGrp="1"/>
          </p:cNvSpPr>
          <p:nvPr>
            <p:ph type="body"/>
          </p:nvPr>
        </p:nvSpPr>
        <p:spPr>
          <a:xfrm>
            <a:off x="1312200" y="392076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5" name="PlaceHolder 8"/>
          <p:cNvSpPr>
            <a:spLocks noGrp="1"/>
          </p:cNvSpPr>
          <p:nvPr>
            <p:ph type="body"/>
          </p:nvPr>
        </p:nvSpPr>
        <p:spPr>
          <a:xfrm>
            <a:off x="4288680" y="227160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6" name="PlaceHolder 9"/>
          <p:cNvSpPr>
            <a:spLocks noGrp="1"/>
          </p:cNvSpPr>
          <p:nvPr>
            <p:ph type="body"/>
          </p:nvPr>
        </p:nvSpPr>
        <p:spPr>
          <a:xfrm>
            <a:off x="4288680" y="26431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7" name="PlaceHolder 10"/>
          <p:cNvSpPr>
            <a:spLocks noGrp="1"/>
          </p:cNvSpPr>
          <p:nvPr>
            <p:ph type="body"/>
          </p:nvPr>
        </p:nvSpPr>
        <p:spPr>
          <a:xfrm>
            <a:off x="3192480" y="227664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8" name="PlaceHolder 11"/>
          <p:cNvSpPr>
            <a:spLocks noGrp="1"/>
          </p:cNvSpPr>
          <p:nvPr>
            <p:ph type="body"/>
          </p:nvPr>
        </p:nvSpPr>
        <p:spPr>
          <a:xfrm>
            <a:off x="3192480" y="355428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9" name="PlaceHolder 12"/>
          <p:cNvSpPr>
            <a:spLocks noGrp="1"/>
          </p:cNvSpPr>
          <p:nvPr>
            <p:ph type="body"/>
          </p:nvPr>
        </p:nvSpPr>
        <p:spPr>
          <a:xfrm>
            <a:off x="4288680" y="355428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0" name="PlaceHolder 13"/>
          <p:cNvSpPr>
            <a:spLocks noGrp="1"/>
          </p:cNvSpPr>
          <p:nvPr>
            <p:ph type="body"/>
          </p:nvPr>
        </p:nvSpPr>
        <p:spPr>
          <a:xfrm>
            <a:off x="4288680" y="392076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1" name="PlaceHolder 14"/>
          <p:cNvSpPr>
            <a:spLocks noGrp="1"/>
          </p:cNvSpPr>
          <p:nvPr>
            <p:ph type="body"/>
          </p:nvPr>
        </p:nvSpPr>
        <p:spPr>
          <a:xfrm>
            <a:off x="7247160" y="227160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2" name="PlaceHolder 15"/>
          <p:cNvSpPr>
            <a:spLocks noGrp="1"/>
          </p:cNvSpPr>
          <p:nvPr>
            <p:ph type="body"/>
          </p:nvPr>
        </p:nvSpPr>
        <p:spPr>
          <a:xfrm>
            <a:off x="7247160" y="26431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3" name="PlaceHolder 16"/>
          <p:cNvSpPr>
            <a:spLocks noGrp="1"/>
          </p:cNvSpPr>
          <p:nvPr>
            <p:ph type="body"/>
          </p:nvPr>
        </p:nvSpPr>
        <p:spPr>
          <a:xfrm>
            <a:off x="6150960" y="227664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4" name="PlaceHolder 17"/>
          <p:cNvSpPr>
            <a:spLocks noGrp="1"/>
          </p:cNvSpPr>
          <p:nvPr>
            <p:ph type="body"/>
          </p:nvPr>
        </p:nvSpPr>
        <p:spPr>
          <a:xfrm>
            <a:off x="6150960" y="355428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5" name="PlaceHolder 18"/>
          <p:cNvSpPr>
            <a:spLocks noGrp="1"/>
          </p:cNvSpPr>
          <p:nvPr>
            <p:ph type="body"/>
          </p:nvPr>
        </p:nvSpPr>
        <p:spPr>
          <a:xfrm>
            <a:off x="7247160" y="355428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6" name="PlaceHolder 19"/>
          <p:cNvSpPr>
            <a:spLocks noGrp="1"/>
          </p:cNvSpPr>
          <p:nvPr>
            <p:ph type="body"/>
          </p:nvPr>
        </p:nvSpPr>
        <p:spPr>
          <a:xfrm>
            <a:off x="7247160" y="392076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7" name="PlaceHolder 20"/>
          <p:cNvSpPr>
            <a:spLocks noGrp="1"/>
          </p:cNvSpPr>
          <p:nvPr>
            <p:ph type="body"/>
          </p:nvPr>
        </p:nvSpPr>
        <p:spPr>
          <a:xfrm>
            <a:off x="224280" y="1008720"/>
            <a:ext cx="8702280" cy="112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-block 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raphic 1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6-block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0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1458CCB5-B893-473E-9C44-42F08D39AA9F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Graphic 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2" name="Graphic 4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8240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4288680" y="228636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body"/>
          </p:nvPr>
        </p:nvSpPr>
        <p:spPr>
          <a:xfrm>
            <a:off x="4288680" y="265284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Bullets/Paragraph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5" name="PlaceHolder 4"/>
          <p:cNvSpPr>
            <a:spLocks noGrp="1"/>
          </p:cNvSpPr>
          <p:nvPr>
            <p:ph type="body"/>
          </p:nvPr>
        </p:nvSpPr>
        <p:spPr>
          <a:xfrm>
            <a:off x="3192480" y="228636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6" name="PlaceHolder 5"/>
          <p:cNvSpPr>
            <a:spLocks noGrp="1"/>
          </p:cNvSpPr>
          <p:nvPr>
            <p:ph type="body"/>
          </p:nvPr>
        </p:nvSpPr>
        <p:spPr>
          <a:xfrm>
            <a:off x="3192480" y="355428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7" name="PlaceHolder 6"/>
          <p:cNvSpPr>
            <a:spLocks noGrp="1"/>
          </p:cNvSpPr>
          <p:nvPr>
            <p:ph type="body"/>
          </p:nvPr>
        </p:nvSpPr>
        <p:spPr>
          <a:xfrm>
            <a:off x="4288680" y="355428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8" name="PlaceHolder 7"/>
          <p:cNvSpPr>
            <a:spLocks noGrp="1"/>
          </p:cNvSpPr>
          <p:nvPr>
            <p:ph type="body"/>
          </p:nvPr>
        </p:nvSpPr>
        <p:spPr>
          <a:xfrm>
            <a:off x="4288680" y="392076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Bullets/Paragraph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9" name="PlaceHolder 8"/>
          <p:cNvSpPr>
            <a:spLocks noGrp="1"/>
          </p:cNvSpPr>
          <p:nvPr>
            <p:ph type="body"/>
          </p:nvPr>
        </p:nvSpPr>
        <p:spPr>
          <a:xfrm>
            <a:off x="7247160" y="227592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0" name="PlaceHolder 9"/>
          <p:cNvSpPr>
            <a:spLocks noGrp="1"/>
          </p:cNvSpPr>
          <p:nvPr>
            <p:ph type="body"/>
          </p:nvPr>
        </p:nvSpPr>
        <p:spPr>
          <a:xfrm>
            <a:off x="7247160" y="264240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Bullets/Paragraph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1" name="PlaceHolder 10"/>
          <p:cNvSpPr>
            <a:spLocks noGrp="1"/>
          </p:cNvSpPr>
          <p:nvPr>
            <p:ph type="body"/>
          </p:nvPr>
        </p:nvSpPr>
        <p:spPr>
          <a:xfrm>
            <a:off x="6150960" y="227592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2" name="PlaceHolder 11"/>
          <p:cNvSpPr>
            <a:spLocks noGrp="1"/>
          </p:cNvSpPr>
          <p:nvPr>
            <p:ph type="body"/>
          </p:nvPr>
        </p:nvSpPr>
        <p:spPr>
          <a:xfrm>
            <a:off x="6150960" y="354384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3" name="PlaceHolder 12"/>
          <p:cNvSpPr>
            <a:spLocks noGrp="1"/>
          </p:cNvSpPr>
          <p:nvPr>
            <p:ph type="body"/>
          </p:nvPr>
        </p:nvSpPr>
        <p:spPr>
          <a:xfrm>
            <a:off x="7247160" y="354384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4" name="PlaceHolder 13"/>
          <p:cNvSpPr>
            <a:spLocks noGrp="1"/>
          </p:cNvSpPr>
          <p:nvPr>
            <p:ph type="body"/>
          </p:nvPr>
        </p:nvSpPr>
        <p:spPr>
          <a:xfrm>
            <a:off x="7247160" y="39103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Bullets/Paragraph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5" name="PlaceHolder 14"/>
          <p:cNvSpPr>
            <a:spLocks noGrp="1"/>
          </p:cNvSpPr>
          <p:nvPr>
            <p:ph type="body"/>
          </p:nvPr>
        </p:nvSpPr>
        <p:spPr>
          <a:xfrm>
            <a:off x="4288680" y="101304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6" name="PlaceHolder 15"/>
          <p:cNvSpPr>
            <a:spLocks noGrp="1"/>
          </p:cNvSpPr>
          <p:nvPr>
            <p:ph type="body"/>
          </p:nvPr>
        </p:nvSpPr>
        <p:spPr>
          <a:xfrm>
            <a:off x="4288680" y="13849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Bullets/Paragraph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7" name="PlaceHolder 16"/>
          <p:cNvSpPr>
            <a:spLocks noGrp="1"/>
          </p:cNvSpPr>
          <p:nvPr>
            <p:ph type="body"/>
          </p:nvPr>
        </p:nvSpPr>
        <p:spPr>
          <a:xfrm>
            <a:off x="3192480" y="101844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8" name="PlaceHolder 17"/>
          <p:cNvSpPr>
            <a:spLocks noGrp="1"/>
          </p:cNvSpPr>
          <p:nvPr>
            <p:ph type="body"/>
          </p:nvPr>
        </p:nvSpPr>
        <p:spPr>
          <a:xfrm>
            <a:off x="7247160" y="101304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9" name="PlaceHolder 18"/>
          <p:cNvSpPr>
            <a:spLocks noGrp="1"/>
          </p:cNvSpPr>
          <p:nvPr>
            <p:ph type="body"/>
          </p:nvPr>
        </p:nvSpPr>
        <p:spPr>
          <a:xfrm>
            <a:off x="7247160" y="137448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Bullets/Paragraph</a:t>
            </a: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0" name="PlaceHolder 19"/>
          <p:cNvSpPr>
            <a:spLocks noGrp="1"/>
          </p:cNvSpPr>
          <p:nvPr>
            <p:ph type="body"/>
          </p:nvPr>
        </p:nvSpPr>
        <p:spPr>
          <a:xfrm>
            <a:off x="6150960" y="1008000"/>
            <a:ext cx="994680" cy="11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Click icon to add picture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1" name="PlaceHolder 20"/>
          <p:cNvSpPr>
            <a:spLocks noGrp="1"/>
          </p:cNvSpPr>
          <p:nvPr>
            <p:ph type="body"/>
          </p:nvPr>
        </p:nvSpPr>
        <p:spPr>
          <a:xfrm>
            <a:off x="224280" y="1008720"/>
            <a:ext cx="2808000" cy="178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2" name="PlaceHolder 21"/>
          <p:cNvSpPr>
            <a:spLocks noGrp="1"/>
          </p:cNvSpPr>
          <p:nvPr>
            <p:ph type="body"/>
          </p:nvPr>
        </p:nvSpPr>
        <p:spPr>
          <a:xfrm>
            <a:off x="224280" y="2944080"/>
            <a:ext cx="2808000" cy="174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velopment stages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raphic 1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Development stages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548280" y="145728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Heading 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body"/>
          </p:nvPr>
        </p:nvSpPr>
        <p:spPr>
          <a:xfrm>
            <a:off x="2182680" y="131724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Heading 2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 type="body"/>
          </p:nvPr>
        </p:nvSpPr>
        <p:spPr>
          <a:xfrm>
            <a:off x="3817080" y="119988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Heading 3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8" name="PlaceHolder 5"/>
          <p:cNvSpPr>
            <a:spLocks noGrp="1"/>
          </p:cNvSpPr>
          <p:nvPr>
            <p:ph type="body"/>
          </p:nvPr>
        </p:nvSpPr>
        <p:spPr>
          <a:xfrm>
            <a:off x="5451480" y="107496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Heading 4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9" name="PlaceHolder 6"/>
          <p:cNvSpPr>
            <a:spLocks noGrp="1"/>
          </p:cNvSpPr>
          <p:nvPr>
            <p:ph type="body"/>
          </p:nvPr>
        </p:nvSpPr>
        <p:spPr>
          <a:xfrm>
            <a:off x="7085880" y="95688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Heading 5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10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57378226-2C04-4B59-A7C2-3C71BF2759B8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Graphic 2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2" name="Graphic 4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9104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PlaceHolder 7"/>
          <p:cNvSpPr>
            <a:spLocks noGrp="1"/>
          </p:cNvSpPr>
          <p:nvPr>
            <p:ph type="body"/>
          </p:nvPr>
        </p:nvSpPr>
        <p:spPr>
          <a:xfrm>
            <a:off x="548280" y="1457280"/>
            <a:ext cx="1511640" cy="272808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14" name="PlaceHolder 8"/>
          <p:cNvSpPr>
            <a:spLocks noGrp="1"/>
          </p:cNvSpPr>
          <p:nvPr>
            <p:ph type="body"/>
          </p:nvPr>
        </p:nvSpPr>
        <p:spPr>
          <a:xfrm>
            <a:off x="2182680" y="1317240"/>
            <a:ext cx="1511640" cy="30290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15" name="PlaceHolder 9"/>
          <p:cNvSpPr>
            <a:spLocks noGrp="1"/>
          </p:cNvSpPr>
          <p:nvPr>
            <p:ph type="body"/>
          </p:nvPr>
        </p:nvSpPr>
        <p:spPr>
          <a:xfrm>
            <a:off x="3817080" y="1199880"/>
            <a:ext cx="1511640" cy="32637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16" name="PlaceHolder 10"/>
          <p:cNvSpPr>
            <a:spLocks noGrp="1"/>
          </p:cNvSpPr>
          <p:nvPr>
            <p:ph type="body"/>
          </p:nvPr>
        </p:nvSpPr>
        <p:spPr>
          <a:xfrm>
            <a:off x="5451480" y="1074960"/>
            <a:ext cx="1511640" cy="351252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17" name="PlaceHolder 11"/>
          <p:cNvSpPr>
            <a:spLocks noGrp="1"/>
          </p:cNvSpPr>
          <p:nvPr>
            <p:ph type="body"/>
          </p:nvPr>
        </p:nvSpPr>
        <p:spPr>
          <a:xfrm>
            <a:off x="7085880" y="956880"/>
            <a:ext cx="1511640" cy="37515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eps/processes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raphic 2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Steps/processes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20" name="Text Placeholder 34"/>
          <p:cNvSpPr/>
          <p:nvPr/>
        </p:nvSpPr>
        <p:spPr>
          <a:xfrm>
            <a:off x="224280" y="2822400"/>
            <a:ext cx="1799640" cy="43308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IN" sz="12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Title 1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Placeholder 34"/>
          <p:cNvSpPr/>
          <p:nvPr/>
        </p:nvSpPr>
        <p:spPr>
          <a:xfrm>
            <a:off x="1945800" y="2822400"/>
            <a:ext cx="1799640" cy="4330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IN" sz="12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Title 2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Placeholder 34"/>
          <p:cNvSpPr/>
          <p:nvPr/>
        </p:nvSpPr>
        <p:spPr>
          <a:xfrm>
            <a:off x="3667680" y="2822400"/>
            <a:ext cx="1799640" cy="4330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IN" sz="12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Title 3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Placeholder 34"/>
          <p:cNvSpPr/>
          <p:nvPr/>
        </p:nvSpPr>
        <p:spPr>
          <a:xfrm>
            <a:off x="5389200" y="2822400"/>
            <a:ext cx="1799640" cy="4330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IN" sz="12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Title 4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Placeholder 34"/>
          <p:cNvSpPr/>
          <p:nvPr/>
        </p:nvSpPr>
        <p:spPr>
          <a:xfrm>
            <a:off x="7110720" y="2839320"/>
            <a:ext cx="1799640" cy="4330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IN" sz="12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Title 5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22428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180000" indent="-180000" defTabSz="6858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body"/>
          </p:nvPr>
        </p:nvSpPr>
        <p:spPr>
          <a:xfrm>
            <a:off x="224280" y="1911600"/>
            <a:ext cx="791640" cy="7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body"/>
          </p:nvPr>
        </p:nvSpPr>
        <p:spPr>
          <a:xfrm>
            <a:off x="194220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180000" indent="-180000" defTabSz="6858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28" name="PlaceHolder 5"/>
          <p:cNvSpPr>
            <a:spLocks noGrp="1"/>
          </p:cNvSpPr>
          <p:nvPr>
            <p:ph type="body"/>
          </p:nvPr>
        </p:nvSpPr>
        <p:spPr>
          <a:xfrm>
            <a:off x="367488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180000" indent="-180000" defTabSz="6858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29" name="PlaceHolder 6"/>
          <p:cNvSpPr>
            <a:spLocks noGrp="1"/>
          </p:cNvSpPr>
          <p:nvPr>
            <p:ph type="body"/>
          </p:nvPr>
        </p:nvSpPr>
        <p:spPr>
          <a:xfrm>
            <a:off x="539280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180000" indent="-180000" defTabSz="6858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30" name="PlaceHolder 7"/>
          <p:cNvSpPr>
            <a:spLocks noGrp="1"/>
          </p:cNvSpPr>
          <p:nvPr>
            <p:ph type="body"/>
          </p:nvPr>
        </p:nvSpPr>
        <p:spPr>
          <a:xfrm>
            <a:off x="711072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180000" indent="-180000" defTabSz="6858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Heading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31" name="PlaceHolder 8"/>
          <p:cNvSpPr>
            <a:spLocks noGrp="1"/>
          </p:cNvSpPr>
          <p:nvPr>
            <p:ph type="body"/>
          </p:nvPr>
        </p:nvSpPr>
        <p:spPr>
          <a:xfrm>
            <a:off x="224280" y="933120"/>
            <a:ext cx="867168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32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3C428EB1-8BBD-4EA3-8B7C-DB7737FF4A5E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3" name="Graphic 2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4" name="Graphic 4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9104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PlaceHolder 9"/>
          <p:cNvSpPr>
            <a:spLocks noGrp="1"/>
          </p:cNvSpPr>
          <p:nvPr>
            <p:ph type="body"/>
          </p:nvPr>
        </p:nvSpPr>
        <p:spPr>
          <a:xfrm>
            <a:off x="1956600" y="1911600"/>
            <a:ext cx="791640" cy="7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36" name="PlaceHolder 10"/>
          <p:cNvSpPr>
            <a:spLocks noGrp="1"/>
          </p:cNvSpPr>
          <p:nvPr>
            <p:ph type="body"/>
          </p:nvPr>
        </p:nvSpPr>
        <p:spPr>
          <a:xfrm>
            <a:off x="3674880" y="1911600"/>
            <a:ext cx="791640" cy="7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37" name="PlaceHolder 11"/>
          <p:cNvSpPr>
            <a:spLocks noGrp="1"/>
          </p:cNvSpPr>
          <p:nvPr>
            <p:ph type="body"/>
          </p:nvPr>
        </p:nvSpPr>
        <p:spPr>
          <a:xfrm>
            <a:off x="5392800" y="1911600"/>
            <a:ext cx="791640" cy="7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38" name="PlaceHolder 12"/>
          <p:cNvSpPr>
            <a:spLocks noGrp="1"/>
          </p:cNvSpPr>
          <p:nvPr>
            <p:ph type="body"/>
          </p:nvPr>
        </p:nvSpPr>
        <p:spPr>
          <a:xfrm>
            <a:off x="7110720" y="1894680"/>
            <a:ext cx="791640" cy="7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39" name="PlaceHolder 13"/>
          <p:cNvSpPr>
            <a:spLocks noGrp="1"/>
          </p:cNvSpPr>
          <p:nvPr>
            <p:ph type="body"/>
          </p:nvPr>
        </p:nvSpPr>
        <p:spPr>
          <a:xfrm>
            <a:off x="22428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685800"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40" name="PlaceHolder 14"/>
          <p:cNvSpPr>
            <a:spLocks noGrp="1"/>
          </p:cNvSpPr>
          <p:nvPr>
            <p:ph type="body"/>
          </p:nvPr>
        </p:nvSpPr>
        <p:spPr>
          <a:xfrm>
            <a:off x="194220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685800"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41" name="PlaceHolder 15"/>
          <p:cNvSpPr>
            <a:spLocks noGrp="1"/>
          </p:cNvSpPr>
          <p:nvPr>
            <p:ph type="body"/>
          </p:nvPr>
        </p:nvSpPr>
        <p:spPr>
          <a:xfrm>
            <a:off x="367488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685800"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42" name="PlaceHolder 16"/>
          <p:cNvSpPr>
            <a:spLocks noGrp="1"/>
          </p:cNvSpPr>
          <p:nvPr>
            <p:ph type="body"/>
          </p:nvPr>
        </p:nvSpPr>
        <p:spPr>
          <a:xfrm>
            <a:off x="539280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685800"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43" name="PlaceHolder 17"/>
          <p:cNvSpPr>
            <a:spLocks noGrp="1"/>
          </p:cNvSpPr>
          <p:nvPr>
            <p:ph type="body"/>
          </p:nvPr>
        </p:nvSpPr>
        <p:spPr>
          <a:xfrm>
            <a:off x="711072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685800" indent="0" defTabSz="685800">
              <a:lnSpc>
                <a:spcPct val="90000"/>
              </a:lnSpc>
              <a:spcBef>
                <a:spcPts val="374"/>
              </a:spcBef>
              <a:buNone/>
              <a:tabLst>
                <a:tab algn="l" pos="0"/>
              </a:tabLst>
            </a:pP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melin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raphic 3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Timeline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46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076B3D52-4752-4112-8DCA-10D56D210C68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7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8" name="Graphic 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9104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43020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2"/>
                </a:solidFill>
                <a:effectLst/>
                <a:uFillTx/>
                <a:latin typeface="KareliaWeb Regular"/>
              </a:rPr>
              <a:t>Year 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body"/>
          </p:nvPr>
        </p:nvSpPr>
        <p:spPr>
          <a:xfrm rot="10800000">
            <a:off x="0" y="2386800"/>
            <a:ext cx="9143640" cy="360"/>
          </a:xfrm>
          <a:prstGeom prst="rect">
            <a:avLst/>
          </a:prstGeom>
          <a:noFill/>
          <a:ln w="0">
            <a:solidFill>
              <a:schemeClr val="accent2"/>
            </a:solidFill>
          </a:ln>
        </p:spPr>
        <p:txBody>
          <a:bodyPr lIns="90000" rIns="90000" tIns="-44640" bIns="-4464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Click to edit Master text styles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51" name="Text Placeholder 10"/>
          <p:cNvSpPr/>
          <p:nvPr/>
        </p:nvSpPr>
        <p:spPr>
          <a:xfrm>
            <a:off x="81180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Year 1</a:t>
            </a:r>
            <a:endParaRPr b="0" lang="en-US" sz="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 type="body"/>
          </p:nvPr>
        </p:nvSpPr>
        <p:spPr>
          <a:xfrm>
            <a:off x="87084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KareliaWeb Regular"/>
              </a:rPr>
              <a:t>1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 type="body"/>
          </p:nvPr>
        </p:nvSpPr>
        <p:spPr>
          <a:xfrm>
            <a:off x="43020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54" name="PlaceHolder 6"/>
          <p:cNvSpPr>
            <a:spLocks noGrp="1"/>
          </p:cNvSpPr>
          <p:nvPr>
            <p:ph type="body"/>
          </p:nvPr>
        </p:nvSpPr>
        <p:spPr>
          <a:xfrm>
            <a:off x="213768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2"/>
                </a:solidFill>
                <a:effectLst/>
                <a:uFillTx/>
                <a:latin typeface="KareliaWeb Regular"/>
              </a:rPr>
              <a:t>Year 2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55" name="Text Placeholder 10"/>
          <p:cNvSpPr/>
          <p:nvPr/>
        </p:nvSpPr>
        <p:spPr>
          <a:xfrm>
            <a:off x="251892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Year 1</a:t>
            </a:r>
            <a:endParaRPr b="0" lang="en-US" sz="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7"/>
          <p:cNvSpPr>
            <a:spLocks noGrp="1"/>
          </p:cNvSpPr>
          <p:nvPr>
            <p:ph type="body"/>
          </p:nvPr>
        </p:nvSpPr>
        <p:spPr>
          <a:xfrm>
            <a:off x="257796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KareliaWeb Regular"/>
              </a:rPr>
              <a:t>1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57" name="PlaceHolder 8"/>
          <p:cNvSpPr>
            <a:spLocks noGrp="1"/>
          </p:cNvSpPr>
          <p:nvPr>
            <p:ph type="body"/>
          </p:nvPr>
        </p:nvSpPr>
        <p:spPr>
          <a:xfrm>
            <a:off x="214056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58" name="PlaceHolder 9"/>
          <p:cNvSpPr>
            <a:spLocks noGrp="1"/>
          </p:cNvSpPr>
          <p:nvPr>
            <p:ph type="body"/>
          </p:nvPr>
        </p:nvSpPr>
        <p:spPr>
          <a:xfrm>
            <a:off x="385128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2"/>
                </a:solidFill>
                <a:effectLst/>
                <a:uFillTx/>
                <a:latin typeface="KareliaWeb Regular"/>
              </a:rPr>
              <a:t>Year 3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59" name="Text Placeholder 10"/>
          <p:cNvSpPr/>
          <p:nvPr/>
        </p:nvSpPr>
        <p:spPr>
          <a:xfrm>
            <a:off x="423252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Year 1</a:t>
            </a:r>
            <a:endParaRPr b="0" lang="en-US" sz="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10"/>
          <p:cNvSpPr>
            <a:spLocks noGrp="1"/>
          </p:cNvSpPr>
          <p:nvPr>
            <p:ph type="body"/>
          </p:nvPr>
        </p:nvSpPr>
        <p:spPr>
          <a:xfrm>
            <a:off x="429156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KareliaWeb Regular"/>
              </a:rPr>
              <a:t>1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61" name="PlaceHolder 11"/>
          <p:cNvSpPr>
            <a:spLocks noGrp="1"/>
          </p:cNvSpPr>
          <p:nvPr>
            <p:ph type="body"/>
          </p:nvPr>
        </p:nvSpPr>
        <p:spPr>
          <a:xfrm>
            <a:off x="385128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62" name="PlaceHolder 12"/>
          <p:cNvSpPr>
            <a:spLocks noGrp="1"/>
          </p:cNvSpPr>
          <p:nvPr>
            <p:ph type="body"/>
          </p:nvPr>
        </p:nvSpPr>
        <p:spPr>
          <a:xfrm>
            <a:off x="556164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2"/>
                </a:solidFill>
                <a:effectLst/>
                <a:uFillTx/>
                <a:latin typeface="KareliaWeb Regular"/>
              </a:rPr>
              <a:t>Year 4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63" name="Text Placeholder 10"/>
          <p:cNvSpPr/>
          <p:nvPr/>
        </p:nvSpPr>
        <p:spPr>
          <a:xfrm>
            <a:off x="594288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Year 1</a:t>
            </a:r>
            <a:endParaRPr b="0" lang="en-US" sz="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13"/>
          <p:cNvSpPr>
            <a:spLocks noGrp="1"/>
          </p:cNvSpPr>
          <p:nvPr>
            <p:ph type="body"/>
          </p:nvPr>
        </p:nvSpPr>
        <p:spPr>
          <a:xfrm>
            <a:off x="600192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KareliaWeb Regular"/>
              </a:rPr>
              <a:t>1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65" name="PlaceHolder 14"/>
          <p:cNvSpPr>
            <a:spLocks noGrp="1"/>
          </p:cNvSpPr>
          <p:nvPr>
            <p:ph type="body"/>
          </p:nvPr>
        </p:nvSpPr>
        <p:spPr>
          <a:xfrm>
            <a:off x="556164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66" name="PlaceHolder 15"/>
          <p:cNvSpPr>
            <a:spLocks noGrp="1"/>
          </p:cNvSpPr>
          <p:nvPr>
            <p:ph type="body"/>
          </p:nvPr>
        </p:nvSpPr>
        <p:spPr>
          <a:xfrm>
            <a:off x="727200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2"/>
                </a:solidFill>
                <a:effectLst/>
                <a:uFillTx/>
                <a:latin typeface="KareliaWeb Regular"/>
              </a:rPr>
              <a:t>Year 5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67" name="Text Placeholder 10"/>
          <p:cNvSpPr/>
          <p:nvPr/>
        </p:nvSpPr>
        <p:spPr>
          <a:xfrm>
            <a:off x="765324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Year 1</a:t>
            </a:r>
            <a:endParaRPr b="0" lang="en-US" sz="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16"/>
          <p:cNvSpPr>
            <a:spLocks noGrp="1"/>
          </p:cNvSpPr>
          <p:nvPr>
            <p:ph type="body"/>
          </p:nvPr>
        </p:nvSpPr>
        <p:spPr>
          <a:xfrm>
            <a:off x="771228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KareliaWeb Regular"/>
              </a:rPr>
              <a:t>1</a:t>
            </a:r>
            <a:endParaRPr b="0" lang="en-US" sz="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69" name="PlaceHolder 17"/>
          <p:cNvSpPr>
            <a:spLocks noGrp="1"/>
          </p:cNvSpPr>
          <p:nvPr>
            <p:ph type="body"/>
          </p:nvPr>
        </p:nvSpPr>
        <p:spPr>
          <a:xfrm>
            <a:off x="727200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70" name="PlaceHolder 18"/>
          <p:cNvSpPr>
            <a:spLocks noGrp="1"/>
          </p:cNvSpPr>
          <p:nvPr>
            <p:ph type="body"/>
          </p:nvPr>
        </p:nvSpPr>
        <p:spPr>
          <a:xfrm>
            <a:off x="224280" y="933120"/>
            <a:ext cx="867168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Description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oughnut percentag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raphic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Doughnut percentage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73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D352CA85-12D6-4120-9BDF-621C72A04FBF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4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Text Placeholder 12"/>
          <p:cNvSpPr/>
          <p:nvPr/>
        </p:nvSpPr>
        <p:spPr>
          <a:xfrm>
            <a:off x="6885000" y="1094760"/>
            <a:ext cx="1460880" cy="146088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rgbClr val="eeeeee"/>
                </a:solidFill>
                <a:effectLst/>
                <a:uFillTx/>
                <a:latin typeface="KareliaWeb Regular"/>
              </a:rPr>
              <a:t>Click to edit Master text styles</a:t>
            </a:r>
            <a:endParaRPr b="0" lang="en-US" sz="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Placeholder 12"/>
          <p:cNvSpPr/>
          <p:nvPr/>
        </p:nvSpPr>
        <p:spPr>
          <a:xfrm>
            <a:off x="6921720" y="1131480"/>
            <a:ext cx="1387440" cy="1387440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rgbClr val="c6c6c6"/>
                </a:solidFill>
                <a:effectLst/>
                <a:uFillTx/>
                <a:latin typeface="KareliaWeb Regular"/>
              </a:rPr>
              <a:t>Click to edit Master text styles</a:t>
            </a:r>
            <a:endParaRPr b="0" lang="en-US" sz="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Placeholder 12"/>
          <p:cNvSpPr/>
          <p:nvPr/>
        </p:nvSpPr>
        <p:spPr>
          <a:xfrm>
            <a:off x="7083720" y="1293480"/>
            <a:ext cx="1063440" cy="10634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2"/>
                </a:solidFill>
                <a:effectLst/>
                <a:uFillTx/>
                <a:latin typeface="KareliaWeb Regular"/>
              </a:rPr>
              <a:t>10%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750000" y="2693520"/>
            <a:ext cx="17312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body"/>
          </p:nvPr>
        </p:nvSpPr>
        <p:spPr>
          <a:xfrm>
            <a:off x="6750360" y="3052440"/>
            <a:ext cx="1730160" cy="145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80" name="Text Placeholder 12"/>
          <p:cNvSpPr/>
          <p:nvPr/>
        </p:nvSpPr>
        <p:spPr>
          <a:xfrm>
            <a:off x="4854240" y="1094760"/>
            <a:ext cx="1460880" cy="146088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rgbClr val="eeeeee"/>
                </a:solidFill>
                <a:effectLst/>
                <a:uFillTx/>
                <a:latin typeface="KareliaWeb Regular"/>
              </a:rPr>
              <a:t>Click to edit Master text styles</a:t>
            </a:r>
            <a:endParaRPr b="0" lang="en-US" sz="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Placeholder 12"/>
          <p:cNvSpPr/>
          <p:nvPr/>
        </p:nvSpPr>
        <p:spPr>
          <a:xfrm>
            <a:off x="4890960" y="1131480"/>
            <a:ext cx="1387440" cy="1387440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rgbClr val="c6c6c6"/>
                </a:solidFill>
                <a:effectLst/>
                <a:uFillTx/>
                <a:latin typeface="KareliaWeb Regular"/>
              </a:rPr>
              <a:t>Click to edit Master text styles</a:t>
            </a:r>
            <a:endParaRPr b="0" lang="en-US" sz="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Placeholder 12"/>
          <p:cNvSpPr/>
          <p:nvPr/>
        </p:nvSpPr>
        <p:spPr>
          <a:xfrm>
            <a:off x="5052960" y="1293480"/>
            <a:ext cx="1063440" cy="10634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2"/>
                </a:solidFill>
                <a:effectLst/>
                <a:uFillTx/>
                <a:latin typeface="KareliaWeb Regular"/>
              </a:rPr>
              <a:t>25%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 type="body"/>
          </p:nvPr>
        </p:nvSpPr>
        <p:spPr>
          <a:xfrm>
            <a:off x="4718880" y="2693520"/>
            <a:ext cx="17312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84" name="PlaceHolder 5"/>
          <p:cNvSpPr>
            <a:spLocks noGrp="1"/>
          </p:cNvSpPr>
          <p:nvPr>
            <p:ph type="body"/>
          </p:nvPr>
        </p:nvSpPr>
        <p:spPr>
          <a:xfrm>
            <a:off x="4719240" y="3052440"/>
            <a:ext cx="1730160" cy="145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85" name="Text Placeholder 12"/>
          <p:cNvSpPr/>
          <p:nvPr/>
        </p:nvSpPr>
        <p:spPr>
          <a:xfrm>
            <a:off x="2823840" y="1094760"/>
            <a:ext cx="1460880" cy="1460880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rgbClr val="eeeeee"/>
                </a:solidFill>
                <a:effectLst/>
                <a:uFillTx/>
                <a:latin typeface="KareliaWeb Regular"/>
              </a:rPr>
              <a:t>Click to edit Master text styles</a:t>
            </a:r>
            <a:endParaRPr b="0" lang="en-US" sz="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Placeholder 12"/>
          <p:cNvSpPr/>
          <p:nvPr/>
        </p:nvSpPr>
        <p:spPr>
          <a:xfrm>
            <a:off x="2860560" y="1131480"/>
            <a:ext cx="1387440" cy="1387440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rgbClr val="c6c6c6"/>
                </a:solidFill>
                <a:effectLst/>
                <a:uFillTx/>
                <a:latin typeface="KareliaWeb Regular"/>
              </a:rPr>
              <a:t>Click to edit Master text styles</a:t>
            </a:r>
            <a:endParaRPr b="0" lang="en-US" sz="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Placeholder 12"/>
          <p:cNvSpPr/>
          <p:nvPr/>
        </p:nvSpPr>
        <p:spPr>
          <a:xfrm>
            <a:off x="3022560" y="1293480"/>
            <a:ext cx="1063440" cy="10634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2"/>
                </a:solidFill>
                <a:effectLst/>
                <a:uFillTx/>
                <a:latin typeface="KareliaWeb Regular"/>
              </a:rPr>
              <a:t>50%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6"/>
          <p:cNvSpPr>
            <a:spLocks noGrp="1"/>
          </p:cNvSpPr>
          <p:nvPr>
            <p:ph type="body"/>
          </p:nvPr>
        </p:nvSpPr>
        <p:spPr>
          <a:xfrm>
            <a:off x="2688480" y="2693520"/>
            <a:ext cx="17312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89" name="PlaceHolder 7"/>
          <p:cNvSpPr>
            <a:spLocks noGrp="1"/>
          </p:cNvSpPr>
          <p:nvPr>
            <p:ph type="body"/>
          </p:nvPr>
        </p:nvSpPr>
        <p:spPr>
          <a:xfrm>
            <a:off x="2688840" y="3052440"/>
            <a:ext cx="1730160" cy="145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90" name="Text Placeholder 12"/>
          <p:cNvSpPr/>
          <p:nvPr/>
        </p:nvSpPr>
        <p:spPr>
          <a:xfrm>
            <a:off x="792720" y="1094760"/>
            <a:ext cx="1460880" cy="14608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rgbClr val="eeeeee"/>
                </a:solidFill>
                <a:effectLst/>
                <a:uFillTx/>
                <a:latin typeface="KareliaWeb Regular"/>
              </a:rPr>
              <a:t>Click to edit Master text styles</a:t>
            </a:r>
            <a:endParaRPr b="0" lang="en-US" sz="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Placeholder 12"/>
          <p:cNvSpPr/>
          <p:nvPr/>
        </p:nvSpPr>
        <p:spPr>
          <a:xfrm>
            <a:off x="829440" y="1131480"/>
            <a:ext cx="1387440" cy="1387440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00" strike="noStrike" u="none">
                <a:solidFill>
                  <a:srgbClr val="c6c6c6"/>
                </a:solidFill>
                <a:effectLst/>
                <a:uFillTx/>
                <a:latin typeface="KareliaWeb Regular"/>
              </a:rPr>
              <a:t>Click to edit Master text styles</a:t>
            </a:r>
            <a:endParaRPr b="0" lang="en-US" sz="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Placeholder 12"/>
          <p:cNvSpPr/>
          <p:nvPr/>
        </p:nvSpPr>
        <p:spPr>
          <a:xfrm>
            <a:off x="991440" y="1293480"/>
            <a:ext cx="1063440" cy="10634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2"/>
                </a:solidFill>
                <a:effectLst/>
                <a:uFillTx/>
                <a:latin typeface="KareliaWeb Regular"/>
              </a:rPr>
              <a:t>75%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8"/>
          <p:cNvSpPr>
            <a:spLocks noGrp="1"/>
          </p:cNvSpPr>
          <p:nvPr>
            <p:ph type="body"/>
          </p:nvPr>
        </p:nvSpPr>
        <p:spPr>
          <a:xfrm>
            <a:off x="657720" y="2693520"/>
            <a:ext cx="17312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94" name="PlaceHolder 9"/>
          <p:cNvSpPr>
            <a:spLocks noGrp="1"/>
          </p:cNvSpPr>
          <p:nvPr>
            <p:ph type="body"/>
          </p:nvPr>
        </p:nvSpPr>
        <p:spPr>
          <a:xfrm>
            <a:off x="658080" y="3052440"/>
            <a:ext cx="1730160" cy="145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495" name="Graphic 47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9104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with two logos and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raphic 5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057560" y="0"/>
            <a:ext cx="508608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Freeform: Shape 430"/>
          <p:cNvSpPr/>
          <p:nvPr/>
        </p:nvSpPr>
        <p:spPr>
          <a:xfrm>
            <a:off x="9124920" y="3061080"/>
            <a:ext cx="21240" cy="21240"/>
          </a:xfrm>
          <a:custGeom>
            <a:avLst/>
            <a:gdLst>
              <a:gd name="textAreaLeft" fmla="*/ 0 w 21240"/>
              <a:gd name="textAreaRight" fmla="*/ 21600 w 21240"/>
              <a:gd name="textAreaTop" fmla="*/ 0 h 21240"/>
              <a:gd name="textAreaBottom" fmla="*/ 21600 h 21240"/>
              <a:gd name="GluePoint1X" fmla="*/ 28800 w 28800"/>
              <a:gd name="GluePoint1Y" fmla="*/ 14400 h 28800"/>
              <a:gd name="GluePoint2X" fmla="*/ 14400 w 28800"/>
              <a:gd name="GluePoint2Y" fmla="*/ 28800 h 28800"/>
              <a:gd name="GluePoint3X" fmla="*/ 0 w 28800"/>
              <a:gd name="GluePoint3Y" fmla="*/ 14400 h 28800"/>
              <a:gd name="GluePoint4X" fmla="*/ 14400 w 28800"/>
              <a:gd name="GluePoint4Y" fmla="*/ 0 h 28800"/>
              <a:gd name="GluePoint5X" fmla="*/ 28800 w 28800"/>
              <a:gd name="GluePoint5Y" fmla="*/ 14400 h 2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ctr">
            <a:noAutofit/>
          </a:bodyPr>
          <a:p>
            <a:pPr defTabSz="457200">
              <a:lnSpc>
                <a:spcPct val="100000"/>
              </a:lnSpc>
            </a:pPr>
            <a:endParaRPr b="0" lang="en-IN" sz="101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98" name="Freeform: Shape 431"/>
          <p:cNvSpPr/>
          <p:nvPr/>
        </p:nvSpPr>
        <p:spPr>
          <a:xfrm>
            <a:off x="9124920" y="3061080"/>
            <a:ext cx="21240" cy="21240"/>
          </a:xfrm>
          <a:custGeom>
            <a:avLst/>
            <a:gdLst>
              <a:gd name="textAreaLeft" fmla="*/ 0 w 21240"/>
              <a:gd name="textAreaRight" fmla="*/ 21600 w 21240"/>
              <a:gd name="textAreaTop" fmla="*/ 0 h 21240"/>
              <a:gd name="textAreaBottom" fmla="*/ 21600 h 21240"/>
              <a:gd name="GluePoint1X" fmla="*/ 28800 w 28800"/>
              <a:gd name="GluePoint1Y" fmla="*/ 14400 h 28800"/>
              <a:gd name="GluePoint2X" fmla="*/ 14400 w 28800"/>
              <a:gd name="GluePoint2Y" fmla="*/ 28800 h 28800"/>
              <a:gd name="GluePoint3X" fmla="*/ 0 w 28800"/>
              <a:gd name="GluePoint3Y" fmla="*/ 14400 h 28800"/>
              <a:gd name="GluePoint4X" fmla="*/ 14400 w 28800"/>
              <a:gd name="GluePoint4Y" fmla="*/ 0 h 28800"/>
              <a:gd name="GluePoint5X" fmla="*/ 28800 w 28800"/>
              <a:gd name="GluePoint5Y" fmla="*/ 14400 h 2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ctr">
            <a:noAutofit/>
          </a:bodyPr>
          <a:p>
            <a:pPr defTabSz="457200">
              <a:lnSpc>
                <a:spcPct val="100000"/>
              </a:lnSpc>
            </a:pPr>
            <a:endParaRPr b="0" lang="en-IN" sz="101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99" name="PlaceHolder 1"/>
          <p:cNvSpPr>
            <a:spLocks noGrp="1"/>
          </p:cNvSpPr>
          <p:nvPr>
            <p:ph type="body"/>
          </p:nvPr>
        </p:nvSpPr>
        <p:spPr>
          <a:xfrm>
            <a:off x="4696920" y="-7261200"/>
            <a:ext cx="3932640" cy="103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sp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Title of the Presentation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4696920" y="3135960"/>
            <a:ext cx="3932640" cy="447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Subtitle of the Presentation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501" name="Group 36"/>
          <p:cNvGrpSpPr/>
          <p:nvPr/>
        </p:nvGrpSpPr>
        <p:grpSpPr>
          <a:xfrm>
            <a:off x="4810680" y="4062240"/>
            <a:ext cx="1441080" cy="450720"/>
            <a:chOff x="4810680" y="4062240"/>
            <a:chExt cx="1441080" cy="450720"/>
          </a:xfrm>
        </p:grpSpPr>
        <p:grpSp>
          <p:nvGrpSpPr>
            <p:cNvPr id="502" name="Picture 7"/>
            <p:cNvGrpSpPr/>
            <p:nvPr/>
          </p:nvGrpSpPr>
          <p:grpSpPr>
            <a:xfrm>
              <a:off x="4810680" y="4112280"/>
              <a:ext cx="1249920" cy="351360"/>
              <a:chOff x="4810680" y="4112280"/>
              <a:chExt cx="1249920" cy="351360"/>
            </a:xfrm>
          </p:grpSpPr>
          <p:grpSp>
            <p:nvGrpSpPr>
              <p:cNvPr id="503" name="Picture 7"/>
              <p:cNvGrpSpPr/>
              <p:nvPr/>
            </p:nvGrpSpPr>
            <p:grpSpPr>
              <a:xfrm>
                <a:off x="4810680" y="4112280"/>
                <a:ext cx="1166400" cy="351360"/>
                <a:chOff x="4810680" y="4112280"/>
                <a:chExt cx="1166400" cy="351360"/>
              </a:xfrm>
            </p:grpSpPr>
            <p:sp>
              <p:nvSpPr>
                <p:cNvPr id="504" name="Freeform: Shape 41"/>
                <p:cNvSpPr/>
                <p:nvPr/>
              </p:nvSpPr>
              <p:spPr>
                <a:xfrm>
                  <a:off x="4810680" y="4112280"/>
                  <a:ext cx="208440" cy="274680"/>
                </a:xfrm>
                <a:custGeom>
                  <a:avLst/>
                  <a:gdLst>
                    <a:gd name="textAreaLeft" fmla="*/ 0 w 208440"/>
                    <a:gd name="textAreaRight" fmla="*/ 208800 w 208440"/>
                    <a:gd name="textAreaTop" fmla="*/ 0 h 274680"/>
                    <a:gd name="textAreaBottom" fmla="*/ 275040 h 274680"/>
                    <a:gd name="GluePoint1X" fmla="*/ 0 w 398847"/>
                    <a:gd name="GluePoint1Y" fmla="*/ 0 h 525915"/>
                    <a:gd name="GluePoint2X" fmla="*/ 219917 w 398847"/>
                    <a:gd name="GluePoint2Y" fmla="*/ 0 h 525915"/>
                    <a:gd name="GluePoint3X" fmla="*/ 287155 w 398847"/>
                    <a:gd name="GluePoint3Y" fmla="*/ 7109 h 525915"/>
                    <a:gd name="GluePoint4X" fmla="*/ 344415 w 398847"/>
                    <a:gd name="GluePoint4Y" fmla="*/ 31906 h 525915"/>
                    <a:gd name="GluePoint5X" fmla="*/ 384030 w 398847"/>
                    <a:gd name="GluePoint5Y" fmla="*/ 79187 h 525915"/>
                    <a:gd name="GluePoint6X" fmla="*/ 398848 w 398847"/>
                    <a:gd name="GluePoint6Y" fmla="*/ 153278 h 525915"/>
                    <a:gd name="GluePoint7X" fmla="*/ 348911 w 398847"/>
                    <a:gd name="GluePoint7Y" fmla="*/ 274650 h 525915"/>
                    <a:gd name="GluePoint8X" fmla="*/ 201415 w 398847"/>
                    <a:gd name="GluePoint8Y" fmla="*/ 315678 h 525915"/>
                    <a:gd name="GluePoint9X" fmla="*/ 68438 w 398847"/>
                    <a:gd name="GluePoint9Y" fmla="*/ 315678 h 525915"/>
                    <a:gd name="GluePoint10X" fmla="*/ 68438 w 398847"/>
                    <a:gd name="GluePoint10Y" fmla="*/ 525916 h 525915"/>
                    <a:gd name="GluePoint11X" fmla="*/ 86 w 398847"/>
                    <a:gd name="GluePoint11Y" fmla="*/ 525916 h 525915"/>
                    <a:gd name="GluePoint12X" fmla="*/ 86 w 398847"/>
                    <a:gd name="GluePoint12Y" fmla="*/ 0 h 525915"/>
                    <a:gd name="GluePoint13X" fmla="*/ 68352 w 398847"/>
                    <a:gd name="GluePoint13Y" fmla="*/ 252380 h 525915"/>
                    <a:gd name="GluePoint14X" fmla="*/ 202229 w 398847"/>
                    <a:gd name="GluePoint14Y" fmla="*/ 252380 h 525915"/>
                    <a:gd name="GluePoint15X" fmla="*/ 298633 w 398847"/>
                    <a:gd name="GluePoint15Y" fmla="*/ 227454 h 525915"/>
                    <a:gd name="GluePoint16X" fmla="*/ 326941 w 398847"/>
                    <a:gd name="GluePoint16Y" fmla="*/ 155548 h 525915"/>
                    <a:gd name="GluePoint17X" fmla="*/ 317776 w 398847"/>
                    <a:gd name="GluePoint17Y" fmla="*/ 110537 h 525915"/>
                    <a:gd name="GluePoint18X" fmla="*/ 292337 w 398847"/>
                    <a:gd name="GluePoint18Y" fmla="*/ 81928 h 525915"/>
                    <a:gd name="GluePoint19X" fmla="*/ 254264 w 398847"/>
                    <a:gd name="GluePoint19Y" fmla="*/ 66939 h 525915"/>
                    <a:gd name="GluePoint20X" fmla="*/ 207925 w 398847"/>
                    <a:gd name="GluePoint20Y" fmla="*/ 62699 h 525915"/>
                    <a:gd name="GluePoint21X" fmla="*/ 68395 w 398847"/>
                    <a:gd name="GluePoint21Y" fmla="*/ 62699 h 525915"/>
                    <a:gd name="GluePoint22X" fmla="*/ 68395 w 398847"/>
                    <a:gd name="GluePoint22Y" fmla="*/ 252422 h 52591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</a:cxnLst>
                  <a:rect l="textAreaLeft" t="textAreaTop" r="textAreaRight" b="textAreaBottom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IN" sz="1800" strike="noStrike" u="none">
                    <a:solidFill>
                      <a:schemeClr val="dk1"/>
                    </a:solidFill>
                    <a:effectLst/>
                    <a:uFillTx/>
                    <a:latin typeface="KareliaWeb Regular"/>
                  </a:endParaRPr>
                </a:p>
              </p:txBody>
            </p:sp>
            <p:sp>
              <p:nvSpPr>
                <p:cNvPr id="505" name="Freeform: Shape 42"/>
                <p:cNvSpPr/>
                <p:nvPr/>
              </p:nvSpPr>
              <p:spPr>
                <a:xfrm>
                  <a:off x="5037840" y="4183920"/>
                  <a:ext cx="103320" cy="203040"/>
                </a:xfrm>
                <a:custGeom>
                  <a:avLst/>
                  <a:gdLst>
                    <a:gd name="textAreaLeft" fmla="*/ 0 w 103320"/>
                    <a:gd name="textAreaRight" fmla="*/ 103680 w 103320"/>
                    <a:gd name="textAreaTop" fmla="*/ 0 h 203040"/>
                    <a:gd name="textAreaBottom" fmla="*/ 203400 h 203040"/>
                    <a:gd name="GluePoint1X" fmla="*/ 198246 w 198246"/>
                    <a:gd name="GluePoint1Y" fmla="*/ 70622 h 389083"/>
                    <a:gd name="GluePoint2X" fmla="*/ 156661 w 198246"/>
                    <a:gd name="GluePoint2Y" fmla="*/ 66082 h 389083"/>
                    <a:gd name="GluePoint3X" fmla="*/ 68352 w 198246"/>
                    <a:gd name="GluePoint3Y" fmla="*/ 120087 h 389083"/>
                    <a:gd name="GluePoint4X" fmla="*/ 68352 w 198246"/>
                    <a:gd name="GluePoint4Y" fmla="*/ 389084 h 389083"/>
                    <a:gd name="GluePoint5X" fmla="*/ 0 w 198246"/>
                    <a:gd name="GluePoint5Y" fmla="*/ 389084 h 389083"/>
                    <a:gd name="GluePoint6X" fmla="*/ 0 w 198246"/>
                    <a:gd name="GluePoint6Y" fmla="*/ 7966 h 389083"/>
                    <a:gd name="GluePoint7X" fmla="*/ 68352 w 198246"/>
                    <a:gd name="GluePoint7Y" fmla="*/ 7966 h 389083"/>
                    <a:gd name="GluePoint8X" fmla="*/ 68352 w 198246"/>
                    <a:gd name="GluePoint8Y" fmla="*/ 62099 h 389083"/>
                    <a:gd name="GluePoint9X" fmla="*/ 167453 w 198246"/>
                    <a:gd name="GluePoint9Y" fmla="*/ 0 h 389083"/>
                    <a:gd name="GluePoint10X" fmla="*/ 182272 w 198246"/>
                    <a:gd name="GluePoint10Y" fmla="*/ 557 h 389083"/>
                    <a:gd name="GluePoint11X" fmla="*/ 198246 w 198246"/>
                    <a:gd name="GluePoint11Y" fmla="*/ 2827 h 389083"/>
                    <a:gd name="GluePoint12X" fmla="*/ 198246 w 198246"/>
                    <a:gd name="GluePoint12Y" fmla="*/ 70622 h 38908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</a:cxnLst>
                  <a:rect l="textAreaLeft" t="textAreaTop" r="textAreaRight" b="textAreaBottom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IN" sz="1800" strike="noStrike" u="none">
                    <a:solidFill>
                      <a:schemeClr val="dk1"/>
                    </a:solidFill>
                    <a:effectLst/>
                    <a:uFillTx/>
                    <a:latin typeface="KareliaWeb Regular"/>
                  </a:endParaRPr>
                </a:p>
              </p:txBody>
            </p:sp>
            <p:sp>
              <p:nvSpPr>
                <p:cNvPr id="506" name="Freeform: Shape 43"/>
                <p:cNvSpPr/>
                <p:nvPr/>
              </p:nvSpPr>
              <p:spPr>
                <a:xfrm>
                  <a:off x="5128920" y="4183920"/>
                  <a:ext cx="186120" cy="20808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208080"/>
                    <a:gd name="textAreaBottom" fmla="*/ 208440 h 208080"/>
                    <a:gd name="GluePoint1X" fmla="*/ 177732 w 356620"/>
                    <a:gd name="GluePoint1Y" fmla="*/ 0 h 398291"/>
                    <a:gd name="GluePoint2X" fmla="*/ 251780 w 356620"/>
                    <a:gd name="GluePoint2Y" fmla="*/ 13405 h 398291"/>
                    <a:gd name="GluePoint3X" fmla="*/ 308183 w 356620"/>
                    <a:gd name="GluePoint3Y" fmla="*/ 52120 h 398291"/>
                    <a:gd name="GluePoint4X" fmla="*/ 344072 w 356620"/>
                    <a:gd name="GluePoint4Y" fmla="*/ 114519 h 398291"/>
                    <a:gd name="GluePoint5X" fmla="*/ 356620 w 356620"/>
                    <a:gd name="GluePoint5Y" fmla="*/ 198846 h 398291"/>
                    <a:gd name="GluePoint6X" fmla="*/ 343515 w 356620"/>
                    <a:gd name="GluePoint6Y" fmla="*/ 284885 h 398291"/>
                    <a:gd name="GluePoint7X" fmla="*/ 306770 w 356620"/>
                    <a:gd name="GluePoint7Y" fmla="*/ 347284 h 398291"/>
                    <a:gd name="GluePoint8X" fmla="*/ 250367 w 356620"/>
                    <a:gd name="GluePoint8Y" fmla="*/ 385486 h 398291"/>
                    <a:gd name="GluePoint9X" fmla="*/ 177732 w 356620"/>
                    <a:gd name="GluePoint9Y" fmla="*/ 398291 h 398291"/>
                    <a:gd name="GluePoint10X" fmla="*/ 105654 w 356620"/>
                    <a:gd name="GluePoint10Y" fmla="*/ 385486 h 398291"/>
                    <a:gd name="GluePoint11X" fmla="*/ 49251 w 356620"/>
                    <a:gd name="GluePoint11Y" fmla="*/ 347284 h 398291"/>
                    <a:gd name="GluePoint12X" fmla="*/ 12805 w 356620"/>
                    <a:gd name="GluePoint12Y" fmla="*/ 284885 h 398291"/>
                    <a:gd name="GluePoint13X" fmla="*/ 0 w 356620"/>
                    <a:gd name="GluePoint13Y" fmla="*/ 198846 h 398291"/>
                    <a:gd name="GluePoint14X" fmla="*/ 12805 w 356620"/>
                    <a:gd name="GluePoint14Y" fmla="*/ 113106 h 398291"/>
                    <a:gd name="GluePoint15X" fmla="*/ 49251 w 356620"/>
                    <a:gd name="GluePoint15Y" fmla="*/ 50707 h 398291"/>
                    <a:gd name="GluePoint16X" fmla="*/ 105654 w 356620"/>
                    <a:gd name="GluePoint16Y" fmla="*/ 12805 h 398291"/>
                    <a:gd name="GluePoint17X" fmla="*/ 177732 w 356620"/>
                    <a:gd name="GluePoint17Y" fmla="*/ 0 h 398291"/>
                    <a:gd name="GluePoint18X" fmla="*/ 177732 w 356620"/>
                    <a:gd name="GluePoint18Y" fmla="*/ 345229 h 398291"/>
                    <a:gd name="GluePoint19X" fmla="*/ 257604 w 356620"/>
                    <a:gd name="GluePoint19Y" fmla="*/ 308355 h 398291"/>
                    <a:gd name="GluePoint20X" fmla="*/ 287112 w 356620"/>
                    <a:gd name="GluePoint20Y" fmla="*/ 198846 h 398291"/>
                    <a:gd name="GluePoint21X" fmla="*/ 279103 w 356620"/>
                    <a:gd name="GluePoint21Y" fmla="*/ 134220 h 398291"/>
                    <a:gd name="GluePoint22X" fmla="*/ 256491 w 356620"/>
                    <a:gd name="GluePoint22Y" fmla="*/ 88481 h 398291"/>
                    <a:gd name="GluePoint23X" fmla="*/ 221844 w 356620"/>
                    <a:gd name="GluePoint23Y" fmla="*/ 61029 h 398291"/>
                    <a:gd name="GluePoint24X" fmla="*/ 177732 w 356620"/>
                    <a:gd name="GluePoint24Y" fmla="*/ 51864 h 398291"/>
                    <a:gd name="GluePoint25X" fmla="*/ 133063 w 356620"/>
                    <a:gd name="GluePoint25Y" fmla="*/ 61585 h 398291"/>
                    <a:gd name="GluePoint26X" fmla="*/ 98673 w 356620"/>
                    <a:gd name="GluePoint26Y" fmla="*/ 89894 h 398291"/>
                    <a:gd name="GluePoint27X" fmla="*/ 76318 w 356620"/>
                    <a:gd name="GluePoint27Y" fmla="*/ 135933 h 398291"/>
                    <a:gd name="GluePoint28X" fmla="*/ 68309 w 356620"/>
                    <a:gd name="GluePoint28Y" fmla="*/ 198846 h 398291"/>
                    <a:gd name="GluePoint29X" fmla="*/ 97774 w 356620"/>
                    <a:gd name="GluePoint29Y" fmla="*/ 307798 h 398291"/>
                    <a:gd name="GluePoint30X" fmla="*/ 177689 w 356620"/>
                    <a:gd name="GluePoint30Y" fmla="*/ 345229 h 39829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</a:cxnLst>
                  <a:rect l="textAreaLeft" t="textAreaTop" r="textAreaRight" b="textAreaBottom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IN" sz="1800" strike="noStrike" u="none">
                    <a:solidFill>
                      <a:schemeClr val="dk1"/>
                    </a:solidFill>
                    <a:effectLst/>
                    <a:uFillTx/>
                    <a:latin typeface="KareliaWeb Regular"/>
                  </a:endParaRPr>
                </a:p>
              </p:txBody>
            </p:sp>
            <p:sp>
              <p:nvSpPr>
                <p:cNvPr id="507" name="Freeform: Shape 44"/>
                <p:cNvSpPr/>
                <p:nvPr/>
              </p:nvSpPr>
              <p:spPr>
                <a:xfrm>
                  <a:off x="5318640" y="4112280"/>
                  <a:ext cx="173520" cy="279360"/>
                </a:xfrm>
                <a:custGeom>
                  <a:avLst/>
                  <a:gdLst>
                    <a:gd name="textAreaLeft" fmla="*/ 0 w 173520"/>
                    <a:gd name="textAreaRight" fmla="*/ 173880 w 173520"/>
                    <a:gd name="textAreaTop" fmla="*/ 0 h 279360"/>
                    <a:gd name="textAreaBottom" fmla="*/ 279720 h 279360"/>
                    <a:gd name="GluePoint1X" fmla="*/ 264328 w 332123"/>
                    <a:gd name="GluePoint1Y" fmla="*/ 480862 h 534995"/>
                    <a:gd name="GluePoint2X" fmla="*/ 155719 w 332123"/>
                    <a:gd name="GluePoint2Y" fmla="*/ 534995 h 534995"/>
                    <a:gd name="GluePoint3X" fmla="*/ 90065 w 332123"/>
                    <a:gd name="GluePoint3Y" fmla="*/ 521333 h 534995"/>
                    <a:gd name="GluePoint4X" fmla="*/ 41200 w 332123"/>
                    <a:gd name="GluePoint4Y" fmla="*/ 482318 h 534995"/>
                    <a:gd name="GluePoint5X" fmla="*/ 10493 w 332123"/>
                    <a:gd name="GluePoint5Y" fmla="*/ 420519 h 534995"/>
                    <a:gd name="GluePoint6X" fmla="*/ 0 w 332123"/>
                    <a:gd name="GluePoint6Y" fmla="*/ 338462 h 534995"/>
                    <a:gd name="GluePoint7X" fmla="*/ 11949 w 332123"/>
                    <a:gd name="GluePoint7Y" fmla="*/ 254435 h 534995"/>
                    <a:gd name="GluePoint8X" fmla="*/ 45182 w 332123"/>
                    <a:gd name="GluePoint8Y" fmla="*/ 190923 h 534995"/>
                    <a:gd name="GluePoint9X" fmla="*/ 95761 w 332123"/>
                    <a:gd name="GluePoint9Y" fmla="*/ 150751 h 534995"/>
                    <a:gd name="GluePoint10X" fmla="*/ 160301 w 332123"/>
                    <a:gd name="GluePoint10Y" fmla="*/ 136790 h 534995"/>
                    <a:gd name="GluePoint11X" fmla="*/ 264328 w 332123"/>
                    <a:gd name="GluePoint11Y" fmla="*/ 173835 h 534995"/>
                    <a:gd name="GluePoint12X" fmla="*/ 264328 w 332123"/>
                    <a:gd name="GluePoint12Y" fmla="*/ 0 h 534995"/>
                    <a:gd name="GluePoint13X" fmla="*/ 332123 w 332123"/>
                    <a:gd name="GluePoint13Y" fmla="*/ 0 h 534995"/>
                    <a:gd name="GluePoint14X" fmla="*/ 332123 w 332123"/>
                    <a:gd name="GluePoint14Y" fmla="*/ 525873 h 534995"/>
                    <a:gd name="GluePoint15X" fmla="*/ 264328 w 332123"/>
                    <a:gd name="GluePoint15Y" fmla="*/ 525873 h 534995"/>
                    <a:gd name="GluePoint16X" fmla="*/ 264328 w 332123"/>
                    <a:gd name="GluePoint16Y" fmla="*/ 480862 h 534995"/>
                    <a:gd name="GluePoint17X" fmla="*/ 264328 w 332123"/>
                    <a:gd name="GluePoint17Y" fmla="*/ 417649 h 534995"/>
                    <a:gd name="GluePoint18X" fmla="*/ 264328 w 332123"/>
                    <a:gd name="GluePoint18Y" fmla="*/ 235120 h 534995"/>
                    <a:gd name="GluePoint19X" fmla="*/ 164070 w 332123"/>
                    <a:gd name="GluePoint19Y" fmla="*/ 188610 h 534995"/>
                    <a:gd name="GluePoint20X" fmla="*/ 94562 w 332123"/>
                    <a:gd name="GluePoint20Y" fmla="*/ 225784 h 534995"/>
                    <a:gd name="GluePoint21X" fmla="*/ 68352 w 332123"/>
                    <a:gd name="GluePoint21Y" fmla="*/ 338462 h 534995"/>
                    <a:gd name="GluePoint22X" fmla="*/ 93149 w 332123"/>
                    <a:gd name="GluePoint22Y" fmla="*/ 446001 h 534995"/>
                    <a:gd name="GluePoint23X" fmla="*/ 161244 w 332123"/>
                    <a:gd name="GluePoint23Y" fmla="*/ 482018 h 534995"/>
                    <a:gd name="GluePoint24X" fmla="*/ 264371 w 332123"/>
                    <a:gd name="GluePoint24Y" fmla="*/ 417649 h 53499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IN" sz="1800" strike="noStrike" u="none">
                    <a:solidFill>
                      <a:schemeClr val="dk1"/>
                    </a:solidFill>
                    <a:effectLst/>
                    <a:uFillTx/>
                    <a:latin typeface="KareliaWeb Regular"/>
                  </a:endParaRPr>
                </a:p>
              </p:txBody>
            </p:sp>
            <p:sp>
              <p:nvSpPr>
                <p:cNvPr id="508" name="Freeform: Shape 45"/>
                <p:cNvSpPr/>
                <p:nvPr/>
              </p:nvSpPr>
              <p:spPr>
                <a:xfrm>
                  <a:off x="5509080" y="4183920"/>
                  <a:ext cx="172440" cy="208080"/>
                </a:xfrm>
                <a:custGeom>
                  <a:avLst/>
                  <a:gdLst>
                    <a:gd name="textAreaLeft" fmla="*/ 0 w 172440"/>
                    <a:gd name="textAreaRight" fmla="*/ 172800 w 172440"/>
                    <a:gd name="textAreaTop" fmla="*/ 0 h 208080"/>
                    <a:gd name="textAreaBottom" fmla="*/ 208440 h 208080"/>
                    <a:gd name="GluePoint1X" fmla="*/ 262615 w 330367"/>
                    <a:gd name="GluePoint1Y" fmla="*/ 350325 h 398162"/>
                    <a:gd name="GluePoint2X" fmla="*/ 129594 w 330367"/>
                    <a:gd name="GluePoint2Y" fmla="*/ 398163 h 398162"/>
                    <a:gd name="GluePoint3X" fmla="*/ 77859 w 330367"/>
                    <a:gd name="GluePoint3Y" fmla="*/ 390197 h 398162"/>
                    <a:gd name="GluePoint4X" fmla="*/ 36660 w 330367"/>
                    <a:gd name="GluePoint4Y" fmla="*/ 367670 h 398162"/>
                    <a:gd name="GluePoint5X" fmla="*/ 9679 w 330367"/>
                    <a:gd name="GluePoint5Y" fmla="*/ 332937 h 398162"/>
                    <a:gd name="GluePoint6X" fmla="*/ 0 w 330367"/>
                    <a:gd name="GluePoint6Y" fmla="*/ 288226 h 398162"/>
                    <a:gd name="GluePoint7X" fmla="*/ 229638 w 330367"/>
                    <a:gd name="GluePoint7Y" fmla="*/ 154349 h 398162"/>
                    <a:gd name="GluePoint8X" fmla="*/ 262615 w 330367"/>
                    <a:gd name="GluePoint8Y" fmla="*/ 154349 h 398162"/>
                    <a:gd name="GluePoint9X" fmla="*/ 260345 w 330367"/>
                    <a:gd name="GluePoint9Y" fmla="*/ 108524 h 398162"/>
                    <a:gd name="GluePoint10X" fmla="*/ 249296 w 330367"/>
                    <a:gd name="GluePoint10Y" fmla="*/ 76446 h 398162"/>
                    <a:gd name="GluePoint11X" fmla="*/ 222401 w 330367"/>
                    <a:gd name="GluePoint11Y" fmla="*/ 57816 h 398162"/>
                    <a:gd name="GluePoint12X" fmla="*/ 171993 w 330367"/>
                    <a:gd name="GluePoint12Y" fmla="*/ 51821 h 398162"/>
                    <a:gd name="GluePoint13X" fmla="*/ 79144 w 330367"/>
                    <a:gd name="GluePoint13Y" fmla="*/ 117346 h 398162"/>
                    <a:gd name="GluePoint14X" fmla="*/ 11349 w 330367"/>
                    <a:gd name="GluePoint14Y" fmla="*/ 117346 h 398162"/>
                    <a:gd name="GluePoint15X" fmla="*/ 175419 w 330367"/>
                    <a:gd name="GluePoint15Y" fmla="*/ 0 h 398162"/>
                    <a:gd name="GluePoint16X" fmla="*/ 240645 w 330367"/>
                    <a:gd name="GluePoint16Y" fmla="*/ 5996 h 398162"/>
                    <a:gd name="GluePoint17X" fmla="*/ 289339 w 330367"/>
                    <a:gd name="GluePoint17Y" fmla="*/ 27923 h 398162"/>
                    <a:gd name="GluePoint18X" fmla="*/ 319832 w 330367"/>
                    <a:gd name="GluePoint18Y" fmla="*/ 71778 h 398162"/>
                    <a:gd name="GluePoint19X" fmla="*/ 330367 w 330367"/>
                    <a:gd name="GluePoint19Y" fmla="*/ 142999 h 398162"/>
                    <a:gd name="GluePoint20X" fmla="*/ 330367 w 330367"/>
                    <a:gd name="GluePoint20Y" fmla="*/ 389126 h 398162"/>
                    <a:gd name="GluePoint21X" fmla="*/ 262572 w 330367"/>
                    <a:gd name="GluePoint21Y" fmla="*/ 389126 h 398162"/>
                    <a:gd name="GluePoint22X" fmla="*/ 262572 w 330367"/>
                    <a:gd name="GluePoint22Y" fmla="*/ 350411 h 398162"/>
                    <a:gd name="GluePoint23X" fmla="*/ 262615 w 330367"/>
                    <a:gd name="GluePoint23Y" fmla="*/ 288911 h 398162"/>
                    <a:gd name="GluePoint24X" fmla="*/ 262615 w 330367"/>
                    <a:gd name="GluePoint24Y" fmla="*/ 203899 h 398162"/>
                    <a:gd name="GluePoint25X" fmla="*/ 216447 w 330367"/>
                    <a:gd name="GluePoint25Y" fmla="*/ 203899 h 398162"/>
                    <a:gd name="GluePoint26X" fmla="*/ 69465 w 330367"/>
                    <a:gd name="GluePoint26Y" fmla="*/ 284885 h 398162"/>
                    <a:gd name="GluePoint27X" fmla="*/ 90536 w 330367"/>
                    <a:gd name="GluePoint27Y" fmla="*/ 329682 h 398162"/>
                    <a:gd name="GluePoint28X" fmla="*/ 149209 w 330367"/>
                    <a:gd name="GluePoint28Y" fmla="*/ 345186 h 398162"/>
                    <a:gd name="GluePoint29X" fmla="*/ 181972 w 330367"/>
                    <a:gd name="GluePoint29Y" fmla="*/ 341460 h 398162"/>
                    <a:gd name="GluePoint30X" fmla="*/ 213021 w 330367"/>
                    <a:gd name="GluePoint30Y" fmla="*/ 330239 h 398162"/>
                    <a:gd name="GluePoint31X" fmla="*/ 240645 w 330367"/>
                    <a:gd name="GluePoint31Y" fmla="*/ 312423 h 398162"/>
                    <a:gd name="GluePoint32X" fmla="*/ 262572 w 330367"/>
                    <a:gd name="GluePoint32Y" fmla="*/ 288868 h 39816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IN" sz="1800" strike="noStrike" u="none">
                    <a:solidFill>
                      <a:schemeClr val="dk1"/>
                    </a:solidFill>
                    <a:effectLst/>
                    <a:uFillTx/>
                    <a:latin typeface="KareliaWeb Regular"/>
                  </a:endParaRPr>
                </a:p>
              </p:txBody>
            </p:sp>
            <p:sp>
              <p:nvSpPr>
                <p:cNvPr id="509" name="Freeform: Shape 46"/>
                <p:cNvSpPr/>
                <p:nvPr/>
              </p:nvSpPr>
              <p:spPr>
                <a:xfrm>
                  <a:off x="5710320" y="4183920"/>
                  <a:ext cx="173880" cy="279720"/>
                </a:xfrm>
                <a:custGeom>
                  <a:avLst/>
                  <a:gdLst>
                    <a:gd name="textAreaLeft" fmla="*/ 0 w 173880"/>
                    <a:gd name="textAreaRight" fmla="*/ 174240 w 173880"/>
                    <a:gd name="textAreaTop" fmla="*/ 0 h 279720"/>
                    <a:gd name="textAreaBottom" fmla="*/ 280080 h 279720"/>
                    <a:gd name="GluePoint1X" fmla="*/ 68352 w 332722"/>
                    <a:gd name="GluePoint1Y" fmla="*/ 52977 h 535594"/>
                    <a:gd name="GluePoint2X" fmla="*/ 176918 w 332722"/>
                    <a:gd name="GluePoint2Y" fmla="*/ 0 h 535594"/>
                    <a:gd name="GluePoint3X" fmla="*/ 242872 w 332722"/>
                    <a:gd name="GluePoint3Y" fmla="*/ 13962 h 535594"/>
                    <a:gd name="GluePoint4X" fmla="*/ 291780 w 332722"/>
                    <a:gd name="GluePoint4Y" fmla="*/ 53277 h 535594"/>
                    <a:gd name="GluePoint5X" fmla="*/ 322187 w 332722"/>
                    <a:gd name="GluePoint5Y" fmla="*/ 114819 h 535594"/>
                    <a:gd name="GluePoint6X" fmla="*/ 332723 w 332722"/>
                    <a:gd name="GluePoint6Y" fmla="*/ 195463 h 535594"/>
                    <a:gd name="GluePoint7X" fmla="*/ 320774 w 332722"/>
                    <a:gd name="GluePoint7Y" fmla="*/ 279189 h 535594"/>
                    <a:gd name="GluePoint8X" fmla="*/ 287241 w 332722"/>
                    <a:gd name="GluePoint8Y" fmla="*/ 343301 h 535594"/>
                    <a:gd name="GluePoint9X" fmla="*/ 236062 w 332722"/>
                    <a:gd name="GluePoint9Y" fmla="*/ 384030 h 535594"/>
                    <a:gd name="GluePoint10X" fmla="*/ 171822 w 332722"/>
                    <a:gd name="GluePoint10Y" fmla="*/ 398291 h 535594"/>
                    <a:gd name="GluePoint11X" fmla="*/ 68352 w 332722"/>
                    <a:gd name="GluePoint11Y" fmla="*/ 360132 h 535594"/>
                    <a:gd name="GluePoint12X" fmla="*/ 68352 w 332722"/>
                    <a:gd name="GluePoint12Y" fmla="*/ 535595 h 535594"/>
                    <a:gd name="GluePoint13X" fmla="*/ 0 w 332722"/>
                    <a:gd name="GluePoint13Y" fmla="*/ 535595 h 535594"/>
                    <a:gd name="GluePoint14X" fmla="*/ 0 w 332722"/>
                    <a:gd name="GluePoint14Y" fmla="*/ 7966 h 535594"/>
                    <a:gd name="GluePoint15X" fmla="*/ 68352 w 332722"/>
                    <a:gd name="GluePoint15Y" fmla="*/ 7966 h 535594"/>
                    <a:gd name="GluePoint16X" fmla="*/ 68352 w 332722"/>
                    <a:gd name="GluePoint16Y" fmla="*/ 52977 h 535594"/>
                    <a:gd name="GluePoint17X" fmla="*/ 68352 w 332722"/>
                    <a:gd name="GluePoint17Y" fmla="*/ 299661 h 535594"/>
                    <a:gd name="GluePoint18X" fmla="*/ 168053 w 332722"/>
                    <a:gd name="GluePoint18Y" fmla="*/ 345229 h 535594"/>
                    <a:gd name="GluePoint19X" fmla="*/ 237861 w 332722"/>
                    <a:gd name="GluePoint19Y" fmla="*/ 308055 h 535594"/>
                    <a:gd name="GluePoint20X" fmla="*/ 263215 w 332722"/>
                    <a:gd name="GluePoint20Y" fmla="*/ 195377 h 535594"/>
                    <a:gd name="GluePoint21X" fmla="*/ 239274 w 332722"/>
                    <a:gd name="GluePoint21Y" fmla="*/ 87838 h 535594"/>
                    <a:gd name="GluePoint22X" fmla="*/ 170923 w 332722"/>
                    <a:gd name="GluePoint22Y" fmla="*/ 51821 h 535594"/>
                    <a:gd name="GluePoint23X" fmla="*/ 68395 w 332722"/>
                    <a:gd name="GluePoint23Y" fmla="*/ 117774 h 535594"/>
                    <a:gd name="GluePoint24X" fmla="*/ 68395 w 332722"/>
                    <a:gd name="GluePoint24Y" fmla="*/ 299618 h 53559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IN" sz="1800" strike="noStrike" u="none">
                    <a:solidFill>
                      <a:schemeClr val="dk1"/>
                    </a:solidFill>
                    <a:effectLst/>
                    <a:uFillTx/>
                    <a:latin typeface="KareliaWeb Regular"/>
                  </a:endParaRPr>
                </a:p>
              </p:txBody>
            </p:sp>
            <p:sp>
              <p:nvSpPr>
                <p:cNvPr id="510" name="Freeform: Shape 47"/>
                <p:cNvSpPr/>
                <p:nvPr/>
              </p:nvSpPr>
              <p:spPr>
                <a:xfrm>
                  <a:off x="5880240" y="4138920"/>
                  <a:ext cx="96840" cy="250920"/>
                </a:xfrm>
                <a:custGeom>
                  <a:avLst/>
                  <a:gdLst>
                    <a:gd name="textAreaLeft" fmla="*/ 0 w 96840"/>
                    <a:gd name="textAreaRight" fmla="*/ 97200 w 96840"/>
                    <a:gd name="textAreaTop" fmla="*/ 0 h 250920"/>
                    <a:gd name="textAreaBottom" fmla="*/ 251280 h 250920"/>
                    <a:gd name="GluePoint1X" fmla="*/ 185698 w 185697"/>
                    <a:gd name="GluePoint1Y" fmla="*/ 475637 h 480219"/>
                    <a:gd name="GluePoint2X" fmla="*/ 162357 w 185697"/>
                    <a:gd name="GluePoint2Y" fmla="*/ 479063 h 480219"/>
                    <a:gd name="GluePoint3X" fmla="*/ 137303 w 185697"/>
                    <a:gd name="GluePoint3Y" fmla="*/ 480219 h 480219"/>
                    <a:gd name="GluePoint4X" fmla="*/ 86939 w 185697"/>
                    <a:gd name="GluePoint4Y" fmla="*/ 472254 h 480219"/>
                    <a:gd name="GluePoint5X" fmla="*/ 59658 w 185697"/>
                    <a:gd name="GluePoint5Y" fmla="*/ 449127 h 480219"/>
                    <a:gd name="GluePoint6X" fmla="*/ 48737 w 185697"/>
                    <a:gd name="GluePoint6Y" fmla="*/ 412339 h 480219"/>
                    <a:gd name="GluePoint7X" fmla="*/ 46724 w 185697"/>
                    <a:gd name="GluePoint7Y" fmla="*/ 363259 h 480219"/>
                    <a:gd name="GluePoint8X" fmla="*/ 46724 w 185697"/>
                    <a:gd name="GluePoint8Y" fmla="*/ 146982 h 480219"/>
                    <a:gd name="GluePoint9X" fmla="*/ 0 w 185697"/>
                    <a:gd name="GluePoint9Y" fmla="*/ 146982 h 480219"/>
                    <a:gd name="GluePoint10X" fmla="*/ 0 w 185697"/>
                    <a:gd name="GluePoint10Y" fmla="*/ 94005 h 480219"/>
                    <a:gd name="GluePoint11X" fmla="*/ 46724 w 185697"/>
                    <a:gd name="GluePoint11Y" fmla="*/ 94005 h 480219"/>
                    <a:gd name="GluePoint12X" fmla="*/ 46724 w 185697"/>
                    <a:gd name="GluePoint12Y" fmla="*/ 0 h 480219"/>
                    <a:gd name="GluePoint13X" fmla="*/ 115076 w 185697"/>
                    <a:gd name="GluePoint13Y" fmla="*/ 0 h 480219"/>
                    <a:gd name="GluePoint14X" fmla="*/ 115076 w 185697"/>
                    <a:gd name="GluePoint14Y" fmla="*/ 94005 h 480219"/>
                    <a:gd name="GluePoint15X" fmla="*/ 176576 w 185697"/>
                    <a:gd name="GluePoint15Y" fmla="*/ 94005 h 480219"/>
                    <a:gd name="GluePoint16X" fmla="*/ 176576 w 185697"/>
                    <a:gd name="GluePoint16Y" fmla="*/ 146982 h 480219"/>
                    <a:gd name="GluePoint17X" fmla="*/ 115076 w 185697"/>
                    <a:gd name="GluePoint17Y" fmla="*/ 146982 h 480219"/>
                    <a:gd name="GluePoint18X" fmla="*/ 115076 w 185697"/>
                    <a:gd name="GluePoint18Y" fmla="*/ 367199 h 480219"/>
                    <a:gd name="GluePoint19X" fmla="*/ 117646 w 185697"/>
                    <a:gd name="GluePoint19Y" fmla="*/ 399233 h 480219"/>
                    <a:gd name="GluePoint20X" fmla="*/ 124755 w 185697"/>
                    <a:gd name="GluePoint20Y" fmla="*/ 417563 h 480219"/>
                    <a:gd name="GluePoint21X" fmla="*/ 136447 w 185697"/>
                    <a:gd name="GluePoint21Y" fmla="*/ 425829 h 480219"/>
                    <a:gd name="GluePoint22X" fmla="*/ 152122 w 185697"/>
                    <a:gd name="GluePoint22Y" fmla="*/ 427799 h 480219"/>
                    <a:gd name="GluePoint23X" fmla="*/ 169466 w 185697"/>
                    <a:gd name="GluePoint23Y" fmla="*/ 427242 h 480219"/>
                    <a:gd name="GluePoint24X" fmla="*/ 185698 w 185697"/>
                    <a:gd name="GluePoint24Y" fmla="*/ 424973 h 480219"/>
                    <a:gd name="GluePoint25X" fmla="*/ 185698 w 185697"/>
                    <a:gd name="GluePoint25Y" fmla="*/ 475680 h 4802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</a:cxnLst>
                  <a:rect l="textAreaLeft" t="textAreaTop" r="textAreaRight" b="textAreaBottom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IN" sz="1800" strike="noStrike" u="none">
                    <a:solidFill>
                      <a:schemeClr val="dk1"/>
                    </a:solidFill>
                    <a:effectLst/>
                    <a:uFillTx/>
                    <a:latin typeface="KareliaWeb Regular"/>
                  </a:endParaRPr>
                </a:p>
              </p:txBody>
            </p:sp>
          </p:grpSp>
          <p:sp>
            <p:nvSpPr>
              <p:cNvPr id="511" name="Freeform: Shape 40"/>
              <p:cNvSpPr/>
              <p:nvPr/>
            </p:nvSpPr>
            <p:spPr>
              <a:xfrm>
                <a:off x="5971680" y="4298040"/>
                <a:ext cx="88920" cy="88920"/>
              </a:xfrm>
              <a:custGeom>
                <a:avLst/>
                <a:gdLst>
                  <a:gd name="textAreaLeft" fmla="*/ 0 w 88920"/>
                  <a:gd name="textAreaRight" fmla="*/ 89280 w 88920"/>
                  <a:gd name="textAreaTop" fmla="*/ 0 h 88920"/>
                  <a:gd name="textAreaBottom" fmla="*/ 89280 h 88920"/>
                  <a:gd name="GluePoint1X" fmla="*/ 0 w 170622"/>
                  <a:gd name="GluePoint1Y" fmla="*/ 0 h 170580"/>
                  <a:gd name="GluePoint2X" fmla="*/ 170623 w 170622"/>
                  <a:gd name="GluePoint2Y" fmla="*/ 0 h 170580"/>
                  <a:gd name="GluePoint3X" fmla="*/ 170623 w 170622"/>
                  <a:gd name="GluePoint3Y" fmla="*/ 170580 h 1705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280" bIns="4428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IN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</p:grpSp>
        <p:cxnSp>
          <p:nvCxnSpPr>
            <p:cNvPr id="512" name="Straight Connector 38"/>
            <p:cNvCxnSpPr/>
            <p:nvPr/>
          </p:nvCxnSpPr>
          <p:spPr>
            <a:xfrm>
              <a:off x="6251760" y="4062240"/>
              <a:ext cx="360" cy="451080"/>
            </a:xfrm>
            <a:prstGeom prst="straightConnector1">
              <a:avLst/>
            </a:prstGeom>
            <a:ln>
              <a:solidFill>
                <a:srgbClr val="ffffff">
                  <a:lumMod val="75000"/>
                </a:srgbClr>
              </a:solidFill>
            </a:ln>
          </p:spPr>
        </p:cxnSp>
      </p:grpSp>
      <p:sp>
        <p:nvSpPr>
          <p:cNvPr id="513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4068000" cy="514332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14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 slide with descri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body"/>
          </p:nvPr>
        </p:nvSpPr>
        <p:spPr>
          <a:xfrm>
            <a:off x="224280" y="994680"/>
            <a:ext cx="4204440" cy="36943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66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2500+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516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Number slide with description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18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18C2E4A0-AE52-407E-8D5C-12567D76E81E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9" name="Graphic 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0" name="Graphic 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9104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PlaceHolder 3"/>
          <p:cNvSpPr>
            <a:spLocks noGrp="1"/>
          </p:cNvSpPr>
          <p:nvPr>
            <p:ph type="body"/>
          </p:nvPr>
        </p:nvSpPr>
        <p:spPr>
          <a:xfrm>
            <a:off x="4637160" y="994680"/>
            <a:ext cx="428220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Headline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 type="body"/>
          </p:nvPr>
        </p:nvSpPr>
        <p:spPr>
          <a:xfrm>
            <a:off x="4637160" y="1443600"/>
            <a:ext cx="4282200" cy="325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This can be used as either bullets/ paragraph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estion and answer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raphic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Question and answer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25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BBA060DA-4910-4369-A888-8E923B12A4DC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6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7" name="Graphic 3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9104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2098440" y="771480"/>
            <a:ext cx="6873840" cy="170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Use this slide when you want a Q &amp; A format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body"/>
          </p:nvPr>
        </p:nvSpPr>
        <p:spPr>
          <a:xfrm>
            <a:off x="2098440" y="2649960"/>
            <a:ext cx="6873840" cy="209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2"/>
                </a:solidFill>
                <a:effectLst/>
                <a:uFillTx/>
                <a:latin typeface="KareliaWeb Regular"/>
              </a:rPr>
              <a:t>Use this slide when you want a Q &amp; A format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30" name="TextBox 10"/>
          <p:cNvSpPr/>
          <p:nvPr/>
        </p:nvSpPr>
        <p:spPr>
          <a:xfrm>
            <a:off x="163080" y="728280"/>
            <a:ext cx="1737000" cy="17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IN" sz="8800" strike="noStrike" u="none">
                <a:solidFill>
                  <a:schemeClr val="accent3"/>
                </a:solidFill>
                <a:effectLst/>
                <a:uFillTx/>
                <a:latin typeface="KareliaWeb Regular"/>
              </a:rPr>
              <a:t>Q:</a:t>
            </a:r>
            <a:endParaRPr b="0" lang="en-US" sz="8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11"/>
          <p:cNvSpPr/>
          <p:nvPr/>
        </p:nvSpPr>
        <p:spPr>
          <a:xfrm>
            <a:off x="163080" y="2800080"/>
            <a:ext cx="1737000" cy="17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IN" sz="8800" strike="noStrike" u="none">
                <a:solidFill>
                  <a:schemeClr val="dk2"/>
                </a:solidFill>
                <a:effectLst/>
                <a:uFillTx/>
                <a:latin typeface="KareliaWeb Regular"/>
              </a:rPr>
              <a:t>A:</a:t>
            </a:r>
            <a:endParaRPr b="0" lang="en-US" sz="8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8120" y="0"/>
            <a:ext cx="78552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IN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Blank slide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34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70AA4782-FF25-4098-B36A-DED9481A0264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5" name="Graphic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6" name="Graphic 12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9104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 yo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1c1c1c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538" name="Picture 6" descr=""/>
          <p:cNvPicPr/>
          <p:nvPr/>
        </p:nvPicPr>
        <p:blipFill>
          <a:blip r:embed="rId2"/>
          <a:stretch/>
        </p:blipFill>
        <p:spPr>
          <a:xfrm>
            <a:off x="0" y="0"/>
            <a:ext cx="91472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PlaceHolder 1"/>
          <p:cNvSpPr>
            <a:spLocks noGrp="1"/>
          </p:cNvSpPr>
          <p:nvPr>
            <p:ph type="body"/>
          </p:nvPr>
        </p:nvSpPr>
        <p:spPr>
          <a:xfrm>
            <a:off x="2159640" y="2050200"/>
            <a:ext cx="4824000" cy="10425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Thank you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2143080" y="3257640"/>
            <a:ext cx="485748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email-id@prodapt.com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41" name="TextBox 13"/>
          <p:cNvSpPr/>
          <p:nvPr/>
        </p:nvSpPr>
        <p:spPr>
          <a:xfrm>
            <a:off x="7098480" y="4588920"/>
            <a:ext cx="179496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IN" sz="1200" strike="noStrike" u="none">
                <a:solidFill>
                  <a:schemeClr val="lt1"/>
                </a:solidFill>
                <a:effectLst/>
                <a:uFillTx/>
                <a:latin typeface="KareliaWeb Regular"/>
                <a:hlinkClick r:id="rId3"/>
              </a:rPr>
              <a:t>www.prodapt.com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1"/>
          <p:cNvSpPr/>
          <p:nvPr/>
        </p:nvSpPr>
        <p:spPr>
          <a:xfrm>
            <a:off x="250200" y="4588920"/>
            <a:ext cx="30398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IN" sz="12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© Prodapt. All rights reserved. </a:t>
            </a:r>
            <a:r>
              <a:rPr b="0" lang="en-IN" sz="6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Ver.3.0</a:t>
            </a:r>
            <a:endParaRPr b="0" lang="en-US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 with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body"/>
          </p:nvPr>
        </p:nvSpPr>
        <p:spPr>
          <a:xfrm>
            <a:off x="4572000" y="906480"/>
            <a:ext cx="2557080" cy="3581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33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Agenda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4572000" y="1626480"/>
            <a:ext cx="3878280" cy="244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385920" indent="-385920" defTabSz="685800">
              <a:lnSpc>
                <a:spcPct val="100000"/>
              </a:lnSpc>
              <a:buClr>
                <a:srgbClr val="eb262a"/>
              </a:buClr>
              <a:buFont typeface="KareliaWeb Regular"/>
              <a:buAutoNum type="arabicPeriod"/>
            </a:pPr>
            <a:r>
              <a:rPr b="0" lang="en-US" sz="14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Line item 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546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803000" y="0"/>
            <a:ext cx="1340640" cy="134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F2C5254E-A2A3-4CFE-AAD5-2AFD1A2C7053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8" name="Graphic 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9" name="Graphic 8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08" t="0" r="21971" b="-6443"/>
          <a:stretch/>
        </p:blipFill>
        <p:spPr>
          <a:xfrm>
            <a:off x="491040" y="4869720"/>
            <a:ext cx="768636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0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4068000" cy="470880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  <p:txBody>
          <a:bodyPr lIns="90000" rIns="90000" tIns="720000" bIns="45000" anchor="ctr" anchorCtr="1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 without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803000" y="0"/>
            <a:ext cx="1340640" cy="134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Slide Number Placeholder 6"/>
          <p:cNvSpPr/>
          <p:nvPr/>
        </p:nvSpPr>
        <p:spPr>
          <a:xfrm>
            <a:off x="59040" y="4831560"/>
            <a:ext cx="35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ctr">
            <a:noAutofit/>
          </a:bodyPr>
          <a:p>
            <a:pPr algn="ctr" defTabSz="914400">
              <a:lnSpc>
                <a:spcPct val="100000"/>
              </a:lnSpc>
            </a:pPr>
            <a:fld id="{AA0708F0-029F-4A75-8287-BA56D72EE3FB}" type="slidenum">
              <a:rPr b="0" lang="en-US" sz="1000" strike="noStrike" u="none">
                <a:solidFill>
                  <a:srgbClr val="eb262a"/>
                </a:solidFill>
                <a:effectLst/>
                <a:uFillTx/>
                <a:latin typeface="KareliaWeb Regular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4" name="Graphic 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38240" y="4865760"/>
            <a:ext cx="797400" cy="215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5" name="Group 336"/>
          <p:cNvGrpSpPr/>
          <p:nvPr/>
        </p:nvGrpSpPr>
        <p:grpSpPr>
          <a:xfrm>
            <a:off x="0" y="0"/>
            <a:ext cx="4141080" cy="5143320"/>
            <a:chOff x="0" y="0"/>
            <a:chExt cx="4141080" cy="5143320"/>
          </a:xfrm>
        </p:grpSpPr>
        <p:grpSp>
          <p:nvGrpSpPr>
            <p:cNvPr id="556" name="Group 294"/>
            <p:cNvGrpSpPr/>
            <p:nvPr/>
          </p:nvGrpSpPr>
          <p:grpSpPr>
            <a:xfrm>
              <a:off x="0" y="0"/>
              <a:ext cx="4141080" cy="5143320"/>
              <a:chOff x="0" y="0"/>
              <a:chExt cx="4141080" cy="5143320"/>
            </a:xfrm>
          </p:grpSpPr>
          <p:grpSp>
            <p:nvGrpSpPr>
              <p:cNvPr id="557" name="Group 292"/>
              <p:cNvGrpSpPr/>
              <p:nvPr/>
            </p:nvGrpSpPr>
            <p:grpSpPr>
              <a:xfrm>
                <a:off x="955080" y="1803240"/>
                <a:ext cx="2335680" cy="2240280"/>
                <a:chOff x="955080" y="1803240"/>
                <a:chExt cx="2335680" cy="2240280"/>
              </a:xfrm>
            </p:grpSpPr>
            <p:grpSp>
              <p:nvGrpSpPr>
                <p:cNvPr id="558" name="Group 14"/>
                <p:cNvGrpSpPr/>
                <p:nvPr/>
              </p:nvGrpSpPr>
              <p:grpSpPr>
                <a:xfrm>
                  <a:off x="1009080" y="1991520"/>
                  <a:ext cx="2058840" cy="2052000"/>
                  <a:chOff x="1009080" y="1991520"/>
                  <a:chExt cx="2058840" cy="2052000"/>
                </a:xfrm>
              </p:grpSpPr>
              <p:pic>
                <p:nvPicPr>
                  <p:cNvPr id="559" name="Graphic 15" descr=""/>
                  <p:cNvPicPr/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l="49577" t="2199" r="0" b="57905"/>
                  <a:stretch/>
                </p:blipFill>
                <p:spPr>
                  <a:xfrm>
                    <a:off x="1009080" y="1991520"/>
                    <a:ext cx="2058840" cy="20520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  <p:pic>
                <p:nvPicPr>
                  <p:cNvPr id="560" name="Graphic 16" descr=""/>
                  <p:cNvPicPr/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rcRect l="0" t="0" r="74453" b="98236"/>
                  <a:stretch/>
                </p:blipFill>
                <p:spPr>
                  <a:xfrm>
                    <a:off x="2025000" y="3927600"/>
                    <a:ext cx="1042920" cy="90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grpSp>
            <p:sp>
              <p:nvSpPr>
                <p:cNvPr id="561" name="Freeform: Shape 19"/>
                <p:cNvSpPr/>
                <p:nvPr/>
              </p:nvSpPr>
              <p:spPr>
                <a:xfrm>
                  <a:off x="955080" y="2113200"/>
                  <a:ext cx="1899720" cy="1889280"/>
                </a:xfrm>
                <a:custGeom>
                  <a:avLst/>
                  <a:gdLst>
                    <a:gd name="textAreaLeft" fmla="*/ 0 w 1899720"/>
                    <a:gd name="textAreaRight" fmla="*/ 1900080 w 1899720"/>
                    <a:gd name="textAreaTop" fmla="*/ 0 h 1889280"/>
                    <a:gd name="textAreaBottom" fmla="*/ 1889640 h 1889280"/>
                    <a:gd name="GluePoint1X" fmla="*/ 15240 w 1899920"/>
                    <a:gd name="GluePoint1Y" fmla="*/ 0 h 1889760"/>
                    <a:gd name="GluePoint2X" fmla="*/ 1899920 w 1899920"/>
                    <a:gd name="GluePoint2Y" fmla="*/ 1889760 h 1889760"/>
                    <a:gd name="GluePoint3X" fmla="*/ 0 w 1899920"/>
                    <a:gd name="GluePoint3Y" fmla="*/ 1849120 h 1889760"/>
                    <a:gd name="GluePoint4X" fmla="*/ 15240 w 1899920"/>
                    <a:gd name="GluePoint4Y" fmla="*/ 0 h 188976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</a:pPr>
                  <a:r>
                    <a:rPr b="0" lang="en-IN" sz="1800" strike="noStrike" u="none">
                      <a:solidFill>
                        <a:schemeClr val="lt1"/>
                      </a:solidFill>
                      <a:effectLst/>
                      <a:uFillTx/>
                      <a:latin typeface="KareliaWeb Regular"/>
                    </a:rPr>
                    <a:t>.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62" name="Freeform: Shape 293"/>
                <p:cNvSpPr/>
                <p:nvPr/>
              </p:nvSpPr>
              <p:spPr>
                <a:xfrm>
                  <a:off x="2953440" y="1803240"/>
                  <a:ext cx="337320" cy="375480"/>
                </a:xfrm>
                <a:custGeom>
                  <a:avLst/>
                  <a:gdLst>
                    <a:gd name="textAreaLeft" fmla="*/ 0 w 337320"/>
                    <a:gd name="textAreaRight" fmla="*/ 337680 w 337320"/>
                    <a:gd name="textAreaTop" fmla="*/ 0 h 375480"/>
                    <a:gd name="textAreaBottom" fmla="*/ 375840 h 375480"/>
                    <a:gd name="GluePoint1X" fmla="*/ 15240 w 1899920"/>
                    <a:gd name="GluePoint1Y" fmla="*/ 0 h 1889760"/>
                    <a:gd name="GluePoint2X" fmla="*/ 1899920 w 1899920"/>
                    <a:gd name="GluePoint2Y" fmla="*/ 1889760 h 1889760"/>
                    <a:gd name="GluePoint3X" fmla="*/ 0 w 1899920"/>
                    <a:gd name="GluePoint3Y" fmla="*/ 1849120 h 1889760"/>
                    <a:gd name="GluePoint4X" fmla="*/ 15240 w 1899920"/>
                    <a:gd name="GluePoint4Y" fmla="*/ 0 h 188976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textAreaLeft" t="textAreaTop" r="textAreaRight" b="textAreaBottom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</a:pPr>
                  <a:r>
                    <a:rPr b="0" lang="en-IN" sz="1800" strike="noStrike" u="none">
                      <a:solidFill>
                        <a:schemeClr val="lt1"/>
                      </a:solidFill>
                      <a:effectLst/>
                      <a:uFillTx/>
                      <a:latin typeface="KareliaWeb Regular"/>
                    </a:rPr>
                    <a:t>.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63" name="Group 10"/>
              <p:cNvGrpSpPr/>
              <p:nvPr/>
            </p:nvGrpSpPr>
            <p:grpSpPr>
              <a:xfrm>
                <a:off x="0" y="0"/>
                <a:ext cx="4141080" cy="5143320"/>
                <a:chOff x="0" y="0"/>
                <a:chExt cx="4141080" cy="5143320"/>
              </a:xfrm>
            </p:grpSpPr>
            <p:pic>
              <p:nvPicPr>
                <p:cNvPr id="564" name="Graphic 4" descr=""/>
                <p:cNvPicPr/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/>
              </p:blipFill>
              <p:spPr>
                <a:xfrm>
                  <a:off x="0" y="0"/>
                  <a:ext cx="4083840" cy="5143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565" name="Graphic 6" descr=""/>
                <p:cNvPicPr/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rcRect l="0" t="0" r="74453" b="80017"/>
                <a:stretch/>
              </p:blipFill>
              <p:spPr>
                <a:xfrm>
                  <a:off x="3040920" y="2050560"/>
                  <a:ext cx="1042920" cy="102744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566" name="Graphic 9" descr=""/>
                <p:cNvPicPr/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l="24427" t="0" r="73052" b="98978"/>
                <a:stretch/>
              </p:blipFill>
              <p:spPr>
                <a:xfrm>
                  <a:off x="4038480" y="3071880"/>
                  <a:ext cx="102600" cy="52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  <p:sp>
          <p:nvSpPr>
            <p:cNvPr id="567" name="Freeform: Shape 335"/>
            <p:cNvSpPr/>
            <p:nvPr/>
          </p:nvSpPr>
          <p:spPr>
            <a:xfrm>
              <a:off x="3049560" y="3084120"/>
              <a:ext cx="1022400" cy="1024560"/>
            </a:xfrm>
            <a:custGeom>
              <a:avLst/>
              <a:gdLst>
                <a:gd name="textAreaLeft" fmla="*/ 0 w 1022400"/>
                <a:gd name="textAreaRight" fmla="*/ 1022760 w 1022400"/>
                <a:gd name="textAreaTop" fmla="*/ 0 h 1024560"/>
                <a:gd name="textAreaBottom" fmla="*/ 1024920 h 1024560"/>
                <a:gd name="GluePoint1X" fmla="*/ 1022624 w 1022719"/>
                <a:gd name="GluePoint1Y" fmla="*/ 1024919 h 1024918"/>
                <a:gd name="GluePoint2X" fmla="*/ 0 w 1022719"/>
                <a:gd name="GluePoint2Y" fmla="*/ 0 h 1024918"/>
                <a:gd name="GluePoint3X" fmla="*/ 1022720 w 1022719"/>
                <a:gd name="GluePoint3Y" fmla="*/ 0 h 1024918"/>
                <a:gd name="GluePoint4X" fmla="*/ 1022720 w 1022719"/>
                <a:gd name="GluePoint4Y" fmla="*/ 1024919 h 1024918"/>
                <a:gd name="GluePoint5X" fmla="*/ 11473 w 1022719"/>
                <a:gd name="GluePoint5Y" fmla="*/ 4780 h 1024918"/>
                <a:gd name="GluePoint6X" fmla="*/ 1017844 w 1022719"/>
                <a:gd name="GluePoint6Y" fmla="*/ 1013254 h 1024918"/>
                <a:gd name="GluePoint7X" fmla="*/ 1017844 w 1022719"/>
                <a:gd name="GluePoint7Y" fmla="*/ 4780 h 1024918"/>
                <a:gd name="GluePoint8X" fmla="*/ 11473 w 1022719"/>
                <a:gd name="GluePoint8Y" fmla="*/ 4780 h 10249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568" name="PlaceHolder 1"/>
          <p:cNvSpPr>
            <a:spLocks noGrp="1"/>
          </p:cNvSpPr>
          <p:nvPr>
            <p:ph type="body"/>
          </p:nvPr>
        </p:nvSpPr>
        <p:spPr>
          <a:xfrm>
            <a:off x="4572000" y="906480"/>
            <a:ext cx="2557080" cy="3581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33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Agenda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4572000" y="1626480"/>
            <a:ext cx="3878280" cy="244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385920" indent="-385920" defTabSz="685800">
              <a:lnSpc>
                <a:spcPct val="100000"/>
              </a:lnSpc>
              <a:buClr>
                <a:srgbClr val="eb262a"/>
              </a:buClr>
              <a:buFont typeface="KareliaWeb Regular"/>
              <a:buAutoNum type="arabicPeriod"/>
            </a:pPr>
            <a:r>
              <a:rPr b="0" lang="en-US" sz="14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Line item 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separator without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Rectangle 2"/>
          <p:cNvSpPr/>
          <p:nvPr/>
        </p:nvSpPr>
        <p:spPr>
          <a:xfrm>
            <a:off x="0" y="0"/>
            <a:ext cx="9143640" cy="5142960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1c1c1c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572" name="Picture 5" descr=""/>
          <p:cNvPicPr/>
          <p:nvPr/>
        </p:nvPicPr>
        <p:blipFill>
          <a:blip r:embed="rId2"/>
          <a:stretch/>
        </p:blipFill>
        <p:spPr>
          <a:xfrm>
            <a:off x="-3600" y="0"/>
            <a:ext cx="91472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PlaceHolder 1"/>
          <p:cNvSpPr>
            <a:spLocks noGrp="1"/>
          </p:cNvSpPr>
          <p:nvPr>
            <p:ph type="body"/>
          </p:nvPr>
        </p:nvSpPr>
        <p:spPr>
          <a:xfrm>
            <a:off x="2133720" y="2426040"/>
            <a:ext cx="4824000" cy="941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KareliaWeb Regular"/>
              </a:rPr>
              <a:t>Section title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2133720" y="-62280"/>
            <a:ext cx="4824000" cy="249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sp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KareliaWeb Regular"/>
              </a:rPr>
              <a:t>Subtitle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separator with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410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828000" anchor="ctr" anchorCtr="1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577" name="Group 13"/>
          <p:cNvGrpSpPr/>
          <p:nvPr/>
        </p:nvGrpSpPr>
        <p:grpSpPr>
          <a:xfrm>
            <a:off x="-6120" y="4099320"/>
            <a:ext cx="9149760" cy="1044000"/>
            <a:chOff x="-6120" y="4099320"/>
            <a:chExt cx="9149760" cy="1044000"/>
          </a:xfrm>
        </p:grpSpPr>
        <p:sp>
          <p:nvSpPr>
            <p:cNvPr id="578" name="Rectangle 14"/>
            <p:cNvSpPr/>
            <p:nvPr/>
          </p:nvSpPr>
          <p:spPr>
            <a:xfrm>
              <a:off x="-6120" y="4099320"/>
              <a:ext cx="9149760" cy="10429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KareliaWeb Regular"/>
              </a:endParaRPr>
            </a:p>
          </p:txBody>
        </p:sp>
        <p:pic>
          <p:nvPicPr>
            <p:cNvPr id="579" name="Graphic 15" descr=""/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0" t="79716" r="0" b="0"/>
            <a:stretch/>
          </p:blipFill>
          <p:spPr>
            <a:xfrm>
              <a:off x="0" y="4100400"/>
              <a:ext cx="4083840" cy="1042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80" name="Graphic 16" descr=""/>
            <p:cNvPicPr/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/>
          </p:blipFill>
          <p:spPr>
            <a:xfrm>
              <a:off x="4057560" y="4101480"/>
              <a:ext cx="5086080" cy="1041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0" y="2887920"/>
            <a:ext cx="9143640" cy="1212840"/>
          </a:xfrm>
          <a:prstGeom prst="rect">
            <a:avLst/>
          </a:prstGeom>
          <a:solidFill>
            <a:schemeClr val="accent2">
              <a:alpha val="60000"/>
            </a:schemeClr>
          </a:solidFill>
          <a:ln w="0">
            <a:noFill/>
          </a:ln>
        </p:spPr>
        <p:txBody>
          <a:bodyPr lIns="2214000" rIns="108000" tIns="216000" bIns="45000" anchor="t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Section title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body"/>
          </p:nvPr>
        </p:nvSpPr>
        <p:spPr>
          <a:xfrm>
            <a:off x="0" y="2430720"/>
            <a:ext cx="9143640" cy="456840"/>
          </a:xfrm>
          <a:prstGeom prst="rect">
            <a:avLst/>
          </a:prstGeom>
          <a:solidFill>
            <a:schemeClr val="accent2">
              <a:alpha val="60000"/>
            </a:schemeClr>
          </a:solidFill>
          <a:ln w="0">
            <a:noFill/>
          </a:ln>
        </p:spPr>
        <p:txBody>
          <a:bodyPr lIns="2214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Subtitle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8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odapt specific separat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Picture 2" descr=""/>
          <p:cNvPicPr/>
          <p:nvPr/>
        </p:nvPicPr>
        <p:blipFill>
          <a:blip r:embed="rId2"/>
          <a:srcRect l="7250" t="429" r="15144" b="34420"/>
          <a:stretch/>
        </p:blipFill>
        <p:spPr>
          <a:xfrm>
            <a:off x="0" y="0"/>
            <a:ext cx="91882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Rectangle 3"/>
          <p:cNvSpPr/>
          <p:nvPr/>
        </p:nvSpPr>
        <p:spPr>
          <a:xfrm>
            <a:off x="0" y="0"/>
            <a:ext cx="9188280" cy="514332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chemeClr val="dk2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586" name="Picture 4" descr=""/>
          <p:cNvPicPr/>
          <p:nvPr/>
        </p:nvPicPr>
        <p:blipFill>
          <a:blip r:embed="rId3"/>
          <a:srcRect l="0" t="0" r="0" b="10043"/>
          <a:stretch/>
        </p:blipFill>
        <p:spPr>
          <a:xfrm>
            <a:off x="0" y="0"/>
            <a:ext cx="91882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7" name="Right Triangle 7"/>
          <p:cNvSpPr/>
          <p:nvPr/>
        </p:nvSpPr>
        <p:spPr>
          <a:xfrm rot="10800000">
            <a:off x="1229760" y="1201680"/>
            <a:ext cx="1369800" cy="1369800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10" strike="noStrike" u="none">
              <a:solidFill>
                <a:srgbClr val="eb262a"/>
              </a:solidFill>
              <a:effectLst/>
              <a:uFillTx/>
              <a:latin typeface="KareliaWeb Regular"/>
            </a:endParaRPr>
          </a:p>
        </p:txBody>
      </p:sp>
      <p:sp>
        <p:nvSpPr>
          <p:cNvPr id="588" name="PlaceHolder 1"/>
          <p:cNvSpPr>
            <a:spLocks noGrp="1"/>
          </p:cNvSpPr>
          <p:nvPr>
            <p:ph type="body"/>
          </p:nvPr>
        </p:nvSpPr>
        <p:spPr>
          <a:xfrm>
            <a:off x="2753280" y="1729800"/>
            <a:ext cx="5251320" cy="84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36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Section title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2753280" y="1272600"/>
            <a:ext cx="5251320" cy="45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Subtitle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slideLayout" Target="../slideLayouts/slideLayout40.xml"/><Relationship Id="rId38" Type="http://schemas.openxmlformats.org/officeDocument/2006/relationships/slideLayout" Target="../slideLayouts/slideLayout41.xml"/><Relationship Id="rId39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7"/>
          <p:cNvGrpSpPr/>
          <p:nvPr/>
        </p:nvGrpSpPr>
        <p:grpSpPr>
          <a:xfrm>
            <a:off x="-6120" y="-1080"/>
            <a:ext cx="9155880" cy="5144400"/>
            <a:chOff x="-6120" y="-1080"/>
            <a:chExt cx="9155880" cy="5144400"/>
          </a:xfrm>
        </p:grpSpPr>
        <p:sp>
          <p:nvSpPr>
            <p:cNvPr id="19" name="Rectangle 6"/>
            <p:cNvSpPr/>
            <p:nvPr/>
          </p:nvSpPr>
          <p:spPr>
            <a:xfrm>
              <a:off x="-6120" y="-1080"/>
              <a:ext cx="9149760" cy="51433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KareliaWeb Regular"/>
              </a:endParaRPr>
            </a:p>
          </p:txBody>
        </p:sp>
        <p:pic>
          <p:nvPicPr>
            <p:cNvPr id="20" name="Graphic 2" descr=""/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>
            <a:xfrm>
              <a:off x="0" y="0"/>
              <a:ext cx="408384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" name="Graphic 3" descr=""/>
            <p:cNvPicPr/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/>
          </p:blipFill>
          <p:spPr>
            <a:xfrm>
              <a:off x="4057560" y="4101480"/>
              <a:ext cx="5086080" cy="1041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" name="Graphic 4" descr=""/>
            <p:cNvPicPr/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/>
          </p:blipFill>
          <p:spPr>
            <a:xfrm>
              <a:off x="4063680" y="0"/>
              <a:ext cx="5086080" cy="2057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" name="Rectangle 5"/>
          <p:cNvSpPr/>
          <p:nvPr/>
        </p:nvSpPr>
        <p:spPr>
          <a:xfrm>
            <a:off x="511920" y="527760"/>
            <a:ext cx="8113320" cy="4086360"/>
          </a:xfrm>
          <a:prstGeom prst="rect">
            <a:avLst/>
          </a:prstGeom>
          <a:solidFill>
            <a:srgbClr val="ffffff"/>
          </a:solidFill>
          <a:ln w="3175">
            <a:solidFill>
              <a:srgbClr val="eb26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511920" y="526680"/>
            <a:ext cx="8107200" cy="408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828000" anchor="ctr" anchorCtr="1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icon to insert the image of your choice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18040" y="3383280"/>
            <a:ext cx="8107200" cy="12312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0">
            <a:noFill/>
          </a:ln>
        </p:spPr>
        <p:txBody>
          <a:bodyPr lIns="288000" rIns="288000" tIns="72000" bIns="72000" anchor="ctr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chemeClr val="accent6"/>
                </a:solidFill>
                <a:effectLst/>
                <a:uFillTx/>
                <a:latin typeface="KareliaWeb Regular"/>
              </a:rPr>
              <a:t>Sub-section slide with image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8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  <p:sldLayoutId id="2147483684" r:id="rId31"/>
    <p:sldLayoutId id="2147483685" r:id="rId32"/>
    <p:sldLayoutId id="2147483686" r:id="rId33"/>
    <p:sldLayoutId id="2147483687" r:id="rId34"/>
    <p:sldLayoutId id="2147483688" r:id="rId35"/>
    <p:sldLayoutId id="2147483689" r:id="rId36"/>
    <p:sldLayoutId id="2147483690" r:id="rId37"/>
    <p:sldLayoutId id="2147483691" r:id="rId38"/>
    <p:sldLayoutId id="2147483692" r:id="rId39"/>
    <p:sldLayoutId id="2147483693" r:id="rId4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3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3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4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2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2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28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2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3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/>
          </p:nvPr>
        </p:nvSpPr>
        <p:spPr>
          <a:xfrm>
            <a:off x="4696920" y="2121480"/>
            <a:ext cx="3932640" cy="101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Vector Vogue 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4696920" y="3135960"/>
            <a:ext cx="3932640" cy="34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Fashion Semantic Search System</a:t>
            </a:r>
            <a:endParaRPr b="0" lang="en-US" sz="1800" strike="noStrike" u="none">
              <a:solidFill>
                <a:srgbClr val="ff0000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/>
          </p:nvPr>
        </p:nvSpPr>
        <p:spPr>
          <a:xfrm>
            <a:off x="4525560" y="685800"/>
            <a:ext cx="3932640" cy="101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accent2"/>
                </a:solidFill>
                <a:effectLst/>
                <a:uFillTx/>
                <a:latin typeface="KareliaWeb Regular"/>
              </a:rPr>
              <a:t>Project Overview</a:t>
            </a:r>
            <a:endParaRPr b="0" lang="en-US" sz="30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4525560" y="1828800"/>
            <a:ext cx="3932640" cy="34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Vector Vogue is a modern fashion semantic search engine that combines text and image-based search with AI-powered reranking. The system understands natural language fashion queries and provides intelligent product recommendations.</a:t>
            </a:r>
            <a:endParaRPr b="0" lang="en-US" sz="1800" strike="noStrike" u="none">
              <a:solidFill>
                <a:srgbClr val="ff0000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601" name="Picture 4" descr=""/>
          <p:cNvPicPr/>
          <p:nvPr/>
        </p:nvPicPr>
        <p:blipFill>
          <a:blip r:embed="rId1"/>
          <a:stretch/>
        </p:blipFill>
        <p:spPr>
          <a:xfrm>
            <a:off x="2235960" y="2283120"/>
            <a:ext cx="1628640" cy="57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/>
          </p:nvPr>
        </p:nvSpPr>
        <p:spPr>
          <a:xfrm>
            <a:off x="4343400" y="457200"/>
            <a:ext cx="3886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6858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✨ Key Features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/>
          </p:nvPr>
        </p:nvSpPr>
        <p:spPr>
          <a:xfrm>
            <a:off x="4525560" y="1143000"/>
            <a:ext cx="3932640" cy="34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•Semantic Search: Natural language    </a:t>
            </a: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understanding for fashion queries</a:t>
            </a:r>
            <a:endParaRPr b="0" lang="en-US" sz="1400" strike="noStrike" u="none">
              <a:solidFill>
                <a:srgbClr val="ff0000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•Visual Search: Image-to-product matching </a:t>
            </a: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capabilities</a:t>
            </a:r>
            <a:endParaRPr b="0" lang="en-US" sz="1400" strike="noStrike" u="none">
              <a:solidFill>
                <a:srgbClr val="ff0000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•AI Reranking: Cross-encoder models for </a:t>
            </a: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improved relevance</a:t>
            </a:r>
            <a:endParaRPr b="0" lang="en-US" sz="1400" strike="noStrike" u="none">
              <a:solidFill>
                <a:srgbClr val="ff0000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•Smart Filtering: Gender, price, and rating </a:t>
            </a: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filters</a:t>
            </a:r>
            <a:endParaRPr b="0" lang="en-US" sz="1400" strike="noStrike" u="none">
              <a:solidFill>
                <a:srgbClr val="ff0000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•Real-time Performance: Millisecond </a:t>
            </a: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response times with FAISS</a:t>
            </a:r>
            <a:endParaRPr b="0" lang="en-US" sz="1400" strike="noStrike" u="none">
              <a:solidFill>
                <a:srgbClr val="ff0000"/>
              </a:solidFill>
              <a:effectLst/>
              <a:uFillTx/>
              <a:latin typeface="KareliaWeb Regular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•Modern UI: Dark/light theme with </a:t>
            </a:r>
            <a:r>
              <a:rPr b="0" lang="en-US" sz="1400" strike="noStrike" u="none">
                <a:solidFill>
                  <a:srgbClr val="ff0000"/>
                </a:solidFill>
                <a:effectLst/>
                <a:uFillTx/>
                <a:latin typeface="KareliaWeb Regular"/>
              </a:rPr>
              <a:t>responsive design</a:t>
            </a:r>
            <a:endParaRPr b="0" lang="en-US" sz="1400" strike="noStrike" u="none">
              <a:solidFill>
                <a:srgbClr val="ff0000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604" name="Picture Placeholder 6" descr=""/>
          <p:cNvPicPr/>
          <p:nvPr/>
        </p:nvPicPr>
        <p:blipFill>
          <a:blip r:embed="rId1">
            <a:alphaModFix amt="37000"/>
          </a:blip>
          <a:stretch/>
        </p:blipFill>
        <p:spPr>
          <a:xfrm>
            <a:off x="0" y="1607040"/>
            <a:ext cx="4068000" cy="192888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/>
          </p:nvPr>
        </p:nvSpPr>
        <p:spPr>
          <a:xfrm>
            <a:off x="4696920" y="2121480"/>
            <a:ext cx="3932640" cy="101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4696920" y="3135960"/>
            <a:ext cx="3932640" cy="34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ff0000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607" name="Picture Placeholder 5" descr=""/>
          <p:cNvPicPr/>
          <p:nvPr/>
        </p:nvPicPr>
        <p:blipFill>
          <a:blip r:embed="rId1">
            <a:alphaModFix amt="37000"/>
          </a:blip>
          <a:stretch/>
        </p:blipFill>
        <p:spPr>
          <a:xfrm>
            <a:off x="0" y="0"/>
            <a:ext cx="4068000" cy="514332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pic>
        <p:nvPicPr>
          <p:cNvPr id="608" name="Picture 6" descr=""/>
          <p:cNvPicPr/>
          <p:nvPr/>
        </p:nvPicPr>
        <p:blipFill>
          <a:blip r:embed="rId2"/>
          <a:stretch/>
        </p:blipFill>
        <p:spPr>
          <a:xfrm>
            <a:off x="6305040" y="3990240"/>
            <a:ext cx="1628640" cy="57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/>
          </p:nvPr>
        </p:nvSpPr>
        <p:spPr>
          <a:xfrm>
            <a:off x="4572000" y="906480"/>
            <a:ext cx="2557080" cy="5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3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4572000" y="1626480"/>
            <a:ext cx="3878280" cy="30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611" name="Picture Placeholder 6" descr=""/>
          <p:cNvPicPr/>
          <p:nvPr/>
        </p:nvPicPr>
        <p:blipFill>
          <a:blip r:embed="rId1">
            <a:alphaModFix amt="37000"/>
          </a:blip>
          <a:stretch/>
        </p:blipFill>
        <p:spPr>
          <a:xfrm>
            <a:off x="0" y="0"/>
            <a:ext cx="4068000" cy="470880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/>
          </p:nvPr>
        </p:nvSpPr>
        <p:spPr>
          <a:xfrm>
            <a:off x="4572000" y="906480"/>
            <a:ext cx="2557080" cy="5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3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4572000" y="1626480"/>
            <a:ext cx="3878280" cy="30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/>
          </p:nvPr>
        </p:nvSpPr>
        <p:spPr>
          <a:xfrm>
            <a:off x="2133720" y="2426040"/>
            <a:ext cx="4824000" cy="64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600" strike="noStrike" u="none">
              <a:solidFill>
                <a:srgbClr val="000000"/>
              </a:solidFill>
              <a:effectLst/>
              <a:uFillTx/>
              <a:latin typeface="KareliaWeb Regular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/>
          </p:nvPr>
        </p:nvSpPr>
        <p:spPr>
          <a:xfrm>
            <a:off x="2133720" y="2066760"/>
            <a:ext cx="4824000" cy="3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Picture Placeholder 5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0" y="0"/>
            <a:ext cx="9143640" cy="41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7" name="PlaceHolder 1"/>
          <p:cNvSpPr>
            <a:spLocks noGrp="1"/>
          </p:cNvSpPr>
          <p:nvPr>
            <p:ph/>
          </p:nvPr>
        </p:nvSpPr>
        <p:spPr>
          <a:xfrm>
            <a:off x="0" y="2887920"/>
            <a:ext cx="9143640" cy="1212840"/>
          </a:xfrm>
          <a:prstGeom prst="rect">
            <a:avLst/>
          </a:prstGeom>
          <a:solidFill>
            <a:schemeClr val="accent2">
              <a:alpha val="60000"/>
            </a:schemeClr>
          </a:solidFill>
          <a:ln w="0">
            <a:noFill/>
          </a:ln>
        </p:spPr>
        <p:txBody>
          <a:bodyPr lIns="2214000" rIns="108000" tIns="216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600" strike="noStrike" u="none">
              <a:solidFill>
                <a:schemeClr val="accent6"/>
              </a:solidFill>
              <a:effectLst/>
              <a:uFillTx/>
              <a:latin typeface="KareliaWeb Regular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/>
          </p:nvPr>
        </p:nvSpPr>
        <p:spPr>
          <a:xfrm>
            <a:off x="0" y="2430720"/>
            <a:ext cx="9143640" cy="456840"/>
          </a:xfrm>
          <a:prstGeom prst="rect">
            <a:avLst/>
          </a:prstGeom>
          <a:solidFill>
            <a:schemeClr val="accent2">
              <a:alpha val="60000"/>
            </a:schemeClr>
          </a:solidFill>
          <a:ln w="0">
            <a:noFill/>
          </a:ln>
        </p:spPr>
        <p:txBody>
          <a:bodyPr lIns="2214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accent6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/>
          </p:nvPr>
        </p:nvSpPr>
        <p:spPr>
          <a:xfrm>
            <a:off x="2753280" y="1729800"/>
            <a:ext cx="5251320" cy="84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36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/>
          </p:nvPr>
        </p:nvSpPr>
        <p:spPr>
          <a:xfrm>
            <a:off x="2753280" y="1272600"/>
            <a:ext cx="5251320" cy="45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accent6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Picture Placeholder 4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511920" y="526680"/>
            <a:ext cx="8107200" cy="40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2" name="PlaceHolder 1"/>
          <p:cNvSpPr>
            <a:spLocks noGrp="1"/>
          </p:cNvSpPr>
          <p:nvPr>
            <p:ph/>
          </p:nvPr>
        </p:nvSpPr>
        <p:spPr>
          <a:xfrm>
            <a:off x="518040" y="3383280"/>
            <a:ext cx="8107200" cy="12312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0">
            <a:noFill/>
          </a:ln>
        </p:spPr>
        <p:txBody>
          <a:bodyPr lIns="288000" rIns="288000" tIns="72000" bIns="72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accent6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/>
          </p:nvPr>
        </p:nvSpPr>
        <p:spPr>
          <a:xfrm>
            <a:off x="4981680" y="662760"/>
            <a:ext cx="3234240" cy="189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624" name="Picture Placeholder 4" descr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511920" y="526680"/>
            <a:ext cx="4059720" cy="40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4981680" y="2625480"/>
            <a:ext cx="3234240" cy="185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617040" y="4027320"/>
            <a:ext cx="69400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6"/>
              </a:solidFill>
              <a:effectLst/>
              <a:uFillTx/>
              <a:latin typeface="KareliaWeb Regular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/>
          </p:nvPr>
        </p:nvSpPr>
        <p:spPr>
          <a:xfrm>
            <a:off x="512640" y="527040"/>
            <a:ext cx="8113320" cy="33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1368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768456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6"/>
              </a:solidFill>
              <a:effectLst/>
              <a:uFillTx/>
              <a:latin typeface="KareliaWeb Regular"/>
            </a:endParaRPr>
          </a:p>
        </p:txBody>
      </p:sp>
      <p:sp>
        <p:nvSpPr>
          <p:cNvPr id="629" name="PlaceHolder 2"/>
          <p:cNvSpPr>
            <a:spLocks noGrp="1"/>
          </p:cNvSpPr>
          <p:nvPr>
            <p:ph/>
          </p:nvPr>
        </p:nvSpPr>
        <p:spPr>
          <a:xfrm>
            <a:off x="660240" y="994680"/>
            <a:ext cx="782280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/>
          </p:nvPr>
        </p:nvSpPr>
        <p:spPr>
          <a:xfrm>
            <a:off x="659880" y="1427040"/>
            <a:ext cx="7822800" cy="328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768456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6"/>
              </a:solidFill>
              <a:effectLst/>
              <a:uFillTx/>
              <a:latin typeface="KareliaWeb Regular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/>
          </p:nvPr>
        </p:nvSpPr>
        <p:spPr>
          <a:xfrm>
            <a:off x="3246480" y="994680"/>
            <a:ext cx="523656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633" name="Picture Placeholder 6" descr=""/>
          <p:cNvPicPr/>
          <p:nvPr/>
        </p:nvPicPr>
        <p:blipFill>
          <a:blip r:embed="rId1">
            <a:alphaModFix amt="37000"/>
          </a:blip>
          <a:stretch/>
        </p:blipFill>
        <p:spPr>
          <a:xfrm>
            <a:off x="660240" y="1008360"/>
            <a:ext cx="2439360" cy="370044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sp>
        <p:nvSpPr>
          <p:cNvPr id="634" name="PlaceHolder 3"/>
          <p:cNvSpPr>
            <a:spLocks noGrp="1"/>
          </p:cNvSpPr>
          <p:nvPr>
            <p:ph/>
          </p:nvPr>
        </p:nvSpPr>
        <p:spPr>
          <a:xfrm>
            <a:off x="3246120" y="1427040"/>
            <a:ext cx="5236560" cy="328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637" name="Picture Placeholder 7" descr=""/>
          <p:cNvPicPr/>
          <p:nvPr/>
        </p:nvPicPr>
        <p:blipFill>
          <a:blip r:embed="rId1">
            <a:alphaModFix amt="37000"/>
          </a:blip>
          <a:stretch/>
        </p:blipFill>
        <p:spPr>
          <a:xfrm>
            <a:off x="4635360" y="994680"/>
            <a:ext cx="428220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pic>
        <p:nvPicPr>
          <p:cNvPr id="638" name="Picture Placeholder 8" descr=""/>
          <p:cNvPicPr/>
          <p:nvPr/>
        </p:nvPicPr>
        <p:blipFill>
          <a:blip r:embed="rId2">
            <a:alphaModFix amt="37000"/>
          </a:blip>
          <a:stretch/>
        </p:blipFill>
        <p:spPr>
          <a:xfrm>
            <a:off x="224280" y="994680"/>
            <a:ext cx="428220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sp>
        <p:nvSpPr>
          <p:cNvPr id="639" name="PlaceHolder 3"/>
          <p:cNvSpPr>
            <a:spLocks noGrp="1"/>
          </p:cNvSpPr>
          <p:nvPr>
            <p:ph/>
          </p:nvPr>
        </p:nvSpPr>
        <p:spPr>
          <a:xfrm>
            <a:off x="4634280" y="2849400"/>
            <a:ext cx="428220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40" name="PlaceHolder 4"/>
          <p:cNvSpPr>
            <a:spLocks noGrp="1"/>
          </p:cNvSpPr>
          <p:nvPr>
            <p:ph/>
          </p:nvPr>
        </p:nvSpPr>
        <p:spPr>
          <a:xfrm>
            <a:off x="224280" y="2849400"/>
            <a:ext cx="428220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eb262a"/>
              </a:buClr>
              <a:buFont typeface="Arial"/>
              <a:buChar char="•"/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1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1c1c1c"/>
              </a:buClr>
              <a:buFont typeface="Courier New"/>
              <a:buChar char="o"/>
            </a:pPr>
            <a:r>
              <a:rPr b="0" lang="en-IN" sz="105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2</a:t>
            </a: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eb262a"/>
              </a:buClr>
              <a:buFont typeface="Wingdings" charset="2"/>
              <a:buChar char=""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Level 3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643" name="Picture Placeholder 9" descr=""/>
          <p:cNvPicPr/>
          <p:nvPr/>
        </p:nvPicPr>
        <p:blipFill>
          <a:blip r:embed="rId1">
            <a:alphaModFix amt="37000"/>
          </a:blip>
          <a:stretch/>
        </p:blipFill>
        <p:spPr>
          <a:xfrm>
            <a:off x="22428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pic>
        <p:nvPicPr>
          <p:cNvPr id="644" name="Picture Placeholder 10" descr=""/>
          <p:cNvPicPr/>
          <p:nvPr/>
        </p:nvPicPr>
        <p:blipFill>
          <a:blip r:embed="rId2">
            <a:alphaModFix amt="37000"/>
          </a:blip>
          <a:stretch/>
        </p:blipFill>
        <p:spPr>
          <a:xfrm>
            <a:off x="317628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pic>
        <p:nvPicPr>
          <p:cNvPr id="645" name="Picture Placeholder 11" descr=""/>
          <p:cNvPicPr/>
          <p:nvPr/>
        </p:nvPicPr>
        <p:blipFill>
          <a:blip r:embed="rId3">
            <a:alphaModFix amt="37000"/>
          </a:blip>
          <a:stretch/>
        </p:blipFill>
        <p:spPr>
          <a:xfrm>
            <a:off x="612540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sp>
        <p:nvSpPr>
          <p:cNvPr id="646" name="PlaceHolder 3"/>
          <p:cNvSpPr>
            <a:spLocks noGrp="1"/>
          </p:cNvSpPr>
          <p:nvPr>
            <p:ph/>
          </p:nvPr>
        </p:nvSpPr>
        <p:spPr>
          <a:xfrm>
            <a:off x="6125400" y="2849400"/>
            <a:ext cx="279108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47" name="PlaceHolder 4"/>
          <p:cNvSpPr>
            <a:spLocks noGrp="1"/>
          </p:cNvSpPr>
          <p:nvPr>
            <p:ph/>
          </p:nvPr>
        </p:nvSpPr>
        <p:spPr>
          <a:xfrm>
            <a:off x="3176280" y="2849400"/>
            <a:ext cx="2791080" cy="102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48" name="PlaceHolder 5"/>
          <p:cNvSpPr>
            <a:spLocks noGrp="1"/>
          </p:cNvSpPr>
          <p:nvPr>
            <p:ph/>
          </p:nvPr>
        </p:nvSpPr>
        <p:spPr>
          <a:xfrm>
            <a:off x="3176280" y="2849400"/>
            <a:ext cx="279108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49" name="PlaceHolder 6"/>
          <p:cNvSpPr>
            <a:spLocks noGrp="1"/>
          </p:cNvSpPr>
          <p:nvPr>
            <p:ph/>
          </p:nvPr>
        </p:nvSpPr>
        <p:spPr>
          <a:xfrm>
            <a:off x="224280" y="2849400"/>
            <a:ext cx="2791080" cy="1021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/>
          </p:nvPr>
        </p:nvSpPr>
        <p:spPr>
          <a:xfrm>
            <a:off x="2431800" y="1012680"/>
            <a:ext cx="2073960" cy="28422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/>
          </p:nvPr>
        </p:nvSpPr>
        <p:spPr>
          <a:xfrm>
            <a:off x="4639320" y="1012680"/>
            <a:ext cx="2073960" cy="28422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/>
          </p:nvPr>
        </p:nvSpPr>
        <p:spPr>
          <a:xfrm>
            <a:off x="6846840" y="1012680"/>
            <a:ext cx="2073960" cy="28422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3" name="PlaceHolder 4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4" name="PlaceHolder 5"/>
          <p:cNvSpPr>
            <a:spLocks noGrp="1"/>
          </p:cNvSpPr>
          <p:nvPr>
            <p:ph/>
          </p:nvPr>
        </p:nvSpPr>
        <p:spPr>
          <a:xfrm>
            <a:off x="224280" y="2522520"/>
            <a:ext cx="2072520" cy="133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5" name="PlaceHolder 6"/>
          <p:cNvSpPr>
            <a:spLocks noGrp="1"/>
          </p:cNvSpPr>
          <p:nvPr>
            <p:ph/>
          </p:nvPr>
        </p:nvSpPr>
        <p:spPr>
          <a:xfrm>
            <a:off x="224280" y="1018440"/>
            <a:ext cx="2072520" cy="142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6" name="PlaceHolder 7"/>
          <p:cNvSpPr>
            <a:spLocks noGrp="1"/>
          </p:cNvSpPr>
          <p:nvPr>
            <p:ph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7" name="PlaceHolder 8"/>
          <p:cNvSpPr>
            <a:spLocks noGrp="1"/>
          </p:cNvSpPr>
          <p:nvPr>
            <p:ph/>
          </p:nvPr>
        </p:nvSpPr>
        <p:spPr>
          <a:xfrm>
            <a:off x="2535120" y="1424880"/>
            <a:ext cx="1867320" cy="234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8" name="PlaceHolder 9"/>
          <p:cNvSpPr>
            <a:spLocks noGrp="1"/>
          </p:cNvSpPr>
          <p:nvPr>
            <p:ph/>
          </p:nvPr>
        </p:nvSpPr>
        <p:spPr>
          <a:xfrm>
            <a:off x="4742640" y="1424880"/>
            <a:ext cx="1867320" cy="234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59" name="PlaceHolder 10"/>
          <p:cNvSpPr>
            <a:spLocks noGrp="1"/>
          </p:cNvSpPr>
          <p:nvPr>
            <p:ph/>
          </p:nvPr>
        </p:nvSpPr>
        <p:spPr>
          <a:xfrm>
            <a:off x="6950160" y="1424880"/>
            <a:ext cx="1867320" cy="234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/>
          </p:nvPr>
        </p:nvSpPr>
        <p:spPr>
          <a:xfrm>
            <a:off x="5724000" y="249372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2431800" y="249372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/>
          </p:nvPr>
        </p:nvSpPr>
        <p:spPr>
          <a:xfrm>
            <a:off x="5724000" y="101268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3" name="PlaceHolder 4"/>
          <p:cNvSpPr>
            <a:spLocks noGrp="1"/>
          </p:cNvSpPr>
          <p:nvPr>
            <p:ph/>
          </p:nvPr>
        </p:nvSpPr>
        <p:spPr>
          <a:xfrm>
            <a:off x="2431800" y="101268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4" name="PlaceHolder 5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5" name="PlaceHolder 6"/>
          <p:cNvSpPr>
            <a:spLocks noGrp="1"/>
          </p:cNvSpPr>
          <p:nvPr>
            <p:ph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6" name="PlaceHolder 7"/>
          <p:cNvSpPr>
            <a:spLocks noGrp="1"/>
          </p:cNvSpPr>
          <p:nvPr>
            <p:ph/>
          </p:nvPr>
        </p:nvSpPr>
        <p:spPr>
          <a:xfrm>
            <a:off x="224280" y="2522520"/>
            <a:ext cx="2072520" cy="133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7" name="PlaceHolder 8"/>
          <p:cNvSpPr>
            <a:spLocks noGrp="1"/>
          </p:cNvSpPr>
          <p:nvPr>
            <p:ph/>
          </p:nvPr>
        </p:nvSpPr>
        <p:spPr>
          <a:xfrm>
            <a:off x="224280" y="1018440"/>
            <a:ext cx="2072520" cy="142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8" name="PlaceHolder 9"/>
          <p:cNvSpPr>
            <a:spLocks noGrp="1"/>
          </p:cNvSpPr>
          <p:nvPr>
            <p:ph/>
          </p:nvPr>
        </p:nvSpPr>
        <p:spPr>
          <a:xfrm>
            <a:off x="2504880" y="13719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69" name="PlaceHolder 10"/>
          <p:cNvSpPr>
            <a:spLocks noGrp="1"/>
          </p:cNvSpPr>
          <p:nvPr>
            <p:ph/>
          </p:nvPr>
        </p:nvSpPr>
        <p:spPr>
          <a:xfrm>
            <a:off x="5801040" y="13719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70" name="PlaceHolder 11"/>
          <p:cNvSpPr>
            <a:spLocks noGrp="1"/>
          </p:cNvSpPr>
          <p:nvPr>
            <p:ph/>
          </p:nvPr>
        </p:nvSpPr>
        <p:spPr>
          <a:xfrm>
            <a:off x="2504880" y="28371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71" name="PlaceHolder 12"/>
          <p:cNvSpPr>
            <a:spLocks noGrp="1"/>
          </p:cNvSpPr>
          <p:nvPr>
            <p:ph/>
          </p:nvPr>
        </p:nvSpPr>
        <p:spPr>
          <a:xfrm>
            <a:off x="5801040" y="28371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73" name="PlaceHolder 2"/>
          <p:cNvSpPr>
            <a:spLocks noGrp="1"/>
          </p:cNvSpPr>
          <p:nvPr>
            <p:ph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/>
          </p:nvPr>
        </p:nvSpPr>
        <p:spPr>
          <a:xfrm>
            <a:off x="5724000" y="101268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75" name="PlaceHolder 4"/>
          <p:cNvSpPr>
            <a:spLocks noGrp="1"/>
          </p:cNvSpPr>
          <p:nvPr>
            <p:ph/>
          </p:nvPr>
        </p:nvSpPr>
        <p:spPr>
          <a:xfrm>
            <a:off x="2431800" y="1012680"/>
            <a:ext cx="3196800" cy="13611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76" name="PlaceHolder 5"/>
          <p:cNvSpPr>
            <a:spLocks noGrp="1"/>
          </p:cNvSpPr>
          <p:nvPr>
            <p:ph/>
          </p:nvPr>
        </p:nvSpPr>
        <p:spPr>
          <a:xfrm>
            <a:off x="243180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77" name="PlaceHolder 6"/>
          <p:cNvSpPr>
            <a:spLocks noGrp="1"/>
          </p:cNvSpPr>
          <p:nvPr>
            <p:ph/>
          </p:nvPr>
        </p:nvSpPr>
        <p:spPr>
          <a:xfrm>
            <a:off x="463932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78" name="PlaceHolder 7"/>
          <p:cNvSpPr>
            <a:spLocks noGrp="1"/>
          </p:cNvSpPr>
          <p:nvPr>
            <p:ph/>
          </p:nvPr>
        </p:nvSpPr>
        <p:spPr>
          <a:xfrm>
            <a:off x="684684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79" name="PlaceHolder 8"/>
          <p:cNvSpPr>
            <a:spLocks noGrp="1"/>
          </p:cNvSpPr>
          <p:nvPr>
            <p:ph/>
          </p:nvPr>
        </p:nvSpPr>
        <p:spPr>
          <a:xfrm>
            <a:off x="224280" y="2522520"/>
            <a:ext cx="2072520" cy="133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0" name="PlaceHolder 9"/>
          <p:cNvSpPr>
            <a:spLocks noGrp="1"/>
          </p:cNvSpPr>
          <p:nvPr>
            <p:ph/>
          </p:nvPr>
        </p:nvSpPr>
        <p:spPr>
          <a:xfrm>
            <a:off x="224280" y="1018440"/>
            <a:ext cx="2072520" cy="142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1" name="PlaceHolder 10"/>
          <p:cNvSpPr>
            <a:spLocks noGrp="1"/>
          </p:cNvSpPr>
          <p:nvPr>
            <p:ph/>
          </p:nvPr>
        </p:nvSpPr>
        <p:spPr>
          <a:xfrm>
            <a:off x="2504880" y="13719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2" name="PlaceHolder 11"/>
          <p:cNvSpPr>
            <a:spLocks noGrp="1"/>
          </p:cNvSpPr>
          <p:nvPr>
            <p:ph/>
          </p:nvPr>
        </p:nvSpPr>
        <p:spPr>
          <a:xfrm>
            <a:off x="5801040" y="1371960"/>
            <a:ext cx="305748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3" name="PlaceHolder 12"/>
          <p:cNvSpPr>
            <a:spLocks noGrp="1"/>
          </p:cNvSpPr>
          <p:nvPr>
            <p:ph/>
          </p:nvPr>
        </p:nvSpPr>
        <p:spPr>
          <a:xfrm>
            <a:off x="6919200" y="2850120"/>
            <a:ext cx="192924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4" name="PlaceHolder 13"/>
          <p:cNvSpPr>
            <a:spLocks noGrp="1"/>
          </p:cNvSpPr>
          <p:nvPr>
            <p:ph/>
          </p:nvPr>
        </p:nvSpPr>
        <p:spPr>
          <a:xfrm>
            <a:off x="4711680" y="2850120"/>
            <a:ext cx="192924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5" name="PlaceHolder 14"/>
          <p:cNvSpPr>
            <a:spLocks noGrp="1"/>
          </p:cNvSpPr>
          <p:nvPr>
            <p:ph/>
          </p:nvPr>
        </p:nvSpPr>
        <p:spPr>
          <a:xfrm>
            <a:off x="2504880" y="2850120"/>
            <a:ext cx="192924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/>
          </p:nvPr>
        </p:nvSpPr>
        <p:spPr>
          <a:xfrm>
            <a:off x="6846840" y="1016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7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/>
          </p:nvPr>
        </p:nvSpPr>
        <p:spPr>
          <a:xfrm>
            <a:off x="273600" y="4116240"/>
            <a:ext cx="7556400" cy="4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89" name="PlaceHolder 4"/>
          <p:cNvSpPr>
            <a:spLocks noGrp="1"/>
          </p:cNvSpPr>
          <p:nvPr>
            <p:ph/>
          </p:nvPr>
        </p:nvSpPr>
        <p:spPr>
          <a:xfrm>
            <a:off x="243180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0" name="PlaceHolder 5"/>
          <p:cNvSpPr>
            <a:spLocks noGrp="1"/>
          </p:cNvSpPr>
          <p:nvPr>
            <p:ph/>
          </p:nvPr>
        </p:nvSpPr>
        <p:spPr>
          <a:xfrm>
            <a:off x="463932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1" name="PlaceHolder 6"/>
          <p:cNvSpPr>
            <a:spLocks noGrp="1"/>
          </p:cNvSpPr>
          <p:nvPr>
            <p:ph/>
          </p:nvPr>
        </p:nvSpPr>
        <p:spPr>
          <a:xfrm>
            <a:off x="6846840" y="2492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2" name="PlaceHolder 7"/>
          <p:cNvSpPr>
            <a:spLocks noGrp="1"/>
          </p:cNvSpPr>
          <p:nvPr>
            <p:ph/>
          </p:nvPr>
        </p:nvSpPr>
        <p:spPr>
          <a:xfrm>
            <a:off x="6919200" y="285012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3" name="PlaceHolder 8"/>
          <p:cNvSpPr>
            <a:spLocks noGrp="1"/>
          </p:cNvSpPr>
          <p:nvPr>
            <p:ph/>
          </p:nvPr>
        </p:nvSpPr>
        <p:spPr>
          <a:xfrm>
            <a:off x="4711680" y="285012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4" name="PlaceHolder 9"/>
          <p:cNvSpPr>
            <a:spLocks noGrp="1"/>
          </p:cNvSpPr>
          <p:nvPr>
            <p:ph/>
          </p:nvPr>
        </p:nvSpPr>
        <p:spPr>
          <a:xfrm>
            <a:off x="224280" y="2522520"/>
            <a:ext cx="2072520" cy="133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5" name="PlaceHolder 10"/>
          <p:cNvSpPr>
            <a:spLocks noGrp="1"/>
          </p:cNvSpPr>
          <p:nvPr>
            <p:ph/>
          </p:nvPr>
        </p:nvSpPr>
        <p:spPr>
          <a:xfrm>
            <a:off x="224280" y="1018440"/>
            <a:ext cx="2072520" cy="142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6" name="PlaceHolder 11"/>
          <p:cNvSpPr>
            <a:spLocks noGrp="1"/>
          </p:cNvSpPr>
          <p:nvPr>
            <p:ph/>
          </p:nvPr>
        </p:nvSpPr>
        <p:spPr>
          <a:xfrm>
            <a:off x="2431800" y="1016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7" name="PlaceHolder 12"/>
          <p:cNvSpPr>
            <a:spLocks noGrp="1"/>
          </p:cNvSpPr>
          <p:nvPr>
            <p:ph/>
          </p:nvPr>
        </p:nvSpPr>
        <p:spPr>
          <a:xfrm>
            <a:off x="4639320" y="1016280"/>
            <a:ext cx="2073960" cy="1362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8" name="PlaceHolder 13"/>
          <p:cNvSpPr>
            <a:spLocks noGrp="1"/>
          </p:cNvSpPr>
          <p:nvPr>
            <p:ph/>
          </p:nvPr>
        </p:nvSpPr>
        <p:spPr>
          <a:xfrm>
            <a:off x="2504880" y="285012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699" name="PlaceHolder 14"/>
          <p:cNvSpPr>
            <a:spLocks noGrp="1"/>
          </p:cNvSpPr>
          <p:nvPr>
            <p:ph/>
          </p:nvPr>
        </p:nvSpPr>
        <p:spPr>
          <a:xfrm>
            <a:off x="6919200" y="137196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00" name="PlaceHolder 15"/>
          <p:cNvSpPr>
            <a:spLocks noGrp="1"/>
          </p:cNvSpPr>
          <p:nvPr>
            <p:ph/>
          </p:nvPr>
        </p:nvSpPr>
        <p:spPr>
          <a:xfrm>
            <a:off x="4711680" y="137196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01" name="PlaceHolder 16"/>
          <p:cNvSpPr>
            <a:spLocks noGrp="1"/>
          </p:cNvSpPr>
          <p:nvPr>
            <p:ph/>
          </p:nvPr>
        </p:nvSpPr>
        <p:spPr>
          <a:xfrm>
            <a:off x="2504880" y="1371960"/>
            <a:ext cx="1929240" cy="92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/>
          </p:nvPr>
        </p:nvSpPr>
        <p:spPr>
          <a:xfrm>
            <a:off x="224280" y="2849400"/>
            <a:ext cx="428220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/>
          </p:nvPr>
        </p:nvSpPr>
        <p:spPr>
          <a:xfrm>
            <a:off x="4635360" y="2849400"/>
            <a:ext cx="428220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705" name="Picture Placeholder 25" descr=""/>
          <p:cNvPicPr/>
          <p:nvPr/>
        </p:nvPicPr>
        <p:blipFill>
          <a:blip r:embed="rId1">
            <a:alphaModFix amt="37000"/>
          </a:blip>
          <a:stretch/>
        </p:blipFill>
        <p:spPr>
          <a:xfrm>
            <a:off x="4635360" y="994680"/>
            <a:ext cx="428220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pic>
        <p:nvPicPr>
          <p:cNvPr id="706" name="Picture Placeholder 28" descr=""/>
          <p:cNvPicPr/>
          <p:nvPr/>
        </p:nvPicPr>
        <p:blipFill>
          <a:blip r:embed="rId2">
            <a:alphaModFix amt="37000"/>
          </a:blip>
          <a:stretch/>
        </p:blipFill>
        <p:spPr>
          <a:xfrm>
            <a:off x="224280" y="994680"/>
            <a:ext cx="428220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708" name="Picture Placeholder 7" descr=""/>
          <p:cNvPicPr/>
          <p:nvPr/>
        </p:nvPicPr>
        <p:blipFill>
          <a:blip r:embed="rId1">
            <a:alphaModFix amt="37000"/>
          </a:blip>
          <a:stretch/>
        </p:blipFill>
        <p:spPr>
          <a:xfrm>
            <a:off x="22428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pic>
        <p:nvPicPr>
          <p:cNvPr id="709" name="Picture Placeholder 8" descr=""/>
          <p:cNvPicPr/>
          <p:nvPr/>
        </p:nvPicPr>
        <p:blipFill>
          <a:blip r:embed="rId2">
            <a:alphaModFix amt="37000"/>
          </a:blip>
          <a:stretch/>
        </p:blipFill>
        <p:spPr>
          <a:xfrm>
            <a:off x="317628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pic>
        <p:nvPicPr>
          <p:cNvPr id="710" name="Picture Placeholder 9" descr=""/>
          <p:cNvPicPr/>
          <p:nvPr/>
        </p:nvPicPr>
        <p:blipFill>
          <a:blip r:embed="rId3">
            <a:alphaModFix amt="37000"/>
          </a:blip>
          <a:stretch/>
        </p:blipFill>
        <p:spPr>
          <a:xfrm>
            <a:off x="6125400" y="994680"/>
            <a:ext cx="2791080" cy="185436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sp>
        <p:nvSpPr>
          <p:cNvPr id="711" name="PlaceHolder 2"/>
          <p:cNvSpPr>
            <a:spLocks noGrp="1"/>
          </p:cNvSpPr>
          <p:nvPr>
            <p:ph/>
          </p:nvPr>
        </p:nvSpPr>
        <p:spPr>
          <a:xfrm>
            <a:off x="224280" y="2849400"/>
            <a:ext cx="279108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/>
          </p:nvPr>
        </p:nvSpPr>
        <p:spPr>
          <a:xfrm>
            <a:off x="3176280" y="2849400"/>
            <a:ext cx="279108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13" name="PlaceHolder 4"/>
          <p:cNvSpPr>
            <a:spLocks noGrp="1"/>
          </p:cNvSpPr>
          <p:nvPr>
            <p:ph/>
          </p:nvPr>
        </p:nvSpPr>
        <p:spPr>
          <a:xfrm>
            <a:off x="6125400" y="2849400"/>
            <a:ext cx="2791080" cy="18806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180000" rIns="180000" tIns="18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15" name="PlaceHolder 2"/>
          <p:cNvSpPr>
            <a:spLocks noGrp="1"/>
          </p:cNvSpPr>
          <p:nvPr>
            <p:ph/>
          </p:nvPr>
        </p:nvSpPr>
        <p:spPr>
          <a:xfrm>
            <a:off x="325800" y="1012680"/>
            <a:ext cx="2771640" cy="366552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/>
          </p:nvPr>
        </p:nvSpPr>
        <p:spPr>
          <a:xfrm>
            <a:off x="3185640" y="1012680"/>
            <a:ext cx="2771640" cy="366552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17" name="PlaceHolder 4"/>
          <p:cNvSpPr>
            <a:spLocks noGrp="1"/>
          </p:cNvSpPr>
          <p:nvPr>
            <p:ph/>
          </p:nvPr>
        </p:nvSpPr>
        <p:spPr>
          <a:xfrm>
            <a:off x="6045840" y="1012680"/>
            <a:ext cx="2771640" cy="366552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18" name="PlaceHolder 5"/>
          <p:cNvSpPr>
            <a:spLocks noGrp="1"/>
          </p:cNvSpPr>
          <p:nvPr>
            <p:ph/>
          </p:nvPr>
        </p:nvSpPr>
        <p:spPr>
          <a:xfrm>
            <a:off x="404640" y="1406880"/>
            <a:ext cx="2613600" cy="314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19" name="PlaceHolder 6"/>
          <p:cNvSpPr>
            <a:spLocks noGrp="1"/>
          </p:cNvSpPr>
          <p:nvPr>
            <p:ph/>
          </p:nvPr>
        </p:nvSpPr>
        <p:spPr>
          <a:xfrm>
            <a:off x="3268800" y="1406880"/>
            <a:ext cx="2605320" cy="314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0" name="PlaceHolder 7"/>
          <p:cNvSpPr>
            <a:spLocks noGrp="1"/>
          </p:cNvSpPr>
          <p:nvPr>
            <p:ph/>
          </p:nvPr>
        </p:nvSpPr>
        <p:spPr>
          <a:xfrm>
            <a:off x="6129000" y="1406880"/>
            <a:ext cx="2605320" cy="314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/>
          </p:nvPr>
        </p:nvSpPr>
        <p:spPr>
          <a:xfrm>
            <a:off x="325800" y="1012680"/>
            <a:ext cx="420156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/>
          </p:nvPr>
        </p:nvSpPr>
        <p:spPr>
          <a:xfrm>
            <a:off x="4615560" y="1012680"/>
            <a:ext cx="420192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4" name="PlaceHolder 4"/>
          <p:cNvSpPr>
            <a:spLocks noGrp="1"/>
          </p:cNvSpPr>
          <p:nvPr>
            <p:ph/>
          </p:nvPr>
        </p:nvSpPr>
        <p:spPr>
          <a:xfrm>
            <a:off x="404640" y="1391400"/>
            <a:ext cx="405252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5" name="PlaceHolder 5"/>
          <p:cNvSpPr>
            <a:spLocks noGrp="1"/>
          </p:cNvSpPr>
          <p:nvPr>
            <p:ph/>
          </p:nvPr>
        </p:nvSpPr>
        <p:spPr>
          <a:xfrm>
            <a:off x="4687560" y="1391400"/>
            <a:ext cx="405252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6" name="PlaceHolder 6"/>
          <p:cNvSpPr>
            <a:spLocks noGrp="1"/>
          </p:cNvSpPr>
          <p:nvPr>
            <p:ph/>
          </p:nvPr>
        </p:nvSpPr>
        <p:spPr>
          <a:xfrm>
            <a:off x="325800" y="2881800"/>
            <a:ext cx="420156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7" name="PlaceHolder 7"/>
          <p:cNvSpPr>
            <a:spLocks noGrp="1"/>
          </p:cNvSpPr>
          <p:nvPr>
            <p:ph/>
          </p:nvPr>
        </p:nvSpPr>
        <p:spPr>
          <a:xfrm>
            <a:off x="4615560" y="2881800"/>
            <a:ext cx="420192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8" name="PlaceHolder 8"/>
          <p:cNvSpPr>
            <a:spLocks noGrp="1"/>
          </p:cNvSpPr>
          <p:nvPr>
            <p:ph/>
          </p:nvPr>
        </p:nvSpPr>
        <p:spPr>
          <a:xfrm>
            <a:off x="404640" y="3260520"/>
            <a:ext cx="405252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29" name="PlaceHolder 9"/>
          <p:cNvSpPr>
            <a:spLocks noGrp="1"/>
          </p:cNvSpPr>
          <p:nvPr>
            <p:ph/>
          </p:nvPr>
        </p:nvSpPr>
        <p:spPr>
          <a:xfrm>
            <a:off x="4687560" y="3260520"/>
            <a:ext cx="4052520" cy="133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31" name="PlaceHolder 2"/>
          <p:cNvSpPr>
            <a:spLocks noGrp="1"/>
          </p:cNvSpPr>
          <p:nvPr>
            <p:ph/>
          </p:nvPr>
        </p:nvSpPr>
        <p:spPr>
          <a:xfrm>
            <a:off x="3277080" y="3249360"/>
            <a:ext cx="2589840" cy="134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/>
          </p:nvPr>
        </p:nvSpPr>
        <p:spPr>
          <a:xfrm>
            <a:off x="6136920" y="3249360"/>
            <a:ext cx="2589840" cy="134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33" name="PlaceHolder 4"/>
          <p:cNvSpPr>
            <a:spLocks noGrp="1"/>
          </p:cNvSpPr>
          <p:nvPr>
            <p:ph/>
          </p:nvPr>
        </p:nvSpPr>
        <p:spPr>
          <a:xfrm>
            <a:off x="32580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34" name="PlaceHolder 5"/>
          <p:cNvSpPr>
            <a:spLocks noGrp="1"/>
          </p:cNvSpPr>
          <p:nvPr>
            <p:ph/>
          </p:nvPr>
        </p:nvSpPr>
        <p:spPr>
          <a:xfrm>
            <a:off x="318564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35" name="PlaceHolder 6"/>
          <p:cNvSpPr>
            <a:spLocks noGrp="1"/>
          </p:cNvSpPr>
          <p:nvPr>
            <p:ph/>
          </p:nvPr>
        </p:nvSpPr>
        <p:spPr>
          <a:xfrm>
            <a:off x="604584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36" name="PlaceHolder 7"/>
          <p:cNvSpPr>
            <a:spLocks noGrp="1"/>
          </p:cNvSpPr>
          <p:nvPr>
            <p:ph/>
          </p:nvPr>
        </p:nvSpPr>
        <p:spPr>
          <a:xfrm>
            <a:off x="404640" y="3252960"/>
            <a:ext cx="2607120" cy="134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37" name="PlaceHolder 8"/>
          <p:cNvSpPr>
            <a:spLocks noGrp="1"/>
          </p:cNvSpPr>
          <p:nvPr>
            <p:ph/>
          </p:nvPr>
        </p:nvSpPr>
        <p:spPr>
          <a:xfrm>
            <a:off x="325800" y="1012680"/>
            <a:ext cx="420156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38" name="PlaceHolder 9"/>
          <p:cNvSpPr>
            <a:spLocks noGrp="1"/>
          </p:cNvSpPr>
          <p:nvPr>
            <p:ph/>
          </p:nvPr>
        </p:nvSpPr>
        <p:spPr>
          <a:xfrm>
            <a:off x="4615560" y="1012680"/>
            <a:ext cx="420192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39" name="PlaceHolder 10"/>
          <p:cNvSpPr>
            <a:spLocks noGrp="1"/>
          </p:cNvSpPr>
          <p:nvPr>
            <p:ph/>
          </p:nvPr>
        </p:nvSpPr>
        <p:spPr>
          <a:xfrm>
            <a:off x="404640" y="1383840"/>
            <a:ext cx="4052520" cy="12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40" name="PlaceHolder 11"/>
          <p:cNvSpPr>
            <a:spLocks noGrp="1"/>
          </p:cNvSpPr>
          <p:nvPr>
            <p:ph/>
          </p:nvPr>
        </p:nvSpPr>
        <p:spPr>
          <a:xfrm>
            <a:off x="4687560" y="1383840"/>
            <a:ext cx="4052520" cy="12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/>
          </p:nvPr>
        </p:nvSpPr>
        <p:spPr>
          <a:xfrm>
            <a:off x="32580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42" name="PlaceHolder 2"/>
          <p:cNvSpPr>
            <a:spLocks noGrp="1"/>
          </p:cNvSpPr>
          <p:nvPr>
            <p:ph/>
          </p:nvPr>
        </p:nvSpPr>
        <p:spPr>
          <a:xfrm>
            <a:off x="318492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/>
          </p:nvPr>
        </p:nvSpPr>
        <p:spPr>
          <a:xfrm>
            <a:off x="6045120" y="287856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44" name="PlaceHolder 4"/>
          <p:cNvSpPr>
            <a:spLocks noGrp="1"/>
          </p:cNvSpPr>
          <p:nvPr>
            <p:ph/>
          </p:nvPr>
        </p:nvSpPr>
        <p:spPr>
          <a:xfrm>
            <a:off x="325800" y="101160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45" name="PlaceHolder 5"/>
          <p:cNvSpPr>
            <a:spLocks noGrp="1"/>
          </p:cNvSpPr>
          <p:nvPr>
            <p:ph/>
          </p:nvPr>
        </p:nvSpPr>
        <p:spPr>
          <a:xfrm>
            <a:off x="3184920" y="101160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46" name="PlaceHolder 6"/>
          <p:cNvSpPr>
            <a:spLocks noGrp="1"/>
          </p:cNvSpPr>
          <p:nvPr>
            <p:ph/>
          </p:nvPr>
        </p:nvSpPr>
        <p:spPr>
          <a:xfrm>
            <a:off x="6045120" y="1011600"/>
            <a:ext cx="2771640" cy="1799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108000" rIns="90000" tIns="108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47" name="PlaceHolder 7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48" name="PlaceHolder 8"/>
          <p:cNvSpPr>
            <a:spLocks noGrp="1"/>
          </p:cNvSpPr>
          <p:nvPr>
            <p:ph/>
          </p:nvPr>
        </p:nvSpPr>
        <p:spPr>
          <a:xfrm>
            <a:off x="3278160" y="3241800"/>
            <a:ext cx="2589840" cy="13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49" name="PlaceHolder 9"/>
          <p:cNvSpPr>
            <a:spLocks noGrp="1"/>
          </p:cNvSpPr>
          <p:nvPr>
            <p:ph/>
          </p:nvPr>
        </p:nvSpPr>
        <p:spPr>
          <a:xfrm>
            <a:off x="6136200" y="3241800"/>
            <a:ext cx="2589840" cy="13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50" name="PlaceHolder 10"/>
          <p:cNvSpPr>
            <a:spLocks noGrp="1"/>
          </p:cNvSpPr>
          <p:nvPr>
            <p:ph/>
          </p:nvPr>
        </p:nvSpPr>
        <p:spPr>
          <a:xfrm>
            <a:off x="403920" y="3245400"/>
            <a:ext cx="2607120" cy="134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51" name="PlaceHolder 11"/>
          <p:cNvSpPr>
            <a:spLocks noGrp="1"/>
          </p:cNvSpPr>
          <p:nvPr>
            <p:ph/>
          </p:nvPr>
        </p:nvSpPr>
        <p:spPr>
          <a:xfrm>
            <a:off x="3278160" y="1374840"/>
            <a:ext cx="2589840" cy="12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52" name="PlaceHolder 12"/>
          <p:cNvSpPr>
            <a:spLocks noGrp="1"/>
          </p:cNvSpPr>
          <p:nvPr>
            <p:ph/>
          </p:nvPr>
        </p:nvSpPr>
        <p:spPr>
          <a:xfrm>
            <a:off x="6136200" y="1374840"/>
            <a:ext cx="2589840" cy="12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53" name="PlaceHolder 13"/>
          <p:cNvSpPr>
            <a:spLocks noGrp="1"/>
          </p:cNvSpPr>
          <p:nvPr>
            <p:ph/>
          </p:nvPr>
        </p:nvSpPr>
        <p:spPr>
          <a:xfrm>
            <a:off x="403920" y="1378440"/>
            <a:ext cx="2607120" cy="12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/>
          </p:nvPr>
        </p:nvSpPr>
        <p:spPr>
          <a:xfrm>
            <a:off x="224280" y="994680"/>
            <a:ext cx="869508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/>
          </p:nvPr>
        </p:nvSpPr>
        <p:spPr>
          <a:xfrm>
            <a:off x="224280" y="1443600"/>
            <a:ext cx="8695080" cy="325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/>
          </p:nvPr>
        </p:nvSpPr>
        <p:spPr>
          <a:xfrm>
            <a:off x="4637160" y="994680"/>
            <a:ext cx="428220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759" name="Picture Placeholder 16" descr=""/>
          <p:cNvPicPr/>
          <p:nvPr/>
        </p:nvPicPr>
        <p:blipFill>
          <a:blip r:embed="rId1">
            <a:alphaModFix amt="37000"/>
          </a:blip>
          <a:stretch/>
        </p:blipFill>
        <p:spPr>
          <a:xfrm>
            <a:off x="0" y="994680"/>
            <a:ext cx="4457520" cy="3700440"/>
          </a:xfrm>
          <a:prstGeom prst="rect">
            <a:avLst/>
          </a:prstGeom>
          <a:solidFill>
            <a:schemeClr val="lt2">
              <a:alpha val="37000"/>
            </a:schemeClr>
          </a:solidFill>
          <a:ln w="0">
            <a:noFill/>
          </a:ln>
        </p:spPr>
      </p:pic>
      <p:sp>
        <p:nvSpPr>
          <p:cNvPr id="760" name="PlaceHolder 3"/>
          <p:cNvSpPr>
            <a:spLocks noGrp="1"/>
          </p:cNvSpPr>
          <p:nvPr>
            <p:ph/>
          </p:nvPr>
        </p:nvSpPr>
        <p:spPr>
          <a:xfrm>
            <a:off x="4637160" y="1443600"/>
            <a:ext cx="4282200" cy="325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62" name="PlaceHolder 2"/>
          <p:cNvSpPr>
            <a:spLocks noGrp="1"/>
          </p:cNvSpPr>
          <p:nvPr>
            <p:ph/>
          </p:nvPr>
        </p:nvSpPr>
        <p:spPr>
          <a:xfrm>
            <a:off x="4572000" y="977760"/>
            <a:ext cx="4347360" cy="3717360"/>
          </a:xfrm>
          <a:prstGeom prst="rect">
            <a:avLst/>
          </a:prstGeom>
          <a:solidFill>
            <a:schemeClr val="lt2"/>
          </a:solidFill>
          <a:ln w="0">
            <a:solidFill>
              <a:schemeClr val="accent1"/>
            </a:solidFill>
          </a:ln>
        </p:spPr>
        <p:txBody>
          <a:bodyPr lIns="360000" rIns="360000" tIns="36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63" name="PlaceHolder 3"/>
          <p:cNvSpPr>
            <a:spLocks noGrp="1"/>
          </p:cNvSpPr>
          <p:nvPr>
            <p:ph/>
          </p:nvPr>
        </p:nvSpPr>
        <p:spPr>
          <a:xfrm>
            <a:off x="0" y="1149120"/>
            <a:ext cx="4571640" cy="3374640"/>
          </a:xfrm>
          <a:prstGeom prst="rect">
            <a:avLst/>
          </a:prstGeom>
          <a:noFill/>
          <a:ln w="0">
            <a:noFill/>
          </a:ln>
        </p:spPr>
        <p:txBody>
          <a:bodyPr lIns="180000" rIns="180000" tIns="1368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/>
          </p:nvPr>
        </p:nvSpPr>
        <p:spPr>
          <a:xfrm>
            <a:off x="224280" y="257184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65" name="PlaceHolder 2"/>
          <p:cNvSpPr>
            <a:spLocks noGrp="1"/>
          </p:cNvSpPr>
          <p:nvPr>
            <p:ph/>
          </p:nvPr>
        </p:nvSpPr>
        <p:spPr>
          <a:xfrm>
            <a:off x="3168000" y="257184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66" name="PlaceHolder 3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67" name="PlaceHolder 4"/>
          <p:cNvSpPr>
            <a:spLocks noGrp="1"/>
          </p:cNvSpPr>
          <p:nvPr>
            <p:ph/>
          </p:nvPr>
        </p:nvSpPr>
        <p:spPr>
          <a:xfrm>
            <a:off x="6111720" y="257184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68" name="PlaceHolder 5"/>
          <p:cNvSpPr>
            <a:spLocks noGrp="1"/>
          </p:cNvSpPr>
          <p:nvPr>
            <p:ph/>
          </p:nvPr>
        </p:nvSpPr>
        <p:spPr>
          <a:xfrm>
            <a:off x="6111720" y="2918520"/>
            <a:ext cx="2807640" cy="177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69" name="PlaceHolder 6"/>
          <p:cNvSpPr>
            <a:spLocks noGrp="1"/>
          </p:cNvSpPr>
          <p:nvPr>
            <p:ph/>
          </p:nvPr>
        </p:nvSpPr>
        <p:spPr>
          <a:xfrm>
            <a:off x="3168000" y="2918520"/>
            <a:ext cx="2807640" cy="177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0" name="PlaceHolder 7"/>
          <p:cNvSpPr>
            <a:spLocks noGrp="1"/>
          </p:cNvSpPr>
          <p:nvPr>
            <p:ph/>
          </p:nvPr>
        </p:nvSpPr>
        <p:spPr>
          <a:xfrm>
            <a:off x="224280" y="2918520"/>
            <a:ext cx="2807640" cy="177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1" name="PlaceHolder 8"/>
          <p:cNvSpPr>
            <a:spLocks noGrp="1"/>
          </p:cNvSpPr>
          <p:nvPr>
            <p:ph/>
          </p:nvPr>
        </p:nvSpPr>
        <p:spPr>
          <a:xfrm>
            <a:off x="224280" y="975240"/>
            <a:ext cx="8695080" cy="145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3" name="PlaceHolder 2"/>
          <p:cNvSpPr>
            <a:spLocks noGrp="1"/>
          </p:cNvSpPr>
          <p:nvPr>
            <p:ph/>
          </p:nvPr>
        </p:nvSpPr>
        <p:spPr>
          <a:xfrm>
            <a:off x="224280" y="271656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/>
          </p:nvPr>
        </p:nvSpPr>
        <p:spPr>
          <a:xfrm>
            <a:off x="3168000" y="271656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5" name="PlaceHolder 4"/>
          <p:cNvSpPr>
            <a:spLocks noGrp="1"/>
          </p:cNvSpPr>
          <p:nvPr>
            <p:ph/>
          </p:nvPr>
        </p:nvSpPr>
        <p:spPr>
          <a:xfrm>
            <a:off x="6111720" y="2716560"/>
            <a:ext cx="280764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6" name="PlaceHolder 5"/>
          <p:cNvSpPr>
            <a:spLocks noGrp="1"/>
          </p:cNvSpPr>
          <p:nvPr>
            <p:ph/>
          </p:nvPr>
        </p:nvSpPr>
        <p:spPr>
          <a:xfrm>
            <a:off x="6111720" y="3088800"/>
            <a:ext cx="2807640" cy="16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7" name="PlaceHolder 6"/>
          <p:cNvSpPr>
            <a:spLocks noGrp="1"/>
          </p:cNvSpPr>
          <p:nvPr>
            <p:ph/>
          </p:nvPr>
        </p:nvSpPr>
        <p:spPr>
          <a:xfrm>
            <a:off x="3168000" y="3088800"/>
            <a:ext cx="2807640" cy="16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8" name="PlaceHolder 7"/>
          <p:cNvSpPr>
            <a:spLocks noGrp="1"/>
          </p:cNvSpPr>
          <p:nvPr>
            <p:ph/>
          </p:nvPr>
        </p:nvSpPr>
        <p:spPr>
          <a:xfrm>
            <a:off x="224280" y="3088800"/>
            <a:ext cx="2807640" cy="16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79" name="PlaceHolder 8"/>
          <p:cNvSpPr>
            <a:spLocks noGrp="1"/>
          </p:cNvSpPr>
          <p:nvPr>
            <p:ph/>
          </p:nvPr>
        </p:nvSpPr>
        <p:spPr>
          <a:xfrm>
            <a:off x="-7560" y="974160"/>
            <a:ext cx="9143640" cy="159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1116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81" name="PlaceHolder 2"/>
          <p:cNvSpPr>
            <a:spLocks noGrp="1"/>
          </p:cNvSpPr>
          <p:nvPr>
            <p:ph/>
          </p:nvPr>
        </p:nvSpPr>
        <p:spPr>
          <a:xfrm>
            <a:off x="223200" y="2628720"/>
            <a:ext cx="20714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/>
          </p:nvPr>
        </p:nvSpPr>
        <p:spPr>
          <a:xfrm>
            <a:off x="2431800" y="2628720"/>
            <a:ext cx="20714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83" name="PlaceHolder 4"/>
          <p:cNvSpPr>
            <a:spLocks noGrp="1"/>
          </p:cNvSpPr>
          <p:nvPr>
            <p:ph/>
          </p:nvPr>
        </p:nvSpPr>
        <p:spPr>
          <a:xfrm>
            <a:off x="4640400" y="2628720"/>
            <a:ext cx="20714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84" name="PlaceHolder 5"/>
          <p:cNvSpPr>
            <a:spLocks noGrp="1"/>
          </p:cNvSpPr>
          <p:nvPr>
            <p:ph/>
          </p:nvPr>
        </p:nvSpPr>
        <p:spPr>
          <a:xfrm>
            <a:off x="6849000" y="2628720"/>
            <a:ext cx="20714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785" name="Picture Placeholder 14" descr=""/>
          <p:cNvPicPr/>
          <p:nvPr/>
        </p:nvPicPr>
        <p:blipFill>
          <a:blip r:embed="rId1"/>
          <a:stretch/>
        </p:blipFill>
        <p:spPr>
          <a:xfrm>
            <a:off x="2431800" y="1013040"/>
            <a:ext cx="1511640" cy="151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6" name="Picture Placeholder 15" descr=""/>
          <p:cNvPicPr/>
          <p:nvPr/>
        </p:nvPicPr>
        <p:blipFill>
          <a:blip r:embed="rId2"/>
          <a:stretch/>
        </p:blipFill>
        <p:spPr>
          <a:xfrm>
            <a:off x="4640400" y="1013040"/>
            <a:ext cx="1511640" cy="151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7" name="Picture Placeholder 16" descr=""/>
          <p:cNvPicPr/>
          <p:nvPr/>
        </p:nvPicPr>
        <p:blipFill>
          <a:blip r:embed="rId3"/>
          <a:stretch/>
        </p:blipFill>
        <p:spPr>
          <a:xfrm>
            <a:off x="6849000" y="1013040"/>
            <a:ext cx="1511640" cy="151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8" name="Picture Placeholder 17" descr=""/>
          <p:cNvPicPr/>
          <p:nvPr/>
        </p:nvPicPr>
        <p:blipFill>
          <a:blip r:embed="rId4"/>
          <a:stretch/>
        </p:blipFill>
        <p:spPr>
          <a:xfrm>
            <a:off x="223200" y="1013040"/>
            <a:ext cx="1511640" cy="151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9" name="PlaceHolder 6"/>
          <p:cNvSpPr>
            <a:spLocks noGrp="1"/>
          </p:cNvSpPr>
          <p:nvPr>
            <p:ph/>
          </p:nvPr>
        </p:nvSpPr>
        <p:spPr>
          <a:xfrm>
            <a:off x="4639320" y="3090600"/>
            <a:ext cx="2070360" cy="16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90" name="PlaceHolder 7"/>
          <p:cNvSpPr>
            <a:spLocks noGrp="1"/>
          </p:cNvSpPr>
          <p:nvPr>
            <p:ph/>
          </p:nvPr>
        </p:nvSpPr>
        <p:spPr>
          <a:xfrm>
            <a:off x="2431800" y="3090600"/>
            <a:ext cx="2070360" cy="16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91" name="PlaceHolder 8"/>
          <p:cNvSpPr>
            <a:spLocks noGrp="1"/>
          </p:cNvSpPr>
          <p:nvPr>
            <p:ph/>
          </p:nvPr>
        </p:nvSpPr>
        <p:spPr>
          <a:xfrm>
            <a:off x="224280" y="3090600"/>
            <a:ext cx="2070360" cy="16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92" name="PlaceHolder 9"/>
          <p:cNvSpPr>
            <a:spLocks noGrp="1"/>
          </p:cNvSpPr>
          <p:nvPr>
            <p:ph/>
          </p:nvPr>
        </p:nvSpPr>
        <p:spPr>
          <a:xfrm>
            <a:off x="6849360" y="3090600"/>
            <a:ext cx="2070360" cy="16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/>
          </p:nvPr>
        </p:nvSpPr>
        <p:spPr>
          <a:xfrm>
            <a:off x="1312200" y="227160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/>
          </p:nvPr>
        </p:nvSpPr>
        <p:spPr>
          <a:xfrm>
            <a:off x="1312200" y="26431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72000" rIns="36000" tIns="36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796" name="Picture Placeholder 33" descr=""/>
          <p:cNvPicPr/>
          <p:nvPr/>
        </p:nvPicPr>
        <p:blipFill>
          <a:blip r:embed="rId1"/>
          <a:stretch/>
        </p:blipFill>
        <p:spPr>
          <a:xfrm>
            <a:off x="216360" y="227664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7" name="Picture Placeholder 34" descr=""/>
          <p:cNvPicPr/>
          <p:nvPr/>
        </p:nvPicPr>
        <p:blipFill>
          <a:blip r:embed="rId2"/>
          <a:stretch/>
        </p:blipFill>
        <p:spPr>
          <a:xfrm>
            <a:off x="216360" y="355428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8" name="PlaceHolder 4"/>
          <p:cNvSpPr>
            <a:spLocks noGrp="1"/>
          </p:cNvSpPr>
          <p:nvPr>
            <p:ph/>
          </p:nvPr>
        </p:nvSpPr>
        <p:spPr>
          <a:xfrm>
            <a:off x="1312200" y="355428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799" name="PlaceHolder 5"/>
          <p:cNvSpPr>
            <a:spLocks noGrp="1"/>
          </p:cNvSpPr>
          <p:nvPr>
            <p:ph/>
          </p:nvPr>
        </p:nvSpPr>
        <p:spPr>
          <a:xfrm>
            <a:off x="1312200" y="392076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00" name="PlaceHolder 6"/>
          <p:cNvSpPr>
            <a:spLocks noGrp="1"/>
          </p:cNvSpPr>
          <p:nvPr>
            <p:ph/>
          </p:nvPr>
        </p:nvSpPr>
        <p:spPr>
          <a:xfrm>
            <a:off x="4288680" y="227160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01" name="PlaceHolder 7"/>
          <p:cNvSpPr>
            <a:spLocks noGrp="1"/>
          </p:cNvSpPr>
          <p:nvPr>
            <p:ph/>
          </p:nvPr>
        </p:nvSpPr>
        <p:spPr>
          <a:xfrm>
            <a:off x="4288680" y="26431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802" name="Picture Placeholder 39" descr=""/>
          <p:cNvPicPr/>
          <p:nvPr/>
        </p:nvPicPr>
        <p:blipFill>
          <a:blip r:embed="rId3"/>
          <a:stretch/>
        </p:blipFill>
        <p:spPr>
          <a:xfrm>
            <a:off x="3192480" y="227664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3" name="Picture Placeholder 40" descr=""/>
          <p:cNvPicPr/>
          <p:nvPr/>
        </p:nvPicPr>
        <p:blipFill>
          <a:blip r:embed="rId4"/>
          <a:stretch/>
        </p:blipFill>
        <p:spPr>
          <a:xfrm>
            <a:off x="3192480" y="355428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4" name="PlaceHolder 8"/>
          <p:cNvSpPr>
            <a:spLocks noGrp="1"/>
          </p:cNvSpPr>
          <p:nvPr>
            <p:ph/>
          </p:nvPr>
        </p:nvSpPr>
        <p:spPr>
          <a:xfrm>
            <a:off x="4288680" y="355428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05" name="PlaceHolder 9"/>
          <p:cNvSpPr>
            <a:spLocks noGrp="1"/>
          </p:cNvSpPr>
          <p:nvPr>
            <p:ph/>
          </p:nvPr>
        </p:nvSpPr>
        <p:spPr>
          <a:xfrm>
            <a:off x="4288680" y="392076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06" name="PlaceHolder 10"/>
          <p:cNvSpPr>
            <a:spLocks noGrp="1"/>
          </p:cNvSpPr>
          <p:nvPr>
            <p:ph/>
          </p:nvPr>
        </p:nvSpPr>
        <p:spPr>
          <a:xfrm>
            <a:off x="7247160" y="227160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07" name="PlaceHolder 11"/>
          <p:cNvSpPr>
            <a:spLocks noGrp="1"/>
          </p:cNvSpPr>
          <p:nvPr>
            <p:ph/>
          </p:nvPr>
        </p:nvSpPr>
        <p:spPr>
          <a:xfrm>
            <a:off x="7247160" y="26431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808" name="Picture Placeholder 45" descr=""/>
          <p:cNvPicPr/>
          <p:nvPr/>
        </p:nvPicPr>
        <p:blipFill>
          <a:blip r:embed="rId5"/>
          <a:stretch/>
        </p:blipFill>
        <p:spPr>
          <a:xfrm>
            <a:off x="6150960" y="227664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9" name="Picture Placeholder 46" descr=""/>
          <p:cNvPicPr/>
          <p:nvPr/>
        </p:nvPicPr>
        <p:blipFill>
          <a:blip r:embed="rId6"/>
          <a:stretch/>
        </p:blipFill>
        <p:spPr>
          <a:xfrm>
            <a:off x="6150960" y="355428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0" name="PlaceHolder 12"/>
          <p:cNvSpPr>
            <a:spLocks noGrp="1"/>
          </p:cNvSpPr>
          <p:nvPr>
            <p:ph/>
          </p:nvPr>
        </p:nvSpPr>
        <p:spPr>
          <a:xfrm>
            <a:off x="7247160" y="355428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11" name="PlaceHolder 13"/>
          <p:cNvSpPr>
            <a:spLocks noGrp="1"/>
          </p:cNvSpPr>
          <p:nvPr>
            <p:ph/>
          </p:nvPr>
        </p:nvSpPr>
        <p:spPr>
          <a:xfrm>
            <a:off x="7247160" y="392076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12" name="PlaceHolder 14"/>
          <p:cNvSpPr>
            <a:spLocks noGrp="1"/>
          </p:cNvSpPr>
          <p:nvPr>
            <p:ph/>
          </p:nvPr>
        </p:nvSpPr>
        <p:spPr>
          <a:xfrm>
            <a:off x="224280" y="1008720"/>
            <a:ext cx="8702280" cy="112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14" name="PlaceHolder 2"/>
          <p:cNvSpPr>
            <a:spLocks noGrp="1"/>
          </p:cNvSpPr>
          <p:nvPr>
            <p:ph/>
          </p:nvPr>
        </p:nvSpPr>
        <p:spPr>
          <a:xfrm>
            <a:off x="4288680" y="228636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/>
          </p:nvPr>
        </p:nvSpPr>
        <p:spPr>
          <a:xfrm>
            <a:off x="4288680" y="265284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816" name="Picture Placeholder 24" descr=""/>
          <p:cNvPicPr/>
          <p:nvPr/>
        </p:nvPicPr>
        <p:blipFill>
          <a:blip r:embed="rId1"/>
          <a:stretch/>
        </p:blipFill>
        <p:spPr>
          <a:xfrm>
            <a:off x="3192480" y="228636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7" name="Picture Placeholder 25" descr=""/>
          <p:cNvPicPr/>
          <p:nvPr/>
        </p:nvPicPr>
        <p:blipFill>
          <a:blip r:embed="rId2"/>
          <a:stretch/>
        </p:blipFill>
        <p:spPr>
          <a:xfrm>
            <a:off x="3192480" y="355428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8" name="PlaceHolder 4"/>
          <p:cNvSpPr>
            <a:spLocks noGrp="1"/>
          </p:cNvSpPr>
          <p:nvPr>
            <p:ph/>
          </p:nvPr>
        </p:nvSpPr>
        <p:spPr>
          <a:xfrm>
            <a:off x="4288680" y="355428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19" name="PlaceHolder 5"/>
          <p:cNvSpPr>
            <a:spLocks noGrp="1"/>
          </p:cNvSpPr>
          <p:nvPr>
            <p:ph/>
          </p:nvPr>
        </p:nvSpPr>
        <p:spPr>
          <a:xfrm>
            <a:off x="4288680" y="392076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20" name="PlaceHolder 6"/>
          <p:cNvSpPr>
            <a:spLocks noGrp="1"/>
          </p:cNvSpPr>
          <p:nvPr>
            <p:ph/>
          </p:nvPr>
        </p:nvSpPr>
        <p:spPr>
          <a:xfrm>
            <a:off x="7247160" y="227592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21" name="PlaceHolder 7"/>
          <p:cNvSpPr>
            <a:spLocks noGrp="1"/>
          </p:cNvSpPr>
          <p:nvPr>
            <p:ph/>
          </p:nvPr>
        </p:nvSpPr>
        <p:spPr>
          <a:xfrm>
            <a:off x="7247160" y="264240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822" name="Picture Placeholder 30" descr=""/>
          <p:cNvPicPr/>
          <p:nvPr/>
        </p:nvPicPr>
        <p:blipFill>
          <a:blip r:embed="rId3"/>
          <a:stretch/>
        </p:blipFill>
        <p:spPr>
          <a:xfrm>
            <a:off x="6150960" y="227592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3" name="Picture Placeholder 31" descr=""/>
          <p:cNvPicPr/>
          <p:nvPr/>
        </p:nvPicPr>
        <p:blipFill>
          <a:blip r:embed="rId4"/>
          <a:stretch/>
        </p:blipFill>
        <p:spPr>
          <a:xfrm>
            <a:off x="6150960" y="354384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4" name="PlaceHolder 8"/>
          <p:cNvSpPr>
            <a:spLocks noGrp="1"/>
          </p:cNvSpPr>
          <p:nvPr>
            <p:ph/>
          </p:nvPr>
        </p:nvSpPr>
        <p:spPr>
          <a:xfrm>
            <a:off x="7247160" y="354384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25" name="PlaceHolder 9"/>
          <p:cNvSpPr>
            <a:spLocks noGrp="1"/>
          </p:cNvSpPr>
          <p:nvPr>
            <p:ph/>
          </p:nvPr>
        </p:nvSpPr>
        <p:spPr>
          <a:xfrm>
            <a:off x="7247160" y="39103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26" name="PlaceHolder 10"/>
          <p:cNvSpPr>
            <a:spLocks noGrp="1"/>
          </p:cNvSpPr>
          <p:nvPr>
            <p:ph/>
          </p:nvPr>
        </p:nvSpPr>
        <p:spPr>
          <a:xfrm>
            <a:off x="4288680" y="101304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27" name="PlaceHolder 11"/>
          <p:cNvSpPr>
            <a:spLocks noGrp="1"/>
          </p:cNvSpPr>
          <p:nvPr>
            <p:ph/>
          </p:nvPr>
        </p:nvSpPr>
        <p:spPr>
          <a:xfrm>
            <a:off x="4288680" y="138492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828" name="Picture Placeholder 36" descr=""/>
          <p:cNvPicPr/>
          <p:nvPr/>
        </p:nvPicPr>
        <p:blipFill>
          <a:blip r:embed="rId5"/>
          <a:stretch/>
        </p:blipFill>
        <p:spPr>
          <a:xfrm>
            <a:off x="3192480" y="101844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9" name="PlaceHolder 12"/>
          <p:cNvSpPr>
            <a:spLocks noGrp="1"/>
          </p:cNvSpPr>
          <p:nvPr>
            <p:ph/>
          </p:nvPr>
        </p:nvSpPr>
        <p:spPr>
          <a:xfrm>
            <a:off x="7247160" y="1013040"/>
            <a:ext cx="168012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30" name="PlaceHolder 13"/>
          <p:cNvSpPr>
            <a:spLocks noGrp="1"/>
          </p:cNvSpPr>
          <p:nvPr>
            <p:ph/>
          </p:nvPr>
        </p:nvSpPr>
        <p:spPr>
          <a:xfrm>
            <a:off x="7247160" y="1374480"/>
            <a:ext cx="1679400" cy="76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831" name="Picture Placeholder 39" descr=""/>
          <p:cNvPicPr/>
          <p:nvPr/>
        </p:nvPicPr>
        <p:blipFill>
          <a:blip r:embed="rId6"/>
          <a:stretch/>
        </p:blipFill>
        <p:spPr>
          <a:xfrm>
            <a:off x="6150960" y="1008000"/>
            <a:ext cx="994680" cy="11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2" name="PlaceHolder 14"/>
          <p:cNvSpPr>
            <a:spLocks noGrp="1"/>
          </p:cNvSpPr>
          <p:nvPr>
            <p:ph/>
          </p:nvPr>
        </p:nvSpPr>
        <p:spPr>
          <a:xfrm>
            <a:off x="224280" y="1008720"/>
            <a:ext cx="2808000" cy="178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33" name="PlaceHolder 15"/>
          <p:cNvSpPr>
            <a:spLocks noGrp="1"/>
          </p:cNvSpPr>
          <p:nvPr>
            <p:ph/>
          </p:nvPr>
        </p:nvSpPr>
        <p:spPr>
          <a:xfrm>
            <a:off x="224280" y="2944080"/>
            <a:ext cx="2808000" cy="174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35" name="PlaceHolder 2"/>
          <p:cNvSpPr>
            <a:spLocks noGrp="1"/>
          </p:cNvSpPr>
          <p:nvPr>
            <p:ph/>
          </p:nvPr>
        </p:nvSpPr>
        <p:spPr>
          <a:xfrm>
            <a:off x="548280" y="145728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/>
          </p:nvPr>
        </p:nvSpPr>
        <p:spPr>
          <a:xfrm>
            <a:off x="2182680" y="131724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37" name="PlaceHolder 4"/>
          <p:cNvSpPr>
            <a:spLocks noGrp="1"/>
          </p:cNvSpPr>
          <p:nvPr>
            <p:ph/>
          </p:nvPr>
        </p:nvSpPr>
        <p:spPr>
          <a:xfrm>
            <a:off x="3817080" y="119988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38" name="PlaceHolder 5"/>
          <p:cNvSpPr>
            <a:spLocks noGrp="1"/>
          </p:cNvSpPr>
          <p:nvPr>
            <p:ph/>
          </p:nvPr>
        </p:nvSpPr>
        <p:spPr>
          <a:xfrm>
            <a:off x="5451480" y="107496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39" name="PlaceHolder 6"/>
          <p:cNvSpPr>
            <a:spLocks noGrp="1"/>
          </p:cNvSpPr>
          <p:nvPr>
            <p:ph/>
          </p:nvPr>
        </p:nvSpPr>
        <p:spPr>
          <a:xfrm>
            <a:off x="7085880" y="956880"/>
            <a:ext cx="1511640" cy="4611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144000" rIns="90000" tIns="468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40" name="PlaceHolder 7"/>
          <p:cNvSpPr>
            <a:spLocks noGrp="1"/>
          </p:cNvSpPr>
          <p:nvPr>
            <p:ph/>
          </p:nvPr>
        </p:nvSpPr>
        <p:spPr>
          <a:xfrm>
            <a:off x="548280" y="1457280"/>
            <a:ext cx="1511640" cy="272808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41" name="PlaceHolder 8"/>
          <p:cNvSpPr>
            <a:spLocks noGrp="1"/>
          </p:cNvSpPr>
          <p:nvPr>
            <p:ph/>
          </p:nvPr>
        </p:nvSpPr>
        <p:spPr>
          <a:xfrm>
            <a:off x="2182680" y="1317240"/>
            <a:ext cx="1511640" cy="30290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42" name="PlaceHolder 9"/>
          <p:cNvSpPr>
            <a:spLocks noGrp="1"/>
          </p:cNvSpPr>
          <p:nvPr>
            <p:ph/>
          </p:nvPr>
        </p:nvSpPr>
        <p:spPr>
          <a:xfrm>
            <a:off x="3817080" y="1199880"/>
            <a:ext cx="1511640" cy="32637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43" name="PlaceHolder 10"/>
          <p:cNvSpPr>
            <a:spLocks noGrp="1"/>
          </p:cNvSpPr>
          <p:nvPr>
            <p:ph/>
          </p:nvPr>
        </p:nvSpPr>
        <p:spPr>
          <a:xfrm>
            <a:off x="5451480" y="1074960"/>
            <a:ext cx="1511640" cy="351252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44" name="PlaceHolder 11"/>
          <p:cNvSpPr>
            <a:spLocks noGrp="1"/>
          </p:cNvSpPr>
          <p:nvPr>
            <p:ph/>
          </p:nvPr>
        </p:nvSpPr>
        <p:spPr>
          <a:xfrm>
            <a:off x="7085880" y="956880"/>
            <a:ext cx="1511640" cy="375156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576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46" name="Text Placeholder 13"/>
          <p:cNvSpPr/>
          <p:nvPr/>
        </p:nvSpPr>
        <p:spPr>
          <a:xfrm>
            <a:off x="224280" y="2822400"/>
            <a:ext cx="1799640" cy="43308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endParaRPr b="0" lang="en-US" sz="12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47" name="Text Placeholder 14"/>
          <p:cNvSpPr/>
          <p:nvPr/>
        </p:nvSpPr>
        <p:spPr>
          <a:xfrm>
            <a:off x="1945800" y="2822400"/>
            <a:ext cx="1799640" cy="4330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endParaRPr b="0" lang="en-IN" sz="12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48" name="Text Placeholder 15"/>
          <p:cNvSpPr/>
          <p:nvPr/>
        </p:nvSpPr>
        <p:spPr>
          <a:xfrm>
            <a:off x="3667680" y="2822400"/>
            <a:ext cx="1799640" cy="4330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endParaRPr b="0" lang="en-IN" sz="12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49" name="Text Placeholder 16"/>
          <p:cNvSpPr/>
          <p:nvPr/>
        </p:nvSpPr>
        <p:spPr>
          <a:xfrm>
            <a:off x="5389200" y="2822400"/>
            <a:ext cx="1799640" cy="4330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endParaRPr b="0" lang="en-IN" sz="12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50" name="Text Placeholder 17"/>
          <p:cNvSpPr/>
          <p:nvPr/>
        </p:nvSpPr>
        <p:spPr>
          <a:xfrm>
            <a:off x="7110720" y="2839320"/>
            <a:ext cx="1799640" cy="4330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2000" rIns="90000" tIns="180000" bIns="180000" anchor="ctr">
            <a:noAutofit/>
          </a:bodyPr>
          <a:p>
            <a:endParaRPr b="0" lang="en-IN" sz="1200" strike="noStrike" u="none">
              <a:solidFill>
                <a:schemeClr val="l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51" name="PlaceHolder 2"/>
          <p:cNvSpPr>
            <a:spLocks noGrp="1"/>
          </p:cNvSpPr>
          <p:nvPr>
            <p:ph/>
          </p:nvPr>
        </p:nvSpPr>
        <p:spPr>
          <a:xfrm>
            <a:off x="22428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852" name="Picture Placeholder 20" descr=""/>
          <p:cNvPicPr/>
          <p:nvPr/>
        </p:nvPicPr>
        <p:blipFill>
          <a:blip r:embed="rId1"/>
          <a:stretch/>
        </p:blipFill>
        <p:spPr>
          <a:xfrm>
            <a:off x="224280" y="191160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3" name="PlaceHolder 3"/>
          <p:cNvSpPr>
            <a:spLocks noGrp="1"/>
          </p:cNvSpPr>
          <p:nvPr>
            <p:ph/>
          </p:nvPr>
        </p:nvSpPr>
        <p:spPr>
          <a:xfrm>
            <a:off x="194220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54" name="PlaceHolder 4"/>
          <p:cNvSpPr>
            <a:spLocks noGrp="1"/>
          </p:cNvSpPr>
          <p:nvPr>
            <p:ph/>
          </p:nvPr>
        </p:nvSpPr>
        <p:spPr>
          <a:xfrm>
            <a:off x="367488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55" name="PlaceHolder 5"/>
          <p:cNvSpPr>
            <a:spLocks noGrp="1"/>
          </p:cNvSpPr>
          <p:nvPr>
            <p:ph/>
          </p:nvPr>
        </p:nvSpPr>
        <p:spPr>
          <a:xfrm>
            <a:off x="539280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56" name="PlaceHolder 6"/>
          <p:cNvSpPr>
            <a:spLocks noGrp="1"/>
          </p:cNvSpPr>
          <p:nvPr>
            <p:ph/>
          </p:nvPr>
        </p:nvSpPr>
        <p:spPr>
          <a:xfrm>
            <a:off x="7110720" y="3381120"/>
            <a:ext cx="1587960" cy="30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IN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57" name="PlaceHolder 7"/>
          <p:cNvSpPr>
            <a:spLocks noGrp="1"/>
          </p:cNvSpPr>
          <p:nvPr>
            <p:ph/>
          </p:nvPr>
        </p:nvSpPr>
        <p:spPr>
          <a:xfrm>
            <a:off x="224280" y="933120"/>
            <a:ext cx="867168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pic>
        <p:nvPicPr>
          <p:cNvPr id="858" name="Picture Placeholder 25" descr=""/>
          <p:cNvPicPr/>
          <p:nvPr/>
        </p:nvPicPr>
        <p:blipFill>
          <a:blip r:embed="rId2"/>
          <a:stretch/>
        </p:blipFill>
        <p:spPr>
          <a:xfrm>
            <a:off x="1956600" y="191160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9" name="Picture Placeholder 26" descr=""/>
          <p:cNvPicPr/>
          <p:nvPr/>
        </p:nvPicPr>
        <p:blipFill>
          <a:blip r:embed="rId3"/>
          <a:stretch/>
        </p:blipFill>
        <p:spPr>
          <a:xfrm>
            <a:off x="3674880" y="191160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0" name="Picture Placeholder 27" descr=""/>
          <p:cNvPicPr/>
          <p:nvPr/>
        </p:nvPicPr>
        <p:blipFill>
          <a:blip r:embed="rId4"/>
          <a:stretch/>
        </p:blipFill>
        <p:spPr>
          <a:xfrm>
            <a:off x="5392800" y="191160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1" name="Picture Placeholder 28" descr=""/>
          <p:cNvPicPr/>
          <p:nvPr/>
        </p:nvPicPr>
        <p:blipFill>
          <a:blip r:embed="rId5"/>
          <a:stretch/>
        </p:blipFill>
        <p:spPr>
          <a:xfrm>
            <a:off x="7110720" y="189468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2" name="PlaceHolder 8"/>
          <p:cNvSpPr>
            <a:spLocks noGrp="1"/>
          </p:cNvSpPr>
          <p:nvPr>
            <p:ph/>
          </p:nvPr>
        </p:nvSpPr>
        <p:spPr>
          <a:xfrm>
            <a:off x="22428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63" name="PlaceHolder 9"/>
          <p:cNvSpPr>
            <a:spLocks noGrp="1"/>
          </p:cNvSpPr>
          <p:nvPr>
            <p:ph/>
          </p:nvPr>
        </p:nvSpPr>
        <p:spPr>
          <a:xfrm>
            <a:off x="194220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64" name="PlaceHolder 10"/>
          <p:cNvSpPr>
            <a:spLocks noGrp="1"/>
          </p:cNvSpPr>
          <p:nvPr>
            <p:ph/>
          </p:nvPr>
        </p:nvSpPr>
        <p:spPr>
          <a:xfrm>
            <a:off x="367488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65" name="PlaceHolder 11"/>
          <p:cNvSpPr>
            <a:spLocks noGrp="1"/>
          </p:cNvSpPr>
          <p:nvPr>
            <p:ph/>
          </p:nvPr>
        </p:nvSpPr>
        <p:spPr>
          <a:xfrm>
            <a:off x="539280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66" name="PlaceHolder 12"/>
          <p:cNvSpPr>
            <a:spLocks noGrp="1"/>
          </p:cNvSpPr>
          <p:nvPr>
            <p:ph/>
          </p:nvPr>
        </p:nvSpPr>
        <p:spPr>
          <a:xfrm>
            <a:off x="7110720" y="3688200"/>
            <a:ext cx="1587960" cy="99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68" name="PlaceHolder 2"/>
          <p:cNvSpPr>
            <a:spLocks noGrp="1"/>
          </p:cNvSpPr>
          <p:nvPr>
            <p:ph/>
          </p:nvPr>
        </p:nvSpPr>
        <p:spPr>
          <a:xfrm>
            <a:off x="43020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/>
          </p:nvPr>
        </p:nvSpPr>
        <p:spPr>
          <a:xfrm rot="10800000">
            <a:off x="0" y="2386800"/>
            <a:ext cx="9143640" cy="360"/>
          </a:xfrm>
          <a:prstGeom prst="rect">
            <a:avLst/>
          </a:prstGeom>
          <a:noFill/>
          <a:ln w="0">
            <a:solidFill>
              <a:schemeClr val="accent2"/>
            </a:solidFill>
          </a:ln>
        </p:spPr>
        <p:txBody>
          <a:bodyPr lIns="90000" rIns="90000" tIns="-44640" bIns="-4464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870" name="Text Placeholder 26"/>
          <p:cNvSpPr/>
          <p:nvPr/>
        </p:nvSpPr>
        <p:spPr>
          <a:xfrm>
            <a:off x="81180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endParaRPr b="0" lang="en-US" sz="1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71" name="PlaceHolder 4"/>
          <p:cNvSpPr>
            <a:spLocks noGrp="1"/>
          </p:cNvSpPr>
          <p:nvPr>
            <p:ph/>
          </p:nvPr>
        </p:nvSpPr>
        <p:spPr>
          <a:xfrm>
            <a:off x="87084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KareliaWeb Regular"/>
            </a:endParaRPr>
          </a:p>
        </p:txBody>
      </p:sp>
      <p:sp>
        <p:nvSpPr>
          <p:cNvPr id="872" name="PlaceHolder 5"/>
          <p:cNvSpPr>
            <a:spLocks noGrp="1"/>
          </p:cNvSpPr>
          <p:nvPr>
            <p:ph/>
          </p:nvPr>
        </p:nvSpPr>
        <p:spPr>
          <a:xfrm>
            <a:off x="43020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73" name="PlaceHolder 6"/>
          <p:cNvSpPr>
            <a:spLocks noGrp="1"/>
          </p:cNvSpPr>
          <p:nvPr>
            <p:ph/>
          </p:nvPr>
        </p:nvSpPr>
        <p:spPr>
          <a:xfrm>
            <a:off x="213768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874" name="Text Placeholder 30"/>
          <p:cNvSpPr/>
          <p:nvPr/>
        </p:nvSpPr>
        <p:spPr>
          <a:xfrm>
            <a:off x="251892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endParaRPr b="0" lang="en-US" sz="1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75" name="PlaceHolder 7"/>
          <p:cNvSpPr>
            <a:spLocks noGrp="1"/>
          </p:cNvSpPr>
          <p:nvPr>
            <p:ph/>
          </p:nvPr>
        </p:nvSpPr>
        <p:spPr>
          <a:xfrm>
            <a:off x="257796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KareliaWeb Regular"/>
            </a:endParaRPr>
          </a:p>
        </p:txBody>
      </p:sp>
      <p:sp>
        <p:nvSpPr>
          <p:cNvPr id="876" name="PlaceHolder 8"/>
          <p:cNvSpPr>
            <a:spLocks noGrp="1"/>
          </p:cNvSpPr>
          <p:nvPr>
            <p:ph/>
          </p:nvPr>
        </p:nvSpPr>
        <p:spPr>
          <a:xfrm>
            <a:off x="214056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77" name="PlaceHolder 9"/>
          <p:cNvSpPr>
            <a:spLocks noGrp="1"/>
          </p:cNvSpPr>
          <p:nvPr>
            <p:ph/>
          </p:nvPr>
        </p:nvSpPr>
        <p:spPr>
          <a:xfrm>
            <a:off x="385128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878" name="Text Placeholder 34"/>
          <p:cNvSpPr/>
          <p:nvPr/>
        </p:nvSpPr>
        <p:spPr>
          <a:xfrm>
            <a:off x="423252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endParaRPr b="0" lang="en-US" sz="1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79" name="PlaceHolder 10"/>
          <p:cNvSpPr>
            <a:spLocks noGrp="1"/>
          </p:cNvSpPr>
          <p:nvPr>
            <p:ph/>
          </p:nvPr>
        </p:nvSpPr>
        <p:spPr>
          <a:xfrm>
            <a:off x="429156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KareliaWeb Regular"/>
            </a:endParaRPr>
          </a:p>
        </p:txBody>
      </p:sp>
      <p:sp>
        <p:nvSpPr>
          <p:cNvPr id="880" name="PlaceHolder 11"/>
          <p:cNvSpPr>
            <a:spLocks noGrp="1"/>
          </p:cNvSpPr>
          <p:nvPr>
            <p:ph/>
          </p:nvPr>
        </p:nvSpPr>
        <p:spPr>
          <a:xfrm>
            <a:off x="385128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81" name="PlaceHolder 12"/>
          <p:cNvSpPr>
            <a:spLocks noGrp="1"/>
          </p:cNvSpPr>
          <p:nvPr>
            <p:ph/>
          </p:nvPr>
        </p:nvSpPr>
        <p:spPr>
          <a:xfrm>
            <a:off x="556164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882" name="Text Placeholder 38"/>
          <p:cNvSpPr/>
          <p:nvPr/>
        </p:nvSpPr>
        <p:spPr>
          <a:xfrm>
            <a:off x="594288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endParaRPr b="0" lang="en-US" sz="1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83" name="PlaceHolder 13"/>
          <p:cNvSpPr>
            <a:spLocks noGrp="1"/>
          </p:cNvSpPr>
          <p:nvPr>
            <p:ph/>
          </p:nvPr>
        </p:nvSpPr>
        <p:spPr>
          <a:xfrm>
            <a:off x="600192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KareliaWeb Regular"/>
            </a:endParaRPr>
          </a:p>
        </p:txBody>
      </p:sp>
      <p:sp>
        <p:nvSpPr>
          <p:cNvPr id="884" name="PlaceHolder 14"/>
          <p:cNvSpPr>
            <a:spLocks noGrp="1"/>
          </p:cNvSpPr>
          <p:nvPr>
            <p:ph/>
          </p:nvPr>
        </p:nvSpPr>
        <p:spPr>
          <a:xfrm>
            <a:off x="556164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85" name="PlaceHolder 15"/>
          <p:cNvSpPr>
            <a:spLocks noGrp="1"/>
          </p:cNvSpPr>
          <p:nvPr>
            <p:ph/>
          </p:nvPr>
        </p:nvSpPr>
        <p:spPr>
          <a:xfrm>
            <a:off x="7272000" y="1896480"/>
            <a:ext cx="870120" cy="354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lt2"/>
              </a:solidFill>
              <a:effectLst/>
              <a:uFillTx/>
              <a:latin typeface="KareliaWeb Regular"/>
            </a:endParaRPr>
          </a:p>
        </p:txBody>
      </p:sp>
      <p:sp>
        <p:nvSpPr>
          <p:cNvPr id="886" name="Text Placeholder 42"/>
          <p:cNvSpPr/>
          <p:nvPr/>
        </p:nvSpPr>
        <p:spPr>
          <a:xfrm>
            <a:off x="7653240" y="2333520"/>
            <a:ext cx="107640" cy="1076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ctr">
            <a:noAutofit/>
          </a:bodyPr>
          <a:p>
            <a:endParaRPr b="0" lang="en-US" sz="1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87" name="PlaceHolder 16"/>
          <p:cNvSpPr>
            <a:spLocks noGrp="1"/>
          </p:cNvSpPr>
          <p:nvPr>
            <p:ph/>
          </p:nvPr>
        </p:nvSpPr>
        <p:spPr>
          <a:xfrm>
            <a:off x="7712280" y="2519280"/>
            <a:ext cx="360" cy="359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3"/>
            </a:solidFill>
            <a:round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0" strike="noStrike" u="none">
              <a:solidFill>
                <a:srgbClr val="ffffff">
                  <a:alpha val="1000"/>
                </a:srgbClr>
              </a:solidFill>
              <a:effectLst/>
              <a:uFillTx/>
              <a:latin typeface="KareliaWeb Regular"/>
            </a:endParaRPr>
          </a:p>
        </p:txBody>
      </p:sp>
      <p:sp>
        <p:nvSpPr>
          <p:cNvPr id="888" name="PlaceHolder 17"/>
          <p:cNvSpPr>
            <a:spLocks noGrp="1"/>
          </p:cNvSpPr>
          <p:nvPr>
            <p:ph/>
          </p:nvPr>
        </p:nvSpPr>
        <p:spPr>
          <a:xfrm>
            <a:off x="7272000" y="2930040"/>
            <a:ext cx="1455840" cy="164160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89" name="PlaceHolder 18"/>
          <p:cNvSpPr>
            <a:spLocks noGrp="1"/>
          </p:cNvSpPr>
          <p:nvPr>
            <p:ph/>
          </p:nvPr>
        </p:nvSpPr>
        <p:spPr>
          <a:xfrm>
            <a:off x="224280" y="933120"/>
            <a:ext cx="8671680" cy="7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2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/>
          </p:nvPr>
        </p:nvSpPr>
        <p:spPr>
          <a:xfrm>
            <a:off x="224280" y="994680"/>
            <a:ext cx="4204440" cy="36943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IN" sz="6600" strike="noStrike" u="none">
                <a:solidFill>
                  <a:schemeClr val="dk1"/>
                </a:solidFill>
                <a:effectLst/>
                <a:uFillTx/>
                <a:latin typeface="KareliaWeb Regular"/>
              </a:rPr>
              <a:t>2500+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91" name="PlaceHolder 2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/>
          </p:nvPr>
        </p:nvSpPr>
        <p:spPr>
          <a:xfrm>
            <a:off x="4637160" y="994680"/>
            <a:ext cx="428220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93" name="PlaceHolder 4"/>
          <p:cNvSpPr>
            <a:spLocks noGrp="1"/>
          </p:cNvSpPr>
          <p:nvPr>
            <p:ph/>
          </p:nvPr>
        </p:nvSpPr>
        <p:spPr>
          <a:xfrm>
            <a:off x="4637160" y="1443600"/>
            <a:ext cx="4282200" cy="325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95" name="PlaceHolder 2"/>
          <p:cNvSpPr>
            <a:spLocks noGrp="1"/>
          </p:cNvSpPr>
          <p:nvPr>
            <p:ph/>
          </p:nvPr>
        </p:nvSpPr>
        <p:spPr>
          <a:xfrm>
            <a:off x="2098440" y="771480"/>
            <a:ext cx="6873840" cy="170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/>
          </p:nvPr>
        </p:nvSpPr>
        <p:spPr>
          <a:xfrm>
            <a:off x="2098440" y="2649960"/>
            <a:ext cx="6873840" cy="209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2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898" name="Text Placeholder 1"/>
          <p:cNvSpPr/>
          <p:nvPr/>
        </p:nvSpPr>
        <p:spPr>
          <a:xfrm>
            <a:off x="6885000" y="1094760"/>
            <a:ext cx="1460880" cy="146088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" strike="noStrike" u="none">
              <a:solidFill>
                <a:srgbClr val="eeeeee"/>
              </a:solidFill>
              <a:effectLst/>
              <a:uFillTx/>
              <a:latin typeface="KareliaWeb Regular"/>
            </a:endParaRPr>
          </a:p>
        </p:txBody>
      </p:sp>
      <p:sp>
        <p:nvSpPr>
          <p:cNvPr id="899" name="Text Placeholder 27"/>
          <p:cNvSpPr/>
          <p:nvPr/>
        </p:nvSpPr>
        <p:spPr>
          <a:xfrm>
            <a:off x="6921720" y="1131480"/>
            <a:ext cx="1387440" cy="1387440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" strike="noStrike" u="none">
              <a:solidFill>
                <a:srgbClr val="c6c6c6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0" name="Text Placeholder 29"/>
          <p:cNvSpPr/>
          <p:nvPr/>
        </p:nvSpPr>
        <p:spPr>
          <a:xfrm>
            <a:off x="7083720" y="1293480"/>
            <a:ext cx="1063440" cy="10634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IN" sz="1400" strike="noStrike" u="none">
              <a:solidFill>
                <a:schemeClr val="dk2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1" name="PlaceHolder 2"/>
          <p:cNvSpPr>
            <a:spLocks noGrp="1"/>
          </p:cNvSpPr>
          <p:nvPr>
            <p:ph/>
          </p:nvPr>
        </p:nvSpPr>
        <p:spPr>
          <a:xfrm>
            <a:off x="6750000" y="2693520"/>
            <a:ext cx="17312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/>
          </p:nvPr>
        </p:nvSpPr>
        <p:spPr>
          <a:xfrm>
            <a:off x="6750360" y="3052440"/>
            <a:ext cx="1730160" cy="145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3" name="Text Placeholder 32"/>
          <p:cNvSpPr/>
          <p:nvPr/>
        </p:nvSpPr>
        <p:spPr>
          <a:xfrm>
            <a:off x="4854240" y="1094760"/>
            <a:ext cx="1460880" cy="146088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" strike="noStrike" u="none">
              <a:solidFill>
                <a:srgbClr val="eeeeee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4" name="Text Placeholder 33"/>
          <p:cNvSpPr/>
          <p:nvPr/>
        </p:nvSpPr>
        <p:spPr>
          <a:xfrm>
            <a:off x="4890960" y="1131480"/>
            <a:ext cx="1387440" cy="1387440"/>
          </a:xfrm>
          <a:prstGeom prst="pie">
            <a:avLst>
              <a:gd name="adj1" fmla="val 10717210"/>
              <a:gd name="adj2" fmla="val 1624337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" strike="noStrike" u="none">
              <a:solidFill>
                <a:srgbClr val="c6c6c6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5" name="Text Placeholder 34"/>
          <p:cNvSpPr/>
          <p:nvPr/>
        </p:nvSpPr>
        <p:spPr>
          <a:xfrm>
            <a:off x="5052960" y="1293480"/>
            <a:ext cx="1063440" cy="10634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IN" sz="1400" strike="noStrike" u="none">
              <a:solidFill>
                <a:schemeClr val="dk2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6" name="PlaceHolder 4"/>
          <p:cNvSpPr>
            <a:spLocks noGrp="1"/>
          </p:cNvSpPr>
          <p:nvPr>
            <p:ph/>
          </p:nvPr>
        </p:nvSpPr>
        <p:spPr>
          <a:xfrm>
            <a:off x="4718880" y="2693520"/>
            <a:ext cx="17312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7" name="PlaceHolder 5"/>
          <p:cNvSpPr>
            <a:spLocks noGrp="1"/>
          </p:cNvSpPr>
          <p:nvPr>
            <p:ph/>
          </p:nvPr>
        </p:nvSpPr>
        <p:spPr>
          <a:xfrm>
            <a:off x="4719240" y="3052440"/>
            <a:ext cx="1730160" cy="145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8" name="Text Placeholder 37"/>
          <p:cNvSpPr/>
          <p:nvPr/>
        </p:nvSpPr>
        <p:spPr>
          <a:xfrm>
            <a:off x="2823840" y="1094760"/>
            <a:ext cx="1460880" cy="1460880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" strike="noStrike" u="none">
              <a:solidFill>
                <a:srgbClr val="eeeeee"/>
              </a:solidFill>
              <a:effectLst/>
              <a:uFillTx/>
              <a:latin typeface="KareliaWeb Regular"/>
            </a:endParaRPr>
          </a:p>
        </p:txBody>
      </p:sp>
      <p:sp>
        <p:nvSpPr>
          <p:cNvPr id="909" name="Text Placeholder 38"/>
          <p:cNvSpPr/>
          <p:nvPr/>
        </p:nvSpPr>
        <p:spPr>
          <a:xfrm>
            <a:off x="2860560" y="1131480"/>
            <a:ext cx="1387440" cy="1387440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" strike="noStrike" u="none">
              <a:solidFill>
                <a:srgbClr val="c6c6c6"/>
              </a:solidFill>
              <a:effectLst/>
              <a:uFillTx/>
              <a:latin typeface="KareliaWeb Regular"/>
            </a:endParaRPr>
          </a:p>
        </p:txBody>
      </p:sp>
      <p:sp>
        <p:nvSpPr>
          <p:cNvPr id="910" name="Text Placeholder 39"/>
          <p:cNvSpPr/>
          <p:nvPr/>
        </p:nvSpPr>
        <p:spPr>
          <a:xfrm>
            <a:off x="3022560" y="1293480"/>
            <a:ext cx="1063440" cy="10634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IN" sz="1400" strike="noStrike" u="none">
              <a:solidFill>
                <a:schemeClr val="dk2"/>
              </a:solidFill>
              <a:effectLst/>
              <a:uFillTx/>
              <a:latin typeface="KareliaWeb Regular"/>
            </a:endParaRPr>
          </a:p>
        </p:txBody>
      </p:sp>
      <p:sp>
        <p:nvSpPr>
          <p:cNvPr id="911" name="PlaceHolder 6"/>
          <p:cNvSpPr>
            <a:spLocks noGrp="1"/>
          </p:cNvSpPr>
          <p:nvPr>
            <p:ph/>
          </p:nvPr>
        </p:nvSpPr>
        <p:spPr>
          <a:xfrm>
            <a:off x="2688480" y="2693520"/>
            <a:ext cx="17312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12" name="PlaceHolder 7"/>
          <p:cNvSpPr>
            <a:spLocks noGrp="1"/>
          </p:cNvSpPr>
          <p:nvPr>
            <p:ph/>
          </p:nvPr>
        </p:nvSpPr>
        <p:spPr>
          <a:xfrm>
            <a:off x="2688840" y="3052440"/>
            <a:ext cx="1730160" cy="145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13" name="Text Placeholder 42"/>
          <p:cNvSpPr/>
          <p:nvPr/>
        </p:nvSpPr>
        <p:spPr>
          <a:xfrm>
            <a:off x="792720" y="1094760"/>
            <a:ext cx="1460880" cy="14608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" strike="noStrike" u="none">
              <a:solidFill>
                <a:srgbClr val="eeeeee"/>
              </a:solidFill>
              <a:effectLst/>
              <a:uFillTx/>
              <a:latin typeface="KareliaWeb Regular"/>
            </a:endParaRPr>
          </a:p>
        </p:txBody>
      </p:sp>
      <p:sp>
        <p:nvSpPr>
          <p:cNvPr id="914" name="Text Placeholder 43"/>
          <p:cNvSpPr/>
          <p:nvPr/>
        </p:nvSpPr>
        <p:spPr>
          <a:xfrm>
            <a:off x="829440" y="1131480"/>
            <a:ext cx="1387440" cy="1387440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" strike="noStrike" u="none">
              <a:solidFill>
                <a:srgbClr val="c6c6c6"/>
              </a:solidFill>
              <a:effectLst/>
              <a:uFillTx/>
              <a:latin typeface="KareliaWeb Regular"/>
            </a:endParaRPr>
          </a:p>
        </p:txBody>
      </p:sp>
      <p:sp>
        <p:nvSpPr>
          <p:cNvPr id="915" name="Text Placeholder 44"/>
          <p:cNvSpPr/>
          <p:nvPr/>
        </p:nvSpPr>
        <p:spPr>
          <a:xfrm>
            <a:off x="991440" y="1293480"/>
            <a:ext cx="1063440" cy="1063440"/>
          </a:xfrm>
          <a:prstGeom prst="ellipse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trike="noStrike" u="none">
              <a:solidFill>
                <a:schemeClr val="dk2"/>
              </a:solidFill>
              <a:effectLst/>
              <a:uFillTx/>
              <a:latin typeface="KareliaWeb Regular"/>
            </a:endParaRPr>
          </a:p>
        </p:txBody>
      </p:sp>
      <p:sp>
        <p:nvSpPr>
          <p:cNvPr id="916" name="PlaceHolder 8"/>
          <p:cNvSpPr>
            <a:spLocks noGrp="1"/>
          </p:cNvSpPr>
          <p:nvPr>
            <p:ph/>
          </p:nvPr>
        </p:nvSpPr>
        <p:spPr>
          <a:xfrm>
            <a:off x="657720" y="2693520"/>
            <a:ext cx="1731240" cy="3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400" strike="noStrike" u="none">
              <a:solidFill>
                <a:schemeClr val="accent1"/>
              </a:solidFill>
              <a:effectLst/>
              <a:uFillTx/>
              <a:latin typeface="KareliaWeb Regular"/>
            </a:endParaRPr>
          </a:p>
        </p:txBody>
      </p:sp>
      <p:sp>
        <p:nvSpPr>
          <p:cNvPr id="917" name="PlaceHolder 9"/>
          <p:cNvSpPr>
            <a:spLocks noGrp="1"/>
          </p:cNvSpPr>
          <p:nvPr>
            <p:ph/>
          </p:nvPr>
        </p:nvSpPr>
        <p:spPr>
          <a:xfrm>
            <a:off x="658080" y="3052440"/>
            <a:ext cx="1730160" cy="145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4500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roup 655"/>
          <p:cNvGrpSpPr/>
          <p:nvPr/>
        </p:nvGrpSpPr>
        <p:grpSpPr>
          <a:xfrm>
            <a:off x="2083320" y="1282320"/>
            <a:ext cx="301320" cy="303480"/>
            <a:chOff x="2083320" y="1282320"/>
            <a:chExt cx="301320" cy="303480"/>
          </a:xfrm>
        </p:grpSpPr>
        <p:sp>
          <p:nvSpPr>
            <p:cNvPr id="919" name="Freeform 6"/>
            <p:cNvSpPr/>
            <p:nvPr/>
          </p:nvSpPr>
          <p:spPr>
            <a:xfrm>
              <a:off x="2083320" y="1282320"/>
              <a:ext cx="301320" cy="30348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3480"/>
                <a:gd name="textAreaBottom" fmla="*/ 303840 h 303480"/>
                <a:gd name="GluePoint1X" fmla="*/ 128 w 257"/>
                <a:gd name="GluePoint1Y" fmla="*/ 0 h 257"/>
                <a:gd name="GluePoint2X" fmla="*/ 37 w 257"/>
                <a:gd name="GluePoint2Y" fmla="*/ 38 h 257"/>
                <a:gd name="GluePoint3X" fmla="*/ 0 w 257"/>
                <a:gd name="GluePoint3Y" fmla="*/ 129 h 257"/>
                <a:gd name="GluePoint4X" fmla="*/ 37 w 257"/>
                <a:gd name="GluePoint4Y" fmla="*/ 219 h 257"/>
                <a:gd name="GluePoint5X" fmla="*/ 128 w 257"/>
                <a:gd name="GluePoint5Y" fmla="*/ 257 h 257"/>
                <a:gd name="GluePoint6X" fmla="*/ 128 w 257"/>
                <a:gd name="GluePoint6Y" fmla="*/ 257 h 257"/>
                <a:gd name="GluePoint7X" fmla="*/ 128 w 257"/>
                <a:gd name="GluePoint7Y" fmla="*/ 257 h 257"/>
                <a:gd name="GluePoint8X" fmla="*/ 257 w 257"/>
                <a:gd name="GluePoint8Y" fmla="*/ 129 h 257"/>
                <a:gd name="GluePoint9X" fmla="*/ 219 w 257"/>
                <a:gd name="GluePoint9Y" fmla="*/ 38 h 257"/>
                <a:gd name="GluePoint10X" fmla="*/ 128 w 257"/>
                <a:gd name="GluePoint10Y" fmla="*/ 0 h 257"/>
                <a:gd name="GluePoint11X" fmla="*/ 128 w 257"/>
                <a:gd name="GluePoint11Y" fmla="*/ 249 h 257"/>
                <a:gd name="GluePoint12X" fmla="*/ 128 w 257"/>
                <a:gd name="GluePoint12Y" fmla="*/ 253 h 257"/>
                <a:gd name="GluePoint13X" fmla="*/ 128 w 257"/>
                <a:gd name="GluePoint13Y" fmla="*/ 249 h 257"/>
                <a:gd name="GluePoint14X" fmla="*/ 128 w 257"/>
                <a:gd name="GluePoint14Y" fmla="*/ 249 h 257"/>
                <a:gd name="GluePoint15X" fmla="*/ 43 w 257"/>
                <a:gd name="GluePoint15Y" fmla="*/ 214 h 257"/>
                <a:gd name="GluePoint16X" fmla="*/ 8 w 257"/>
                <a:gd name="GluePoint16Y" fmla="*/ 129 h 257"/>
                <a:gd name="GluePoint17X" fmla="*/ 43 w 257"/>
                <a:gd name="GluePoint17Y" fmla="*/ 44 h 257"/>
                <a:gd name="GluePoint18X" fmla="*/ 128 w 257"/>
                <a:gd name="GluePoint18Y" fmla="*/ 8 h 257"/>
                <a:gd name="GluePoint19X" fmla="*/ 213 w 257"/>
                <a:gd name="GluePoint19Y" fmla="*/ 44 h 257"/>
                <a:gd name="GluePoint20X" fmla="*/ 249 w 257"/>
                <a:gd name="GluePoint20Y" fmla="*/ 129 h 257"/>
                <a:gd name="GluePoint21X" fmla="*/ 128 w 257"/>
                <a:gd name="GluePoint21Y" fmla="*/ 249 h 2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7" h="257">
                  <a:moveTo>
                    <a:pt x="128" y="0"/>
                  </a:moveTo>
                  <a:cubicBezTo>
                    <a:pt x="94" y="0"/>
                    <a:pt x="62" y="14"/>
                    <a:pt x="37" y="38"/>
                  </a:cubicBezTo>
                  <a:cubicBezTo>
                    <a:pt x="13" y="62"/>
                    <a:pt x="0" y="95"/>
                    <a:pt x="0" y="129"/>
                  </a:cubicBezTo>
                  <a:cubicBezTo>
                    <a:pt x="0" y="163"/>
                    <a:pt x="13" y="195"/>
                    <a:pt x="37" y="219"/>
                  </a:cubicBezTo>
                  <a:cubicBezTo>
                    <a:pt x="62" y="244"/>
                    <a:pt x="94" y="257"/>
                    <a:pt x="128" y="257"/>
                  </a:cubicBezTo>
                  <a:cubicBezTo>
                    <a:pt x="128" y="257"/>
                    <a:pt x="128" y="257"/>
                    <a:pt x="128" y="257"/>
                  </a:cubicBezTo>
                  <a:cubicBezTo>
                    <a:pt x="128" y="257"/>
                    <a:pt x="128" y="257"/>
                    <a:pt x="128" y="257"/>
                  </a:cubicBezTo>
                  <a:cubicBezTo>
                    <a:pt x="199" y="257"/>
                    <a:pt x="257" y="199"/>
                    <a:pt x="257" y="129"/>
                  </a:cubicBezTo>
                  <a:cubicBezTo>
                    <a:pt x="257" y="94"/>
                    <a:pt x="243" y="62"/>
                    <a:pt x="219" y="38"/>
                  </a:cubicBezTo>
                  <a:cubicBezTo>
                    <a:pt x="195" y="14"/>
                    <a:pt x="163" y="0"/>
                    <a:pt x="128" y="0"/>
                  </a:cubicBezTo>
                  <a:close/>
                  <a:moveTo>
                    <a:pt x="128" y="249"/>
                  </a:moveTo>
                  <a:cubicBezTo>
                    <a:pt x="128" y="253"/>
                    <a:pt x="128" y="253"/>
                    <a:pt x="128" y="253"/>
                  </a:cubicBezTo>
                  <a:cubicBezTo>
                    <a:pt x="128" y="249"/>
                    <a:pt x="128" y="249"/>
                    <a:pt x="128" y="249"/>
                  </a:cubicBezTo>
                  <a:cubicBezTo>
                    <a:pt x="128" y="249"/>
                    <a:pt x="128" y="249"/>
                    <a:pt x="128" y="249"/>
                  </a:cubicBezTo>
                  <a:cubicBezTo>
                    <a:pt x="96" y="249"/>
                    <a:pt x="66" y="237"/>
                    <a:pt x="43" y="214"/>
                  </a:cubicBezTo>
                  <a:cubicBezTo>
                    <a:pt x="20" y="191"/>
                    <a:pt x="8" y="161"/>
                    <a:pt x="8" y="129"/>
                  </a:cubicBezTo>
                  <a:cubicBezTo>
                    <a:pt x="8" y="97"/>
                    <a:pt x="20" y="66"/>
                    <a:pt x="43" y="44"/>
                  </a:cubicBez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1" y="21"/>
                    <a:pt x="213" y="44"/>
                  </a:cubicBezTo>
                  <a:cubicBezTo>
                    <a:pt x="236" y="66"/>
                    <a:pt x="249" y="97"/>
                    <a:pt x="249" y="129"/>
                  </a:cubicBezTo>
                  <a:cubicBezTo>
                    <a:pt x="249" y="195"/>
                    <a:pt x="196" y="249"/>
                    <a:pt x="128" y="24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20" name="Freeform 7"/>
            <p:cNvSpPr/>
            <p:nvPr/>
          </p:nvSpPr>
          <p:spPr>
            <a:xfrm>
              <a:off x="2125440" y="1326600"/>
              <a:ext cx="217440" cy="10872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108720"/>
                <a:gd name="textAreaBottom" fmla="*/ 109080 h 108720"/>
                <a:gd name="GluePoint1X" fmla="*/ 92 w 184"/>
                <a:gd name="GluePoint1Y" fmla="*/ 0 h 92"/>
                <a:gd name="GluePoint2X" fmla="*/ 27 w 184"/>
                <a:gd name="GluePoint2Y" fmla="*/ 27 h 92"/>
                <a:gd name="GluePoint3X" fmla="*/ 0 w 184"/>
                <a:gd name="GluePoint3Y" fmla="*/ 92 h 92"/>
                <a:gd name="GluePoint4X" fmla="*/ 8 w 184"/>
                <a:gd name="GluePoint4Y" fmla="*/ 92 h 92"/>
                <a:gd name="GluePoint5X" fmla="*/ 33 w 184"/>
                <a:gd name="GluePoint5Y" fmla="*/ 32 h 92"/>
                <a:gd name="GluePoint6X" fmla="*/ 92 w 184"/>
                <a:gd name="GluePoint6Y" fmla="*/ 8 h 92"/>
                <a:gd name="GluePoint7X" fmla="*/ 152 w 184"/>
                <a:gd name="GluePoint7Y" fmla="*/ 32 h 92"/>
                <a:gd name="GluePoint8X" fmla="*/ 176 w 184"/>
                <a:gd name="GluePoint8Y" fmla="*/ 92 h 92"/>
                <a:gd name="GluePoint9X" fmla="*/ 184 w 184"/>
                <a:gd name="GluePoint9Y" fmla="*/ 92 h 92"/>
                <a:gd name="GluePoint10X" fmla="*/ 157 w 184"/>
                <a:gd name="GluePoint10Y" fmla="*/ 27 h 92"/>
                <a:gd name="GluePoint11X" fmla="*/ 92 w 184"/>
                <a:gd name="GluePoint11Y" fmla="*/ 0 h 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84" h="92">
                  <a:moveTo>
                    <a:pt x="92" y="0"/>
                  </a:moveTo>
                  <a:cubicBezTo>
                    <a:pt x="68" y="0"/>
                    <a:pt x="45" y="9"/>
                    <a:pt x="27" y="27"/>
                  </a:cubicBezTo>
                  <a:cubicBezTo>
                    <a:pt x="10" y="44"/>
                    <a:pt x="0" y="67"/>
                    <a:pt x="0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69"/>
                    <a:pt x="17" y="48"/>
                    <a:pt x="33" y="32"/>
                  </a:cubicBezTo>
                  <a:cubicBezTo>
                    <a:pt x="49" y="17"/>
                    <a:pt x="70" y="8"/>
                    <a:pt x="92" y="8"/>
                  </a:cubicBezTo>
                  <a:cubicBezTo>
                    <a:pt x="115" y="8"/>
                    <a:pt x="136" y="17"/>
                    <a:pt x="152" y="32"/>
                  </a:cubicBezTo>
                  <a:cubicBezTo>
                    <a:pt x="167" y="48"/>
                    <a:pt x="176" y="69"/>
                    <a:pt x="176" y="92"/>
                  </a:cubicBezTo>
                  <a:cubicBezTo>
                    <a:pt x="184" y="92"/>
                    <a:pt x="184" y="92"/>
                    <a:pt x="184" y="92"/>
                  </a:cubicBezTo>
                  <a:cubicBezTo>
                    <a:pt x="184" y="67"/>
                    <a:pt x="175" y="44"/>
                    <a:pt x="157" y="27"/>
                  </a:cubicBezTo>
                  <a:cubicBezTo>
                    <a:pt x="140" y="9"/>
                    <a:pt x="117" y="0"/>
                    <a:pt x="92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21" name="Freeform 8"/>
            <p:cNvSpPr/>
            <p:nvPr/>
          </p:nvSpPr>
          <p:spPr>
            <a:xfrm>
              <a:off x="2192400" y="1404000"/>
              <a:ext cx="56160" cy="604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60480"/>
                <a:gd name="textAreaBottom" fmla="*/ 60840 h 60480"/>
                <a:gd name="GluePoint1X" fmla="*/ 30 w 48"/>
                <a:gd name="GluePoint1Y" fmla="*/ 28 h 51"/>
                <a:gd name="GluePoint2X" fmla="*/ 6 w 48"/>
                <a:gd name="GluePoint2Y" fmla="*/ 0 h 51"/>
                <a:gd name="GluePoint3X" fmla="*/ 0 w 48"/>
                <a:gd name="GluePoint3Y" fmla="*/ 5 h 51"/>
                <a:gd name="GluePoint4X" fmla="*/ 24 w 48"/>
                <a:gd name="GluePoint4Y" fmla="*/ 34 h 51"/>
                <a:gd name="GluePoint5X" fmla="*/ 23 w 48"/>
                <a:gd name="GluePoint5Y" fmla="*/ 39 h 51"/>
                <a:gd name="GluePoint6X" fmla="*/ 27 w 48"/>
                <a:gd name="GluePoint6Y" fmla="*/ 47 h 51"/>
                <a:gd name="GluePoint7X" fmla="*/ 35 w 48"/>
                <a:gd name="GluePoint7Y" fmla="*/ 51 h 51"/>
                <a:gd name="GluePoint8X" fmla="*/ 44 w 48"/>
                <a:gd name="GluePoint8Y" fmla="*/ 47 h 51"/>
                <a:gd name="GluePoint9X" fmla="*/ 44 w 48"/>
                <a:gd name="GluePoint9Y" fmla="*/ 30 h 51"/>
                <a:gd name="GluePoint10X" fmla="*/ 30 w 48"/>
                <a:gd name="GluePoint10Y" fmla="*/ 28 h 51"/>
                <a:gd name="GluePoint11X" fmla="*/ 38 w 48"/>
                <a:gd name="GluePoint11Y" fmla="*/ 42 h 51"/>
                <a:gd name="GluePoint12X" fmla="*/ 32 w 48"/>
                <a:gd name="GluePoint12Y" fmla="*/ 42 h 51"/>
                <a:gd name="GluePoint13X" fmla="*/ 31 w 48"/>
                <a:gd name="GluePoint13Y" fmla="*/ 39 h 51"/>
                <a:gd name="GluePoint14X" fmla="*/ 32 w 48"/>
                <a:gd name="GluePoint14Y" fmla="*/ 36 h 51"/>
                <a:gd name="GluePoint15X" fmla="*/ 35 w 48"/>
                <a:gd name="GluePoint15Y" fmla="*/ 35 h 51"/>
                <a:gd name="GluePoint16X" fmla="*/ 38 w 48"/>
                <a:gd name="GluePoint16Y" fmla="*/ 36 h 51"/>
                <a:gd name="GluePoint17X" fmla="*/ 38 w 48"/>
                <a:gd name="GluePoint17Y" fmla="*/ 42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8" h="51">
                  <a:moveTo>
                    <a:pt x="30" y="28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3" y="37"/>
                    <a:pt x="23" y="39"/>
                  </a:cubicBezTo>
                  <a:cubicBezTo>
                    <a:pt x="23" y="42"/>
                    <a:pt x="24" y="45"/>
                    <a:pt x="27" y="47"/>
                  </a:cubicBezTo>
                  <a:cubicBezTo>
                    <a:pt x="29" y="50"/>
                    <a:pt x="32" y="51"/>
                    <a:pt x="35" y="51"/>
                  </a:cubicBezTo>
                  <a:cubicBezTo>
                    <a:pt x="38" y="51"/>
                    <a:pt x="41" y="50"/>
                    <a:pt x="44" y="47"/>
                  </a:cubicBezTo>
                  <a:cubicBezTo>
                    <a:pt x="48" y="43"/>
                    <a:pt x="48" y="35"/>
                    <a:pt x="44" y="30"/>
                  </a:cubicBezTo>
                  <a:cubicBezTo>
                    <a:pt x="40" y="27"/>
                    <a:pt x="35" y="26"/>
                    <a:pt x="30" y="28"/>
                  </a:cubicBezTo>
                  <a:close/>
                  <a:moveTo>
                    <a:pt x="38" y="42"/>
                  </a:moveTo>
                  <a:cubicBezTo>
                    <a:pt x="37" y="43"/>
                    <a:pt x="34" y="43"/>
                    <a:pt x="32" y="42"/>
                  </a:cubicBezTo>
                  <a:cubicBezTo>
                    <a:pt x="32" y="41"/>
                    <a:pt x="31" y="40"/>
                    <a:pt x="31" y="39"/>
                  </a:cubicBezTo>
                  <a:cubicBezTo>
                    <a:pt x="31" y="38"/>
                    <a:pt x="32" y="37"/>
                    <a:pt x="32" y="36"/>
                  </a:cubicBezTo>
                  <a:cubicBezTo>
                    <a:pt x="33" y="35"/>
                    <a:pt x="34" y="35"/>
                    <a:pt x="35" y="35"/>
                  </a:cubicBezTo>
                  <a:cubicBezTo>
                    <a:pt x="36" y="35"/>
                    <a:pt x="37" y="35"/>
                    <a:pt x="38" y="36"/>
                  </a:cubicBezTo>
                  <a:cubicBezTo>
                    <a:pt x="40" y="38"/>
                    <a:pt x="40" y="40"/>
                    <a:pt x="38" y="4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0240" bIns="302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922" name="Group 656"/>
          <p:cNvGrpSpPr/>
          <p:nvPr/>
        </p:nvGrpSpPr>
        <p:grpSpPr>
          <a:xfrm>
            <a:off x="2475360" y="1290960"/>
            <a:ext cx="303480" cy="286560"/>
            <a:chOff x="2475360" y="1290960"/>
            <a:chExt cx="303480" cy="286560"/>
          </a:xfrm>
        </p:grpSpPr>
        <p:sp>
          <p:nvSpPr>
            <p:cNvPr id="923" name="Freeform 9"/>
            <p:cNvSpPr/>
            <p:nvPr/>
          </p:nvSpPr>
          <p:spPr>
            <a:xfrm>
              <a:off x="2498400" y="1301400"/>
              <a:ext cx="255240" cy="27612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276120"/>
                <a:gd name="textAreaBottom" fmla="*/ 276480 h 276120"/>
                <a:gd name="GluePoint1X" fmla="*/ 216 w 216"/>
                <a:gd name="GluePoint1Y" fmla="*/ 108 h 235"/>
                <a:gd name="GluePoint2X" fmla="*/ 108 w 216"/>
                <a:gd name="GluePoint2Y" fmla="*/ 0 h 235"/>
                <a:gd name="GluePoint3X" fmla="*/ 0 w 216"/>
                <a:gd name="GluePoint3Y" fmla="*/ 108 h 235"/>
                <a:gd name="GluePoint4X" fmla="*/ 61 w 216"/>
                <a:gd name="GluePoint4Y" fmla="*/ 206 h 235"/>
                <a:gd name="GluePoint5X" fmla="*/ 38 w 216"/>
                <a:gd name="GluePoint5Y" fmla="*/ 230 h 235"/>
                <a:gd name="GluePoint6X" fmla="*/ 43 w 216"/>
                <a:gd name="GluePoint6Y" fmla="*/ 235 h 235"/>
                <a:gd name="GluePoint7X" fmla="*/ 69 w 216"/>
                <a:gd name="GluePoint7Y" fmla="*/ 209 h 235"/>
                <a:gd name="GluePoint8X" fmla="*/ 108 w 216"/>
                <a:gd name="GluePoint8Y" fmla="*/ 216 h 235"/>
                <a:gd name="GluePoint9X" fmla="*/ 147 w 216"/>
                <a:gd name="GluePoint9Y" fmla="*/ 209 h 235"/>
                <a:gd name="GluePoint10X" fmla="*/ 174 w 216"/>
                <a:gd name="GluePoint10Y" fmla="*/ 235 h 235"/>
                <a:gd name="GluePoint11X" fmla="*/ 179 w 216"/>
                <a:gd name="GluePoint11Y" fmla="*/ 230 h 235"/>
                <a:gd name="GluePoint12X" fmla="*/ 155 w 216"/>
                <a:gd name="GluePoint12Y" fmla="*/ 206 h 235"/>
                <a:gd name="GluePoint13X" fmla="*/ 216 w 216"/>
                <a:gd name="GluePoint13Y" fmla="*/ 108 h 235"/>
                <a:gd name="GluePoint14X" fmla="*/ 108 w 216"/>
                <a:gd name="GluePoint14Y" fmla="*/ 208 h 235"/>
                <a:gd name="GluePoint15X" fmla="*/ 8 w 216"/>
                <a:gd name="GluePoint15Y" fmla="*/ 108 h 235"/>
                <a:gd name="GluePoint16X" fmla="*/ 108 w 216"/>
                <a:gd name="GluePoint16Y" fmla="*/ 8 h 235"/>
                <a:gd name="GluePoint17X" fmla="*/ 208 w 216"/>
                <a:gd name="GluePoint17Y" fmla="*/ 108 h 235"/>
                <a:gd name="GluePoint18X" fmla="*/ 108 w 216"/>
                <a:gd name="GluePoint18Y" fmla="*/ 208 h 2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16" h="235">
                  <a:moveTo>
                    <a:pt x="216" y="108"/>
                  </a:moveTo>
                  <a:cubicBezTo>
                    <a:pt x="216" y="49"/>
                    <a:pt x="168" y="0"/>
                    <a:pt x="108" y="0"/>
                  </a:cubicBezTo>
                  <a:cubicBezTo>
                    <a:pt x="49" y="0"/>
                    <a:pt x="0" y="49"/>
                    <a:pt x="0" y="108"/>
                  </a:cubicBezTo>
                  <a:cubicBezTo>
                    <a:pt x="0" y="151"/>
                    <a:pt x="25" y="188"/>
                    <a:pt x="61" y="206"/>
                  </a:cubicBezTo>
                  <a:cubicBezTo>
                    <a:pt x="38" y="230"/>
                    <a:pt x="38" y="230"/>
                    <a:pt x="38" y="230"/>
                  </a:cubicBezTo>
                  <a:cubicBezTo>
                    <a:pt x="43" y="235"/>
                    <a:pt x="43" y="235"/>
                    <a:pt x="43" y="235"/>
                  </a:cubicBezTo>
                  <a:cubicBezTo>
                    <a:pt x="69" y="209"/>
                    <a:pt x="69" y="209"/>
                    <a:pt x="69" y="209"/>
                  </a:cubicBezTo>
                  <a:cubicBezTo>
                    <a:pt x="81" y="214"/>
                    <a:pt x="95" y="216"/>
                    <a:pt x="108" y="216"/>
                  </a:cubicBezTo>
                  <a:cubicBezTo>
                    <a:pt x="122" y="216"/>
                    <a:pt x="135" y="214"/>
                    <a:pt x="147" y="209"/>
                  </a:cubicBezTo>
                  <a:cubicBezTo>
                    <a:pt x="174" y="235"/>
                    <a:pt x="174" y="235"/>
                    <a:pt x="174" y="235"/>
                  </a:cubicBezTo>
                  <a:cubicBezTo>
                    <a:pt x="179" y="230"/>
                    <a:pt x="179" y="230"/>
                    <a:pt x="179" y="230"/>
                  </a:cubicBezTo>
                  <a:cubicBezTo>
                    <a:pt x="155" y="206"/>
                    <a:pt x="155" y="206"/>
                    <a:pt x="155" y="206"/>
                  </a:cubicBezTo>
                  <a:cubicBezTo>
                    <a:pt x="191" y="188"/>
                    <a:pt x="216" y="151"/>
                    <a:pt x="216" y="108"/>
                  </a:cubicBezTo>
                  <a:close/>
                  <a:moveTo>
                    <a:pt x="108" y="208"/>
                  </a:moveTo>
                  <a:cubicBezTo>
                    <a:pt x="53" y="208"/>
                    <a:pt x="8" y="163"/>
                    <a:pt x="8" y="108"/>
                  </a:cubicBezTo>
                  <a:cubicBezTo>
                    <a:pt x="8" y="53"/>
                    <a:pt x="53" y="8"/>
                    <a:pt x="108" y="8"/>
                  </a:cubicBezTo>
                  <a:cubicBezTo>
                    <a:pt x="163" y="8"/>
                    <a:pt x="208" y="53"/>
                    <a:pt x="208" y="108"/>
                  </a:cubicBezTo>
                  <a:cubicBezTo>
                    <a:pt x="208" y="163"/>
                    <a:pt x="163" y="208"/>
                    <a:pt x="108" y="20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24" name="Freeform 10"/>
            <p:cNvSpPr/>
            <p:nvPr/>
          </p:nvSpPr>
          <p:spPr>
            <a:xfrm>
              <a:off x="2621880" y="1372680"/>
              <a:ext cx="43560" cy="792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79200"/>
                <a:gd name="textAreaBottom" fmla="*/ 79560 h 79200"/>
                <a:gd name="GluePoint1X" fmla="*/ 4 w 21"/>
                <a:gd name="GluePoint1Y" fmla="*/ 0 h 38"/>
                <a:gd name="GluePoint2X" fmla="*/ 0 w 21"/>
                <a:gd name="GluePoint2Y" fmla="*/ 0 h 38"/>
                <a:gd name="GluePoint3X" fmla="*/ 0 w 21"/>
                <a:gd name="GluePoint3Y" fmla="*/ 28 h 38"/>
                <a:gd name="GluePoint4X" fmla="*/ 19 w 21"/>
                <a:gd name="GluePoint4Y" fmla="*/ 38 h 38"/>
                <a:gd name="GluePoint5X" fmla="*/ 21 w 21"/>
                <a:gd name="GluePoint5Y" fmla="*/ 34 h 38"/>
                <a:gd name="GluePoint6X" fmla="*/ 4 w 21"/>
                <a:gd name="GluePoint6Y" fmla="*/ 26 h 38"/>
                <a:gd name="GluePoint7X" fmla="*/ 4 w 21"/>
                <a:gd name="GluePoint7Y" fmla="*/ 0 h 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21" h="38">
                  <a:moveTo>
                    <a:pt x="4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9" y="38"/>
                  </a:lnTo>
                  <a:lnTo>
                    <a:pt x="21" y="34"/>
                  </a:lnTo>
                  <a:lnTo>
                    <a:pt x="4" y="2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0" bIns="39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25" name="Freeform 11"/>
            <p:cNvSpPr/>
            <p:nvPr/>
          </p:nvSpPr>
          <p:spPr>
            <a:xfrm>
              <a:off x="2475360" y="1290960"/>
              <a:ext cx="79200" cy="813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81360"/>
                <a:gd name="textAreaBottom" fmla="*/ 81720 h 81360"/>
                <a:gd name="GluePoint1X" fmla="*/ 0 w 38"/>
                <a:gd name="GluePoint1Y" fmla="*/ 11 h 39"/>
                <a:gd name="GluePoint2X" fmla="*/ 5 w 38"/>
                <a:gd name="GluePoint2Y" fmla="*/ 39 h 39"/>
                <a:gd name="GluePoint3X" fmla="*/ 38 w 38"/>
                <a:gd name="GluePoint3Y" fmla="*/ 6 h 39"/>
                <a:gd name="GluePoint4X" fmla="*/ 10 w 38"/>
                <a:gd name="GluePoint4Y" fmla="*/ 0 h 39"/>
                <a:gd name="GluePoint5X" fmla="*/ 0 w 38"/>
                <a:gd name="GluePoint5Y" fmla="*/ 11 h 39"/>
                <a:gd name="GluePoint6X" fmla="*/ 29 w 38"/>
                <a:gd name="GluePoint6Y" fmla="*/ 9 h 39"/>
                <a:gd name="GluePoint7X" fmla="*/ 8 w 38"/>
                <a:gd name="GluePoint7Y" fmla="*/ 30 h 39"/>
                <a:gd name="GluePoint8X" fmla="*/ 5 w 38"/>
                <a:gd name="GluePoint8Y" fmla="*/ 13 h 39"/>
                <a:gd name="GluePoint9X" fmla="*/ 12 w 38"/>
                <a:gd name="GluePoint9Y" fmla="*/ 5 h 39"/>
                <a:gd name="GluePoint10X" fmla="*/ 29 w 38"/>
                <a:gd name="GluePoint10Y" fmla="*/ 9 h 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" h="39">
                  <a:moveTo>
                    <a:pt x="0" y="11"/>
                  </a:moveTo>
                  <a:lnTo>
                    <a:pt x="5" y="39"/>
                  </a:lnTo>
                  <a:lnTo>
                    <a:pt x="38" y="6"/>
                  </a:lnTo>
                  <a:lnTo>
                    <a:pt x="10" y="0"/>
                  </a:lnTo>
                  <a:lnTo>
                    <a:pt x="0" y="11"/>
                  </a:lnTo>
                  <a:close/>
                  <a:moveTo>
                    <a:pt x="29" y="9"/>
                  </a:moveTo>
                  <a:lnTo>
                    <a:pt x="8" y="30"/>
                  </a:lnTo>
                  <a:lnTo>
                    <a:pt x="5" y="13"/>
                  </a:lnTo>
                  <a:lnTo>
                    <a:pt x="12" y="5"/>
                  </a:lnTo>
                  <a:lnTo>
                    <a:pt x="29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680" bIns="40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26" name="Freeform 12"/>
            <p:cNvSpPr/>
            <p:nvPr/>
          </p:nvSpPr>
          <p:spPr>
            <a:xfrm>
              <a:off x="2697480" y="1290960"/>
              <a:ext cx="81360" cy="8136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81360"/>
                <a:gd name="textAreaBottom" fmla="*/ 81720 h 81360"/>
                <a:gd name="GluePoint1X" fmla="*/ 0 w 39"/>
                <a:gd name="GluePoint1Y" fmla="*/ 6 h 39"/>
                <a:gd name="GluePoint2X" fmla="*/ 33 w 39"/>
                <a:gd name="GluePoint2Y" fmla="*/ 39 h 39"/>
                <a:gd name="GluePoint3X" fmla="*/ 39 w 39"/>
                <a:gd name="GluePoint3Y" fmla="*/ 11 h 39"/>
                <a:gd name="GluePoint4X" fmla="*/ 28 w 39"/>
                <a:gd name="GluePoint4Y" fmla="*/ 0 h 39"/>
                <a:gd name="GluePoint5X" fmla="*/ 0 w 39"/>
                <a:gd name="GluePoint5Y" fmla="*/ 6 h 39"/>
                <a:gd name="GluePoint6X" fmla="*/ 30 w 39"/>
                <a:gd name="GluePoint6Y" fmla="*/ 30 h 39"/>
                <a:gd name="GluePoint7X" fmla="*/ 9 w 39"/>
                <a:gd name="GluePoint7Y" fmla="*/ 9 h 39"/>
                <a:gd name="GluePoint8X" fmla="*/ 26 w 39"/>
                <a:gd name="GluePoint8Y" fmla="*/ 5 h 39"/>
                <a:gd name="GluePoint9X" fmla="*/ 33 w 39"/>
                <a:gd name="GluePoint9Y" fmla="*/ 13 h 39"/>
                <a:gd name="GluePoint10X" fmla="*/ 30 w 39"/>
                <a:gd name="GluePoint10Y" fmla="*/ 30 h 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9" h="39">
                  <a:moveTo>
                    <a:pt x="0" y="6"/>
                  </a:moveTo>
                  <a:lnTo>
                    <a:pt x="33" y="39"/>
                  </a:lnTo>
                  <a:lnTo>
                    <a:pt x="39" y="11"/>
                  </a:lnTo>
                  <a:lnTo>
                    <a:pt x="28" y="0"/>
                  </a:lnTo>
                  <a:lnTo>
                    <a:pt x="0" y="6"/>
                  </a:lnTo>
                  <a:close/>
                  <a:moveTo>
                    <a:pt x="30" y="30"/>
                  </a:moveTo>
                  <a:lnTo>
                    <a:pt x="9" y="9"/>
                  </a:lnTo>
                  <a:lnTo>
                    <a:pt x="26" y="5"/>
                  </a:lnTo>
                  <a:lnTo>
                    <a:pt x="33" y="13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680" bIns="40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927" name="Freeform 13"/>
          <p:cNvSpPr/>
          <p:nvPr/>
        </p:nvSpPr>
        <p:spPr>
          <a:xfrm>
            <a:off x="2888280" y="1284480"/>
            <a:ext cx="259560" cy="301320"/>
          </a:xfrm>
          <a:custGeom>
            <a:avLst/>
            <a:gdLst>
              <a:gd name="textAreaLeft" fmla="*/ 0 w 259560"/>
              <a:gd name="textAreaRight" fmla="*/ 259920 w 259560"/>
              <a:gd name="textAreaTop" fmla="*/ 0 h 301320"/>
              <a:gd name="textAreaBottom" fmla="*/ 301680 h 301320"/>
              <a:gd name="GluePoint1X" fmla="*/ 57 w 219"/>
              <a:gd name="GluePoint1Y" fmla="*/ 196 h 256"/>
              <a:gd name="GluePoint2X" fmla="*/ 17 w 219"/>
              <a:gd name="GluePoint2Y" fmla="*/ 184 h 256"/>
              <a:gd name="GluePoint3X" fmla="*/ 12 w 219"/>
              <a:gd name="GluePoint3Y" fmla="*/ 186 h 256"/>
              <a:gd name="GluePoint4X" fmla="*/ 0 w 219"/>
              <a:gd name="GluePoint4Y" fmla="*/ 226 h 256"/>
              <a:gd name="GluePoint5X" fmla="*/ 7 w 219"/>
              <a:gd name="GluePoint5Y" fmla="*/ 229 h 256"/>
              <a:gd name="GluePoint6X" fmla="*/ 17 w 219"/>
              <a:gd name="GluePoint6Y" fmla="*/ 198 h 256"/>
              <a:gd name="GluePoint7X" fmla="*/ 108 w 219"/>
              <a:gd name="GluePoint7Y" fmla="*/ 256 h 256"/>
              <a:gd name="GluePoint8X" fmla="*/ 199 w 219"/>
              <a:gd name="GluePoint8Y" fmla="*/ 197 h 256"/>
              <a:gd name="GluePoint9X" fmla="*/ 212 w 219"/>
              <a:gd name="GluePoint9Y" fmla="*/ 229 h 256"/>
              <a:gd name="GluePoint10X" fmla="*/ 219 w 219"/>
              <a:gd name="GluePoint10Y" fmla="*/ 226 h 256"/>
              <a:gd name="GluePoint11X" fmla="*/ 203 w 219"/>
              <a:gd name="GluePoint11Y" fmla="*/ 186 h 256"/>
              <a:gd name="GluePoint12X" fmla="*/ 198 w 219"/>
              <a:gd name="GluePoint12Y" fmla="*/ 184 h 256"/>
              <a:gd name="GluePoint13X" fmla="*/ 158 w 219"/>
              <a:gd name="GluePoint13Y" fmla="*/ 196 h 256"/>
              <a:gd name="GluePoint14X" fmla="*/ 161 w 219"/>
              <a:gd name="GluePoint14Y" fmla="*/ 203 h 256"/>
              <a:gd name="GluePoint15X" fmla="*/ 192 w 219"/>
              <a:gd name="GluePoint15Y" fmla="*/ 194 h 256"/>
              <a:gd name="GluePoint16X" fmla="*/ 112 w 219"/>
              <a:gd name="GluePoint16Y" fmla="*/ 247 h 256"/>
              <a:gd name="GluePoint17X" fmla="*/ 112 w 219"/>
              <a:gd name="GluePoint17Y" fmla="*/ 72 h 256"/>
              <a:gd name="GluePoint18X" fmla="*/ 144 w 219"/>
              <a:gd name="GluePoint18Y" fmla="*/ 72 h 256"/>
              <a:gd name="GluePoint19X" fmla="*/ 144 w 219"/>
              <a:gd name="GluePoint19Y" fmla="*/ 64 h 256"/>
              <a:gd name="GluePoint20X" fmla="*/ 112 w 219"/>
              <a:gd name="GluePoint20Y" fmla="*/ 64 h 256"/>
              <a:gd name="GluePoint21X" fmla="*/ 112 w 219"/>
              <a:gd name="GluePoint21Y" fmla="*/ 55 h 256"/>
              <a:gd name="GluePoint22X" fmla="*/ 136 w 219"/>
              <a:gd name="GluePoint22Y" fmla="*/ 28 h 256"/>
              <a:gd name="GluePoint23X" fmla="*/ 108 w 219"/>
              <a:gd name="GluePoint23Y" fmla="*/ 0 h 256"/>
              <a:gd name="GluePoint24X" fmla="*/ 80 w 219"/>
              <a:gd name="GluePoint24Y" fmla="*/ 28 h 256"/>
              <a:gd name="GluePoint25X" fmla="*/ 104 w 219"/>
              <a:gd name="GluePoint25Y" fmla="*/ 55 h 256"/>
              <a:gd name="GluePoint26X" fmla="*/ 104 w 219"/>
              <a:gd name="GluePoint26Y" fmla="*/ 64 h 256"/>
              <a:gd name="GluePoint27X" fmla="*/ 72 w 219"/>
              <a:gd name="GluePoint27Y" fmla="*/ 64 h 256"/>
              <a:gd name="GluePoint28X" fmla="*/ 72 w 219"/>
              <a:gd name="GluePoint28Y" fmla="*/ 72 h 256"/>
              <a:gd name="GluePoint29X" fmla="*/ 104 w 219"/>
              <a:gd name="GluePoint29Y" fmla="*/ 72 h 256"/>
              <a:gd name="GluePoint30X" fmla="*/ 104 w 219"/>
              <a:gd name="GluePoint30Y" fmla="*/ 247 h 256"/>
              <a:gd name="GluePoint31X" fmla="*/ 23 w 219"/>
              <a:gd name="GluePoint31Y" fmla="*/ 194 h 256"/>
              <a:gd name="GluePoint32X" fmla="*/ 54 w 219"/>
              <a:gd name="GluePoint32Y" fmla="*/ 203 h 256"/>
              <a:gd name="GluePoint33X" fmla="*/ 57 w 219"/>
              <a:gd name="GluePoint33Y" fmla="*/ 196 h 256"/>
              <a:gd name="GluePoint34X" fmla="*/ 88 w 219"/>
              <a:gd name="GluePoint34Y" fmla="*/ 28 h 256"/>
              <a:gd name="GluePoint35X" fmla="*/ 108 w 219"/>
              <a:gd name="GluePoint35Y" fmla="*/ 8 h 256"/>
              <a:gd name="GluePoint36X" fmla="*/ 128 w 219"/>
              <a:gd name="GluePoint36Y" fmla="*/ 28 h 256"/>
              <a:gd name="GluePoint37X" fmla="*/ 108 w 219"/>
              <a:gd name="GluePoint37Y" fmla="*/ 48 h 256"/>
              <a:gd name="GluePoint38X" fmla="*/ 88 w 219"/>
              <a:gd name="GluePoint38Y" fmla="*/ 2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w="219" h="256">
                <a:moveTo>
                  <a:pt x="57" y="196"/>
                </a:moveTo>
                <a:cubicBezTo>
                  <a:pt x="17" y="184"/>
                  <a:pt x="17" y="184"/>
                  <a:pt x="17" y="184"/>
                </a:cubicBezTo>
                <a:cubicBezTo>
                  <a:pt x="12" y="186"/>
                  <a:pt x="12" y="186"/>
                  <a:pt x="12" y="186"/>
                </a:cubicBezTo>
                <a:cubicBezTo>
                  <a:pt x="0" y="226"/>
                  <a:pt x="0" y="226"/>
                  <a:pt x="0" y="226"/>
                </a:cubicBezTo>
                <a:cubicBezTo>
                  <a:pt x="7" y="229"/>
                  <a:pt x="7" y="229"/>
                  <a:pt x="7" y="229"/>
                </a:cubicBezTo>
                <a:cubicBezTo>
                  <a:pt x="17" y="198"/>
                  <a:pt x="17" y="198"/>
                  <a:pt x="17" y="198"/>
                </a:cubicBezTo>
                <a:cubicBezTo>
                  <a:pt x="33" y="233"/>
                  <a:pt x="68" y="256"/>
                  <a:pt x="108" y="256"/>
                </a:cubicBezTo>
                <a:cubicBezTo>
                  <a:pt x="147" y="256"/>
                  <a:pt x="183" y="232"/>
                  <a:pt x="199" y="197"/>
                </a:cubicBezTo>
                <a:cubicBezTo>
                  <a:pt x="212" y="229"/>
                  <a:pt x="212" y="229"/>
                  <a:pt x="212" y="229"/>
                </a:cubicBezTo>
                <a:cubicBezTo>
                  <a:pt x="219" y="226"/>
                  <a:pt x="219" y="226"/>
                  <a:pt x="219" y="226"/>
                </a:cubicBezTo>
                <a:cubicBezTo>
                  <a:pt x="203" y="186"/>
                  <a:pt x="203" y="186"/>
                  <a:pt x="203" y="186"/>
                </a:cubicBezTo>
                <a:cubicBezTo>
                  <a:pt x="198" y="184"/>
                  <a:pt x="198" y="184"/>
                  <a:pt x="198" y="184"/>
                </a:cubicBezTo>
                <a:cubicBezTo>
                  <a:pt x="158" y="196"/>
                  <a:pt x="158" y="196"/>
                  <a:pt x="158" y="196"/>
                </a:cubicBezTo>
                <a:cubicBezTo>
                  <a:pt x="161" y="203"/>
                  <a:pt x="161" y="203"/>
                  <a:pt x="161" y="203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77" y="225"/>
                  <a:pt x="147" y="246"/>
                  <a:pt x="112" y="247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44" y="72"/>
                  <a:pt x="144" y="72"/>
                  <a:pt x="144" y="72"/>
                </a:cubicBezTo>
                <a:cubicBezTo>
                  <a:pt x="144" y="64"/>
                  <a:pt x="144" y="64"/>
                  <a:pt x="144" y="6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12" y="55"/>
                  <a:pt x="112" y="55"/>
                  <a:pt x="112" y="55"/>
                </a:cubicBezTo>
                <a:cubicBezTo>
                  <a:pt x="125" y="53"/>
                  <a:pt x="136" y="42"/>
                  <a:pt x="136" y="28"/>
                </a:cubicBezTo>
                <a:cubicBezTo>
                  <a:pt x="136" y="12"/>
                  <a:pt x="123" y="0"/>
                  <a:pt x="108" y="0"/>
                </a:cubicBezTo>
                <a:cubicBezTo>
                  <a:pt x="92" y="0"/>
                  <a:pt x="80" y="12"/>
                  <a:pt x="80" y="28"/>
                </a:cubicBezTo>
                <a:cubicBezTo>
                  <a:pt x="80" y="42"/>
                  <a:pt x="90" y="53"/>
                  <a:pt x="104" y="55"/>
                </a:cubicBezTo>
                <a:cubicBezTo>
                  <a:pt x="104" y="64"/>
                  <a:pt x="104" y="64"/>
                  <a:pt x="104" y="64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72"/>
                  <a:pt x="72" y="72"/>
                  <a:pt x="72" y="72"/>
                </a:cubicBezTo>
                <a:cubicBezTo>
                  <a:pt x="104" y="72"/>
                  <a:pt x="104" y="72"/>
                  <a:pt x="104" y="72"/>
                </a:cubicBezTo>
                <a:cubicBezTo>
                  <a:pt x="104" y="247"/>
                  <a:pt x="104" y="247"/>
                  <a:pt x="104" y="247"/>
                </a:cubicBezTo>
                <a:cubicBezTo>
                  <a:pt x="68" y="246"/>
                  <a:pt x="38" y="225"/>
                  <a:pt x="23" y="194"/>
                </a:cubicBezTo>
                <a:cubicBezTo>
                  <a:pt x="54" y="203"/>
                  <a:pt x="54" y="203"/>
                  <a:pt x="54" y="203"/>
                </a:cubicBezTo>
                <a:lnTo>
                  <a:pt x="57" y="196"/>
                </a:lnTo>
                <a:close/>
                <a:moveTo>
                  <a:pt x="88" y="28"/>
                </a:moveTo>
                <a:cubicBezTo>
                  <a:pt x="88" y="17"/>
                  <a:pt x="96" y="8"/>
                  <a:pt x="108" y="8"/>
                </a:cubicBezTo>
                <a:cubicBezTo>
                  <a:pt x="119" y="8"/>
                  <a:pt x="128" y="17"/>
                  <a:pt x="128" y="28"/>
                </a:cubicBezTo>
                <a:cubicBezTo>
                  <a:pt x="128" y="39"/>
                  <a:pt x="119" y="48"/>
                  <a:pt x="108" y="48"/>
                </a:cubicBezTo>
                <a:cubicBezTo>
                  <a:pt x="96" y="48"/>
                  <a:pt x="88" y="39"/>
                  <a:pt x="88" y="2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928" name="Group 657"/>
          <p:cNvGrpSpPr/>
          <p:nvPr/>
        </p:nvGrpSpPr>
        <p:grpSpPr>
          <a:xfrm>
            <a:off x="3259080" y="1284480"/>
            <a:ext cx="303480" cy="301320"/>
            <a:chOff x="3259080" y="1284480"/>
            <a:chExt cx="303480" cy="301320"/>
          </a:xfrm>
        </p:grpSpPr>
        <p:sp>
          <p:nvSpPr>
            <p:cNvPr id="929" name="Freeform 14"/>
            <p:cNvSpPr/>
            <p:nvPr/>
          </p:nvSpPr>
          <p:spPr>
            <a:xfrm>
              <a:off x="3405960" y="1341000"/>
              <a:ext cx="50040" cy="13788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137880"/>
                <a:gd name="textAreaBottom" fmla="*/ 138240 h 137880"/>
                <a:gd name="GluePoint1X" fmla="*/ 24 w 24"/>
                <a:gd name="GluePoint1Y" fmla="*/ 64 h 66"/>
                <a:gd name="GluePoint2X" fmla="*/ 5 w 24"/>
                <a:gd name="GluePoint2Y" fmla="*/ 44 h 66"/>
                <a:gd name="GluePoint3X" fmla="*/ 5 w 24"/>
                <a:gd name="GluePoint3Y" fmla="*/ 0 h 66"/>
                <a:gd name="GluePoint4X" fmla="*/ 0 w 24"/>
                <a:gd name="GluePoint4Y" fmla="*/ 0 h 66"/>
                <a:gd name="GluePoint5X" fmla="*/ 0 w 24"/>
                <a:gd name="GluePoint5Y" fmla="*/ 46 h 66"/>
                <a:gd name="GluePoint6X" fmla="*/ 21 w 24"/>
                <a:gd name="GluePoint6Y" fmla="*/ 66 h 66"/>
                <a:gd name="GluePoint7X" fmla="*/ 24 w 24"/>
                <a:gd name="GluePoint7Y" fmla="*/ 64 h 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24" h="66">
                  <a:moveTo>
                    <a:pt x="24" y="64"/>
                  </a:moveTo>
                  <a:lnTo>
                    <a:pt x="5" y="44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46"/>
                  </a:lnTo>
                  <a:lnTo>
                    <a:pt x="21" y="66"/>
                  </a:lnTo>
                  <a:lnTo>
                    <a:pt x="24" y="6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30" name="Rectangle 15"/>
            <p:cNvSpPr/>
            <p:nvPr/>
          </p:nvSpPr>
          <p:spPr>
            <a:xfrm>
              <a:off x="3278160" y="143136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31" name="Rectangle 16"/>
            <p:cNvSpPr/>
            <p:nvPr/>
          </p:nvSpPr>
          <p:spPr>
            <a:xfrm>
              <a:off x="3525480" y="143136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32" name="Rectangle 17"/>
            <p:cNvSpPr/>
            <p:nvPr/>
          </p:nvSpPr>
          <p:spPr>
            <a:xfrm>
              <a:off x="3405960" y="1548720"/>
              <a:ext cx="10080" cy="18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33" name="Rectangle 18"/>
            <p:cNvSpPr/>
            <p:nvPr/>
          </p:nvSpPr>
          <p:spPr>
            <a:xfrm>
              <a:off x="3405960" y="1303560"/>
              <a:ext cx="10080" cy="18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34" name="Freeform 19"/>
            <p:cNvSpPr/>
            <p:nvPr/>
          </p:nvSpPr>
          <p:spPr>
            <a:xfrm>
              <a:off x="3259080" y="1284480"/>
              <a:ext cx="303480" cy="30132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301320"/>
                <a:gd name="textAreaBottom" fmla="*/ 301680 h 301320"/>
                <a:gd name="GluePoint1X" fmla="*/ 214 w 256"/>
                <a:gd name="GluePoint1Y" fmla="*/ 36 h 256"/>
                <a:gd name="GluePoint2X" fmla="*/ 248 w 256"/>
                <a:gd name="GluePoint2Y" fmla="*/ 36 h 256"/>
                <a:gd name="GluePoint3X" fmla="*/ 248 w 256"/>
                <a:gd name="GluePoint3Y" fmla="*/ 28 h 256"/>
                <a:gd name="GluePoint4X" fmla="*/ 204 w 256"/>
                <a:gd name="GluePoint4Y" fmla="*/ 28 h 256"/>
                <a:gd name="GluePoint5X" fmla="*/ 200 w 256"/>
                <a:gd name="GluePoint5Y" fmla="*/ 32 h 256"/>
                <a:gd name="GluePoint6X" fmla="*/ 200 w 256"/>
                <a:gd name="GluePoint6Y" fmla="*/ 76 h 256"/>
                <a:gd name="GluePoint7X" fmla="*/ 208 w 256"/>
                <a:gd name="GluePoint7Y" fmla="*/ 76 h 256"/>
                <a:gd name="GluePoint8X" fmla="*/ 208 w 256"/>
                <a:gd name="GluePoint8Y" fmla="*/ 40 h 256"/>
                <a:gd name="GluePoint9X" fmla="*/ 225 w 256"/>
                <a:gd name="GluePoint9Y" fmla="*/ 58 h 256"/>
                <a:gd name="GluePoint10X" fmla="*/ 248 w 256"/>
                <a:gd name="GluePoint10Y" fmla="*/ 128 h 256"/>
                <a:gd name="GluePoint11X" fmla="*/ 128 w 256"/>
                <a:gd name="GluePoint11Y" fmla="*/ 248 h 256"/>
                <a:gd name="GluePoint12X" fmla="*/ 8 w 256"/>
                <a:gd name="GluePoint12Y" fmla="*/ 128 h 256"/>
                <a:gd name="GluePoint13X" fmla="*/ 128 w 256"/>
                <a:gd name="GluePoint13Y" fmla="*/ 8 h 256"/>
                <a:gd name="GluePoint14X" fmla="*/ 128 w 256"/>
                <a:gd name="GluePoint14Y" fmla="*/ 0 h 256"/>
                <a:gd name="GluePoint15X" fmla="*/ 0 w 256"/>
                <a:gd name="GluePoint15Y" fmla="*/ 128 h 256"/>
                <a:gd name="GluePoint16X" fmla="*/ 128 w 256"/>
                <a:gd name="GluePoint16Y" fmla="*/ 256 h 256"/>
                <a:gd name="GluePoint17X" fmla="*/ 256 w 256"/>
                <a:gd name="GluePoint17Y" fmla="*/ 128 h 256"/>
                <a:gd name="GluePoint18X" fmla="*/ 232 w 256"/>
                <a:gd name="GluePoint18Y" fmla="*/ 53 h 256"/>
                <a:gd name="GluePoint19X" fmla="*/ 214 w 256"/>
                <a:gd name="GluePoint19Y" fmla="*/ 36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256" h="256">
                  <a:moveTo>
                    <a:pt x="214" y="36"/>
                  </a:moveTo>
                  <a:cubicBezTo>
                    <a:pt x="248" y="36"/>
                    <a:pt x="248" y="36"/>
                    <a:pt x="248" y="36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04" y="28"/>
                    <a:pt x="204" y="28"/>
                    <a:pt x="204" y="28"/>
                  </a:cubicBezTo>
                  <a:cubicBezTo>
                    <a:pt x="200" y="32"/>
                    <a:pt x="200" y="32"/>
                    <a:pt x="200" y="32"/>
                  </a:cubicBezTo>
                  <a:cubicBezTo>
                    <a:pt x="200" y="76"/>
                    <a:pt x="200" y="76"/>
                    <a:pt x="200" y="76"/>
                  </a:cubicBezTo>
                  <a:cubicBezTo>
                    <a:pt x="208" y="76"/>
                    <a:pt x="208" y="76"/>
                    <a:pt x="208" y="76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25" y="58"/>
                    <a:pt x="225" y="58"/>
                    <a:pt x="225" y="58"/>
                  </a:cubicBezTo>
                  <a:cubicBezTo>
                    <a:pt x="240" y="79"/>
                    <a:pt x="248" y="103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ubicBezTo>
                    <a:pt x="61" y="248"/>
                    <a:pt x="8" y="194"/>
                    <a:pt x="8" y="128"/>
                  </a:cubicBezTo>
                  <a:cubicBezTo>
                    <a:pt x="8" y="61"/>
                    <a:pt x="61" y="8"/>
                    <a:pt x="128" y="8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57" y="0"/>
                    <a:pt x="0" y="57"/>
                    <a:pt x="0" y="128"/>
                  </a:cubicBezTo>
                  <a:cubicBezTo>
                    <a:pt x="0" y="198"/>
                    <a:pt x="57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101"/>
                    <a:pt x="247" y="75"/>
                    <a:pt x="232" y="53"/>
                  </a:cubicBezTo>
                  <a:lnTo>
                    <a:pt x="214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935" name="Freeform 20"/>
          <p:cNvSpPr/>
          <p:nvPr/>
        </p:nvSpPr>
        <p:spPr>
          <a:xfrm>
            <a:off x="3672000" y="1284480"/>
            <a:ext cx="263880" cy="301320"/>
          </a:xfrm>
          <a:custGeom>
            <a:avLst/>
            <a:gdLst>
              <a:gd name="textAreaLeft" fmla="*/ 0 w 263880"/>
              <a:gd name="textAreaRight" fmla="*/ 264240 w 263880"/>
              <a:gd name="textAreaTop" fmla="*/ 0 h 301320"/>
              <a:gd name="textAreaBottom" fmla="*/ 301680 h 301320"/>
              <a:gd name="GluePoint1X" fmla="*/ 224 w 224"/>
              <a:gd name="GluePoint1Y" fmla="*/ 160 h 256"/>
              <a:gd name="GluePoint2X" fmla="*/ 223 w 224"/>
              <a:gd name="GluePoint2Y" fmla="*/ 160 h 256"/>
              <a:gd name="GluePoint3X" fmla="*/ 199 w 224"/>
              <a:gd name="GluePoint3Y" fmla="*/ 0 h 256"/>
              <a:gd name="GluePoint4X" fmla="*/ 24 w 224"/>
              <a:gd name="GluePoint4Y" fmla="*/ 0 h 256"/>
              <a:gd name="GluePoint5X" fmla="*/ 0 w 224"/>
              <a:gd name="GluePoint5Y" fmla="*/ 160 h 256"/>
              <a:gd name="GluePoint6X" fmla="*/ 0 w 224"/>
              <a:gd name="GluePoint6Y" fmla="*/ 160 h 256"/>
              <a:gd name="GluePoint7X" fmla="*/ 0 w 224"/>
              <a:gd name="GluePoint7Y" fmla="*/ 256 h 256"/>
              <a:gd name="GluePoint8X" fmla="*/ 224 w 224"/>
              <a:gd name="GluePoint8Y" fmla="*/ 256 h 256"/>
              <a:gd name="GluePoint9X" fmla="*/ 224 w 224"/>
              <a:gd name="GluePoint9Y" fmla="*/ 160 h 256"/>
              <a:gd name="GluePoint10X" fmla="*/ 31 w 224"/>
              <a:gd name="GluePoint10Y" fmla="*/ 8 h 256"/>
              <a:gd name="GluePoint11X" fmla="*/ 192 w 224"/>
              <a:gd name="GluePoint11Y" fmla="*/ 8 h 256"/>
              <a:gd name="GluePoint12X" fmla="*/ 215 w 224"/>
              <a:gd name="GluePoint12Y" fmla="*/ 160 h 256"/>
              <a:gd name="GluePoint13X" fmla="*/ 152 w 224"/>
              <a:gd name="GluePoint13Y" fmla="*/ 160 h 256"/>
              <a:gd name="GluePoint14X" fmla="*/ 152 w 224"/>
              <a:gd name="GluePoint14Y" fmla="*/ 164 h 256"/>
              <a:gd name="GluePoint15X" fmla="*/ 112 w 224"/>
              <a:gd name="GluePoint15Y" fmla="*/ 204 h 256"/>
              <a:gd name="GluePoint16X" fmla="*/ 72 w 224"/>
              <a:gd name="GluePoint16Y" fmla="*/ 164 h 256"/>
              <a:gd name="GluePoint17X" fmla="*/ 72 w 224"/>
              <a:gd name="GluePoint17Y" fmla="*/ 160 h 256"/>
              <a:gd name="GluePoint18X" fmla="*/ 8 w 224"/>
              <a:gd name="GluePoint18Y" fmla="*/ 160 h 256"/>
              <a:gd name="GluePoint19X" fmla="*/ 31 w 224"/>
              <a:gd name="GluePoint19Y" fmla="*/ 8 h 256"/>
              <a:gd name="GluePoint20X" fmla="*/ 216 w 224"/>
              <a:gd name="GluePoint20Y" fmla="*/ 248 h 256"/>
              <a:gd name="GluePoint21X" fmla="*/ 8 w 224"/>
              <a:gd name="GluePoint21Y" fmla="*/ 248 h 256"/>
              <a:gd name="GluePoint22X" fmla="*/ 8 w 224"/>
              <a:gd name="GluePoint22Y" fmla="*/ 168 h 256"/>
              <a:gd name="GluePoint23X" fmla="*/ 64 w 224"/>
              <a:gd name="GluePoint23Y" fmla="*/ 168 h 256"/>
              <a:gd name="GluePoint24X" fmla="*/ 112 w 224"/>
              <a:gd name="GluePoint24Y" fmla="*/ 212 h 256"/>
              <a:gd name="GluePoint25X" fmla="*/ 160 w 224"/>
              <a:gd name="GluePoint25Y" fmla="*/ 168 h 256"/>
              <a:gd name="GluePoint26X" fmla="*/ 216 w 224"/>
              <a:gd name="GluePoint26Y" fmla="*/ 168 h 256"/>
              <a:gd name="GluePoint27X" fmla="*/ 216 w 224"/>
              <a:gd name="GluePoint27Y" fmla="*/ 24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</a:cxnLst>
            <a:rect l="textAreaLeft" t="textAreaTop" r="textAreaRight" b="textAreaBottom"/>
            <a:pathLst>
              <a:path w="224" h="256">
                <a:moveTo>
                  <a:pt x="224" y="160"/>
                </a:moveTo>
                <a:cubicBezTo>
                  <a:pt x="223" y="160"/>
                  <a:pt x="223" y="160"/>
                  <a:pt x="223" y="160"/>
                </a:cubicBezTo>
                <a:cubicBezTo>
                  <a:pt x="199" y="0"/>
                  <a:pt x="199" y="0"/>
                  <a:pt x="199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56"/>
                  <a:pt x="0" y="256"/>
                  <a:pt x="0" y="256"/>
                </a:cubicBezTo>
                <a:cubicBezTo>
                  <a:pt x="224" y="256"/>
                  <a:pt x="224" y="256"/>
                  <a:pt x="224" y="256"/>
                </a:cubicBezTo>
                <a:lnTo>
                  <a:pt x="224" y="160"/>
                </a:lnTo>
                <a:close/>
                <a:moveTo>
                  <a:pt x="31" y="8"/>
                </a:moveTo>
                <a:cubicBezTo>
                  <a:pt x="192" y="8"/>
                  <a:pt x="192" y="8"/>
                  <a:pt x="192" y="8"/>
                </a:cubicBezTo>
                <a:cubicBezTo>
                  <a:pt x="215" y="160"/>
                  <a:pt x="215" y="160"/>
                  <a:pt x="215" y="160"/>
                </a:cubicBezTo>
                <a:cubicBezTo>
                  <a:pt x="152" y="160"/>
                  <a:pt x="152" y="160"/>
                  <a:pt x="152" y="160"/>
                </a:cubicBezTo>
                <a:cubicBezTo>
                  <a:pt x="152" y="164"/>
                  <a:pt x="152" y="164"/>
                  <a:pt x="152" y="164"/>
                </a:cubicBezTo>
                <a:cubicBezTo>
                  <a:pt x="152" y="186"/>
                  <a:pt x="134" y="204"/>
                  <a:pt x="112" y="204"/>
                </a:cubicBezTo>
                <a:cubicBezTo>
                  <a:pt x="90" y="204"/>
                  <a:pt x="72" y="186"/>
                  <a:pt x="72" y="164"/>
                </a:cubicBezTo>
                <a:cubicBezTo>
                  <a:pt x="72" y="160"/>
                  <a:pt x="72" y="160"/>
                  <a:pt x="72" y="160"/>
                </a:cubicBezTo>
                <a:cubicBezTo>
                  <a:pt x="8" y="160"/>
                  <a:pt x="8" y="160"/>
                  <a:pt x="8" y="160"/>
                </a:cubicBezTo>
                <a:lnTo>
                  <a:pt x="31" y="8"/>
                </a:lnTo>
                <a:close/>
                <a:moveTo>
                  <a:pt x="216" y="248"/>
                </a:moveTo>
                <a:cubicBezTo>
                  <a:pt x="8" y="248"/>
                  <a:pt x="8" y="248"/>
                  <a:pt x="8" y="248"/>
                </a:cubicBezTo>
                <a:cubicBezTo>
                  <a:pt x="8" y="168"/>
                  <a:pt x="8" y="168"/>
                  <a:pt x="8" y="168"/>
                </a:cubicBezTo>
                <a:cubicBezTo>
                  <a:pt x="64" y="168"/>
                  <a:pt x="64" y="168"/>
                  <a:pt x="64" y="168"/>
                </a:cubicBezTo>
                <a:cubicBezTo>
                  <a:pt x="66" y="192"/>
                  <a:pt x="87" y="212"/>
                  <a:pt x="112" y="212"/>
                </a:cubicBezTo>
                <a:cubicBezTo>
                  <a:pt x="137" y="212"/>
                  <a:pt x="157" y="192"/>
                  <a:pt x="160" y="168"/>
                </a:cubicBezTo>
                <a:cubicBezTo>
                  <a:pt x="216" y="168"/>
                  <a:pt x="216" y="168"/>
                  <a:pt x="216" y="168"/>
                </a:cubicBezTo>
                <a:lnTo>
                  <a:pt x="216" y="24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936" name="Group 662"/>
          <p:cNvGrpSpPr/>
          <p:nvPr/>
        </p:nvGrpSpPr>
        <p:grpSpPr>
          <a:xfrm>
            <a:off x="4064040" y="1284480"/>
            <a:ext cx="263880" cy="301320"/>
            <a:chOff x="4064040" y="1284480"/>
            <a:chExt cx="263880" cy="301320"/>
          </a:xfrm>
        </p:grpSpPr>
        <p:sp>
          <p:nvSpPr>
            <p:cNvPr id="937" name="Freeform 21"/>
            <p:cNvSpPr/>
            <p:nvPr/>
          </p:nvSpPr>
          <p:spPr>
            <a:xfrm>
              <a:off x="4064040" y="1284480"/>
              <a:ext cx="263880" cy="30132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301320"/>
                <a:gd name="textAreaBottom" fmla="*/ 301680 h 301320"/>
                <a:gd name="GluePoint1X" fmla="*/ 224 w 224"/>
                <a:gd name="GluePoint1Y" fmla="*/ 160 h 256"/>
                <a:gd name="GluePoint2X" fmla="*/ 223 w 224"/>
                <a:gd name="GluePoint2Y" fmla="*/ 160 h 256"/>
                <a:gd name="GluePoint3X" fmla="*/ 199 w 224"/>
                <a:gd name="GluePoint3Y" fmla="*/ 0 h 256"/>
                <a:gd name="GluePoint4X" fmla="*/ 24 w 224"/>
                <a:gd name="GluePoint4Y" fmla="*/ 0 h 256"/>
                <a:gd name="GluePoint5X" fmla="*/ 0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1 w 224"/>
                <a:gd name="GluePoint10Y" fmla="*/ 8 h 256"/>
                <a:gd name="GluePoint11X" fmla="*/ 192 w 224"/>
                <a:gd name="GluePoint11Y" fmla="*/ 8 h 256"/>
                <a:gd name="GluePoint12X" fmla="*/ 215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8 w 224"/>
                <a:gd name="GluePoint18Y" fmla="*/ 160 h 256"/>
                <a:gd name="GluePoint19X" fmla="*/ 31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38" name="Rectangle 22"/>
            <p:cNvSpPr/>
            <p:nvPr/>
          </p:nvSpPr>
          <p:spPr>
            <a:xfrm>
              <a:off x="4101480" y="1427040"/>
              <a:ext cx="18828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39" name="Rectangle 23"/>
            <p:cNvSpPr/>
            <p:nvPr/>
          </p:nvSpPr>
          <p:spPr>
            <a:xfrm>
              <a:off x="4110120" y="1378800"/>
              <a:ext cx="1695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40" name="Rectangle 24"/>
            <p:cNvSpPr/>
            <p:nvPr/>
          </p:nvSpPr>
          <p:spPr>
            <a:xfrm>
              <a:off x="4120560" y="1330560"/>
              <a:ext cx="15048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941" name="Freeform 25"/>
          <p:cNvSpPr/>
          <p:nvPr/>
        </p:nvSpPr>
        <p:spPr>
          <a:xfrm>
            <a:off x="4437000" y="1284480"/>
            <a:ext cx="301320" cy="301320"/>
          </a:xfrm>
          <a:custGeom>
            <a:avLst/>
            <a:gdLst>
              <a:gd name="textAreaLeft" fmla="*/ 0 w 301320"/>
              <a:gd name="textAreaRight" fmla="*/ 301680 w 301320"/>
              <a:gd name="textAreaTop" fmla="*/ 0 h 301320"/>
              <a:gd name="textAreaBottom" fmla="*/ 301680 h 301320"/>
              <a:gd name="GluePoint1X" fmla="*/ 128 w 256"/>
              <a:gd name="GluePoint1Y" fmla="*/ 256 h 256"/>
              <a:gd name="GluePoint2X" fmla="*/ 218 w 256"/>
              <a:gd name="GluePoint2Y" fmla="*/ 218 h 256"/>
              <a:gd name="GluePoint3X" fmla="*/ 256 w 256"/>
              <a:gd name="GluePoint3Y" fmla="*/ 128 h 256"/>
              <a:gd name="GluePoint4X" fmla="*/ 218 w 256"/>
              <a:gd name="GluePoint4Y" fmla="*/ 37 h 256"/>
              <a:gd name="GluePoint5X" fmla="*/ 128 w 256"/>
              <a:gd name="GluePoint5Y" fmla="*/ 0 h 256"/>
              <a:gd name="GluePoint6X" fmla="*/ 37 w 256"/>
              <a:gd name="GluePoint6Y" fmla="*/ 37 h 256"/>
              <a:gd name="GluePoint7X" fmla="*/ 0 w 256"/>
              <a:gd name="GluePoint7Y" fmla="*/ 128 h 256"/>
              <a:gd name="GluePoint8X" fmla="*/ 37 w 256"/>
              <a:gd name="GluePoint8Y" fmla="*/ 218 h 256"/>
              <a:gd name="GluePoint9X" fmla="*/ 128 w 256"/>
              <a:gd name="GluePoint9Y" fmla="*/ 256 h 256"/>
              <a:gd name="GluePoint10X" fmla="*/ 213 w 256"/>
              <a:gd name="GluePoint10Y" fmla="*/ 43 h 256"/>
              <a:gd name="GluePoint11X" fmla="*/ 248 w 256"/>
              <a:gd name="GluePoint11Y" fmla="*/ 128 h 256"/>
              <a:gd name="GluePoint12X" fmla="*/ 216 w 256"/>
              <a:gd name="GluePoint12Y" fmla="*/ 210 h 256"/>
              <a:gd name="GluePoint13X" fmla="*/ 46 w 256"/>
              <a:gd name="GluePoint13Y" fmla="*/ 40 h 256"/>
              <a:gd name="GluePoint14X" fmla="*/ 128 w 256"/>
              <a:gd name="GluePoint14Y" fmla="*/ 8 h 256"/>
              <a:gd name="GluePoint15X" fmla="*/ 213 w 256"/>
              <a:gd name="GluePoint15Y" fmla="*/ 43 h 256"/>
              <a:gd name="GluePoint16X" fmla="*/ 40 w 256"/>
              <a:gd name="GluePoint16Y" fmla="*/ 46 h 256"/>
              <a:gd name="GluePoint17X" fmla="*/ 210 w 256"/>
              <a:gd name="GluePoint17Y" fmla="*/ 215 h 256"/>
              <a:gd name="GluePoint18X" fmla="*/ 128 w 256"/>
              <a:gd name="GluePoint18Y" fmla="*/ 248 h 256"/>
              <a:gd name="GluePoint19X" fmla="*/ 43 w 256"/>
              <a:gd name="GluePoint19Y" fmla="*/ 212 h 256"/>
              <a:gd name="GluePoint20X" fmla="*/ 8 w 256"/>
              <a:gd name="GluePoint20Y" fmla="*/ 128 h 256"/>
              <a:gd name="GluePoint21X" fmla="*/ 40 w 256"/>
              <a:gd name="GluePoint21Y" fmla="*/ 46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</a:cxnLst>
            <a:rect l="textAreaLeft" t="textAreaTop" r="textAreaRight" b="textAreaBottom"/>
            <a:pathLst>
              <a:path w="256" h="256">
                <a:moveTo>
                  <a:pt x="128" y="256"/>
                </a:moveTo>
                <a:cubicBezTo>
                  <a:pt x="162" y="256"/>
                  <a:pt x="194" y="242"/>
                  <a:pt x="218" y="218"/>
                </a:cubicBezTo>
                <a:cubicBezTo>
                  <a:pt x="243" y="194"/>
                  <a:pt x="256" y="162"/>
                  <a:pt x="256" y="128"/>
                </a:cubicBezTo>
                <a:cubicBezTo>
                  <a:pt x="256" y="93"/>
                  <a:pt x="243" y="61"/>
                  <a:pt x="218" y="37"/>
                </a:cubicBezTo>
                <a:cubicBezTo>
                  <a:pt x="194" y="13"/>
                  <a:pt x="162" y="0"/>
                  <a:pt x="128" y="0"/>
                </a:cubicBezTo>
                <a:cubicBezTo>
                  <a:pt x="94" y="0"/>
                  <a:pt x="62" y="13"/>
                  <a:pt x="37" y="37"/>
                </a:cubicBezTo>
                <a:cubicBezTo>
                  <a:pt x="13" y="61"/>
                  <a:pt x="0" y="93"/>
                  <a:pt x="0" y="128"/>
                </a:cubicBezTo>
                <a:cubicBezTo>
                  <a:pt x="0" y="162"/>
                  <a:pt x="13" y="194"/>
                  <a:pt x="37" y="218"/>
                </a:cubicBezTo>
                <a:cubicBezTo>
                  <a:pt x="62" y="242"/>
                  <a:pt x="94" y="256"/>
                  <a:pt x="128" y="256"/>
                </a:cubicBezTo>
                <a:close/>
                <a:moveTo>
                  <a:pt x="213" y="43"/>
                </a:moveTo>
                <a:cubicBezTo>
                  <a:pt x="235" y="65"/>
                  <a:pt x="248" y="96"/>
                  <a:pt x="248" y="128"/>
                </a:cubicBezTo>
                <a:cubicBezTo>
                  <a:pt x="248" y="158"/>
                  <a:pt x="236" y="187"/>
                  <a:pt x="216" y="210"/>
                </a:cubicBezTo>
                <a:cubicBezTo>
                  <a:pt x="46" y="40"/>
                  <a:pt x="46" y="40"/>
                  <a:pt x="46" y="40"/>
                </a:cubicBezTo>
                <a:cubicBezTo>
                  <a:pt x="68" y="19"/>
                  <a:pt x="97" y="8"/>
                  <a:pt x="128" y="8"/>
                </a:cubicBezTo>
                <a:cubicBezTo>
                  <a:pt x="160" y="8"/>
                  <a:pt x="190" y="20"/>
                  <a:pt x="213" y="43"/>
                </a:cubicBezTo>
                <a:close/>
                <a:moveTo>
                  <a:pt x="40" y="46"/>
                </a:moveTo>
                <a:cubicBezTo>
                  <a:pt x="210" y="215"/>
                  <a:pt x="210" y="215"/>
                  <a:pt x="210" y="215"/>
                </a:cubicBezTo>
                <a:cubicBezTo>
                  <a:pt x="188" y="236"/>
                  <a:pt x="159" y="248"/>
                  <a:pt x="128" y="248"/>
                </a:cubicBezTo>
                <a:cubicBezTo>
                  <a:pt x="96" y="248"/>
                  <a:pt x="66" y="235"/>
                  <a:pt x="43" y="212"/>
                </a:cubicBezTo>
                <a:cubicBezTo>
                  <a:pt x="20" y="190"/>
                  <a:pt x="8" y="160"/>
                  <a:pt x="8" y="128"/>
                </a:cubicBezTo>
                <a:cubicBezTo>
                  <a:pt x="8" y="97"/>
                  <a:pt x="19" y="68"/>
                  <a:pt x="40" y="46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942" name="Group 663"/>
          <p:cNvGrpSpPr/>
          <p:nvPr/>
        </p:nvGrpSpPr>
        <p:grpSpPr>
          <a:xfrm>
            <a:off x="4829040" y="1374840"/>
            <a:ext cx="301320" cy="121320"/>
            <a:chOff x="4829040" y="1374840"/>
            <a:chExt cx="301320" cy="121320"/>
          </a:xfrm>
        </p:grpSpPr>
        <p:sp>
          <p:nvSpPr>
            <p:cNvPr id="943" name="Freeform 26"/>
            <p:cNvSpPr/>
            <p:nvPr/>
          </p:nvSpPr>
          <p:spPr>
            <a:xfrm>
              <a:off x="4829040" y="1374840"/>
              <a:ext cx="301320" cy="12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121320"/>
                <a:gd name="textAreaBottom" fmla="*/ 121680 h 121320"/>
                <a:gd name="GluePoint1X" fmla="*/ 135 w 144"/>
                <a:gd name="GluePoint1Y" fmla="*/ 45 h 58"/>
                <a:gd name="GluePoint2X" fmla="*/ 144 w 144"/>
                <a:gd name="GluePoint2Y" fmla="*/ 45 h 58"/>
                <a:gd name="GluePoint3X" fmla="*/ 144 w 144"/>
                <a:gd name="GluePoint3Y" fmla="*/ 13 h 58"/>
                <a:gd name="GluePoint4X" fmla="*/ 135 w 144"/>
                <a:gd name="GluePoint4Y" fmla="*/ 13 h 58"/>
                <a:gd name="GluePoint5X" fmla="*/ 135 w 144"/>
                <a:gd name="GluePoint5Y" fmla="*/ 0 h 58"/>
                <a:gd name="GluePoint6X" fmla="*/ 0 w 144"/>
                <a:gd name="GluePoint6Y" fmla="*/ 0 h 58"/>
                <a:gd name="GluePoint7X" fmla="*/ 0 w 144"/>
                <a:gd name="GluePoint7Y" fmla="*/ 58 h 58"/>
                <a:gd name="GluePoint8X" fmla="*/ 135 w 144"/>
                <a:gd name="GluePoint8Y" fmla="*/ 58 h 58"/>
                <a:gd name="GluePoint9X" fmla="*/ 135 w 144"/>
                <a:gd name="GluePoint9Y" fmla="*/ 45 h 58"/>
                <a:gd name="GluePoint10X" fmla="*/ 139 w 144"/>
                <a:gd name="GluePoint10Y" fmla="*/ 18 h 58"/>
                <a:gd name="GluePoint11X" fmla="*/ 139 w 144"/>
                <a:gd name="GluePoint11Y" fmla="*/ 40 h 58"/>
                <a:gd name="GluePoint12X" fmla="*/ 135 w 144"/>
                <a:gd name="GluePoint12Y" fmla="*/ 40 h 58"/>
                <a:gd name="GluePoint13X" fmla="*/ 135 w 144"/>
                <a:gd name="GluePoint13Y" fmla="*/ 18 h 58"/>
                <a:gd name="GluePoint14X" fmla="*/ 139 w 144"/>
                <a:gd name="GluePoint14Y" fmla="*/ 18 h 58"/>
                <a:gd name="GluePoint15X" fmla="*/ 130 w 144"/>
                <a:gd name="GluePoint15Y" fmla="*/ 54 h 58"/>
                <a:gd name="GluePoint16X" fmla="*/ 4 w 144"/>
                <a:gd name="GluePoint16Y" fmla="*/ 54 h 58"/>
                <a:gd name="GluePoint17X" fmla="*/ 4 w 144"/>
                <a:gd name="GluePoint17Y" fmla="*/ 4 h 58"/>
                <a:gd name="GluePoint18X" fmla="*/ 130 w 144"/>
                <a:gd name="GluePoint18Y" fmla="*/ 4 h 58"/>
                <a:gd name="GluePoint19X" fmla="*/ 130 w 144"/>
                <a:gd name="GluePoint19Y" fmla="*/ 54 h 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44" h="58">
                  <a:moveTo>
                    <a:pt x="135" y="45"/>
                  </a:moveTo>
                  <a:lnTo>
                    <a:pt x="144" y="45"/>
                  </a:lnTo>
                  <a:lnTo>
                    <a:pt x="144" y="13"/>
                  </a:lnTo>
                  <a:lnTo>
                    <a:pt x="135" y="13"/>
                  </a:lnTo>
                  <a:lnTo>
                    <a:pt x="135" y="0"/>
                  </a:lnTo>
                  <a:lnTo>
                    <a:pt x="0" y="0"/>
                  </a:lnTo>
                  <a:lnTo>
                    <a:pt x="0" y="58"/>
                  </a:lnTo>
                  <a:lnTo>
                    <a:pt x="135" y="58"/>
                  </a:lnTo>
                  <a:lnTo>
                    <a:pt x="135" y="45"/>
                  </a:lnTo>
                  <a:close/>
                  <a:moveTo>
                    <a:pt x="139" y="18"/>
                  </a:moveTo>
                  <a:lnTo>
                    <a:pt x="139" y="40"/>
                  </a:lnTo>
                  <a:lnTo>
                    <a:pt x="135" y="40"/>
                  </a:lnTo>
                  <a:lnTo>
                    <a:pt x="135" y="18"/>
                  </a:lnTo>
                  <a:lnTo>
                    <a:pt x="139" y="18"/>
                  </a:lnTo>
                  <a:close/>
                  <a:moveTo>
                    <a:pt x="130" y="54"/>
                  </a:moveTo>
                  <a:lnTo>
                    <a:pt x="4" y="54"/>
                  </a:lnTo>
                  <a:lnTo>
                    <a:pt x="4" y="4"/>
                  </a:lnTo>
                  <a:lnTo>
                    <a:pt x="130" y="4"/>
                  </a:lnTo>
                  <a:lnTo>
                    <a:pt x="130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44" name="Freeform 27"/>
            <p:cNvSpPr/>
            <p:nvPr/>
          </p:nvSpPr>
          <p:spPr>
            <a:xfrm>
              <a:off x="4847760" y="1393560"/>
              <a:ext cx="244800" cy="83520"/>
            </a:xfrm>
            <a:custGeom>
              <a:avLst/>
              <a:gdLst>
                <a:gd name="textAreaLeft" fmla="*/ 0 w 244800"/>
                <a:gd name="textAreaRight" fmla="*/ 245160 w 244800"/>
                <a:gd name="textAreaTop" fmla="*/ 0 h 83520"/>
                <a:gd name="textAreaBottom" fmla="*/ 83880 h 83520"/>
                <a:gd name="GluePoint1X" fmla="*/ 117 w 117"/>
                <a:gd name="GluePoint1Y" fmla="*/ 0 h 40"/>
                <a:gd name="GluePoint2X" fmla="*/ 0 w 117"/>
                <a:gd name="GluePoint2Y" fmla="*/ 0 h 40"/>
                <a:gd name="GluePoint3X" fmla="*/ 0 w 117"/>
                <a:gd name="GluePoint3Y" fmla="*/ 40 h 40"/>
                <a:gd name="GluePoint4X" fmla="*/ 117 w 117"/>
                <a:gd name="GluePoint4Y" fmla="*/ 40 h 40"/>
                <a:gd name="GluePoint5X" fmla="*/ 117 w 117"/>
                <a:gd name="GluePoint5Y" fmla="*/ 0 h 40"/>
                <a:gd name="GluePoint6X" fmla="*/ 112 w 117"/>
                <a:gd name="GluePoint6Y" fmla="*/ 36 h 40"/>
                <a:gd name="GluePoint7X" fmla="*/ 4 w 117"/>
                <a:gd name="GluePoint7Y" fmla="*/ 36 h 40"/>
                <a:gd name="GluePoint8X" fmla="*/ 4 w 117"/>
                <a:gd name="GluePoint8Y" fmla="*/ 4 h 40"/>
                <a:gd name="GluePoint9X" fmla="*/ 112 w 117"/>
                <a:gd name="GluePoint9Y" fmla="*/ 4 h 40"/>
                <a:gd name="GluePoint10X" fmla="*/ 112 w 117"/>
                <a:gd name="GluePoint10Y" fmla="*/ 36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7" h="40">
                  <a:moveTo>
                    <a:pt x="117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117" y="40"/>
                  </a:lnTo>
                  <a:lnTo>
                    <a:pt x="117" y="0"/>
                  </a:lnTo>
                  <a:close/>
                  <a:moveTo>
                    <a:pt x="112" y="36"/>
                  </a:moveTo>
                  <a:lnTo>
                    <a:pt x="4" y="36"/>
                  </a:lnTo>
                  <a:lnTo>
                    <a:pt x="4" y="4"/>
                  </a:lnTo>
                  <a:lnTo>
                    <a:pt x="112" y="4"/>
                  </a:lnTo>
                  <a:lnTo>
                    <a:pt x="112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45" name="Freeform 28"/>
            <p:cNvSpPr/>
            <p:nvPr/>
          </p:nvSpPr>
          <p:spPr>
            <a:xfrm>
              <a:off x="4929480" y="1414440"/>
              <a:ext cx="70920" cy="4140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41400"/>
                <a:gd name="textAreaBottom" fmla="*/ 41760 h 41400"/>
                <a:gd name="GluePoint1X" fmla="*/ 15 w 34"/>
                <a:gd name="GluePoint1Y" fmla="*/ 7 h 20"/>
                <a:gd name="GluePoint2X" fmla="*/ 15 w 34"/>
                <a:gd name="GluePoint2Y" fmla="*/ 20 h 20"/>
                <a:gd name="GluePoint3X" fmla="*/ 34 w 34"/>
                <a:gd name="GluePoint3Y" fmla="*/ 12 h 20"/>
                <a:gd name="GluePoint4X" fmla="*/ 32 w 34"/>
                <a:gd name="GluePoint4Y" fmla="*/ 8 h 20"/>
                <a:gd name="GluePoint5X" fmla="*/ 19 w 34"/>
                <a:gd name="GluePoint5Y" fmla="*/ 13 h 20"/>
                <a:gd name="GluePoint6X" fmla="*/ 19 w 34"/>
                <a:gd name="GluePoint6Y" fmla="*/ 0 h 20"/>
                <a:gd name="GluePoint7X" fmla="*/ 0 w 34"/>
                <a:gd name="GluePoint7Y" fmla="*/ 8 h 20"/>
                <a:gd name="GluePoint8X" fmla="*/ 2 w 34"/>
                <a:gd name="GluePoint8Y" fmla="*/ 12 h 20"/>
                <a:gd name="GluePoint9X" fmla="*/ 15 w 34"/>
                <a:gd name="GluePoint9Y" fmla="*/ 7 h 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34" h="20">
                  <a:moveTo>
                    <a:pt x="15" y="7"/>
                  </a:moveTo>
                  <a:lnTo>
                    <a:pt x="15" y="20"/>
                  </a:lnTo>
                  <a:lnTo>
                    <a:pt x="34" y="12"/>
                  </a:lnTo>
                  <a:lnTo>
                    <a:pt x="32" y="8"/>
                  </a:lnTo>
                  <a:lnTo>
                    <a:pt x="19" y="13"/>
                  </a:lnTo>
                  <a:lnTo>
                    <a:pt x="19" y="0"/>
                  </a:lnTo>
                  <a:lnTo>
                    <a:pt x="0" y="8"/>
                  </a:lnTo>
                  <a:lnTo>
                    <a:pt x="2" y="12"/>
                  </a:lnTo>
                  <a:lnTo>
                    <a:pt x="15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880" bIns="20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946" name="Group 664"/>
          <p:cNvGrpSpPr/>
          <p:nvPr/>
        </p:nvGrpSpPr>
        <p:grpSpPr>
          <a:xfrm>
            <a:off x="5220720" y="1374840"/>
            <a:ext cx="301320" cy="121320"/>
            <a:chOff x="5220720" y="1374840"/>
            <a:chExt cx="301320" cy="121320"/>
          </a:xfrm>
        </p:grpSpPr>
        <p:sp>
          <p:nvSpPr>
            <p:cNvPr id="947" name="Freeform 29"/>
            <p:cNvSpPr/>
            <p:nvPr/>
          </p:nvSpPr>
          <p:spPr>
            <a:xfrm>
              <a:off x="5220720" y="1374840"/>
              <a:ext cx="301320" cy="12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121320"/>
                <a:gd name="textAreaBottom" fmla="*/ 121680 h 121320"/>
                <a:gd name="GluePoint1X" fmla="*/ 135 w 144"/>
                <a:gd name="GluePoint1Y" fmla="*/ 45 h 58"/>
                <a:gd name="GluePoint2X" fmla="*/ 144 w 144"/>
                <a:gd name="GluePoint2Y" fmla="*/ 45 h 58"/>
                <a:gd name="GluePoint3X" fmla="*/ 144 w 144"/>
                <a:gd name="GluePoint3Y" fmla="*/ 13 h 58"/>
                <a:gd name="GluePoint4X" fmla="*/ 135 w 144"/>
                <a:gd name="GluePoint4Y" fmla="*/ 13 h 58"/>
                <a:gd name="GluePoint5X" fmla="*/ 135 w 144"/>
                <a:gd name="GluePoint5Y" fmla="*/ 0 h 58"/>
                <a:gd name="GluePoint6X" fmla="*/ 0 w 144"/>
                <a:gd name="GluePoint6Y" fmla="*/ 0 h 58"/>
                <a:gd name="GluePoint7X" fmla="*/ 0 w 144"/>
                <a:gd name="GluePoint7Y" fmla="*/ 58 h 58"/>
                <a:gd name="GluePoint8X" fmla="*/ 135 w 144"/>
                <a:gd name="GluePoint8Y" fmla="*/ 58 h 58"/>
                <a:gd name="GluePoint9X" fmla="*/ 135 w 144"/>
                <a:gd name="GluePoint9Y" fmla="*/ 45 h 58"/>
                <a:gd name="GluePoint10X" fmla="*/ 140 w 144"/>
                <a:gd name="GluePoint10Y" fmla="*/ 18 h 58"/>
                <a:gd name="GluePoint11X" fmla="*/ 140 w 144"/>
                <a:gd name="GluePoint11Y" fmla="*/ 40 h 58"/>
                <a:gd name="GluePoint12X" fmla="*/ 135 w 144"/>
                <a:gd name="GluePoint12Y" fmla="*/ 40 h 58"/>
                <a:gd name="GluePoint13X" fmla="*/ 135 w 144"/>
                <a:gd name="GluePoint13Y" fmla="*/ 18 h 58"/>
                <a:gd name="GluePoint14X" fmla="*/ 140 w 144"/>
                <a:gd name="GluePoint14Y" fmla="*/ 18 h 58"/>
                <a:gd name="GluePoint15X" fmla="*/ 131 w 144"/>
                <a:gd name="GluePoint15Y" fmla="*/ 54 h 58"/>
                <a:gd name="GluePoint16X" fmla="*/ 4 w 144"/>
                <a:gd name="GluePoint16Y" fmla="*/ 54 h 58"/>
                <a:gd name="GluePoint17X" fmla="*/ 4 w 144"/>
                <a:gd name="GluePoint17Y" fmla="*/ 4 h 58"/>
                <a:gd name="GluePoint18X" fmla="*/ 131 w 144"/>
                <a:gd name="GluePoint18Y" fmla="*/ 4 h 58"/>
                <a:gd name="GluePoint19X" fmla="*/ 131 w 144"/>
                <a:gd name="GluePoint19Y" fmla="*/ 54 h 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44" h="58">
                  <a:moveTo>
                    <a:pt x="135" y="45"/>
                  </a:moveTo>
                  <a:lnTo>
                    <a:pt x="144" y="45"/>
                  </a:lnTo>
                  <a:lnTo>
                    <a:pt x="144" y="13"/>
                  </a:lnTo>
                  <a:lnTo>
                    <a:pt x="135" y="13"/>
                  </a:lnTo>
                  <a:lnTo>
                    <a:pt x="135" y="0"/>
                  </a:lnTo>
                  <a:lnTo>
                    <a:pt x="0" y="0"/>
                  </a:lnTo>
                  <a:lnTo>
                    <a:pt x="0" y="58"/>
                  </a:lnTo>
                  <a:lnTo>
                    <a:pt x="135" y="58"/>
                  </a:lnTo>
                  <a:lnTo>
                    <a:pt x="135" y="45"/>
                  </a:lnTo>
                  <a:close/>
                  <a:moveTo>
                    <a:pt x="140" y="18"/>
                  </a:moveTo>
                  <a:lnTo>
                    <a:pt x="140" y="40"/>
                  </a:lnTo>
                  <a:lnTo>
                    <a:pt x="135" y="40"/>
                  </a:lnTo>
                  <a:lnTo>
                    <a:pt x="135" y="18"/>
                  </a:lnTo>
                  <a:lnTo>
                    <a:pt x="140" y="18"/>
                  </a:lnTo>
                  <a:close/>
                  <a:moveTo>
                    <a:pt x="131" y="54"/>
                  </a:moveTo>
                  <a:lnTo>
                    <a:pt x="4" y="54"/>
                  </a:lnTo>
                  <a:lnTo>
                    <a:pt x="4" y="4"/>
                  </a:lnTo>
                  <a:lnTo>
                    <a:pt x="131" y="4"/>
                  </a:lnTo>
                  <a:lnTo>
                    <a:pt x="131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48" name="Freeform 30"/>
            <p:cNvSpPr/>
            <p:nvPr/>
          </p:nvSpPr>
          <p:spPr>
            <a:xfrm>
              <a:off x="5239800" y="1393560"/>
              <a:ext cx="70920" cy="835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83520"/>
                <a:gd name="textAreaBottom" fmla="*/ 83880 h 83520"/>
                <a:gd name="GluePoint1X" fmla="*/ 24 w 34"/>
                <a:gd name="GluePoint1Y" fmla="*/ 0 h 40"/>
                <a:gd name="GluePoint2X" fmla="*/ 0 w 34"/>
                <a:gd name="GluePoint2Y" fmla="*/ 0 h 40"/>
                <a:gd name="GluePoint3X" fmla="*/ 0 w 34"/>
                <a:gd name="GluePoint3Y" fmla="*/ 40 h 40"/>
                <a:gd name="GluePoint4X" fmla="*/ 34 w 34"/>
                <a:gd name="GluePoint4Y" fmla="*/ 40 h 40"/>
                <a:gd name="GluePoint5X" fmla="*/ 24 w 34"/>
                <a:gd name="GluePoint5Y" fmla="*/ 0 h 40"/>
                <a:gd name="GluePoint6X" fmla="*/ 4 w 34"/>
                <a:gd name="GluePoint6Y" fmla="*/ 4 h 40"/>
                <a:gd name="GluePoint7X" fmla="*/ 21 w 34"/>
                <a:gd name="GluePoint7Y" fmla="*/ 4 h 40"/>
                <a:gd name="GluePoint8X" fmla="*/ 29 w 34"/>
                <a:gd name="GluePoint8Y" fmla="*/ 36 h 40"/>
                <a:gd name="GluePoint9X" fmla="*/ 4 w 34"/>
                <a:gd name="GluePoint9Y" fmla="*/ 36 h 40"/>
                <a:gd name="GluePoint10X" fmla="*/ 4 w 34"/>
                <a:gd name="GluePoint10Y" fmla="*/ 4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4" h="40">
                  <a:moveTo>
                    <a:pt x="24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34" y="40"/>
                  </a:lnTo>
                  <a:lnTo>
                    <a:pt x="24" y="0"/>
                  </a:lnTo>
                  <a:close/>
                  <a:moveTo>
                    <a:pt x="4" y="4"/>
                  </a:moveTo>
                  <a:lnTo>
                    <a:pt x="21" y="4"/>
                  </a:lnTo>
                  <a:lnTo>
                    <a:pt x="29" y="36"/>
                  </a:lnTo>
                  <a:lnTo>
                    <a:pt x="4" y="36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949" name="Group 665"/>
          <p:cNvGrpSpPr/>
          <p:nvPr/>
        </p:nvGrpSpPr>
        <p:grpSpPr>
          <a:xfrm>
            <a:off x="5612760" y="1374840"/>
            <a:ext cx="301320" cy="121320"/>
            <a:chOff x="5612760" y="1374840"/>
            <a:chExt cx="301320" cy="121320"/>
          </a:xfrm>
        </p:grpSpPr>
        <p:sp>
          <p:nvSpPr>
            <p:cNvPr id="950" name="Freeform 31"/>
            <p:cNvSpPr/>
            <p:nvPr/>
          </p:nvSpPr>
          <p:spPr>
            <a:xfrm>
              <a:off x="5612760" y="1374840"/>
              <a:ext cx="301320" cy="12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121320"/>
                <a:gd name="textAreaBottom" fmla="*/ 121680 h 121320"/>
                <a:gd name="GluePoint1X" fmla="*/ 135 w 144"/>
                <a:gd name="GluePoint1Y" fmla="*/ 45 h 58"/>
                <a:gd name="GluePoint2X" fmla="*/ 144 w 144"/>
                <a:gd name="GluePoint2Y" fmla="*/ 45 h 58"/>
                <a:gd name="GluePoint3X" fmla="*/ 144 w 144"/>
                <a:gd name="GluePoint3Y" fmla="*/ 13 h 58"/>
                <a:gd name="GluePoint4X" fmla="*/ 135 w 144"/>
                <a:gd name="GluePoint4Y" fmla="*/ 13 h 58"/>
                <a:gd name="GluePoint5X" fmla="*/ 135 w 144"/>
                <a:gd name="GluePoint5Y" fmla="*/ 0 h 58"/>
                <a:gd name="GluePoint6X" fmla="*/ 0 w 144"/>
                <a:gd name="GluePoint6Y" fmla="*/ 0 h 58"/>
                <a:gd name="GluePoint7X" fmla="*/ 0 w 144"/>
                <a:gd name="GluePoint7Y" fmla="*/ 58 h 58"/>
                <a:gd name="GluePoint8X" fmla="*/ 135 w 144"/>
                <a:gd name="GluePoint8Y" fmla="*/ 58 h 58"/>
                <a:gd name="GluePoint9X" fmla="*/ 135 w 144"/>
                <a:gd name="GluePoint9Y" fmla="*/ 45 h 58"/>
                <a:gd name="GluePoint10X" fmla="*/ 140 w 144"/>
                <a:gd name="GluePoint10Y" fmla="*/ 18 h 58"/>
                <a:gd name="GluePoint11X" fmla="*/ 140 w 144"/>
                <a:gd name="GluePoint11Y" fmla="*/ 40 h 58"/>
                <a:gd name="GluePoint12X" fmla="*/ 135 w 144"/>
                <a:gd name="GluePoint12Y" fmla="*/ 40 h 58"/>
                <a:gd name="GluePoint13X" fmla="*/ 135 w 144"/>
                <a:gd name="GluePoint13Y" fmla="*/ 18 h 58"/>
                <a:gd name="GluePoint14X" fmla="*/ 140 w 144"/>
                <a:gd name="GluePoint14Y" fmla="*/ 18 h 58"/>
                <a:gd name="GluePoint15X" fmla="*/ 131 w 144"/>
                <a:gd name="GluePoint15Y" fmla="*/ 54 h 58"/>
                <a:gd name="GluePoint16X" fmla="*/ 4 w 144"/>
                <a:gd name="GluePoint16Y" fmla="*/ 54 h 58"/>
                <a:gd name="GluePoint17X" fmla="*/ 4 w 144"/>
                <a:gd name="GluePoint17Y" fmla="*/ 4 h 58"/>
                <a:gd name="GluePoint18X" fmla="*/ 131 w 144"/>
                <a:gd name="GluePoint18Y" fmla="*/ 4 h 58"/>
                <a:gd name="GluePoint19X" fmla="*/ 131 w 144"/>
                <a:gd name="GluePoint19Y" fmla="*/ 54 h 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44" h="58">
                  <a:moveTo>
                    <a:pt x="135" y="45"/>
                  </a:moveTo>
                  <a:lnTo>
                    <a:pt x="144" y="45"/>
                  </a:lnTo>
                  <a:lnTo>
                    <a:pt x="144" y="13"/>
                  </a:lnTo>
                  <a:lnTo>
                    <a:pt x="135" y="13"/>
                  </a:lnTo>
                  <a:lnTo>
                    <a:pt x="135" y="0"/>
                  </a:lnTo>
                  <a:lnTo>
                    <a:pt x="0" y="0"/>
                  </a:lnTo>
                  <a:lnTo>
                    <a:pt x="0" y="58"/>
                  </a:lnTo>
                  <a:lnTo>
                    <a:pt x="135" y="58"/>
                  </a:lnTo>
                  <a:lnTo>
                    <a:pt x="135" y="45"/>
                  </a:lnTo>
                  <a:close/>
                  <a:moveTo>
                    <a:pt x="140" y="18"/>
                  </a:moveTo>
                  <a:lnTo>
                    <a:pt x="140" y="40"/>
                  </a:lnTo>
                  <a:lnTo>
                    <a:pt x="135" y="40"/>
                  </a:lnTo>
                  <a:lnTo>
                    <a:pt x="135" y="18"/>
                  </a:lnTo>
                  <a:lnTo>
                    <a:pt x="140" y="18"/>
                  </a:lnTo>
                  <a:close/>
                  <a:moveTo>
                    <a:pt x="131" y="54"/>
                  </a:moveTo>
                  <a:lnTo>
                    <a:pt x="4" y="54"/>
                  </a:lnTo>
                  <a:lnTo>
                    <a:pt x="4" y="4"/>
                  </a:lnTo>
                  <a:lnTo>
                    <a:pt x="131" y="4"/>
                  </a:lnTo>
                  <a:lnTo>
                    <a:pt x="131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51" name="Freeform 32"/>
            <p:cNvSpPr/>
            <p:nvPr/>
          </p:nvSpPr>
          <p:spPr>
            <a:xfrm>
              <a:off x="5631480" y="1393560"/>
              <a:ext cx="244800" cy="83520"/>
            </a:xfrm>
            <a:custGeom>
              <a:avLst/>
              <a:gdLst>
                <a:gd name="textAreaLeft" fmla="*/ 0 w 244800"/>
                <a:gd name="textAreaRight" fmla="*/ 245160 w 244800"/>
                <a:gd name="textAreaTop" fmla="*/ 0 h 83520"/>
                <a:gd name="textAreaBottom" fmla="*/ 83880 h 83520"/>
                <a:gd name="GluePoint1X" fmla="*/ 117 w 117"/>
                <a:gd name="GluePoint1Y" fmla="*/ 0 h 40"/>
                <a:gd name="GluePoint2X" fmla="*/ 0 w 117"/>
                <a:gd name="GluePoint2Y" fmla="*/ 0 h 40"/>
                <a:gd name="GluePoint3X" fmla="*/ 0 w 117"/>
                <a:gd name="GluePoint3Y" fmla="*/ 40 h 40"/>
                <a:gd name="GluePoint4X" fmla="*/ 117 w 117"/>
                <a:gd name="GluePoint4Y" fmla="*/ 40 h 40"/>
                <a:gd name="GluePoint5X" fmla="*/ 117 w 117"/>
                <a:gd name="GluePoint5Y" fmla="*/ 0 h 40"/>
                <a:gd name="GluePoint6X" fmla="*/ 113 w 117"/>
                <a:gd name="GluePoint6Y" fmla="*/ 36 h 40"/>
                <a:gd name="GluePoint7X" fmla="*/ 4 w 117"/>
                <a:gd name="GluePoint7Y" fmla="*/ 36 h 40"/>
                <a:gd name="GluePoint8X" fmla="*/ 4 w 117"/>
                <a:gd name="GluePoint8Y" fmla="*/ 4 h 40"/>
                <a:gd name="GluePoint9X" fmla="*/ 113 w 117"/>
                <a:gd name="GluePoint9Y" fmla="*/ 4 h 40"/>
                <a:gd name="GluePoint10X" fmla="*/ 113 w 117"/>
                <a:gd name="GluePoint10Y" fmla="*/ 36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7" h="40">
                  <a:moveTo>
                    <a:pt x="117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117" y="40"/>
                  </a:lnTo>
                  <a:lnTo>
                    <a:pt x="117" y="0"/>
                  </a:lnTo>
                  <a:close/>
                  <a:moveTo>
                    <a:pt x="113" y="36"/>
                  </a:moveTo>
                  <a:lnTo>
                    <a:pt x="4" y="36"/>
                  </a:lnTo>
                  <a:lnTo>
                    <a:pt x="4" y="4"/>
                  </a:lnTo>
                  <a:lnTo>
                    <a:pt x="113" y="4"/>
                  </a:lnTo>
                  <a:lnTo>
                    <a:pt x="113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952" name="Group 666"/>
          <p:cNvGrpSpPr/>
          <p:nvPr/>
        </p:nvGrpSpPr>
        <p:grpSpPr>
          <a:xfrm>
            <a:off x="6004440" y="1374840"/>
            <a:ext cx="301320" cy="121320"/>
            <a:chOff x="6004440" y="1374840"/>
            <a:chExt cx="301320" cy="121320"/>
          </a:xfrm>
        </p:grpSpPr>
        <p:sp>
          <p:nvSpPr>
            <p:cNvPr id="953" name="Freeform 33"/>
            <p:cNvSpPr/>
            <p:nvPr/>
          </p:nvSpPr>
          <p:spPr>
            <a:xfrm>
              <a:off x="6004440" y="1374840"/>
              <a:ext cx="301320" cy="12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121320"/>
                <a:gd name="textAreaBottom" fmla="*/ 121680 h 121320"/>
                <a:gd name="GluePoint1X" fmla="*/ 135 w 144"/>
                <a:gd name="GluePoint1Y" fmla="*/ 45 h 58"/>
                <a:gd name="GluePoint2X" fmla="*/ 144 w 144"/>
                <a:gd name="GluePoint2Y" fmla="*/ 45 h 58"/>
                <a:gd name="GluePoint3X" fmla="*/ 144 w 144"/>
                <a:gd name="GluePoint3Y" fmla="*/ 13 h 58"/>
                <a:gd name="GluePoint4X" fmla="*/ 135 w 144"/>
                <a:gd name="GluePoint4Y" fmla="*/ 13 h 58"/>
                <a:gd name="GluePoint5X" fmla="*/ 135 w 144"/>
                <a:gd name="GluePoint5Y" fmla="*/ 0 h 58"/>
                <a:gd name="GluePoint6X" fmla="*/ 0 w 144"/>
                <a:gd name="GluePoint6Y" fmla="*/ 0 h 58"/>
                <a:gd name="GluePoint7X" fmla="*/ 0 w 144"/>
                <a:gd name="GluePoint7Y" fmla="*/ 58 h 58"/>
                <a:gd name="GluePoint8X" fmla="*/ 135 w 144"/>
                <a:gd name="GluePoint8Y" fmla="*/ 58 h 58"/>
                <a:gd name="GluePoint9X" fmla="*/ 135 w 144"/>
                <a:gd name="GluePoint9Y" fmla="*/ 45 h 58"/>
                <a:gd name="GluePoint10X" fmla="*/ 140 w 144"/>
                <a:gd name="GluePoint10Y" fmla="*/ 18 h 58"/>
                <a:gd name="GluePoint11X" fmla="*/ 140 w 144"/>
                <a:gd name="GluePoint11Y" fmla="*/ 40 h 58"/>
                <a:gd name="GluePoint12X" fmla="*/ 135 w 144"/>
                <a:gd name="GluePoint12Y" fmla="*/ 40 h 58"/>
                <a:gd name="GluePoint13X" fmla="*/ 135 w 144"/>
                <a:gd name="GluePoint13Y" fmla="*/ 18 h 58"/>
                <a:gd name="GluePoint14X" fmla="*/ 140 w 144"/>
                <a:gd name="GluePoint14Y" fmla="*/ 18 h 58"/>
                <a:gd name="GluePoint15X" fmla="*/ 131 w 144"/>
                <a:gd name="GluePoint15Y" fmla="*/ 54 h 58"/>
                <a:gd name="GluePoint16X" fmla="*/ 4 w 144"/>
                <a:gd name="GluePoint16Y" fmla="*/ 54 h 58"/>
                <a:gd name="GluePoint17X" fmla="*/ 4 w 144"/>
                <a:gd name="GluePoint17Y" fmla="*/ 4 h 58"/>
                <a:gd name="GluePoint18X" fmla="*/ 131 w 144"/>
                <a:gd name="GluePoint18Y" fmla="*/ 4 h 58"/>
                <a:gd name="GluePoint19X" fmla="*/ 131 w 144"/>
                <a:gd name="GluePoint19Y" fmla="*/ 54 h 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44" h="58">
                  <a:moveTo>
                    <a:pt x="135" y="45"/>
                  </a:moveTo>
                  <a:lnTo>
                    <a:pt x="144" y="45"/>
                  </a:lnTo>
                  <a:lnTo>
                    <a:pt x="144" y="13"/>
                  </a:lnTo>
                  <a:lnTo>
                    <a:pt x="135" y="13"/>
                  </a:lnTo>
                  <a:lnTo>
                    <a:pt x="135" y="0"/>
                  </a:lnTo>
                  <a:lnTo>
                    <a:pt x="0" y="0"/>
                  </a:lnTo>
                  <a:lnTo>
                    <a:pt x="0" y="58"/>
                  </a:lnTo>
                  <a:lnTo>
                    <a:pt x="135" y="58"/>
                  </a:lnTo>
                  <a:lnTo>
                    <a:pt x="135" y="45"/>
                  </a:lnTo>
                  <a:close/>
                  <a:moveTo>
                    <a:pt x="140" y="18"/>
                  </a:moveTo>
                  <a:lnTo>
                    <a:pt x="140" y="40"/>
                  </a:lnTo>
                  <a:lnTo>
                    <a:pt x="135" y="40"/>
                  </a:lnTo>
                  <a:lnTo>
                    <a:pt x="135" y="18"/>
                  </a:lnTo>
                  <a:lnTo>
                    <a:pt x="140" y="18"/>
                  </a:lnTo>
                  <a:close/>
                  <a:moveTo>
                    <a:pt x="131" y="54"/>
                  </a:moveTo>
                  <a:lnTo>
                    <a:pt x="4" y="54"/>
                  </a:lnTo>
                  <a:lnTo>
                    <a:pt x="4" y="4"/>
                  </a:lnTo>
                  <a:lnTo>
                    <a:pt x="131" y="4"/>
                  </a:lnTo>
                  <a:lnTo>
                    <a:pt x="131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54" name="Freeform 34"/>
            <p:cNvSpPr/>
            <p:nvPr/>
          </p:nvSpPr>
          <p:spPr>
            <a:xfrm>
              <a:off x="6023520" y="1393560"/>
              <a:ext cx="144360" cy="83520"/>
            </a:xfrm>
            <a:custGeom>
              <a:avLst/>
              <a:gdLst>
                <a:gd name="textAreaLeft" fmla="*/ 0 w 144360"/>
                <a:gd name="textAreaRight" fmla="*/ 144720 w 144360"/>
                <a:gd name="textAreaTop" fmla="*/ 0 h 83520"/>
                <a:gd name="textAreaBottom" fmla="*/ 83880 h 83520"/>
                <a:gd name="GluePoint1X" fmla="*/ 59 w 69"/>
                <a:gd name="GluePoint1Y" fmla="*/ 0 h 40"/>
                <a:gd name="GluePoint2X" fmla="*/ 0 w 69"/>
                <a:gd name="GluePoint2Y" fmla="*/ 0 h 40"/>
                <a:gd name="GluePoint3X" fmla="*/ 0 w 69"/>
                <a:gd name="GluePoint3Y" fmla="*/ 40 h 40"/>
                <a:gd name="GluePoint4X" fmla="*/ 69 w 69"/>
                <a:gd name="GluePoint4Y" fmla="*/ 40 h 40"/>
                <a:gd name="GluePoint5X" fmla="*/ 59 w 69"/>
                <a:gd name="GluePoint5Y" fmla="*/ 0 h 40"/>
                <a:gd name="GluePoint6X" fmla="*/ 4 w 69"/>
                <a:gd name="GluePoint6Y" fmla="*/ 4 h 40"/>
                <a:gd name="GluePoint7X" fmla="*/ 55 w 69"/>
                <a:gd name="GluePoint7Y" fmla="*/ 4 h 40"/>
                <a:gd name="GluePoint8X" fmla="*/ 63 w 69"/>
                <a:gd name="GluePoint8Y" fmla="*/ 36 h 40"/>
                <a:gd name="GluePoint9X" fmla="*/ 4 w 69"/>
                <a:gd name="GluePoint9Y" fmla="*/ 36 h 40"/>
                <a:gd name="GluePoint10X" fmla="*/ 4 w 69"/>
                <a:gd name="GluePoint10Y" fmla="*/ 4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69" h="40">
                  <a:moveTo>
                    <a:pt x="59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69" y="40"/>
                  </a:lnTo>
                  <a:lnTo>
                    <a:pt x="59" y="0"/>
                  </a:lnTo>
                  <a:close/>
                  <a:moveTo>
                    <a:pt x="4" y="4"/>
                  </a:moveTo>
                  <a:lnTo>
                    <a:pt x="55" y="4"/>
                  </a:lnTo>
                  <a:lnTo>
                    <a:pt x="63" y="36"/>
                  </a:lnTo>
                  <a:lnTo>
                    <a:pt x="4" y="36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955" name="Freeform 35"/>
          <p:cNvSpPr/>
          <p:nvPr/>
        </p:nvSpPr>
        <p:spPr>
          <a:xfrm>
            <a:off x="6465600" y="1286640"/>
            <a:ext cx="165240" cy="297360"/>
          </a:xfrm>
          <a:custGeom>
            <a:avLst/>
            <a:gdLst>
              <a:gd name="textAreaLeft" fmla="*/ 0 w 165240"/>
              <a:gd name="textAreaRight" fmla="*/ 165600 w 165240"/>
              <a:gd name="textAreaTop" fmla="*/ 0 h 297360"/>
              <a:gd name="textAreaBottom" fmla="*/ 297720 h 297360"/>
              <a:gd name="GluePoint1X" fmla="*/ 52 w 79"/>
              <a:gd name="GluePoint1Y" fmla="*/ 0 h 142"/>
              <a:gd name="GluePoint2X" fmla="*/ 0 w 79"/>
              <a:gd name="GluePoint2Y" fmla="*/ 81 h 142"/>
              <a:gd name="GluePoint3X" fmla="*/ 3 w 79"/>
              <a:gd name="GluePoint3Y" fmla="*/ 84 h 142"/>
              <a:gd name="GluePoint4X" fmla="*/ 31 w 79"/>
              <a:gd name="GluePoint4Y" fmla="*/ 84 h 142"/>
              <a:gd name="GluePoint5X" fmla="*/ 16 w 79"/>
              <a:gd name="GluePoint5Y" fmla="*/ 140 h 142"/>
              <a:gd name="GluePoint6X" fmla="*/ 20 w 79"/>
              <a:gd name="GluePoint6Y" fmla="*/ 142 h 142"/>
              <a:gd name="GluePoint7X" fmla="*/ 79 w 79"/>
              <a:gd name="GluePoint7Y" fmla="*/ 61 h 142"/>
              <a:gd name="GluePoint8X" fmla="*/ 77 w 79"/>
              <a:gd name="GluePoint8Y" fmla="*/ 57 h 142"/>
              <a:gd name="GluePoint9X" fmla="*/ 48 w 79"/>
              <a:gd name="GluePoint9Y" fmla="*/ 57 h 142"/>
              <a:gd name="GluePoint10X" fmla="*/ 57 w 79"/>
              <a:gd name="GluePoint10Y" fmla="*/ 1 h 142"/>
              <a:gd name="GluePoint11X" fmla="*/ 52 w 79"/>
              <a:gd name="GluePoint11Y" fmla="*/ 0 h 142"/>
              <a:gd name="GluePoint12X" fmla="*/ 43 w 79"/>
              <a:gd name="GluePoint12Y" fmla="*/ 59 h 142"/>
              <a:gd name="GluePoint13X" fmla="*/ 45 w 79"/>
              <a:gd name="GluePoint13Y" fmla="*/ 61 h 142"/>
              <a:gd name="GluePoint14X" fmla="*/ 72 w 79"/>
              <a:gd name="GluePoint14Y" fmla="*/ 61 h 142"/>
              <a:gd name="GluePoint15X" fmla="*/ 23 w 79"/>
              <a:gd name="GluePoint15Y" fmla="*/ 129 h 142"/>
              <a:gd name="GluePoint16X" fmla="*/ 36 w 79"/>
              <a:gd name="GluePoint16Y" fmla="*/ 83 h 142"/>
              <a:gd name="GluePoint17X" fmla="*/ 34 w 79"/>
              <a:gd name="GluePoint17Y" fmla="*/ 79 h 142"/>
              <a:gd name="GluePoint18X" fmla="*/ 6 w 79"/>
              <a:gd name="GluePoint18Y" fmla="*/ 79 h 142"/>
              <a:gd name="GluePoint19X" fmla="*/ 50 w 79"/>
              <a:gd name="GluePoint19Y" fmla="*/ 11 h 142"/>
              <a:gd name="GluePoint20X" fmla="*/ 43 w 79"/>
              <a:gd name="GluePoint20Y" fmla="*/ 59 h 14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</a:cxnLst>
            <a:rect l="textAreaLeft" t="textAreaTop" r="textAreaRight" b="textAreaBottom"/>
            <a:pathLst>
              <a:path w="79" h="142">
                <a:moveTo>
                  <a:pt x="52" y="0"/>
                </a:moveTo>
                <a:lnTo>
                  <a:pt x="0" y="81"/>
                </a:lnTo>
                <a:lnTo>
                  <a:pt x="3" y="84"/>
                </a:lnTo>
                <a:lnTo>
                  <a:pt x="31" y="84"/>
                </a:lnTo>
                <a:lnTo>
                  <a:pt x="16" y="140"/>
                </a:lnTo>
                <a:lnTo>
                  <a:pt x="20" y="142"/>
                </a:lnTo>
                <a:lnTo>
                  <a:pt x="79" y="61"/>
                </a:lnTo>
                <a:lnTo>
                  <a:pt x="77" y="57"/>
                </a:lnTo>
                <a:lnTo>
                  <a:pt x="48" y="57"/>
                </a:lnTo>
                <a:lnTo>
                  <a:pt x="57" y="1"/>
                </a:lnTo>
                <a:lnTo>
                  <a:pt x="52" y="0"/>
                </a:lnTo>
                <a:close/>
                <a:moveTo>
                  <a:pt x="43" y="59"/>
                </a:moveTo>
                <a:lnTo>
                  <a:pt x="45" y="61"/>
                </a:lnTo>
                <a:lnTo>
                  <a:pt x="72" y="61"/>
                </a:lnTo>
                <a:lnTo>
                  <a:pt x="23" y="129"/>
                </a:lnTo>
                <a:lnTo>
                  <a:pt x="36" y="83"/>
                </a:lnTo>
                <a:lnTo>
                  <a:pt x="34" y="79"/>
                </a:lnTo>
                <a:lnTo>
                  <a:pt x="6" y="79"/>
                </a:lnTo>
                <a:lnTo>
                  <a:pt x="50" y="11"/>
                </a:lnTo>
                <a:lnTo>
                  <a:pt x="43" y="59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956" name="Group 667"/>
          <p:cNvGrpSpPr/>
          <p:nvPr/>
        </p:nvGrpSpPr>
        <p:grpSpPr>
          <a:xfrm>
            <a:off x="6828120" y="1284480"/>
            <a:ext cx="226080" cy="301320"/>
            <a:chOff x="6828120" y="1284480"/>
            <a:chExt cx="226080" cy="301320"/>
          </a:xfrm>
        </p:grpSpPr>
        <p:sp>
          <p:nvSpPr>
            <p:cNvPr id="957" name="Freeform 36"/>
            <p:cNvSpPr/>
            <p:nvPr/>
          </p:nvSpPr>
          <p:spPr>
            <a:xfrm>
              <a:off x="6828120" y="1284480"/>
              <a:ext cx="226080" cy="30132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1320"/>
                <a:gd name="textAreaBottom" fmla="*/ 301680 h 301320"/>
                <a:gd name="GluePoint1X" fmla="*/ 108 w 108"/>
                <a:gd name="GluePoint1Y" fmla="*/ 0 h 144"/>
                <a:gd name="GluePoint2X" fmla="*/ 0 w 108"/>
                <a:gd name="GluePoint2Y" fmla="*/ 0 h 144"/>
                <a:gd name="GluePoint3X" fmla="*/ 0 w 108"/>
                <a:gd name="GluePoint3Y" fmla="*/ 144 h 144"/>
                <a:gd name="GluePoint4X" fmla="*/ 108 w 108"/>
                <a:gd name="GluePoint4Y" fmla="*/ 144 h 144"/>
                <a:gd name="GluePoint5X" fmla="*/ 108 w 108"/>
                <a:gd name="GluePoint5Y" fmla="*/ 0 h 144"/>
                <a:gd name="GluePoint6X" fmla="*/ 4 w 108"/>
                <a:gd name="GluePoint6Y" fmla="*/ 4 h 144"/>
                <a:gd name="GluePoint7X" fmla="*/ 18 w 108"/>
                <a:gd name="GluePoint7Y" fmla="*/ 4 h 144"/>
                <a:gd name="GluePoint8X" fmla="*/ 18 w 108"/>
                <a:gd name="GluePoint8Y" fmla="*/ 140 h 144"/>
                <a:gd name="GluePoint9X" fmla="*/ 4 w 108"/>
                <a:gd name="GluePoint9Y" fmla="*/ 140 h 144"/>
                <a:gd name="GluePoint10X" fmla="*/ 4 w 108"/>
                <a:gd name="GluePoint10Y" fmla="*/ 4 h 144"/>
                <a:gd name="GluePoint11X" fmla="*/ 103 w 108"/>
                <a:gd name="GluePoint11Y" fmla="*/ 140 h 144"/>
                <a:gd name="GluePoint12X" fmla="*/ 22 w 108"/>
                <a:gd name="GluePoint12Y" fmla="*/ 140 h 144"/>
                <a:gd name="GluePoint13X" fmla="*/ 22 w 108"/>
                <a:gd name="GluePoint13Y" fmla="*/ 4 h 144"/>
                <a:gd name="GluePoint14X" fmla="*/ 103 w 108"/>
                <a:gd name="GluePoint14Y" fmla="*/ 4 h 144"/>
                <a:gd name="GluePoint15X" fmla="*/ 103 w 108"/>
                <a:gd name="GluePoint15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08" h="144">
                  <a:moveTo>
                    <a:pt x="108" y="0"/>
                  </a:moveTo>
                  <a:lnTo>
                    <a:pt x="0" y="0"/>
                  </a:lnTo>
                  <a:lnTo>
                    <a:pt x="0" y="144"/>
                  </a:lnTo>
                  <a:lnTo>
                    <a:pt x="108" y="144"/>
                  </a:lnTo>
                  <a:lnTo>
                    <a:pt x="108" y="0"/>
                  </a:lnTo>
                  <a:close/>
                  <a:moveTo>
                    <a:pt x="4" y="4"/>
                  </a:moveTo>
                  <a:lnTo>
                    <a:pt x="18" y="4"/>
                  </a:lnTo>
                  <a:lnTo>
                    <a:pt x="18" y="140"/>
                  </a:lnTo>
                  <a:lnTo>
                    <a:pt x="4" y="140"/>
                  </a:lnTo>
                  <a:lnTo>
                    <a:pt x="4" y="4"/>
                  </a:lnTo>
                  <a:close/>
                  <a:moveTo>
                    <a:pt x="103" y="140"/>
                  </a:moveTo>
                  <a:lnTo>
                    <a:pt x="22" y="140"/>
                  </a:lnTo>
                  <a:lnTo>
                    <a:pt x="22" y="4"/>
                  </a:lnTo>
                  <a:lnTo>
                    <a:pt x="103" y="4"/>
                  </a:lnTo>
                  <a:lnTo>
                    <a:pt x="103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58" name="Rectangle 37"/>
            <p:cNvSpPr/>
            <p:nvPr/>
          </p:nvSpPr>
          <p:spPr>
            <a:xfrm>
              <a:off x="6893280" y="1349640"/>
              <a:ext cx="1317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59" name="Rectangle 38"/>
            <p:cNvSpPr/>
            <p:nvPr/>
          </p:nvSpPr>
          <p:spPr>
            <a:xfrm>
              <a:off x="6893280" y="1378800"/>
              <a:ext cx="1317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960" name="Group 658"/>
          <p:cNvGrpSpPr/>
          <p:nvPr/>
        </p:nvGrpSpPr>
        <p:grpSpPr>
          <a:xfrm>
            <a:off x="2083320" y="1676520"/>
            <a:ext cx="301320" cy="301320"/>
            <a:chOff x="2083320" y="1676520"/>
            <a:chExt cx="301320" cy="301320"/>
          </a:xfrm>
        </p:grpSpPr>
        <p:sp>
          <p:nvSpPr>
            <p:cNvPr id="961" name="Freeform 39"/>
            <p:cNvSpPr/>
            <p:nvPr/>
          </p:nvSpPr>
          <p:spPr>
            <a:xfrm>
              <a:off x="2083320" y="1676520"/>
              <a:ext cx="226080" cy="30132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1320"/>
                <a:gd name="textAreaBottom" fmla="*/ 301680 h 301320"/>
                <a:gd name="GluePoint1X" fmla="*/ 108 w 108"/>
                <a:gd name="GluePoint1Y" fmla="*/ 0 h 144"/>
                <a:gd name="GluePoint2X" fmla="*/ 0 w 108"/>
                <a:gd name="GluePoint2Y" fmla="*/ 0 h 144"/>
                <a:gd name="GluePoint3X" fmla="*/ 0 w 108"/>
                <a:gd name="GluePoint3Y" fmla="*/ 144 h 144"/>
                <a:gd name="GluePoint4X" fmla="*/ 108 w 108"/>
                <a:gd name="GluePoint4Y" fmla="*/ 144 h 144"/>
                <a:gd name="GluePoint5X" fmla="*/ 108 w 108"/>
                <a:gd name="GluePoint5Y" fmla="*/ 0 h 144"/>
                <a:gd name="GluePoint6X" fmla="*/ 4 w 108"/>
                <a:gd name="GluePoint6Y" fmla="*/ 4 h 144"/>
                <a:gd name="GluePoint7X" fmla="*/ 18 w 108"/>
                <a:gd name="GluePoint7Y" fmla="*/ 4 h 144"/>
                <a:gd name="GluePoint8X" fmla="*/ 18 w 108"/>
                <a:gd name="GluePoint8Y" fmla="*/ 140 h 144"/>
                <a:gd name="GluePoint9X" fmla="*/ 4 w 108"/>
                <a:gd name="GluePoint9Y" fmla="*/ 140 h 144"/>
                <a:gd name="GluePoint10X" fmla="*/ 4 w 108"/>
                <a:gd name="GluePoint10Y" fmla="*/ 4 h 144"/>
                <a:gd name="GluePoint11X" fmla="*/ 103 w 108"/>
                <a:gd name="GluePoint11Y" fmla="*/ 140 h 144"/>
                <a:gd name="GluePoint12X" fmla="*/ 22 w 108"/>
                <a:gd name="GluePoint12Y" fmla="*/ 140 h 144"/>
                <a:gd name="GluePoint13X" fmla="*/ 22 w 108"/>
                <a:gd name="GluePoint13Y" fmla="*/ 4 h 144"/>
                <a:gd name="GluePoint14X" fmla="*/ 103 w 108"/>
                <a:gd name="GluePoint14Y" fmla="*/ 4 h 144"/>
                <a:gd name="GluePoint15X" fmla="*/ 103 w 108"/>
                <a:gd name="GluePoint15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08" h="144">
                  <a:moveTo>
                    <a:pt x="108" y="0"/>
                  </a:moveTo>
                  <a:lnTo>
                    <a:pt x="0" y="0"/>
                  </a:lnTo>
                  <a:lnTo>
                    <a:pt x="0" y="144"/>
                  </a:lnTo>
                  <a:lnTo>
                    <a:pt x="108" y="144"/>
                  </a:lnTo>
                  <a:lnTo>
                    <a:pt x="108" y="0"/>
                  </a:lnTo>
                  <a:close/>
                  <a:moveTo>
                    <a:pt x="4" y="4"/>
                  </a:moveTo>
                  <a:lnTo>
                    <a:pt x="18" y="4"/>
                  </a:lnTo>
                  <a:lnTo>
                    <a:pt x="18" y="140"/>
                  </a:lnTo>
                  <a:lnTo>
                    <a:pt x="4" y="140"/>
                  </a:lnTo>
                  <a:lnTo>
                    <a:pt x="4" y="4"/>
                  </a:lnTo>
                  <a:close/>
                  <a:moveTo>
                    <a:pt x="103" y="140"/>
                  </a:moveTo>
                  <a:lnTo>
                    <a:pt x="22" y="140"/>
                  </a:lnTo>
                  <a:lnTo>
                    <a:pt x="22" y="4"/>
                  </a:lnTo>
                  <a:lnTo>
                    <a:pt x="103" y="4"/>
                  </a:lnTo>
                  <a:lnTo>
                    <a:pt x="103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62" name="Rectangle 40"/>
            <p:cNvSpPr/>
            <p:nvPr/>
          </p:nvSpPr>
          <p:spPr>
            <a:xfrm>
              <a:off x="2148480" y="1743480"/>
              <a:ext cx="131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63" name="Rectangle 41"/>
            <p:cNvSpPr/>
            <p:nvPr/>
          </p:nvSpPr>
          <p:spPr>
            <a:xfrm>
              <a:off x="2148480" y="1770840"/>
              <a:ext cx="1317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64" name="Freeform 42"/>
            <p:cNvSpPr/>
            <p:nvPr/>
          </p:nvSpPr>
          <p:spPr>
            <a:xfrm>
              <a:off x="2318040" y="1684800"/>
              <a:ext cx="66600" cy="28872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288720"/>
                <a:gd name="textAreaBottom" fmla="*/ 289080 h 288720"/>
                <a:gd name="GluePoint1X" fmla="*/ 32 w 32"/>
                <a:gd name="GluePoint1Y" fmla="*/ 116 h 138"/>
                <a:gd name="GluePoint2X" fmla="*/ 32 w 32"/>
                <a:gd name="GluePoint2Y" fmla="*/ 0 h 138"/>
                <a:gd name="GluePoint3X" fmla="*/ 9 w 32"/>
                <a:gd name="GluePoint3Y" fmla="*/ 0 h 138"/>
                <a:gd name="GluePoint4X" fmla="*/ 9 w 32"/>
                <a:gd name="GluePoint4Y" fmla="*/ 9 h 138"/>
                <a:gd name="GluePoint5X" fmla="*/ 0 w 32"/>
                <a:gd name="GluePoint5Y" fmla="*/ 9 h 138"/>
                <a:gd name="GluePoint6X" fmla="*/ 0 w 32"/>
                <a:gd name="GluePoint6Y" fmla="*/ 34 h 138"/>
                <a:gd name="GluePoint7X" fmla="*/ 5 w 32"/>
                <a:gd name="GluePoint7Y" fmla="*/ 34 h 138"/>
                <a:gd name="GluePoint8X" fmla="*/ 5 w 32"/>
                <a:gd name="GluePoint8Y" fmla="*/ 14 h 138"/>
                <a:gd name="GluePoint9X" fmla="*/ 9 w 32"/>
                <a:gd name="GluePoint9Y" fmla="*/ 14 h 138"/>
                <a:gd name="GluePoint10X" fmla="*/ 9 w 32"/>
                <a:gd name="GluePoint10Y" fmla="*/ 116 h 138"/>
                <a:gd name="GluePoint11X" fmla="*/ 21 w 32"/>
                <a:gd name="GluePoint11Y" fmla="*/ 138 h 138"/>
                <a:gd name="GluePoint12X" fmla="*/ 32 w 32"/>
                <a:gd name="GluePoint12Y" fmla="*/ 116 h 138"/>
                <a:gd name="GluePoint13X" fmla="*/ 14 w 32"/>
                <a:gd name="GluePoint13Y" fmla="*/ 5 h 138"/>
                <a:gd name="GluePoint14X" fmla="*/ 27 w 32"/>
                <a:gd name="GluePoint14Y" fmla="*/ 5 h 138"/>
                <a:gd name="GluePoint15X" fmla="*/ 27 w 32"/>
                <a:gd name="GluePoint15Y" fmla="*/ 115 h 138"/>
                <a:gd name="GluePoint16X" fmla="*/ 21 w 32"/>
                <a:gd name="GluePoint16Y" fmla="*/ 128 h 138"/>
                <a:gd name="GluePoint17X" fmla="*/ 14 w 32"/>
                <a:gd name="GluePoint17Y" fmla="*/ 115 h 138"/>
                <a:gd name="GluePoint18X" fmla="*/ 14 w 32"/>
                <a:gd name="GluePoint18Y" fmla="*/ 5 h 1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" h="138">
                  <a:moveTo>
                    <a:pt x="32" y="116"/>
                  </a:moveTo>
                  <a:lnTo>
                    <a:pt x="32" y="0"/>
                  </a:ln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9" y="14"/>
                  </a:lnTo>
                  <a:lnTo>
                    <a:pt x="9" y="116"/>
                  </a:lnTo>
                  <a:lnTo>
                    <a:pt x="21" y="138"/>
                  </a:lnTo>
                  <a:lnTo>
                    <a:pt x="32" y="116"/>
                  </a:lnTo>
                  <a:close/>
                  <a:moveTo>
                    <a:pt x="14" y="5"/>
                  </a:moveTo>
                  <a:lnTo>
                    <a:pt x="27" y="5"/>
                  </a:lnTo>
                  <a:lnTo>
                    <a:pt x="27" y="115"/>
                  </a:lnTo>
                  <a:lnTo>
                    <a:pt x="21" y="128"/>
                  </a:lnTo>
                  <a:lnTo>
                    <a:pt x="14" y="11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965" name="Group 659"/>
          <p:cNvGrpSpPr/>
          <p:nvPr/>
        </p:nvGrpSpPr>
        <p:grpSpPr>
          <a:xfrm>
            <a:off x="2475360" y="1674360"/>
            <a:ext cx="301320" cy="303480"/>
            <a:chOff x="2475360" y="1674360"/>
            <a:chExt cx="301320" cy="303480"/>
          </a:xfrm>
        </p:grpSpPr>
        <p:sp>
          <p:nvSpPr>
            <p:cNvPr id="966" name="Freeform 43"/>
            <p:cNvSpPr/>
            <p:nvPr/>
          </p:nvSpPr>
          <p:spPr>
            <a:xfrm>
              <a:off x="2475360" y="1674360"/>
              <a:ext cx="226080" cy="30348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3480"/>
                <a:gd name="textAreaBottom" fmla="*/ 303840 h 303480"/>
                <a:gd name="GluePoint1X" fmla="*/ 108 w 108"/>
                <a:gd name="GluePoint1Y" fmla="*/ 0 h 145"/>
                <a:gd name="GluePoint2X" fmla="*/ 0 w 108"/>
                <a:gd name="GluePoint2Y" fmla="*/ 0 h 145"/>
                <a:gd name="GluePoint3X" fmla="*/ 0 w 108"/>
                <a:gd name="GluePoint3Y" fmla="*/ 145 h 145"/>
                <a:gd name="GluePoint4X" fmla="*/ 108 w 108"/>
                <a:gd name="GluePoint4Y" fmla="*/ 145 h 145"/>
                <a:gd name="GluePoint5X" fmla="*/ 108 w 108"/>
                <a:gd name="GluePoint5Y" fmla="*/ 0 h 145"/>
                <a:gd name="GluePoint6X" fmla="*/ 4 w 108"/>
                <a:gd name="GluePoint6Y" fmla="*/ 5 h 145"/>
                <a:gd name="GluePoint7X" fmla="*/ 18 w 108"/>
                <a:gd name="GluePoint7Y" fmla="*/ 5 h 145"/>
                <a:gd name="GluePoint8X" fmla="*/ 18 w 108"/>
                <a:gd name="GluePoint8Y" fmla="*/ 140 h 145"/>
                <a:gd name="GluePoint9X" fmla="*/ 4 w 108"/>
                <a:gd name="GluePoint9Y" fmla="*/ 140 h 145"/>
                <a:gd name="GluePoint10X" fmla="*/ 4 w 108"/>
                <a:gd name="GluePoint10Y" fmla="*/ 5 h 145"/>
                <a:gd name="GluePoint11X" fmla="*/ 103 w 108"/>
                <a:gd name="GluePoint11Y" fmla="*/ 140 h 145"/>
                <a:gd name="GluePoint12X" fmla="*/ 22 w 108"/>
                <a:gd name="GluePoint12Y" fmla="*/ 140 h 145"/>
                <a:gd name="GluePoint13X" fmla="*/ 22 w 108"/>
                <a:gd name="GluePoint13Y" fmla="*/ 5 h 145"/>
                <a:gd name="GluePoint14X" fmla="*/ 103 w 108"/>
                <a:gd name="GluePoint14Y" fmla="*/ 5 h 145"/>
                <a:gd name="GluePoint15X" fmla="*/ 103 w 108"/>
                <a:gd name="GluePoint15Y" fmla="*/ 140 h 1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08" h="145">
                  <a:moveTo>
                    <a:pt x="108" y="0"/>
                  </a:moveTo>
                  <a:lnTo>
                    <a:pt x="0" y="0"/>
                  </a:lnTo>
                  <a:lnTo>
                    <a:pt x="0" y="145"/>
                  </a:lnTo>
                  <a:lnTo>
                    <a:pt x="108" y="145"/>
                  </a:lnTo>
                  <a:lnTo>
                    <a:pt x="108" y="0"/>
                  </a:lnTo>
                  <a:close/>
                  <a:moveTo>
                    <a:pt x="4" y="5"/>
                  </a:moveTo>
                  <a:lnTo>
                    <a:pt x="18" y="5"/>
                  </a:lnTo>
                  <a:lnTo>
                    <a:pt x="18" y="140"/>
                  </a:lnTo>
                  <a:lnTo>
                    <a:pt x="4" y="140"/>
                  </a:lnTo>
                  <a:lnTo>
                    <a:pt x="4" y="5"/>
                  </a:lnTo>
                  <a:close/>
                  <a:moveTo>
                    <a:pt x="103" y="140"/>
                  </a:moveTo>
                  <a:lnTo>
                    <a:pt x="22" y="140"/>
                  </a:lnTo>
                  <a:lnTo>
                    <a:pt x="22" y="5"/>
                  </a:lnTo>
                  <a:lnTo>
                    <a:pt x="103" y="5"/>
                  </a:lnTo>
                  <a:lnTo>
                    <a:pt x="103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67" name="Rectangle 44"/>
            <p:cNvSpPr/>
            <p:nvPr/>
          </p:nvSpPr>
          <p:spPr>
            <a:xfrm>
              <a:off x="2540160" y="1741320"/>
              <a:ext cx="131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68" name="Rectangle 45"/>
            <p:cNvSpPr/>
            <p:nvPr/>
          </p:nvSpPr>
          <p:spPr>
            <a:xfrm>
              <a:off x="2540160" y="1768680"/>
              <a:ext cx="1317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69" name="Freeform 46"/>
            <p:cNvSpPr/>
            <p:nvPr/>
          </p:nvSpPr>
          <p:spPr>
            <a:xfrm>
              <a:off x="2728800" y="1674360"/>
              <a:ext cx="47880" cy="30348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303480"/>
                <a:gd name="textAreaBottom" fmla="*/ 303840 h 303480"/>
                <a:gd name="GluePoint1X" fmla="*/ 23 w 23"/>
                <a:gd name="GluePoint1Y" fmla="*/ 123 h 145"/>
                <a:gd name="GluePoint2X" fmla="*/ 23 w 23"/>
                <a:gd name="GluePoint2Y" fmla="*/ 0 h 145"/>
                <a:gd name="GluePoint3X" fmla="*/ 0 w 23"/>
                <a:gd name="GluePoint3Y" fmla="*/ 0 h 145"/>
                <a:gd name="GluePoint4X" fmla="*/ 0 w 23"/>
                <a:gd name="GluePoint4Y" fmla="*/ 123 h 145"/>
                <a:gd name="GluePoint5X" fmla="*/ 12 w 23"/>
                <a:gd name="GluePoint5Y" fmla="*/ 145 h 145"/>
                <a:gd name="GluePoint6X" fmla="*/ 23 w 23"/>
                <a:gd name="GluePoint6Y" fmla="*/ 123 h 145"/>
                <a:gd name="GluePoint7X" fmla="*/ 18 w 23"/>
                <a:gd name="GluePoint7Y" fmla="*/ 5 h 145"/>
                <a:gd name="GluePoint8X" fmla="*/ 18 w 23"/>
                <a:gd name="GluePoint8Y" fmla="*/ 23 h 145"/>
                <a:gd name="GluePoint9X" fmla="*/ 5 w 23"/>
                <a:gd name="GluePoint9Y" fmla="*/ 23 h 145"/>
                <a:gd name="GluePoint10X" fmla="*/ 5 w 23"/>
                <a:gd name="GluePoint10Y" fmla="*/ 5 h 145"/>
                <a:gd name="GluePoint11X" fmla="*/ 18 w 23"/>
                <a:gd name="GluePoint11Y" fmla="*/ 5 h 145"/>
                <a:gd name="GluePoint12X" fmla="*/ 5 w 23"/>
                <a:gd name="GluePoint12Y" fmla="*/ 27 h 145"/>
                <a:gd name="GluePoint13X" fmla="*/ 18 w 23"/>
                <a:gd name="GluePoint13Y" fmla="*/ 27 h 145"/>
                <a:gd name="GluePoint14X" fmla="*/ 18 w 23"/>
                <a:gd name="GluePoint14Y" fmla="*/ 122 h 145"/>
                <a:gd name="GluePoint15X" fmla="*/ 12 w 23"/>
                <a:gd name="GluePoint15Y" fmla="*/ 135 h 145"/>
                <a:gd name="GluePoint16X" fmla="*/ 5 w 23"/>
                <a:gd name="GluePoint16Y" fmla="*/ 122 h 145"/>
                <a:gd name="GluePoint17X" fmla="*/ 5 w 23"/>
                <a:gd name="GluePoint17Y" fmla="*/ 27 h 1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3" h="145">
                  <a:moveTo>
                    <a:pt x="23" y="123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2" y="145"/>
                  </a:lnTo>
                  <a:lnTo>
                    <a:pt x="23" y="123"/>
                  </a:lnTo>
                  <a:close/>
                  <a:moveTo>
                    <a:pt x="18" y="5"/>
                  </a:moveTo>
                  <a:lnTo>
                    <a:pt x="18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8" y="5"/>
                  </a:lnTo>
                  <a:close/>
                  <a:moveTo>
                    <a:pt x="5" y="27"/>
                  </a:moveTo>
                  <a:lnTo>
                    <a:pt x="18" y="27"/>
                  </a:lnTo>
                  <a:lnTo>
                    <a:pt x="18" y="122"/>
                  </a:lnTo>
                  <a:lnTo>
                    <a:pt x="12" y="135"/>
                  </a:lnTo>
                  <a:lnTo>
                    <a:pt x="5" y="122"/>
                  </a:lnTo>
                  <a:lnTo>
                    <a:pt x="5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970" name="Freeform 47"/>
          <p:cNvSpPr/>
          <p:nvPr/>
        </p:nvSpPr>
        <p:spPr>
          <a:xfrm>
            <a:off x="2946960" y="1674360"/>
            <a:ext cx="142200" cy="305640"/>
          </a:xfrm>
          <a:custGeom>
            <a:avLst/>
            <a:gdLst>
              <a:gd name="textAreaLeft" fmla="*/ 0 w 142200"/>
              <a:gd name="textAreaRight" fmla="*/ 142560 w 142200"/>
              <a:gd name="textAreaTop" fmla="*/ 0 h 305640"/>
              <a:gd name="textAreaBottom" fmla="*/ 306000 h 305640"/>
              <a:gd name="GluePoint1X" fmla="*/ 0 w 68"/>
              <a:gd name="GluePoint1Y" fmla="*/ 146 h 146"/>
              <a:gd name="GluePoint2X" fmla="*/ 34 w 68"/>
              <a:gd name="GluePoint2Y" fmla="*/ 112 h 146"/>
              <a:gd name="GluePoint3X" fmla="*/ 68 w 68"/>
              <a:gd name="GluePoint3Y" fmla="*/ 146 h 146"/>
              <a:gd name="GluePoint4X" fmla="*/ 68 w 68"/>
              <a:gd name="GluePoint4Y" fmla="*/ 0 h 146"/>
              <a:gd name="GluePoint5X" fmla="*/ 0 w 68"/>
              <a:gd name="GluePoint5Y" fmla="*/ 0 h 146"/>
              <a:gd name="GluePoint6X" fmla="*/ 0 w 68"/>
              <a:gd name="GluePoint6Y" fmla="*/ 146 h 146"/>
              <a:gd name="GluePoint7X" fmla="*/ 5 w 68"/>
              <a:gd name="GluePoint7Y" fmla="*/ 5 h 146"/>
              <a:gd name="GluePoint8X" fmla="*/ 63 w 68"/>
              <a:gd name="GluePoint8Y" fmla="*/ 5 h 146"/>
              <a:gd name="GluePoint9X" fmla="*/ 63 w 68"/>
              <a:gd name="GluePoint9Y" fmla="*/ 134 h 146"/>
              <a:gd name="GluePoint10X" fmla="*/ 34 w 68"/>
              <a:gd name="GluePoint10Y" fmla="*/ 105 h 146"/>
              <a:gd name="GluePoint11X" fmla="*/ 5 w 68"/>
              <a:gd name="GluePoint11Y" fmla="*/ 134 h 146"/>
              <a:gd name="GluePoint12X" fmla="*/ 5 w 68"/>
              <a:gd name="GluePoint12Y" fmla="*/ 5 h 14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68" h="146">
                <a:moveTo>
                  <a:pt x="0" y="146"/>
                </a:moveTo>
                <a:lnTo>
                  <a:pt x="34" y="112"/>
                </a:lnTo>
                <a:lnTo>
                  <a:pt x="68" y="146"/>
                </a:lnTo>
                <a:lnTo>
                  <a:pt x="68" y="0"/>
                </a:lnTo>
                <a:lnTo>
                  <a:pt x="0" y="0"/>
                </a:lnTo>
                <a:lnTo>
                  <a:pt x="0" y="146"/>
                </a:lnTo>
                <a:close/>
                <a:moveTo>
                  <a:pt x="5" y="5"/>
                </a:moveTo>
                <a:lnTo>
                  <a:pt x="63" y="5"/>
                </a:lnTo>
                <a:lnTo>
                  <a:pt x="63" y="134"/>
                </a:lnTo>
                <a:lnTo>
                  <a:pt x="34" y="105"/>
                </a:lnTo>
                <a:lnTo>
                  <a:pt x="5" y="134"/>
                </a:lnTo>
                <a:lnTo>
                  <a:pt x="5" y="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971" name="Group 661"/>
          <p:cNvGrpSpPr/>
          <p:nvPr/>
        </p:nvGrpSpPr>
        <p:grpSpPr>
          <a:xfrm>
            <a:off x="3259080" y="1676520"/>
            <a:ext cx="303480" cy="301320"/>
            <a:chOff x="3259080" y="1676520"/>
            <a:chExt cx="303480" cy="301320"/>
          </a:xfrm>
        </p:grpSpPr>
        <p:sp>
          <p:nvSpPr>
            <p:cNvPr id="972" name="Freeform 48"/>
            <p:cNvSpPr/>
            <p:nvPr/>
          </p:nvSpPr>
          <p:spPr>
            <a:xfrm>
              <a:off x="3259080" y="1676520"/>
              <a:ext cx="303480" cy="30132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301320"/>
                <a:gd name="textAreaBottom" fmla="*/ 301680 h 301320"/>
                <a:gd name="GluePoint1X" fmla="*/ 0 w 145"/>
                <a:gd name="GluePoint1Y" fmla="*/ 144 h 144"/>
                <a:gd name="GluePoint2X" fmla="*/ 145 w 145"/>
                <a:gd name="GluePoint2Y" fmla="*/ 144 h 144"/>
                <a:gd name="GluePoint3X" fmla="*/ 145 w 145"/>
                <a:gd name="GluePoint3Y" fmla="*/ 0 h 144"/>
                <a:gd name="GluePoint4X" fmla="*/ 0 w 145"/>
                <a:gd name="GluePoint4Y" fmla="*/ 0 h 144"/>
                <a:gd name="GluePoint5X" fmla="*/ 0 w 145"/>
                <a:gd name="GluePoint5Y" fmla="*/ 144 h 144"/>
                <a:gd name="GluePoint6X" fmla="*/ 5 w 145"/>
                <a:gd name="GluePoint6Y" fmla="*/ 4 h 144"/>
                <a:gd name="GluePoint7X" fmla="*/ 140 w 145"/>
                <a:gd name="GluePoint7Y" fmla="*/ 4 h 144"/>
                <a:gd name="GluePoint8X" fmla="*/ 140 w 145"/>
                <a:gd name="GluePoint8Y" fmla="*/ 140 h 144"/>
                <a:gd name="GluePoint9X" fmla="*/ 5 w 145"/>
                <a:gd name="GluePoint9Y" fmla="*/ 140 h 144"/>
                <a:gd name="GluePoint10X" fmla="*/ 5 w 145"/>
                <a:gd name="GluePoint10Y" fmla="*/ 4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4"/>
                  </a:moveTo>
                  <a:lnTo>
                    <a:pt x="140" y="4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73" name="Freeform 49"/>
            <p:cNvSpPr/>
            <p:nvPr/>
          </p:nvSpPr>
          <p:spPr>
            <a:xfrm>
              <a:off x="3296880" y="1714320"/>
              <a:ext cx="96120" cy="9396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93960"/>
                <a:gd name="textAreaBottom" fmla="*/ 94320 h 93960"/>
                <a:gd name="GluePoint1X" fmla="*/ 25 w 46"/>
                <a:gd name="GluePoint1Y" fmla="*/ 0 h 45"/>
                <a:gd name="GluePoint2X" fmla="*/ 21 w 46"/>
                <a:gd name="GluePoint2Y" fmla="*/ 0 h 45"/>
                <a:gd name="GluePoint3X" fmla="*/ 21 w 46"/>
                <a:gd name="GluePoint3Y" fmla="*/ 20 h 45"/>
                <a:gd name="GluePoint4X" fmla="*/ 0 w 46"/>
                <a:gd name="GluePoint4Y" fmla="*/ 20 h 45"/>
                <a:gd name="GluePoint5X" fmla="*/ 0 w 46"/>
                <a:gd name="GluePoint5Y" fmla="*/ 25 h 45"/>
                <a:gd name="GluePoint6X" fmla="*/ 21 w 46"/>
                <a:gd name="GluePoint6Y" fmla="*/ 25 h 45"/>
                <a:gd name="GluePoint7X" fmla="*/ 21 w 46"/>
                <a:gd name="GluePoint7Y" fmla="*/ 45 h 45"/>
                <a:gd name="GluePoint8X" fmla="*/ 25 w 46"/>
                <a:gd name="GluePoint8Y" fmla="*/ 45 h 45"/>
                <a:gd name="GluePoint9X" fmla="*/ 25 w 46"/>
                <a:gd name="GluePoint9Y" fmla="*/ 25 h 45"/>
                <a:gd name="GluePoint10X" fmla="*/ 46 w 46"/>
                <a:gd name="GluePoint10Y" fmla="*/ 25 h 45"/>
                <a:gd name="GluePoint11X" fmla="*/ 46 w 46"/>
                <a:gd name="GluePoint11Y" fmla="*/ 20 h 45"/>
                <a:gd name="GluePoint12X" fmla="*/ 25 w 46"/>
                <a:gd name="GluePoint12Y" fmla="*/ 20 h 45"/>
                <a:gd name="GluePoint13X" fmla="*/ 25 w 46"/>
                <a:gd name="GluePoint13Y" fmla="*/ 0 h 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6" h="45">
                  <a:moveTo>
                    <a:pt x="25" y="0"/>
                  </a:moveTo>
                  <a:lnTo>
                    <a:pt x="21" y="0"/>
                  </a:lnTo>
                  <a:lnTo>
                    <a:pt x="21" y="20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21" y="25"/>
                  </a:lnTo>
                  <a:lnTo>
                    <a:pt x="21" y="45"/>
                  </a:lnTo>
                  <a:lnTo>
                    <a:pt x="25" y="45"/>
                  </a:lnTo>
                  <a:lnTo>
                    <a:pt x="25" y="25"/>
                  </a:lnTo>
                  <a:lnTo>
                    <a:pt x="46" y="25"/>
                  </a:lnTo>
                  <a:lnTo>
                    <a:pt x="46" y="20"/>
                  </a:lnTo>
                  <a:lnTo>
                    <a:pt x="25" y="2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74" name="Rectangle 50"/>
            <p:cNvSpPr/>
            <p:nvPr/>
          </p:nvSpPr>
          <p:spPr>
            <a:xfrm>
              <a:off x="3431160" y="1756080"/>
              <a:ext cx="939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75" name="Freeform 51"/>
            <p:cNvSpPr/>
            <p:nvPr/>
          </p:nvSpPr>
          <p:spPr>
            <a:xfrm>
              <a:off x="3303000" y="1852560"/>
              <a:ext cx="81360" cy="8136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81360"/>
                <a:gd name="textAreaBottom" fmla="*/ 81720 h 81360"/>
                <a:gd name="GluePoint1X" fmla="*/ 36 w 39"/>
                <a:gd name="GluePoint1Y" fmla="*/ 0 h 39"/>
                <a:gd name="GluePoint2X" fmla="*/ 20 w 39"/>
                <a:gd name="GluePoint2Y" fmla="*/ 16 h 39"/>
                <a:gd name="GluePoint3X" fmla="*/ 3 w 39"/>
                <a:gd name="GluePoint3Y" fmla="*/ 0 h 39"/>
                <a:gd name="GluePoint4X" fmla="*/ 0 w 39"/>
                <a:gd name="GluePoint4Y" fmla="*/ 3 h 39"/>
                <a:gd name="GluePoint5X" fmla="*/ 17 w 39"/>
                <a:gd name="GluePoint5Y" fmla="*/ 20 h 39"/>
                <a:gd name="GluePoint6X" fmla="*/ 0 w 39"/>
                <a:gd name="GluePoint6Y" fmla="*/ 36 h 39"/>
                <a:gd name="GluePoint7X" fmla="*/ 3 w 39"/>
                <a:gd name="GluePoint7Y" fmla="*/ 39 h 39"/>
                <a:gd name="GluePoint8X" fmla="*/ 20 w 39"/>
                <a:gd name="GluePoint8Y" fmla="*/ 22 h 39"/>
                <a:gd name="GluePoint9X" fmla="*/ 36 w 39"/>
                <a:gd name="GluePoint9Y" fmla="*/ 39 h 39"/>
                <a:gd name="GluePoint10X" fmla="*/ 39 w 39"/>
                <a:gd name="GluePoint10Y" fmla="*/ 36 h 39"/>
                <a:gd name="GluePoint11X" fmla="*/ 23 w 39"/>
                <a:gd name="GluePoint11Y" fmla="*/ 20 h 39"/>
                <a:gd name="GluePoint12X" fmla="*/ 39 w 39"/>
                <a:gd name="GluePoint12Y" fmla="*/ 3 h 39"/>
                <a:gd name="GluePoint13X" fmla="*/ 36 w 39"/>
                <a:gd name="GluePoint13Y" fmla="*/ 0 h 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9" h="39">
                  <a:moveTo>
                    <a:pt x="36" y="0"/>
                  </a:moveTo>
                  <a:lnTo>
                    <a:pt x="20" y="16"/>
                  </a:lnTo>
                  <a:lnTo>
                    <a:pt x="3" y="0"/>
                  </a:lnTo>
                  <a:lnTo>
                    <a:pt x="0" y="3"/>
                  </a:lnTo>
                  <a:lnTo>
                    <a:pt x="17" y="20"/>
                  </a:lnTo>
                  <a:lnTo>
                    <a:pt x="0" y="36"/>
                  </a:lnTo>
                  <a:lnTo>
                    <a:pt x="3" y="39"/>
                  </a:lnTo>
                  <a:lnTo>
                    <a:pt x="20" y="22"/>
                  </a:lnTo>
                  <a:lnTo>
                    <a:pt x="36" y="39"/>
                  </a:lnTo>
                  <a:lnTo>
                    <a:pt x="39" y="36"/>
                  </a:lnTo>
                  <a:lnTo>
                    <a:pt x="23" y="20"/>
                  </a:lnTo>
                  <a:lnTo>
                    <a:pt x="39" y="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680" bIns="40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76" name="Rectangle 52"/>
            <p:cNvSpPr/>
            <p:nvPr/>
          </p:nvSpPr>
          <p:spPr>
            <a:xfrm>
              <a:off x="3431160" y="1875600"/>
              <a:ext cx="939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77" name="Rectangle 53"/>
            <p:cNvSpPr/>
            <p:nvPr/>
          </p:nvSpPr>
          <p:spPr>
            <a:xfrm>
              <a:off x="3431160" y="1902960"/>
              <a:ext cx="939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978" name="Group 673"/>
          <p:cNvGrpSpPr/>
          <p:nvPr/>
        </p:nvGrpSpPr>
        <p:grpSpPr>
          <a:xfrm>
            <a:off x="3651120" y="1699560"/>
            <a:ext cx="303480" cy="255240"/>
            <a:chOff x="3651120" y="1699560"/>
            <a:chExt cx="303480" cy="255240"/>
          </a:xfrm>
        </p:grpSpPr>
        <p:sp>
          <p:nvSpPr>
            <p:cNvPr id="979" name="Freeform 54"/>
            <p:cNvSpPr/>
            <p:nvPr/>
          </p:nvSpPr>
          <p:spPr>
            <a:xfrm>
              <a:off x="3651120" y="1699560"/>
              <a:ext cx="303480" cy="25524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255240"/>
                <a:gd name="textAreaBottom" fmla="*/ 255600 h 255240"/>
                <a:gd name="GluePoint1X" fmla="*/ 120 w 145"/>
                <a:gd name="GluePoint1Y" fmla="*/ 0 h 122"/>
                <a:gd name="GluePoint2X" fmla="*/ 102 w 145"/>
                <a:gd name="GluePoint2Y" fmla="*/ 0 h 122"/>
                <a:gd name="GluePoint3X" fmla="*/ 102 w 145"/>
                <a:gd name="GluePoint3Y" fmla="*/ 9 h 122"/>
                <a:gd name="GluePoint4X" fmla="*/ 43 w 145"/>
                <a:gd name="GluePoint4Y" fmla="*/ 9 h 122"/>
                <a:gd name="GluePoint5X" fmla="*/ 43 w 145"/>
                <a:gd name="GluePoint5Y" fmla="*/ 0 h 122"/>
                <a:gd name="GluePoint6X" fmla="*/ 25 w 145"/>
                <a:gd name="GluePoint6Y" fmla="*/ 0 h 122"/>
                <a:gd name="GluePoint7X" fmla="*/ 25 w 145"/>
                <a:gd name="GluePoint7Y" fmla="*/ 9 h 122"/>
                <a:gd name="GluePoint8X" fmla="*/ 0 w 145"/>
                <a:gd name="GluePoint8Y" fmla="*/ 9 h 122"/>
                <a:gd name="GluePoint9X" fmla="*/ 0 w 145"/>
                <a:gd name="GluePoint9Y" fmla="*/ 122 h 122"/>
                <a:gd name="GluePoint10X" fmla="*/ 145 w 145"/>
                <a:gd name="GluePoint10Y" fmla="*/ 122 h 122"/>
                <a:gd name="GluePoint11X" fmla="*/ 145 w 145"/>
                <a:gd name="GluePoint11Y" fmla="*/ 9 h 122"/>
                <a:gd name="GluePoint12X" fmla="*/ 120 w 145"/>
                <a:gd name="GluePoint12Y" fmla="*/ 9 h 122"/>
                <a:gd name="GluePoint13X" fmla="*/ 120 w 145"/>
                <a:gd name="GluePoint13Y" fmla="*/ 0 h 122"/>
                <a:gd name="GluePoint14X" fmla="*/ 106 w 145"/>
                <a:gd name="GluePoint14Y" fmla="*/ 5 h 122"/>
                <a:gd name="GluePoint15X" fmla="*/ 115 w 145"/>
                <a:gd name="GluePoint15Y" fmla="*/ 5 h 122"/>
                <a:gd name="GluePoint16X" fmla="*/ 115 w 145"/>
                <a:gd name="GluePoint16Y" fmla="*/ 18 h 122"/>
                <a:gd name="GluePoint17X" fmla="*/ 106 w 145"/>
                <a:gd name="GluePoint17Y" fmla="*/ 18 h 122"/>
                <a:gd name="GluePoint18X" fmla="*/ 106 w 145"/>
                <a:gd name="GluePoint18Y" fmla="*/ 5 h 122"/>
                <a:gd name="GluePoint19X" fmla="*/ 30 w 145"/>
                <a:gd name="GluePoint19Y" fmla="*/ 5 h 122"/>
                <a:gd name="GluePoint20X" fmla="*/ 39 w 145"/>
                <a:gd name="GluePoint20Y" fmla="*/ 5 h 122"/>
                <a:gd name="GluePoint21X" fmla="*/ 39 w 145"/>
                <a:gd name="GluePoint21Y" fmla="*/ 18 h 122"/>
                <a:gd name="GluePoint22X" fmla="*/ 30 w 145"/>
                <a:gd name="GluePoint22Y" fmla="*/ 18 h 122"/>
                <a:gd name="GluePoint23X" fmla="*/ 30 w 145"/>
                <a:gd name="GluePoint23Y" fmla="*/ 5 h 122"/>
                <a:gd name="GluePoint24X" fmla="*/ 5 w 145"/>
                <a:gd name="GluePoint24Y" fmla="*/ 117 h 122"/>
                <a:gd name="GluePoint25X" fmla="*/ 5 w 145"/>
                <a:gd name="GluePoint25Y" fmla="*/ 32 h 122"/>
                <a:gd name="GluePoint26X" fmla="*/ 140 w 145"/>
                <a:gd name="GluePoint26Y" fmla="*/ 32 h 122"/>
                <a:gd name="GluePoint27X" fmla="*/ 140 w 145"/>
                <a:gd name="GluePoint27Y" fmla="*/ 117 h 122"/>
                <a:gd name="GluePoint28X" fmla="*/ 5 w 145"/>
                <a:gd name="GluePoint28Y" fmla="*/ 117 h 122"/>
                <a:gd name="GluePoint29X" fmla="*/ 140 w 145"/>
                <a:gd name="GluePoint29Y" fmla="*/ 14 h 122"/>
                <a:gd name="GluePoint30X" fmla="*/ 140 w 145"/>
                <a:gd name="GluePoint30Y" fmla="*/ 27 h 122"/>
                <a:gd name="GluePoint31X" fmla="*/ 5 w 145"/>
                <a:gd name="GluePoint31Y" fmla="*/ 27 h 122"/>
                <a:gd name="GluePoint32X" fmla="*/ 5 w 145"/>
                <a:gd name="GluePoint32Y" fmla="*/ 14 h 122"/>
                <a:gd name="GluePoint33X" fmla="*/ 25 w 145"/>
                <a:gd name="GluePoint33Y" fmla="*/ 14 h 122"/>
                <a:gd name="GluePoint34X" fmla="*/ 25 w 145"/>
                <a:gd name="GluePoint34Y" fmla="*/ 23 h 122"/>
                <a:gd name="GluePoint35X" fmla="*/ 43 w 145"/>
                <a:gd name="GluePoint35Y" fmla="*/ 23 h 122"/>
                <a:gd name="GluePoint36X" fmla="*/ 43 w 145"/>
                <a:gd name="GluePoint36Y" fmla="*/ 14 h 122"/>
                <a:gd name="GluePoint37X" fmla="*/ 102 w 145"/>
                <a:gd name="GluePoint37Y" fmla="*/ 14 h 122"/>
                <a:gd name="GluePoint38X" fmla="*/ 102 w 145"/>
                <a:gd name="GluePoint38Y" fmla="*/ 23 h 122"/>
                <a:gd name="GluePoint39X" fmla="*/ 120 w 145"/>
                <a:gd name="GluePoint39Y" fmla="*/ 23 h 122"/>
                <a:gd name="GluePoint40X" fmla="*/ 120 w 145"/>
                <a:gd name="GluePoint40Y" fmla="*/ 14 h 122"/>
                <a:gd name="GluePoint41X" fmla="*/ 140 w 145"/>
                <a:gd name="GluePoint41Y" fmla="*/ 14 h 1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45" h="122">
                  <a:moveTo>
                    <a:pt x="120" y="0"/>
                  </a:moveTo>
                  <a:lnTo>
                    <a:pt x="102" y="0"/>
                  </a:lnTo>
                  <a:lnTo>
                    <a:pt x="102" y="9"/>
                  </a:lnTo>
                  <a:lnTo>
                    <a:pt x="43" y="9"/>
                  </a:lnTo>
                  <a:lnTo>
                    <a:pt x="43" y="0"/>
                  </a:lnTo>
                  <a:lnTo>
                    <a:pt x="25" y="0"/>
                  </a:lnTo>
                  <a:lnTo>
                    <a:pt x="25" y="9"/>
                  </a:lnTo>
                  <a:lnTo>
                    <a:pt x="0" y="9"/>
                  </a:lnTo>
                  <a:lnTo>
                    <a:pt x="0" y="122"/>
                  </a:lnTo>
                  <a:lnTo>
                    <a:pt x="145" y="122"/>
                  </a:lnTo>
                  <a:lnTo>
                    <a:pt x="145" y="9"/>
                  </a:lnTo>
                  <a:lnTo>
                    <a:pt x="120" y="9"/>
                  </a:lnTo>
                  <a:lnTo>
                    <a:pt x="120" y="0"/>
                  </a:lnTo>
                  <a:close/>
                  <a:moveTo>
                    <a:pt x="106" y="5"/>
                  </a:moveTo>
                  <a:lnTo>
                    <a:pt x="115" y="5"/>
                  </a:lnTo>
                  <a:lnTo>
                    <a:pt x="115" y="18"/>
                  </a:lnTo>
                  <a:lnTo>
                    <a:pt x="106" y="18"/>
                  </a:lnTo>
                  <a:lnTo>
                    <a:pt x="106" y="5"/>
                  </a:lnTo>
                  <a:close/>
                  <a:moveTo>
                    <a:pt x="30" y="5"/>
                  </a:moveTo>
                  <a:lnTo>
                    <a:pt x="39" y="5"/>
                  </a:lnTo>
                  <a:lnTo>
                    <a:pt x="39" y="18"/>
                  </a:lnTo>
                  <a:lnTo>
                    <a:pt x="30" y="18"/>
                  </a:lnTo>
                  <a:lnTo>
                    <a:pt x="30" y="5"/>
                  </a:lnTo>
                  <a:close/>
                  <a:moveTo>
                    <a:pt x="5" y="117"/>
                  </a:moveTo>
                  <a:lnTo>
                    <a:pt x="5" y="32"/>
                  </a:lnTo>
                  <a:lnTo>
                    <a:pt x="140" y="32"/>
                  </a:lnTo>
                  <a:lnTo>
                    <a:pt x="140" y="117"/>
                  </a:lnTo>
                  <a:lnTo>
                    <a:pt x="5" y="117"/>
                  </a:lnTo>
                  <a:close/>
                  <a:moveTo>
                    <a:pt x="140" y="14"/>
                  </a:moveTo>
                  <a:lnTo>
                    <a:pt x="140" y="27"/>
                  </a:lnTo>
                  <a:lnTo>
                    <a:pt x="5" y="27"/>
                  </a:lnTo>
                  <a:lnTo>
                    <a:pt x="5" y="14"/>
                  </a:lnTo>
                  <a:lnTo>
                    <a:pt x="25" y="14"/>
                  </a:lnTo>
                  <a:lnTo>
                    <a:pt x="25" y="23"/>
                  </a:lnTo>
                  <a:lnTo>
                    <a:pt x="43" y="23"/>
                  </a:lnTo>
                  <a:lnTo>
                    <a:pt x="43" y="14"/>
                  </a:lnTo>
                  <a:lnTo>
                    <a:pt x="102" y="14"/>
                  </a:lnTo>
                  <a:lnTo>
                    <a:pt x="102" y="23"/>
                  </a:lnTo>
                  <a:lnTo>
                    <a:pt x="120" y="23"/>
                  </a:lnTo>
                  <a:lnTo>
                    <a:pt x="120" y="14"/>
                  </a:lnTo>
                  <a:lnTo>
                    <a:pt x="140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80" name="Freeform 55"/>
            <p:cNvSpPr/>
            <p:nvPr/>
          </p:nvSpPr>
          <p:spPr>
            <a:xfrm>
              <a:off x="3695040" y="1785600"/>
              <a:ext cx="56160" cy="5616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6160"/>
                <a:gd name="textAreaBottom" fmla="*/ 56520 h 56160"/>
                <a:gd name="GluePoint1X" fmla="*/ 0 w 27"/>
                <a:gd name="GluePoint1Y" fmla="*/ 27 h 27"/>
                <a:gd name="GluePoint2X" fmla="*/ 27 w 27"/>
                <a:gd name="GluePoint2Y" fmla="*/ 27 h 27"/>
                <a:gd name="GluePoint3X" fmla="*/ 27 w 27"/>
                <a:gd name="GluePoint3Y" fmla="*/ 0 h 27"/>
                <a:gd name="GluePoint4X" fmla="*/ 0 w 27"/>
                <a:gd name="GluePoint4Y" fmla="*/ 0 h 27"/>
                <a:gd name="GluePoint5X" fmla="*/ 0 w 27"/>
                <a:gd name="GluePoint5Y" fmla="*/ 27 h 27"/>
                <a:gd name="GluePoint6X" fmla="*/ 4 w 27"/>
                <a:gd name="GluePoint6Y" fmla="*/ 4 h 27"/>
                <a:gd name="GluePoint7X" fmla="*/ 22 w 27"/>
                <a:gd name="GluePoint7Y" fmla="*/ 4 h 27"/>
                <a:gd name="GluePoint8X" fmla="*/ 22 w 27"/>
                <a:gd name="GluePoint8Y" fmla="*/ 22 h 27"/>
                <a:gd name="GluePoint9X" fmla="*/ 4 w 27"/>
                <a:gd name="GluePoint9Y" fmla="*/ 22 h 27"/>
                <a:gd name="GluePoint10X" fmla="*/ 4 w 27"/>
                <a:gd name="GluePoint10Y" fmla="*/ 4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4" y="4"/>
                  </a:moveTo>
                  <a:lnTo>
                    <a:pt x="22" y="4"/>
                  </a:lnTo>
                  <a:lnTo>
                    <a:pt x="22" y="22"/>
                  </a:lnTo>
                  <a:lnTo>
                    <a:pt x="4" y="22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81" name="Freeform 56"/>
            <p:cNvSpPr/>
            <p:nvPr/>
          </p:nvSpPr>
          <p:spPr>
            <a:xfrm>
              <a:off x="3695040" y="1869480"/>
              <a:ext cx="56160" cy="5616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6160"/>
                <a:gd name="textAreaBottom" fmla="*/ 56520 h 56160"/>
                <a:gd name="GluePoint1X" fmla="*/ 0 w 27"/>
                <a:gd name="GluePoint1Y" fmla="*/ 27 h 27"/>
                <a:gd name="GluePoint2X" fmla="*/ 27 w 27"/>
                <a:gd name="GluePoint2Y" fmla="*/ 27 h 27"/>
                <a:gd name="GluePoint3X" fmla="*/ 27 w 27"/>
                <a:gd name="GluePoint3Y" fmla="*/ 0 h 27"/>
                <a:gd name="GluePoint4X" fmla="*/ 0 w 27"/>
                <a:gd name="GluePoint4Y" fmla="*/ 0 h 27"/>
                <a:gd name="GluePoint5X" fmla="*/ 0 w 27"/>
                <a:gd name="GluePoint5Y" fmla="*/ 27 h 27"/>
                <a:gd name="GluePoint6X" fmla="*/ 4 w 27"/>
                <a:gd name="GluePoint6Y" fmla="*/ 5 h 27"/>
                <a:gd name="GluePoint7X" fmla="*/ 22 w 27"/>
                <a:gd name="GluePoint7Y" fmla="*/ 5 h 27"/>
                <a:gd name="GluePoint8X" fmla="*/ 22 w 27"/>
                <a:gd name="GluePoint8Y" fmla="*/ 23 h 27"/>
                <a:gd name="GluePoint9X" fmla="*/ 4 w 27"/>
                <a:gd name="GluePoint9Y" fmla="*/ 23 h 27"/>
                <a:gd name="GluePoint10X" fmla="*/ 4 w 27"/>
                <a:gd name="GluePoint10Y" fmla="*/ 5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4" y="5"/>
                  </a:moveTo>
                  <a:lnTo>
                    <a:pt x="22" y="5"/>
                  </a:lnTo>
                  <a:lnTo>
                    <a:pt x="22" y="23"/>
                  </a:lnTo>
                  <a:lnTo>
                    <a:pt x="4" y="23"/>
                  </a:lnTo>
                  <a:lnTo>
                    <a:pt x="4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82" name="Freeform 57"/>
            <p:cNvSpPr/>
            <p:nvPr/>
          </p:nvSpPr>
          <p:spPr>
            <a:xfrm>
              <a:off x="3854520" y="1785600"/>
              <a:ext cx="56160" cy="5616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6160"/>
                <a:gd name="textAreaBottom" fmla="*/ 56520 h 56160"/>
                <a:gd name="GluePoint1X" fmla="*/ 0 w 27"/>
                <a:gd name="GluePoint1Y" fmla="*/ 27 h 27"/>
                <a:gd name="GluePoint2X" fmla="*/ 27 w 27"/>
                <a:gd name="GluePoint2Y" fmla="*/ 27 h 27"/>
                <a:gd name="GluePoint3X" fmla="*/ 27 w 27"/>
                <a:gd name="GluePoint3Y" fmla="*/ 0 h 27"/>
                <a:gd name="GluePoint4X" fmla="*/ 0 w 27"/>
                <a:gd name="GluePoint4Y" fmla="*/ 0 h 27"/>
                <a:gd name="GluePoint5X" fmla="*/ 0 w 27"/>
                <a:gd name="GluePoint5Y" fmla="*/ 27 h 27"/>
                <a:gd name="GluePoint6X" fmla="*/ 5 w 27"/>
                <a:gd name="GluePoint6Y" fmla="*/ 4 h 27"/>
                <a:gd name="GluePoint7X" fmla="*/ 23 w 27"/>
                <a:gd name="GluePoint7Y" fmla="*/ 4 h 27"/>
                <a:gd name="GluePoint8X" fmla="*/ 23 w 27"/>
                <a:gd name="GluePoint8Y" fmla="*/ 22 h 27"/>
                <a:gd name="GluePoint9X" fmla="*/ 5 w 27"/>
                <a:gd name="GluePoint9Y" fmla="*/ 22 h 27"/>
                <a:gd name="GluePoint10X" fmla="*/ 5 w 27"/>
                <a:gd name="GluePoint10Y" fmla="*/ 4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5" y="4"/>
                  </a:moveTo>
                  <a:lnTo>
                    <a:pt x="23" y="4"/>
                  </a:lnTo>
                  <a:lnTo>
                    <a:pt x="23" y="22"/>
                  </a:lnTo>
                  <a:lnTo>
                    <a:pt x="5" y="22"/>
                  </a:lnTo>
                  <a:lnTo>
                    <a:pt x="5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83" name="Freeform 58"/>
            <p:cNvSpPr/>
            <p:nvPr/>
          </p:nvSpPr>
          <p:spPr>
            <a:xfrm>
              <a:off x="3854520" y="1869480"/>
              <a:ext cx="56160" cy="5616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6160"/>
                <a:gd name="textAreaBottom" fmla="*/ 56520 h 56160"/>
                <a:gd name="GluePoint1X" fmla="*/ 0 w 27"/>
                <a:gd name="GluePoint1Y" fmla="*/ 27 h 27"/>
                <a:gd name="GluePoint2X" fmla="*/ 27 w 27"/>
                <a:gd name="GluePoint2Y" fmla="*/ 27 h 27"/>
                <a:gd name="GluePoint3X" fmla="*/ 27 w 27"/>
                <a:gd name="GluePoint3Y" fmla="*/ 0 h 27"/>
                <a:gd name="GluePoint4X" fmla="*/ 0 w 27"/>
                <a:gd name="GluePoint4Y" fmla="*/ 0 h 27"/>
                <a:gd name="GluePoint5X" fmla="*/ 0 w 27"/>
                <a:gd name="GluePoint5Y" fmla="*/ 27 h 27"/>
                <a:gd name="GluePoint6X" fmla="*/ 5 w 27"/>
                <a:gd name="GluePoint6Y" fmla="*/ 5 h 27"/>
                <a:gd name="GluePoint7X" fmla="*/ 23 w 27"/>
                <a:gd name="GluePoint7Y" fmla="*/ 5 h 27"/>
                <a:gd name="GluePoint8X" fmla="*/ 23 w 27"/>
                <a:gd name="GluePoint8Y" fmla="*/ 23 h 27"/>
                <a:gd name="GluePoint9X" fmla="*/ 5 w 27"/>
                <a:gd name="GluePoint9Y" fmla="*/ 23 h 27"/>
                <a:gd name="GluePoint10X" fmla="*/ 5 w 27"/>
                <a:gd name="GluePoint10Y" fmla="*/ 5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5" y="5"/>
                  </a:moveTo>
                  <a:lnTo>
                    <a:pt x="23" y="5"/>
                  </a:lnTo>
                  <a:lnTo>
                    <a:pt x="23" y="23"/>
                  </a:lnTo>
                  <a:lnTo>
                    <a:pt x="5" y="23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84" name="Freeform 59"/>
            <p:cNvSpPr/>
            <p:nvPr/>
          </p:nvSpPr>
          <p:spPr>
            <a:xfrm>
              <a:off x="3774600" y="1785600"/>
              <a:ext cx="56160" cy="5616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6160"/>
                <a:gd name="textAreaBottom" fmla="*/ 56520 h 56160"/>
                <a:gd name="GluePoint1X" fmla="*/ 0 w 27"/>
                <a:gd name="GluePoint1Y" fmla="*/ 27 h 27"/>
                <a:gd name="GluePoint2X" fmla="*/ 27 w 27"/>
                <a:gd name="GluePoint2Y" fmla="*/ 27 h 27"/>
                <a:gd name="GluePoint3X" fmla="*/ 27 w 27"/>
                <a:gd name="GluePoint3Y" fmla="*/ 0 h 27"/>
                <a:gd name="GluePoint4X" fmla="*/ 0 w 27"/>
                <a:gd name="GluePoint4Y" fmla="*/ 0 h 27"/>
                <a:gd name="GluePoint5X" fmla="*/ 0 w 27"/>
                <a:gd name="GluePoint5Y" fmla="*/ 27 h 27"/>
                <a:gd name="GluePoint6X" fmla="*/ 5 w 27"/>
                <a:gd name="GluePoint6Y" fmla="*/ 4 h 27"/>
                <a:gd name="GluePoint7X" fmla="*/ 23 w 27"/>
                <a:gd name="GluePoint7Y" fmla="*/ 4 h 27"/>
                <a:gd name="GluePoint8X" fmla="*/ 23 w 27"/>
                <a:gd name="GluePoint8Y" fmla="*/ 22 h 27"/>
                <a:gd name="GluePoint9X" fmla="*/ 5 w 27"/>
                <a:gd name="GluePoint9Y" fmla="*/ 22 h 27"/>
                <a:gd name="GluePoint10X" fmla="*/ 5 w 27"/>
                <a:gd name="GluePoint10Y" fmla="*/ 4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5" y="4"/>
                  </a:moveTo>
                  <a:lnTo>
                    <a:pt x="23" y="4"/>
                  </a:lnTo>
                  <a:lnTo>
                    <a:pt x="23" y="22"/>
                  </a:lnTo>
                  <a:lnTo>
                    <a:pt x="5" y="22"/>
                  </a:lnTo>
                  <a:lnTo>
                    <a:pt x="5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85" name="Freeform 60"/>
            <p:cNvSpPr/>
            <p:nvPr/>
          </p:nvSpPr>
          <p:spPr>
            <a:xfrm>
              <a:off x="3774600" y="1869480"/>
              <a:ext cx="56160" cy="5616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6160"/>
                <a:gd name="textAreaBottom" fmla="*/ 56520 h 56160"/>
                <a:gd name="GluePoint1X" fmla="*/ 0 w 27"/>
                <a:gd name="GluePoint1Y" fmla="*/ 27 h 27"/>
                <a:gd name="GluePoint2X" fmla="*/ 27 w 27"/>
                <a:gd name="GluePoint2Y" fmla="*/ 27 h 27"/>
                <a:gd name="GluePoint3X" fmla="*/ 27 w 27"/>
                <a:gd name="GluePoint3Y" fmla="*/ 0 h 27"/>
                <a:gd name="GluePoint4X" fmla="*/ 0 w 27"/>
                <a:gd name="GluePoint4Y" fmla="*/ 0 h 27"/>
                <a:gd name="GluePoint5X" fmla="*/ 0 w 27"/>
                <a:gd name="GluePoint5Y" fmla="*/ 27 h 27"/>
                <a:gd name="GluePoint6X" fmla="*/ 5 w 27"/>
                <a:gd name="GluePoint6Y" fmla="*/ 5 h 27"/>
                <a:gd name="GluePoint7X" fmla="*/ 23 w 27"/>
                <a:gd name="GluePoint7Y" fmla="*/ 5 h 27"/>
                <a:gd name="GluePoint8X" fmla="*/ 23 w 27"/>
                <a:gd name="GluePoint8Y" fmla="*/ 23 h 27"/>
                <a:gd name="GluePoint9X" fmla="*/ 5 w 27"/>
                <a:gd name="GluePoint9Y" fmla="*/ 23 h 27"/>
                <a:gd name="GluePoint10X" fmla="*/ 5 w 27"/>
                <a:gd name="GluePoint10Y" fmla="*/ 5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7" h="27">
                  <a:moveTo>
                    <a:pt x="0" y="27"/>
                  </a:moveTo>
                  <a:lnTo>
                    <a:pt x="27" y="27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7"/>
                  </a:lnTo>
                  <a:close/>
                  <a:moveTo>
                    <a:pt x="5" y="5"/>
                  </a:moveTo>
                  <a:lnTo>
                    <a:pt x="23" y="5"/>
                  </a:lnTo>
                  <a:lnTo>
                    <a:pt x="23" y="23"/>
                  </a:lnTo>
                  <a:lnTo>
                    <a:pt x="5" y="23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986" name="Group 672"/>
          <p:cNvGrpSpPr/>
          <p:nvPr/>
        </p:nvGrpSpPr>
        <p:grpSpPr>
          <a:xfrm>
            <a:off x="4042800" y="1693080"/>
            <a:ext cx="303480" cy="267840"/>
            <a:chOff x="4042800" y="1693080"/>
            <a:chExt cx="303480" cy="267840"/>
          </a:xfrm>
        </p:grpSpPr>
        <p:sp>
          <p:nvSpPr>
            <p:cNvPr id="987" name="Freeform 61"/>
            <p:cNvSpPr/>
            <p:nvPr/>
          </p:nvSpPr>
          <p:spPr>
            <a:xfrm>
              <a:off x="4042800" y="1693080"/>
              <a:ext cx="303480" cy="26784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267840"/>
                <a:gd name="textAreaBottom" fmla="*/ 268200 h 267840"/>
                <a:gd name="GluePoint1X" fmla="*/ 72 w 145"/>
                <a:gd name="GluePoint1Y" fmla="*/ 17 h 128"/>
                <a:gd name="GluePoint2X" fmla="*/ 65 w 145"/>
                <a:gd name="GluePoint2Y" fmla="*/ 2 h 128"/>
                <a:gd name="GluePoint3X" fmla="*/ 0 w 145"/>
                <a:gd name="GluePoint3Y" fmla="*/ 36 h 128"/>
                <a:gd name="GluePoint4X" fmla="*/ 42 w 145"/>
                <a:gd name="GluePoint4Y" fmla="*/ 128 h 128"/>
                <a:gd name="GluePoint5X" fmla="*/ 73 w 145"/>
                <a:gd name="GluePoint5Y" fmla="*/ 114 h 128"/>
                <a:gd name="GluePoint6X" fmla="*/ 101 w 145"/>
                <a:gd name="GluePoint6Y" fmla="*/ 128 h 128"/>
                <a:gd name="GluePoint7X" fmla="*/ 145 w 145"/>
                <a:gd name="GluePoint7Y" fmla="*/ 34 h 128"/>
                <a:gd name="GluePoint8X" fmla="*/ 81 w 145"/>
                <a:gd name="GluePoint8Y" fmla="*/ 0 h 128"/>
                <a:gd name="GluePoint9X" fmla="*/ 72 w 145"/>
                <a:gd name="GluePoint9Y" fmla="*/ 17 h 128"/>
                <a:gd name="GluePoint10X" fmla="*/ 45 w 145"/>
                <a:gd name="GluePoint10Y" fmla="*/ 122 h 128"/>
                <a:gd name="GluePoint11X" fmla="*/ 6 w 145"/>
                <a:gd name="GluePoint11Y" fmla="*/ 38 h 128"/>
                <a:gd name="GluePoint12X" fmla="*/ 63 w 145"/>
                <a:gd name="GluePoint12Y" fmla="*/ 8 h 128"/>
                <a:gd name="GluePoint13X" fmla="*/ 69 w 145"/>
                <a:gd name="GluePoint13Y" fmla="*/ 22 h 128"/>
                <a:gd name="GluePoint14X" fmla="*/ 33 w 145"/>
                <a:gd name="GluePoint14Y" fmla="*/ 94 h 128"/>
                <a:gd name="GluePoint15X" fmla="*/ 67 w 145"/>
                <a:gd name="GluePoint15Y" fmla="*/ 111 h 128"/>
                <a:gd name="GluePoint16X" fmla="*/ 45 w 145"/>
                <a:gd name="GluePoint16Y" fmla="*/ 122 h 128"/>
                <a:gd name="GluePoint17X" fmla="*/ 140 w 145"/>
                <a:gd name="GluePoint17Y" fmla="*/ 35 h 128"/>
                <a:gd name="GluePoint18X" fmla="*/ 99 w 145"/>
                <a:gd name="GluePoint18Y" fmla="*/ 122 h 128"/>
                <a:gd name="GluePoint19X" fmla="*/ 39 w 145"/>
                <a:gd name="GluePoint19Y" fmla="*/ 92 h 128"/>
                <a:gd name="GluePoint20X" fmla="*/ 83 w 145"/>
                <a:gd name="GluePoint20Y" fmla="*/ 6 h 128"/>
                <a:gd name="GluePoint21X" fmla="*/ 140 w 145"/>
                <a:gd name="GluePoint21Y" fmla="*/ 35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145" h="128">
                  <a:moveTo>
                    <a:pt x="72" y="17"/>
                  </a:moveTo>
                  <a:lnTo>
                    <a:pt x="65" y="2"/>
                  </a:lnTo>
                  <a:lnTo>
                    <a:pt x="0" y="36"/>
                  </a:lnTo>
                  <a:lnTo>
                    <a:pt x="42" y="128"/>
                  </a:lnTo>
                  <a:lnTo>
                    <a:pt x="73" y="114"/>
                  </a:lnTo>
                  <a:lnTo>
                    <a:pt x="101" y="128"/>
                  </a:lnTo>
                  <a:lnTo>
                    <a:pt x="145" y="34"/>
                  </a:lnTo>
                  <a:lnTo>
                    <a:pt x="81" y="0"/>
                  </a:lnTo>
                  <a:lnTo>
                    <a:pt x="72" y="17"/>
                  </a:lnTo>
                  <a:close/>
                  <a:moveTo>
                    <a:pt x="45" y="122"/>
                  </a:moveTo>
                  <a:lnTo>
                    <a:pt x="6" y="38"/>
                  </a:lnTo>
                  <a:lnTo>
                    <a:pt x="63" y="8"/>
                  </a:lnTo>
                  <a:lnTo>
                    <a:pt x="69" y="22"/>
                  </a:lnTo>
                  <a:lnTo>
                    <a:pt x="33" y="94"/>
                  </a:lnTo>
                  <a:lnTo>
                    <a:pt x="67" y="111"/>
                  </a:lnTo>
                  <a:lnTo>
                    <a:pt x="45" y="122"/>
                  </a:lnTo>
                  <a:close/>
                  <a:moveTo>
                    <a:pt x="140" y="35"/>
                  </a:moveTo>
                  <a:lnTo>
                    <a:pt x="99" y="122"/>
                  </a:lnTo>
                  <a:lnTo>
                    <a:pt x="39" y="92"/>
                  </a:lnTo>
                  <a:lnTo>
                    <a:pt x="83" y="6"/>
                  </a:lnTo>
                  <a:lnTo>
                    <a:pt x="140" y="3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88" name="Freeform 62"/>
            <p:cNvSpPr/>
            <p:nvPr/>
          </p:nvSpPr>
          <p:spPr>
            <a:xfrm>
              <a:off x="4200120" y="1783440"/>
              <a:ext cx="66600" cy="9396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93960"/>
                <a:gd name="textAreaBottom" fmla="*/ 94320 h 93960"/>
                <a:gd name="GluePoint1X" fmla="*/ 2 w 32"/>
                <a:gd name="GluePoint1Y" fmla="*/ 45 h 45"/>
                <a:gd name="GluePoint2X" fmla="*/ 32 w 32"/>
                <a:gd name="GluePoint2Y" fmla="*/ 31 h 45"/>
                <a:gd name="GluePoint3X" fmla="*/ 29 w 32"/>
                <a:gd name="GluePoint3Y" fmla="*/ 0 h 45"/>
                <a:gd name="GluePoint4X" fmla="*/ 0 w 32"/>
                <a:gd name="GluePoint4Y" fmla="*/ 13 h 45"/>
                <a:gd name="GluePoint5X" fmla="*/ 2 w 32"/>
                <a:gd name="GluePoint5Y" fmla="*/ 45 h 45"/>
                <a:gd name="GluePoint6X" fmla="*/ 25 w 32"/>
                <a:gd name="GluePoint6Y" fmla="*/ 6 h 45"/>
                <a:gd name="GluePoint7X" fmla="*/ 27 w 32"/>
                <a:gd name="GluePoint7Y" fmla="*/ 28 h 45"/>
                <a:gd name="GluePoint8X" fmla="*/ 6 w 32"/>
                <a:gd name="GluePoint8Y" fmla="*/ 38 h 45"/>
                <a:gd name="GluePoint9X" fmla="*/ 4 w 32"/>
                <a:gd name="GluePoint9Y" fmla="*/ 15 h 45"/>
                <a:gd name="GluePoint10X" fmla="*/ 25 w 32"/>
                <a:gd name="GluePoint10Y" fmla="*/ 6 h 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45">
                  <a:moveTo>
                    <a:pt x="2" y="45"/>
                  </a:moveTo>
                  <a:lnTo>
                    <a:pt x="32" y="31"/>
                  </a:lnTo>
                  <a:lnTo>
                    <a:pt x="29" y="0"/>
                  </a:lnTo>
                  <a:lnTo>
                    <a:pt x="0" y="13"/>
                  </a:lnTo>
                  <a:lnTo>
                    <a:pt x="2" y="45"/>
                  </a:lnTo>
                  <a:close/>
                  <a:moveTo>
                    <a:pt x="25" y="6"/>
                  </a:moveTo>
                  <a:lnTo>
                    <a:pt x="27" y="28"/>
                  </a:lnTo>
                  <a:lnTo>
                    <a:pt x="6" y="38"/>
                  </a:lnTo>
                  <a:lnTo>
                    <a:pt x="4" y="15"/>
                  </a:lnTo>
                  <a:lnTo>
                    <a:pt x="25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89" name="Freeform 63"/>
            <p:cNvSpPr/>
            <p:nvPr/>
          </p:nvSpPr>
          <p:spPr>
            <a:xfrm>
              <a:off x="4214880" y="1716480"/>
              <a:ext cx="12240" cy="1224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2240"/>
                <a:gd name="textAreaBottom" fmla="*/ 12600 h 12240"/>
                <a:gd name="GluePoint1X" fmla="*/ 2 w 6"/>
                <a:gd name="GluePoint1Y" fmla="*/ 0 h 6"/>
                <a:gd name="GluePoint2X" fmla="*/ 6 w 6"/>
                <a:gd name="GluePoint2Y" fmla="*/ 2 h 6"/>
                <a:gd name="GluePoint3X" fmla="*/ 4 w 6"/>
                <a:gd name="GluePoint3Y" fmla="*/ 6 h 6"/>
                <a:gd name="GluePoint4X" fmla="*/ 0 w 6"/>
                <a:gd name="GluePoint4Y" fmla="*/ 5 h 6"/>
                <a:gd name="GluePoint5X" fmla="*/ 2 w 6"/>
                <a:gd name="GluePoint5Y" fmla="*/ 0 h 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" h="6">
                  <a:moveTo>
                    <a:pt x="2" y="0"/>
                  </a:moveTo>
                  <a:lnTo>
                    <a:pt x="6" y="2"/>
                  </a:lnTo>
                  <a:lnTo>
                    <a:pt x="4" y="6"/>
                  </a:lnTo>
                  <a:lnTo>
                    <a:pt x="0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90" name="Freeform 64"/>
            <p:cNvSpPr/>
            <p:nvPr/>
          </p:nvSpPr>
          <p:spPr>
            <a:xfrm>
              <a:off x="4068000" y="1773000"/>
              <a:ext cx="12240" cy="1440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4400"/>
                <a:gd name="textAreaBottom" fmla="*/ 14760 h 14400"/>
                <a:gd name="GluePoint1X" fmla="*/ 2 w 6"/>
                <a:gd name="GluePoint1Y" fmla="*/ 7 h 7"/>
                <a:gd name="GluePoint2X" fmla="*/ 0 w 6"/>
                <a:gd name="GluePoint2Y" fmla="*/ 2 h 7"/>
                <a:gd name="GluePoint3X" fmla="*/ 4 w 6"/>
                <a:gd name="GluePoint3Y" fmla="*/ 0 h 7"/>
                <a:gd name="GluePoint4X" fmla="*/ 6 w 6"/>
                <a:gd name="GluePoint4Y" fmla="*/ 5 h 7"/>
                <a:gd name="GluePoint5X" fmla="*/ 2 w 6"/>
                <a:gd name="GluePoint5Y" fmla="*/ 7 h 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" h="7">
                  <a:moveTo>
                    <a:pt x="2" y="7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6" y="5"/>
                  </a:lnTo>
                  <a:lnTo>
                    <a:pt x="2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91" name="Freeform 65"/>
            <p:cNvSpPr/>
            <p:nvPr/>
          </p:nvSpPr>
          <p:spPr>
            <a:xfrm>
              <a:off x="4237920" y="1923840"/>
              <a:ext cx="12240" cy="1440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4400"/>
                <a:gd name="textAreaBottom" fmla="*/ 14760 h 14400"/>
                <a:gd name="GluePoint1X" fmla="*/ 4 w 6"/>
                <a:gd name="GluePoint1Y" fmla="*/ 7 h 7"/>
                <a:gd name="GluePoint2X" fmla="*/ 0 w 6"/>
                <a:gd name="GluePoint2Y" fmla="*/ 5 h 7"/>
                <a:gd name="GluePoint3X" fmla="*/ 2 w 6"/>
                <a:gd name="GluePoint3Y" fmla="*/ 0 h 7"/>
                <a:gd name="GluePoint4X" fmla="*/ 6 w 6"/>
                <a:gd name="GluePoint4Y" fmla="*/ 3 h 7"/>
                <a:gd name="GluePoint5X" fmla="*/ 4 w 6"/>
                <a:gd name="GluePoint5Y" fmla="*/ 7 h 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" h="7">
                  <a:moveTo>
                    <a:pt x="4" y="7"/>
                  </a:moveTo>
                  <a:lnTo>
                    <a:pt x="0" y="5"/>
                  </a:lnTo>
                  <a:lnTo>
                    <a:pt x="2" y="0"/>
                  </a:lnTo>
                  <a:lnTo>
                    <a:pt x="6" y="3"/>
                  </a:lnTo>
                  <a:lnTo>
                    <a:pt x="4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992" name="Group 671"/>
          <p:cNvGrpSpPr/>
          <p:nvPr/>
        </p:nvGrpSpPr>
        <p:grpSpPr>
          <a:xfrm>
            <a:off x="4434840" y="1693080"/>
            <a:ext cx="303480" cy="267840"/>
            <a:chOff x="4434840" y="1693080"/>
            <a:chExt cx="303480" cy="267840"/>
          </a:xfrm>
        </p:grpSpPr>
        <p:sp>
          <p:nvSpPr>
            <p:cNvPr id="993" name="Freeform 66"/>
            <p:cNvSpPr/>
            <p:nvPr/>
          </p:nvSpPr>
          <p:spPr>
            <a:xfrm>
              <a:off x="4434840" y="1693080"/>
              <a:ext cx="303480" cy="26784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267840"/>
                <a:gd name="textAreaBottom" fmla="*/ 268200 h 267840"/>
                <a:gd name="GluePoint1X" fmla="*/ 73 w 145"/>
                <a:gd name="GluePoint1Y" fmla="*/ 114 h 128"/>
                <a:gd name="GluePoint2X" fmla="*/ 101 w 145"/>
                <a:gd name="GluePoint2Y" fmla="*/ 128 h 128"/>
                <a:gd name="GluePoint3X" fmla="*/ 145 w 145"/>
                <a:gd name="GluePoint3Y" fmla="*/ 34 h 128"/>
                <a:gd name="GluePoint4X" fmla="*/ 81 w 145"/>
                <a:gd name="GluePoint4Y" fmla="*/ 0 h 128"/>
                <a:gd name="GluePoint5X" fmla="*/ 72 w 145"/>
                <a:gd name="GluePoint5Y" fmla="*/ 17 h 128"/>
                <a:gd name="GluePoint6X" fmla="*/ 65 w 145"/>
                <a:gd name="GluePoint6Y" fmla="*/ 2 h 128"/>
                <a:gd name="GluePoint7X" fmla="*/ 0 w 145"/>
                <a:gd name="GluePoint7Y" fmla="*/ 36 h 128"/>
                <a:gd name="GluePoint8X" fmla="*/ 42 w 145"/>
                <a:gd name="GluePoint8Y" fmla="*/ 128 h 128"/>
                <a:gd name="GluePoint9X" fmla="*/ 73 w 145"/>
                <a:gd name="GluePoint9Y" fmla="*/ 114 h 128"/>
                <a:gd name="GluePoint10X" fmla="*/ 83 w 145"/>
                <a:gd name="GluePoint10Y" fmla="*/ 6 h 128"/>
                <a:gd name="GluePoint11X" fmla="*/ 140 w 145"/>
                <a:gd name="GluePoint11Y" fmla="*/ 35 h 128"/>
                <a:gd name="GluePoint12X" fmla="*/ 99 w 145"/>
                <a:gd name="GluePoint12Y" fmla="*/ 122 h 128"/>
                <a:gd name="GluePoint13X" fmla="*/ 40 w 145"/>
                <a:gd name="GluePoint13Y" fmla="*/ 92 h 128"/>
                <a:gd name="GluePoint14X" fmla="*/ 83 w 145"/>
                <a:gd name="GluePoint14Y" fmla="*/ 6 h 128"/>
                <a:gd name="GluePoint15X" fmla="*/ 63 w 145"/>
                <a:gd name="GluePoint15Y" fmla="*/ 8 h 128"/>
                <a:gd name="GluePoint16X" fmla="*/ 69 w 145"/>
                <a:gd name="GluePoint16Y" fmla="*/ 22 h 128"/>
                <a:gd name="GluePoint17X" fmla="*/ 34 w 145"/>
                <a:gd name="GluePoint17Y" fmla="*/ 94 h 128"/>
                <a:gd name="GluePoint18X" fmla="*/ 68 w 145"/>
                <a:gd name="GluePoint18Y" fmla="*/ 111 h 128"/>
                <a:gd name="GluePoint19X" fmla="*/ 45 w 145"/>
                <a:gd name="GluePoint19Y" fmla="*/ 122 h 128"/>
                <a:gd name="GluePoint20X" fmla="*/ 6 w 145"/>
                <a:gd name="GluePoint20Y" fmla="*/ 38 h 128"/>
                <a:gd name="GluePoint21X" fmla="*/ 63 w 145"/>
                <a:gd name="GluePoint21Y" fmla="*/ 8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145" h="128">
                  <a:moveTo>
                    <a:pt x="73" y="114"/>
                  </a:moveTo>
                  <a:lnTo>
                    <a:pt x="101" y="128"/>
                  </a:lnTo>
                  <a:lnTo>
                    <a:pt x="145" y="34"/>
                  </a:lnTo>
                  <a:lnTo>
                    <a:pt x="81" y="0"/>
                  </a:lnTo>
                  <a:lnTo>
                    <a:pt x="72" y="17"/>
                  </a:lnTo>
                  <a:lnTo>
                    <a:pt x="65" y="2"/>
                  </a:lnTo>
                  <a:lnTo>
                    <a:pt x="0" y="36"/>
                  </a:lnTo>
                  <a:lnTo>
                    <a:pt x="42" y="128"/>
                  </a:lnTo>
                  <a:lnTo>
                    <a:pt x="73" y="114"/>
                  </a:lnTo>
                  <a:close/>
                  <a:moveTo>
                    <a:pt x="83" y="6"/>
                  </a:moveTo>
                  <a:lnTo>
                    <a:pt x="140" y="35"/>
                  </a:lnTo>
                  <a:lnTo>
                    <a:pt x="99" y="122"/>
                  </a:lnTo>
                  <a:lnTo>
                    <a:pt x="40" y="92"/>
                  </a:lnTo>
                  <a:lnTo>
                    <a:pt x="83" y="6"/>
                  </a:lnTo>
                  <a:close/>
                  <a:moveTo>
                    <a:pt x="63" y="8"/>
                  </a:moveTo>
                  <a:lnTo>
                    <a:pt x="69" y="22"/>
                  </a:lnTo>
                  <a:lnTo>
                    <a:pt x="34" y="94"/>
                  </a:lnTo>
                  <a:lnTo>
                    <a:pt x="68" y="111"/>
                  </a:lnTo>
                  <a:lnTo>
                    <a:pt x="45" y="122"/>
                  </a:lnTo>
                  <a:lnTo>
                    <a:pt x="6" y="38"/>
                  </a:lnTo>
                  <a:lnTo>
                    <a:pt x="63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94" name="Freeform 67"/>
            <p:cNvSpPr/>
            <p:nvPr/>
          </p:nvSpPr>
          <p:spPr>
            <a:xfrm>
              <a:off x="4606560" y="1716480"/>
              <a:ext cx="12240" cy="1224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2240"/>
                <a:gd name="textAreaBottom" fmla="*/ 12600 h 12240"/>
                <a:gd name="GluePoint1X" fmla="*/ 2 w 6"/>
                <a:gd name="GluePoint1Y" fmla="*/ 0 h 6"/>
                <a:gd name="GluePoint2X" fmla="*/ 6 w 6"/>
                <a:gd name="GluePoint2Y" fmla="*/ 2 h 6"/>
                <a:gd name="GluePoint3X" fmla="*/ 4 w 6"/>
                <a:gd name="GluePoint3Y" fmla="*/ 6 h 6"/>
                <a:gd name="GluePoint4X" fmla="*/ 0 w 6"/>
                <a:gd name="GluePoint4Y" fmla="*/ 5 h 6"/>
                <a:gd name="GluePoint5X" fmla="*/ 2 w 6"/>
                <a:gd name="GluePoint5Y" fmla="*/ 0 h 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" h="6">
                  <a:moveTo>
                    <a:pt x="2" y="0"/>
                  </a:moveTo>
                  <a:lnTo>
                    <a:pt x="6" y="2"/>
                  </a:lnTo>
                  <a:lnTo>
                    <a:pt x="4" y="6"/>
                  </a:lnTo>
                  <a:lnTo>
                    <a:pt x="0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95" name="Freeform 68"/>
            <p:cNvSpPr/>
            <p:nvPr/>
          </p:nvSpPr>
          <p:spPr>
            <a:xfrm>
              <a:off x="4460040" y="1773000"/>
              <a:ext cx="14400" cy="1440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4400"/>
                <a:gd name="textAreaBottom" fmla="*/ 14760 h 14400"/>
                <a:gd name="GluePoint1X" fmla="*/ 2 w 7"/>
                <a:gd name="GluePoint1Y" fmla="*/ 7 h 7"/>
                <a:gd name="GluePoint2X" fmla="*/ 0 w 7"/>
                <a:gd name="GluePoint2Y" fmla="*/ 2 h 7"/>
                <a:gd name="GluePoint3X" fmla="*/ 4 w 7"/>
                <a:gd name="GluePoint3Y" fmla="*/ 0 h 7"/>
                <a:gd name="GluePoint4X" fmla="*/ 7 w 7"/>
                <a:gd name="GluePoint4Y" fmla="*/ 5 h 7"/>
                <a:gd name="GluePoint5X" fmla="*/ 2 w 7"/>
                <a:gd name="GluePoint5Y" fmla="*/ 7 h 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" h="7">
                  <a:moveTo>
                    <a:pt x="2" y="7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7" y="5"/>
                  </a:lnTo>
                  <a:lnTo>
                    <a:pt x="2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96" name="Freeform 69"/>
            <p:cNvSpPr/>
            <p:nvPr/>
          </p:nvSpPr>
          <p:spPr>
            <a:xfrm>
              <a:off x="4629600" y="1923840"/>
              <a:ext cx="14400" cy="1440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4400"/>
                <a:gd name="textAreaBottom" fmla="*/ 14760 h 14400"/>
                <a:gd name="GluePoint1X" fmla="*/ 5 w 7"/>
                <a:gd name="GluePoint1Y" fmla="*/ 7 h 7"/>
                <a:gd name="GluePoint2X" fmla="*/ 0 w 7"/>
                <a:gd name="GluePoint2Y" fmla="*/ 5 h 7"/>
                <a:gd name="GluePoint3X" fmla="*/ 2 w 7"/>
                <a:gd name="GluePoint3Y" fmla="*/ 0 h 7"/>
                <a:gd name="GluePoint4X" fmla="*/ 7 w 7"/>
                <a:gd name="GluePoint4Y" fmla="*/ 3 h 7"/>
                <a:gd name="GluePoint5X" fmla="*/ 5 w 7"/>
                <a:gd name="GluePoint5Y" fmla="*/ 7 h 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" h="7">
                  <a:moveTo>
                    <a:pt x="5" y="7"/>
                  </a:moveTo>
                  <a:lnTo>
                    <a:pt x="0" y="5"/>
                  </a:lnTo>
                  <a:lnTo>
                    <a:pt x="2" y="0"/>
                  </a:lnTo>
                  <a:lnTo>
                    <a:pt x="7" y="3"/>
                  </a:lnTo>
                  <a:lnTo>
                    <a:pt x="5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997" name="Freeform 70"/>
            <p:cNvSpPr/>
            <p:nvPr/>
          </p:nvSpPr>
          <p:spPr>
            <a:xfrm>
              <a:off x="4573080" y="1776960"/>
              <a:ext cx="110880" cy="9180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91800"/>
                <a:gd name="textAreaBottom" fmla="*/ 92160 h 91800"/>
                <a:gd name="GluePoint1X" fmla="*/ 25 w 94"/>
                <a:gd name="GluePoint1Y" fmla="*/ 76 h 78"/>
                <a:gd name="GluePoint2X" fmla="*/ 26 w 94"/>
                <a:gd name="GluePoint2Y" fmla="*/ 78 h 78"/>
                <a:gd name="GluePoint3X" fmla="*/ 29 w 94"/>
                <a:gd name="GluePoint3Y" fmla="*/ 78 h 78"/>
                <a:gd name="GluePoint4X" fmla="*/ 87 w 94"/>
                <a:gd name="GluePoint4Y" fmla="*/ 56 h 78"/>
                <a:gd name="GluePoint5X" fmla="*/ 82 w 94"/>
                <a:gd name="GluePoint5Y" fmla="*/ 22 h 78"/>
                <a:gd name="GluePoint6X" fmla="*/ 58 w 94"/>
                <a:gd name="GluePoint6Y" fmla="*/ 20 h 78"/>
                <a:gd name="GluePoint7X" fmla="*/ 57 w 94"/>
                <a:gd name="GluePoint7Y" fmla="*/ 15 h 78"/>
                <a:gd name="GluePoint8X" fmla="*/ 46 w 94"/>
                <a:gd name="GluePoint8Y" fmla="*/ 2 h 78"/>
                <a:gd name="GluePoint9X" fmla="*/ 35 w 94"/>
                <a:gd name="GluePoint9Y" fmla="*/ 0 h 78"/>
                <a:gd name="GluePoint10X" fmla="*/ 12 w 94"/>
                <a:gd name="GluePoint10Y" fmla="*/ 12 h 78"/>
                <a:gd name="GluePoint11X" fmla="*/ 25 w 94"/>
                <a:gd name="GluePoint11Y" fmla="*/ 76 h 78"/>
                <a:gd name="GluePoint12X" fmla="*/ 19 w 94"/>
                <a:gd name="GluePoint12Y" fmla="*/ 16 h 78"/>
                <a:gd name="GluePoint13X" fmla="*/ 35 w 94"/>
                <a:gd name="GluePoint13Y" fmla="*/ 8 h 78"/>
                <a:gd name="GluePoint14X" fmla="*/ 42 w 94"/>
                <a:gd name="GluePoint14Y" fmla="*/ 9 h 78"/>
                <a:gd name="GluePoint15X" fmla="*/ 49 w 94"/>
                <a:gd name="GluePoint15Y" fmla="*/ 18 h 78"/>
                <a:gd name="GluePoint16X" fmla="*/ 48 w 94"/>
                <a:gd name="GluePoint16Y" fmla="*/ 28 h 78"/>
                <a:gd name="GluePoint17X" fmla="*/ 55 w 94"/>
                <a:gd name="GluePoint17Y" fmla="*/ 32 h 78"/>
                <a:gd name="GluePoint18X" fmla="*/ 67 w 94"/>
                <a:gd name="GluePoint18Y" fmla="*/ 27 h 78"/>
                <a:gd name="GluePoint19X" fmla="*/ 78 w 94"/>
                <a:gd name="GluePoint19Y" fmla="*/ 29 h 78"/>
                <a:gd name="GluePoint20X" fmla="*/ 80 w 94"/>
                <a:gd name="GluePoint20Y" fmla="*/ 52 h 78"/>
                <a:gd name="GluePoint21X" fmla="*/ 30 w 94"/>
                <a:gd name="GluePoint21Y" fmla="*/ 70 h 78"/>
                <a:gd name="GluePoint22X" fmla="*/ 19 w 94"/>
                <a:gd name="GluePoint22Y" fmla="*/ 16 h 7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94" h="78">
                  <a:moveTo>
                    <a:pt x="25" y="76"/>
                  </a:moveTo>
                  <a:cubicBezTo>
                    <a:pt x="26" y="78"/>
                    <a:pt x="26" y="78"/>
                    <a:pt x="26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40" y="78"/>
                    <a:pt x="76" y="76"/>
                    <a:pt x="87" y="56"/>
                  </a:cubicBezTo>
                  <a:cubicBezTo>
                    <a:pt x="94" y="44"/>
                    <a:pt x="93" y="28"/>
                    <a:pt x="82" y="22"/>
                  </a:cubicBezTo>
                  <a:cubicBezTo>
                    <a:pt x="75" y="18"/>
                    <a:pt x="65" y="18"/>
                    <a:pt x="58" y="20"/>
                  </a:cubicBezTo>
                  <a:cubicBezTo>
                    <a:pt x="58" y="18"/>
                    <a:pt x="57" y="17"/>
                    <a:pt x="57" y="15"/>
                  </a:cubicBezTo>
                  <a:cubicBezTo>
                    <a:pt x="55" y="10"/>
                    <a:pt x="51" y="5"/>
                    <a:pt x="46" y="2"/>
                  </a:cubicBezTo>
                  <a:cubicBezTo>
                    <a:pt x="43" y="0"/>
                    <a:pt x="39" y="0"/>
                    <a:pt x="35" y="0"/>
                  </a:cubicBezTo>
                  <a:cubicBezTo>
                    <a:pt x="25" y="0"/>
                    <a:pt x="16" y="4"/>
                    <a:pt x="12" y="12"/>
                  </a:cubicBezTo>
                  <a:cubicBezTo>
                    <a:pt x="0" y="35"/>
                    <a:pt x="23" y="74"/>
                    <a:pt x="25" y="76"/>
                  </a:cubicBezTo>
                  <a:close/>
                  <a:moveTo>
                    <a:pt x="19" y="16"/>
                  </a:moveTo>
                  <a:cubicBezTo>
                    <a:pt x="22" y="11"/>
                    <a:pt x="28" y="8"/>
                    <a:pt x="35" y="8"/>
                  </a:cubicBezTo>
                  <a:cubicBezTo>
                    <a:pt x="37" y="8"/>
                    <a:pt x="40" y="8"/>
                    <a:pt x="42" y="9"/>
                  </a:cubicBezTo>
                  <a:cubicBezTo>
                    <a:pt x="45" y="11"/>
                    <a:pt x="48" y="14"/>
                    <a:pt x="49" y="18"/>
                  </a:cubicBezTo>
                  <a:cubicBezTo>
                    <a:pt x="50" y="21"/>
                    <a:pt x="50" y="25"/>
                    <a:pt x="48" y="28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8" y="27"/>
                    <a:pt x="64" y="27"/>
                    <a:pt x="67" y="27"/>
                  </a:cubicBezTo>
                  <a:cubicBezTo>
                    <a:pt x="71" y="27"/>
                    <a:pt x="75" y="28"/>
                    <a:pt x="78" y="29"/>
                  </a:cubicBezTo>
                  <a:cubicBezTo>
                    <a:pt x="85" y="33"/>
                    <a:pt x="84" y="45"/>
                    <a:pt x="80" y="52"/>
                  </a:cubicBezTo>
                  <a:cubicBezTo>
                    <a:pt x="72" y="68"/>
                    <a:pt x="38" y="70"/>
                    <a:pt x="30" y="70"/>
                  </a:cubicBezTo>
                  <a:cubicBezTo>
                    <a:pt x="24" y="58"/>
                    <a:pt x="11" y="30"/>
                    <a:pt x="19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998" name="Freeform 71"/>
          <p:cNvSpPr/>
          <p:nvPr/>
        </p:nvSpPr>
        <p:spPr>
          <a:xfrm>
            <a:off x="4829040" y="1718280"/>
            <a:ext cx="301320" cy="217440"/>
          </a:xfrm>
          <a:custGeom>
            <a:avLst/>
            <a:gdLst>
              <a:gd name="textAreaLeft" fmla="*/ 0 w 301320"/>
              <a:gd name="textAreaRight" fmla="*/ 301680 w 301320"/>
              <a:gd name="textAreaTop" fmla="*/ 0 h 217440"/>
              <a:gd name="textAreaBottom" fmla="*/ 217800 h 217440"/>
              <a:gd name="GluePoint1X" fmla="*/ 256 w 256"/>
              <a:gd name="GluePoint1Y" fmla="*/ 32 h 184"/>
              <a:gd name="GluePoint2X" fmla="*/ 168 w 256"/>
              <a:gd name="GluePoint2Y" fmla="*/ 32 h 184"/>
              <a:gd name="GluePoint3X" fmla="*/ 128 w 256"/>
              <a:gd name="GluePoint3Y" fmla="*/ 0 h 184"/>
              <a:gd name="GluePoint4X" fmla="*/ 88 w 256"/>
              <a:gd name="GluePoint4Y" fmla="*/ 32 h 184"/>
              <a:gd name="GluePoint5X" fmla="*/ 0 w 256"/>
              <a:gd name="GluePoint5Y" fmla="*/ 32 h 184"/>
              <a:gd name="GluePoint6X" fmla="*/ 0 w 256"/>
              <a:gd name="GluePoint6Y" fmla="*/ 184 h 184"/>
              <a:gd name="GluePoint7X" fmla="*/ 256 w 256"/>
              <a:gd name="GluePoint7Y" fmla="*/ 184 h 184"/>
              <a:gd name="GluePoint8X" fmla="*/ 256 w 256"/>
              <a:gd name="GluePoint8Y" fmla="*/ 32 h 184"/>
              <a:gd name="GluePoint9X" fmla="*/ 128 w 256"/>
              <a:gd name="GluePoint9Y" fmla="*/ 8 h 184"/>
              <a:gd name="GluePoint10X" fmla="*/ 160 w 256"/>
              <a:gd name="GluePoint10Y" fmla="*/ 32 h 184"/>
              <a:gd name="GluePoint11X" fmla="*/ 96 w 256"/>
              <a:gd name="GluePoint11Y" fmla="*/ 32 h 184"/>
              <a:gd name="GluePoint12X" fmla="*/ 128 w 256"/>
              <a:gd name="GluePoint12Y" fmla="*/ 8 h 184"/>
              <a:gd name="GluePoint13X" fmla="*/ 248 w 256"/>
              <a:gd name="GluePoint13Y" fmla="*/ 40 h 184"/>
              <a:gd name="GluePoint14X" fmla="*/ 248 w 256"/>
              <a:gd name="GluePoint14Y" fmla="*/ 80 h 184"/>
              <a:gd name="GluePoint15X" fmla="*/ 8 w 256"/>
              <a:gd name="GluePoint15Y" fmla="*/ 80 h 184"/>
              <a:gd name="GluePoint16X" fmla="*/ 8 w 256"/>
              <a:gd name="GluePoint16Y" fmla="*/ 40 h 184"/>
              <a:gd name="GluePoint17X" fmla="*/ 248 w 256"/>
              <a:gd name="GluePoint17Y" fmla="*/ 40 h 184"/>
              <a:gd name="GluePoint18X" fmla="*/ 112 w 256"/>
              <a:gd name="GluePoint18Y" fmla="*/ 88 h 184"/>
              <a:gd name="GluePoint19X" fmla="*/ 144 w 256"/>
              <a:gd name="GluePoint19Y" fmla="*/ 88 h 184"/>
              <a:gd name="GluePoint20X" fmla="*/ 144 w 256"/>
              <a:gd name="GluePoint20Y" fmla="*/ 104 h 184"/>
              <a:gd name="GluePoint21X" fmla="*/ 112 w 256"/>
              <a:gd name="GluePoint21Y" fmla="*/ 104 h 184"/>
              <a:gd name="GluePoint22X" fmla="*/ 112 w 256"/>
              <a:gd name="GluePoint22Y" fmla="*/ 88 h 184"/>
              <a:gd name="GluePoint23X" fmla="*/ 8 w 256"/>
              <a:gd name="GluePoint23Y" fmla="*/ 176 h 184"/>
              <a:gd name="GluePoint24X" fmla="*/ 8 w 256"/>
              <a:gd name="GluePoint24Y" fmla="*/ 88 h 184"/>
              <a:gd name="GluePoint25X" fmla="*/ 104 w 256"/>
              <a:gd name="GluePoint25Y" fmla="*/ 88 h 184"/>
              <a:gd name="GluePoint26X" fmla="*/ 104 w 256"/>
              <a:gd name="GluePoint26Y" fmla="*/ 112 h 184"/>
              <a:gd name="GluePoint27X" fmla="*/ 152 w 256"/>
              <a:gd name="GluePoint27Y" fmla="*/ 112 h 184"/>
              <a:gd name="GluePoint28X" fmla="*/ 152 w 256"/>
              <a:gd name="GluePoint28Y" fmla="*/ 88 h 184"/>
              <a:gd name="GluePoint29X" fmla="*/ 248 w 256"/>
              <a:gd name="GluePoint29Y" fmla="*/ 88 h 184"/>
              <a:gd name="GluePoint30X" fmla="*/ 248 w 256"/>
              <a:gd name="GluePoint30Y" fmla="*/ 176 h 184"/>
              <a:gd name="GluePoint31X" fmla="*/ 8 w 256"/>
              <a:gd name="GluePoint31Y" fmla="*/ 176 h 18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</a:cxnLst>
            <a:rect l="textAreaLeft" t="textAreaTop" r="textAreaRight" b="textAreaBottom"/>
            <a:pathLst>
              <a:path w="256" h="184">
                <a:moveTo>
                  <a:pt x="256" y="32"/>
                </a:moveTo>
                <a:cubicBezTo>
                  <a:pt x="168" y="32"/>
                  <a:pt x="168" y="32"/>
                  <a:pt x="168" y="32"/>
                </a:cubicBezTo>
                <a:cubicBezTo>
                  <a:pt x="166" y="22"/>
                  <a:pt x="160" y="0"/>
                  <a:pt x="128" y="0"/>
                </a:cubicBezTo>
                <a:cubicBezTo>
                  <a:pt x="97" y="0"/>
                  <a:pt x="90" y="22"/>
                  <a:pt x="88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84"/>
                  <a:pt x="0" y="184"/>
                  <a:pt x="0" y="184"/>
                </a:cubicBezTo>
                <a:cubicBezTo>
                  <a:pt x="256" y="184"/>
                  <a:pt x="256" y="184"/>
                  <a:pt x="256" y="184"/>
                </a:cubicBezTo>
                <a:lnTo>
                  <a:pt x="256" y="32"/>
                </a:lnTo>
                <a:close/>
                <a:moveTo>
                  <a:pt x="128" y="8"/>
                </a:moveTo>
                <a:cubicBezTo>
                  <a:pt x="153" y="8"/>
                  <a:pt x="158" y="24"/>
                  <a:pt x="160" y="32"/>
                </a:cubicBezTo>
                <a:cubicBezTo>
                  <a:pt x="96" y="32"/>
                  <a:pt x="96" y="32"/>
                  <a:pt x="96" y="32"/>
                </a:cubicBezTo>
                <a:cubicBezTo>
                  <a:pt x="98" y="24"/>
                  <a:pt x="103" y="8"/>
                  <a:pt x="128" y="8"/>
                </a:cubicBezTo>
                <a:close/>
                <a:moveTo>
                  <a:pt x="248" y="40"/>
                </a:moveTo>
                <a:cubicBezTo>
                  <a:pt x="248" y="80"/>
                  <a:pt x="248" y="80"/>
                  <a:pt x="248" y="80"/>
                </a:cubicBezTo>
                <a:cubicBezTo>
                  <a:pt x="8" y="80"/>
                  <a:pt x="8" y="80"/>
                  <a:pt x="8" y="80"/>
                </a:cubicBezTo>
                <a:cubicBezTo>
                  <a:pt x="8" y="40"/>
                  <a:pt x="8" y="40"/>
                  <a:pt x="8" y="40"/>
                </a:cubicBezTo>
                <a:lnTo>
                  <a:pt x="248" y="40"/>
                </a:lnTo>
                <a:close/>
                <a:moveTo>
                  <a:pt x="112" y="88"/>
                </a:moveTo>
                <a:cubicBezTo>
                  <a:pt x="144" y="88"/>
                  <a:pt x="144" y="88"/>
                  <a:pt x="144" y="88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12" y="104"/>
                  <a:pt x="112" y="104"/>
                  <a:pt x="112" y="104"/>
                </a:cubicBezTo>
                <a:lnTo>
                  <a:pt x="112" y="88"/>
                </a:lnTo>
                <a:close/>
                <a:moveTo>
                  <a:pt x="8" y="176"/>
                </a:moveTo>
                <a:cubicBezTo>
                  <a:pt x="8" y="88"/>
                  <a:pt x="8" y="88"/>
                  <a:pt x="8" y="88"/>
                </a:cubicBezTo>
                <a:cubicBezTo>
                  <a:pt x="104" y="88"/>
                  <a:pt x="104" y="88"/>
                  <a:pt x="104" y="88"/>
                </a:cubicBezTo>
                <a:cubicBezTo>
                  <a:pt x="104" y="112"/>
                  <a:pt x="104" y="112"/>
                  <a:pt x="104" y="112"/>
                </a:cubicBezTo>
                <a:cubicBezTo>
                  <a:pt x="152" y="112"/>
                  <a:pt x="152" y="112"/>
                  <a:pt x="152" y="112"/>
                </a:cubicBezTo>
                <a:cubicBezTo>
                  <a:pt x="152" y="88"/>
                  <a:pt x="152" y="88"/>
                  <a:pt x="152" y="88"/>
                </a:cubicBezTo>
                <a:cubicBezTo>
                  <a:pt x="248" y="88"/>
                  <a:pt x="248" y="88"/>
                  <a:pt x="248" y="88"/>
                </a:cubicBezTo>
                <a:cubicBezTo>
                  <a:pt x="248" y="176"/>
                  <a:pt x="248" y="176"/>
                  <a:pt x="248" y="176"/>
                </a:cubicBezTo>
                <a:lnTo>
                  <a:pt x="8" y="17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999" name="Group 670"/>
          <p:cNvGrpSpPr/>
          <p:nvPr/>
        </p:nvGrpSpPr>
        <p:grpSpPr>
          <a:xfrm>
            <a:off x="5235480" y="1676520"/>
            <a:ext cx="272160" cy="301320"/>
            <a:chOff x="5235480" y="1676520"/>
            <a:chExt cx="272160" cy="301320"/>
          </a:xfrm>
        </p:grpSpPr>
        <p:sp>
          <p:nvSpPr>
            <p:cNvPr id="1000" name="Freeform 72"/>
            <p:cNvSpPr/>
            <p:nvPr/>
          </p:nvSpPr>
          <p:spPr>
            <a:xfrm>
              <a:off x="5235480" y="1676520"/>
              <a:ext cx="272160" cy="301320"/>
            </a:xfrm>
            <a:custGeom>
              <a:avLst/>
              <a:gdLst>
                <a:gd name="textAreaLeft" fmla="*/ 0 w 272160"/>
                <a:gd name="textAreaRight" fmla="*/ 272520 w 272160"/>
                <a:gd name="textAreaTop" fmla="*/ 0 h 301320"/>
                <a:gd name="textAreaBottom" fmla="*/ 301680 h 301320"/>
                <a:gd name="GluePoint1X" fmla="*/ 116 w 232"/>
                <a:gd name="GluePoint1Y" fmla="*/ 256 h 256"/>
                <a:gd name="GluePoint2X" fmla="*/ 198 w 232"/>
                <a:gd name="GluePoint2Y" fmla="*/ 222 h 256"/>
                <a:gd name="GluePoint3X" fmla="*/ 232 w 232"/>
                <a:gd name="GluePoint3Y" fmla="*/ 140 h 256"/>
                <a:gd name="GluePoint4X" fmla="*/ 198 w 232"/>
                <a:gd name="GluePoint4Y" fmla="*/ 58 h 256"/>
                <a:gd name="GluePoint5X" fmla="*/ 120 w 232"/>
                <a:gd name="GluePoint5Y" fmla="*/ 24 h 256"/>
                <a:gd name="GluePoint6X" fmla="*/ 120 w 232"/>
                <a:gd name="GluePoint6Y" fmla="*/ 8 h 256"/>
                <a:gd name="GluePoint7X" fmla="*/ 140 w 232"/>
                <a:gd name="GluePoint7Y" fmla="*/ 8 h 256"/>
                <a:gd name="GluePoint8X" fmla="*/ 140 w 232"/>
                <a:gd name="GluePoint8Y" fmla="*/ 0 h 256"/>
                <a:gd name="GluePoint9X" fmla="*/ 116 w 232"/>
                <a:gd name="GluePoint9Y" fmla="*/ 0 h 256"/>
                <a:gd name="GluePoint10X" fmla="*/ 112 w 232"/>
                <a:gd name="GluePoint10Y" fmla="*/ 0 h 256"/>
                <a:gd name="GluePoint11X" fmla="*/ 92 w 232"/>
                <a:gd name="GluePoint11Y" fmla="*/ 0 h 256"/>
                <a:gd name="GluePoint12X" fmla="*/ 92 w 232"/>
                <a:gd name="GluePoint12Y" fmla="*/ 8 h 256"/>
                <a:gd name="GluePoint13X" fmla="*/ 112 w 232"/>
                <a:gd name="GluePoint13Y" fmla="*/ 8 h 256"/>
                <a:gd name="GluePoint14X" fmla="*/ 112 w 232"/>
                <a:gd name="GluePoint14Y" fmla="*/ 24 h 256"/>
                <a:gd name="GluePoint15X" fmla="*/ 34 w 232"/>
                <a:gd name="GluePoint15Y" fmla="*/ 58 h 256"/>
                <a:gd name="GluePoint16X" fmla="*/ 0 w 232"/>
                <a:gd name="GluePoint16Y" fmla="*/ 140 h 256"/>
                <a:gd name="GluePoint17X" fmla="*/ 34 w 232"/>
                <a:gd name="GluePoint17Y" fmla="*/ 222 h 256"/>
                <a:gd name="GluePoint18X" fmla="*/ 116 w 232"/>
                <a:gd name="GluePoint18Y" fmla="*/ 256 h 256"/>
                <a:gd name="GluePoint19X" fmla="*/ 40 w 232"/>
                <a:gd name="GluePoint19Y" fmla="*/ 63 h 256"/>
                <a:gd name="GluePoint20X" fmla="*/ 112 w 232"/>
                <a:gd name="GluePoint20Y" fmla="*/ 32 h 256"/>
                <a:gd name="GluePoint21X" fmla="*/ 112 w 232"/>
                <a:gd name="GluePoint21Y" fmla="*/ 44 h 256"/>
                <a:gd name="GluePoint22X" fmla="*/ 120 w 232"/>
                <a:gd name="GluePoint22Y" fmla="*/ 44 h 256"/>
                <a:gd name="GluePoint23X" fmla="*/ 120 w 232"/>
                <a:gd name="GluePoint23Y" fmla="*/ 32 h 256"/>
                <a:gd name="GluePoint24X" fmla="*/ 193 w 232"/>
                <a:gd name="GluePoint24Y" fmla="*/ 63 h 256"/>
                <a:gd name="GluePoint25X" fmla="*/ 224 w 232"/>
                <a:gd name="GluePoint25Y" fmla="*/ 136 h 256"/>
                <a:gd name="GluePoint26X" fmla="*/ 212 w 232"/>
                <a:gd name="GluePoint26Y" fmla="*/ 136 h 256"/>
                <a:gd name="GluePoint27X" fmla="*/ 212 w 232"/>
                <a:gd name="GluePoint27Y" fmla="*/ 144 h 256"/>
                <a:gd name="GluePoint28X" fmla="*/ 224 w 232"/>
                <a:gd name="GluePoint28Y" fmla="*/ 144 h 256"/>
                <a:gd name="GluePoint29X" fmla="*/ 193 w 232"/>
                <a:gd name="GluePoint29Y" fmla="*/ 216 h 256"/>
                <a:gd name="GluePoint30X" fmla="*/ 120 w 232"/>
                <a:gd name="GluePoint30Y" fmla="*/ 248 h 256"/>
                <a:gd name="GluePoint31X" fmla="*/ 120 w 232"/>
                <a:gd name="GluePoint31Y" fmla="*/ 236 h 256"/>
                <a:gd name="GluePoint32X" fmla="*/ 112 w 232"/>
                <a:gd name="GluePoint32Y" fmla="*/ 236 h 256"/>
                <a:gd name="GluePoint33X" fmla="*/ 112 w 232"/>
                <a:gd name="GluePoint33Y" fmla="*/ 248 h 256"/>
                <a:gd name="GluePoint34X" fmla="*/ 40 w 232"/>
                <a:gd name="GluePoint34Y" fmla="*/ 216 h 256"/>
                <a:gd name="GluePoint35X" fmla="*/ 8 w 232"/>
                <a:gd name="GluePoint35Y" fmla="*/ 144 h 256"/>
                <a:gd name="GluePoint36X" fmla="*/ 20 w 232"/>
                <a:gd name="GluePoint36Y" fmla="*/ 144 h 256"/>
                <a:gd name="GluePoint37X" fmla="*/ 20 w 232"/>
                <a:gd name="GluePoint37Y" fmla="*/ 136 h 256"/>
                <a:gd name="GluePoint38X" fmla="*/ 8 w 232"/>
                <a:gd name="GluePoint38Y" fmla="*/ 136 h 256"/>
                <a:gd name="GluePoint39X" fmla="*/ 40 w 232"/>
                <a:gd name="GluePoint39Y" fmla="*/ 6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</a:cxnLst>
              <a:rect l="textAreaLeft" t="textAreaTop" r="textAreaRight" b="textAreaBottom"/>
              <a:pathLst>
                <a:path w="232" h="256">
                  <a:moveTo>
                    <a:pt x="116" y="256"/>
                  </a:moveTo>
                  <a:cubicBezTo>
                    <a:pt x="147" y="256"/>
                    <a:pt x="176" y="244"/>
                    <a:pt x="198" y="222"/>
                  </a:cubicBezTo>
                  <a:cubicBezTo>
                    <a:pt x="220" y="200"/>
                    <a:pt x="232" y="171"/>
                    <a:pt x="232" y="140"/>
                  </a:cubicBezTo>
                  <a:cubicBezTo>
                    <a:pt x="232" y="109"/>
                    <a:pt x="220" y="80"/>
                    <a:pt x="198" y="58"/>
                  </a:cubicBezTo>
                  <a:cubicBezTo>
                    <a:pt x="177" y="37"/>
                    <a:pt x="150" y="25"/>
                    <a:pt x="120" y="24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40" y="8"/>
                    <a:pt x="140" y="8"/>
                    <a:pt x="140" y="8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83" y="25"/>
                    <a:pt x="55" y="37"/>
                    <a:pt x="34" y="58"/>
                  </a:cubicBezTo>
                  <a:cubicBezTo>
                    <a:pt x="12" y="80"/>
                    <a:pt x="0" y="109"/>
                    <a:pt x="0" y="140"/>
                  </a:cubicBezTo>
                  <a:cubicBezTo>
                    <a:pt x="0" y="171"/>
                    <a:pt x="12" y="200"/>
                    <a:pt x="34" y="222"/>
                  </a:cubicBezTo>
                  <a:cubicBezTo>
                    <a:pt x="56" y="244"/>
                    <a:pt x="85" y="256"/>
                    <a:pt x="116" y="256"/>
                  </a:cubicBezTo>
                  <a:close/>
                  <a:moveTo>
                    <a:pt x="40" y="63"/>
                  </a:moveTo>
                  <a:cubicBezTo>
                    <a:pt x="59" y="44"/>
                    <a:pt x="85" y="33"/>
                    <a:pt x="112" y="32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32"/>
                    <a:pt x="120" y="32"/>
                    <a:pt x="120" y="32"/>
                  </a:cubicBezTo>
                  <a:cubicBezTo>
                    <a:pt x="148" y="33"/>
                    <a:pt x="173" y="44"/>
                    <a:pt x="193" y="63"/>
                  </a:cubicBezTo>
                  <a:cubicBezTo>
                    <a:pt x="212" y="83"/>
                    <a:pt x="223" y="108"/>
                    <a:pt x="224" y="136"/>
                  </a:cubicBezTo>
                  <a:cubicBezTo>
                    <a:pt x="212" y="136"/>
                    <a:pt x="212" y="136"/>
                    <a:pt x="212" y="136"/>
                  </a:cubicBezTo>
                  <a:cubicBezTo>
                    <a:pt x="212" y="144"/>
                    <a:pt x="212" y="144"/>
                    <a:pt x="212" y="144"/>
                  </a:cubicBezTo>
                  <a:cubicBezTo>
                    <a:pt x="224" y="144"/>
                    <a:pt x="224" y="144"/>
                    <a:pt x="224" y="144"/>
                  </a:cubicBezTo>
                  <a:cubicBezTo>
                    <a:pt x="223" y="171"/>
                    <a:pt x="212" y="197"/>
                    <a:pt x="193" y="216"/>
                  </a:cubicBezTo>
                  <a:cubicBezTo>
                    <a:pt x="173" y="236"/>
                    <a:pt x="148" y="247"/>
                    <a:pt x="120" y="248"/>
                  </a:cubicBezTo>
                  <a:cubicBezTo>
                    <a:pt x="120" y="236"/>
                    <a:pt x="120" y="236"/>
                    <a:pt x="120" y="236"/>
                  </a:cubicBezTo>
                  <a:cubicBezTo>
                    <a:pt x="112" y="236"/>
                    <a:pt x="112" y="236"/>
                    <a:pt x="112" y="236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85" y="247"/>
                    <a:pt x="59" y="236"/>
                    <a:pt x="40" y="216"/>
                  </a:cubicBezTo>
                  <a:cubicBezTo>
                    <a:pt x="20" y="197"/>
                    <a:pt x="9" y="171"/>
                    <a:pt x="8" y="144"/>
                  </a:cubicBezTo>
                  <a:cubicBezTo>
                    <a:pt x="20" y="144"/>
                    <a:pt x="20" y="144"/>
                    <a:pt x="20" y="144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9" y="108"/>
                    <a:pt x="20" y="83"/>
                    <a:pt x="40" y="6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01" name="Freeform 73"/>
            <p:cNvSpPr/>
            <p:nvPr/>
          </p:nvSpPr>
          <p:spPr>
            <a:xfrm>
              <a:off x="5285880" y="1756080"/>
              <a:ext cx="20520" cy="183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360"/>
                <a:gd name="textAreaBottom" fmla="*/ 18720 h 18360"/>
                <a:gd name="GluePoint1X" fmla="*/ 3 w 10"/>
                <a:gd name="GluePoint1Y" fmla="*/ 0 h 9"/>
                <a:gd name="GluePoint2X" fmla="*/ 10 w 10"/>
                <a:gd name="GluePoint2Y" fmla="*/ 6 h 9"/>
                <a:gd name="GluePoint3X" fmla="*/ 7 w 10"/>
                <a:gd name="GluePoint3Y" fmla="*/ 9 h 9"/>
                <a:gd name="GluePoint4X" fmla="*/ 0 w 10"/>
                <a:gd name="GluePoint4Y" fmla="*/ 3 h 9"/>
                <a:gd name="GluePoint5X" fmla="*/ 3 w 10"/>
                <a:gd name="GluePoint5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9">
                  <a:moveTo>
                    <a:pt x="3" y="0"/>
                  </a:moveTo>
                  <a:lnTo>
                    <a:pt x="10" y="6"/>
                  </a:lnTo>
                  <a:lnTo>
                    <a:pt x="7" y="9"/>
                  </a:lnTo>
                  <a:lnTo>
                    <a:pt x="0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02" name="Freeform 74"/>
            <p:cNvSpPr/>
            <p:nvPr/>
          </p:nvSpPr>
          <p:spPr>
            <a:xfrm>
              <a:off x="5436720" y="1906920"/>
              <a:ext cx="20520" cy="183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360"/>
                <a:gd name="textAreaBottom" fmla="*/ 18720 h 18360"/>
                <a:gd name="GluePoint1X" fmla="*/ 3 w 10"/>
                <a:gd name="GluePoint1Y" fmla="*/ 0 h 9"/>
                <a:gd name="GluePoint2X" fmla="*/ 10 w 10"/>
                <a:gd name="GluePoint2Y" fmla="*/ 7 h 9"/>
                <a:gd name="GluePoint3X" fmla="*/ 7 w 10"/>
                <a:gd name="GluePoint3Y" fmla="*/ 9 h 9"/>
                <a:gd name="GluePoint4X" fmla="*/ 0 w 10"/>
                <a:gd name="GluePoint4Y" fmla="*/ 3 h 9"/>
                <a:gd name="GluePoint5X" fmla="*/ 3 w 10"/>
                <a:gd name="GluePoint5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9">
                  <a:moveTo>
                    <a:pt x="3" y="0"/>
                  </a:moveTo>
                  <a:lnTo>
                    <a:pt x="10" y="7"/>
                  </a:lnTo>
                  <a:lnTo>
                    <a:pt x="7" y="9"/>
                  </a:lnTo>
                  <a:lnTo>
                    <a:pt x="0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03" name="Freeform 75"/>
            <p:cNvSpPr/>
            <p:nvPr/>
          </p:nvSpPr>
          <p:spPr>
            <a:xfrm>
              <a:off x="5436720" y="1756080"/>
              <a:ext cx="20520" cy="183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360"/>
                <a:gd name="textAreaBottom" fmla="*/ 18720 h 18360"/>
                <a:gd name="GluePoint1X" fmla="*/ 7 w 10"/>
                <a:gd name="GluePoint1Y" fmla="*/ 0 h 9"/>
                <a:gd name="GluePoint2X" fmla="*/ 10 w 10"/>
                <a:gd name="GluePoint2Y" fmla="*/ 3 h 9"/>
                <a:gd name="GluePoint3X" fmla="*/ 3 w 10"/>
                <a:gd name="GluePoint3Y" fmla="*/ 9 h 9"/>
                <a:gd name="GluePoint4X" fmla="*/ 0 w 10"/>
                <a:gd name="GluePoint4Y" fmla="*/ 6 h 9"/>
                <a:gd name="GluePoint5X" fmla="*/ 7 w 10"/>
                <a:gd name="GluePoint5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9">
                  <a:moveTo>
                    <a:pt x="7" y="0"/>
                  </a:moveTo>
                  <a:lnTo>
                    <a:pt x="10" y="3"/>
                  </a:lnTo>
                  <a:lnTo>
                    <a:pt x="3" y="9"/>
                  </a:lnTo>
                  <a:lnTo>
                    <a:pt x="0" y="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04" name="Freeform 76"/>
            <p:cNvSpPr/>
            <p:nvPr/>
          </p:nvSpPr>
          <p:spPr>
            <a:xfrm>
              <a:off x="5285880" y="1906920"/>
              <a:ext cx="20520" cy="183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360"/>
                <a:gd name="textAreaBottom" fmla="*/ 18720 h 18360"/>
                <a:gd name="GluePoint1X" fmla="*/ 7 w 10"/>
                <a:gd name="GluePoint1Y" fmla="*/ 0 h 9"/>
                <a:gd name="GluePoint2X" fmla="*/ 10 w 10"/>
                <a:gd name="GluePoint2Y" fmla="*/ 3 h 9"/>
                <a:gd name="GluePoint3X" fmla="*/ 3 w 10"/>
                <a:gd name="GluePoint3Y" fmla="*/ 9 h 9"/>
                <a:gd name="GluePoint4X" fmla="*/ 0 w 10"/>
                <a:gd name="GluePoint4Y" fmla="*/ 7 h 9"/>
                <a:gd name="GluePoint5X" fmla="*/ 7 w 10"/>
                <a:gd name="GluePoint5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9">
                  <a:moveTo>
                    <a:pt x="7" y="0"/>
                  </a:moveTo>
                  <a:lnTo>
                    <a:pt x="10" y="3"/>
                  </a:lnTo>
                  <a:lnTo>
                    <a:pt x="3" y="9"/>
                  </a:lnTo>
                  <a:lnTo>
                    <a:pt x="0" y="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05" name="Freeform 77"/>
            <p:cNvSpPr/>
            <p:nvPr/>
          </p:nvSpPr>
          <p:spPr>
            <a:xfrm>
              <a:off x="5352840" y="1775160"/>
              <a:ext cx="37440" cy="856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85680"/>
                <a:gd name="textAreaBottom" fmla="*/ 86040 h 85680"/>
                <a:gd name="GluePoint1X" fmla="*/ 16 w 32"/>
                <a:gd name="GluePoint1Y" fmla="*/ 72 h 72"/>
                <a:gd name="GluePoint2X" fmla="*/ 32 w 32"/>
                <a:gd name="GluePoint2Y" fmla="*/ 56 h 72"/>
                <a:gd name="GluePoint3X" fmla="*/ 20 w 32"/>
                <a:gd name="GluePoint3Y" fmla="*/ 40 h 72"/>
                <a:gd name="GluePoint4X" fmla="*/ 20 w 32"/>
                <a:gd name="GluePoint4Y" fmla="*/ 0 h 72"/>
                <a:gd name="GluePoint5X" fmla="*/ 12 w 32"/>
                <a:gd name="GluePoint5Y" fmla="*/ 0 h 72"/>
                <a:gd name="GluePoint6X" fmla="*/ 12 w 32"/>
                <a:gd name="GluePoint6Y" fmla="*/ 40 h 72"/>
                <a:gd name="GluePoint7X" fmla="*/ 0 w 32"/>
                <a:gd name="GluePoint7Y" fmla="*/ 56 h 72"/>
                <a:gd name="GluePoint8X" fmla="*/ 16 w 32"/>
                <a:gd name="GluePoint8Y" fmla="*/ 72 h 72"/>
                <a:gd name="GluePoint9X" fmla="*/ 16 w 32"/>
                <a:gd name="GluePoint9Y" fmla="*/ 48 h 72"/>
                <a:gd name="GluePoint10X" fmla="*/ 24 w 32"/>
                <a:gd name="GluePoint10Y" fmla="*/ 56 h 72"/>
                <a:gd name="GluePoint11X" fmla="*/ 16 w 32"/>
                <a:gd name="GluePoint11Y" fmla="*/ 64 h 72"/>
                <a:gd name="GluePoint12X" fmla="*/ 8 w 32"/>
                <a:gd name="GluePoint12Y" fmla="*/ 56 h 72"/>
                <a:gd name="GluePoint13X" fmla="*/ 16 w 32"/>
                <a:gd name="GluePoint13Y" fmla="*/ 48 h 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2" h="72">
                  <a:moveTo>
                    <a:pt x="16" y="72"/>
                  </a:moveTo>
                  <a:cubicBezTo>
                    <a:pt x="25" y="72"/>
                    <a:pt x="32" y="65"/>
                    <a:pt x="32" y="56"/>
                  </a:cubicBezTo>
                  <a:cubicBezTo>
                    <a:pt x="32" y="48"/>
                    <a:pt x="27" y="42"/>
                    <a:pt x="20" y="4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5" y="42"/>
                    <a:pt x="0" y="48"/>
                    <a:pt x="0" y="56"/>
                  </a:cubicBezTo>
                  <a:cubicBezTo>
                    <a:pt x="0" y="65"/>
                    <a:pt x="7" y="72"/>
                    <a:pt x="16" y="72"/>
                  </a:cubicBezTo>
                  <a:close/>
                  <a:moveTo>
                    <a:pt x="16" y="48"/>
                  </a:moveTo>
                  <a:cubicBezTo>
                    <a:pt x="21" y="48"/>
                    <a:pt x="24" y="51"/>
                    <a:pt x="24" y="56"/>
                  </a:cubicBezTo>
                  <a:cubicBezTo>
                    <a:pt x="24" y="60"/>
                    <a:pt x="21" y="64"/>
                    <a:pt x="16" y="64"/>
                  </a:cubicBezTo>
                  <a:cubicBezTo>
                    <a:pt x="12" y="64"/>
                    <a:pt x="8" y="60"/>
                    <a:pt x="8" y="56"/>
                  </a:cubicBezTo>
                  <a:cubicBezTo>
                    <a:pt x="8" y="51"/>
                    <a:pt x="12" y="48"/>
                    <a:pt x="16" y="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006" name="Freeform 78"/>
          <p:cNvSpPr/>
          <p:nvPr/>
        </p:nvSpPr>
        <p:spPr>
          <a:xfrm>
            <a:off x="5673600" y="1676520"/>
            <a:ext cx="180000" cy="301320"/>
          </a:xfrm>
          <a:custGeom>
            <a:avLst/>
            <a:gdLst>
              <a:gd name="textAreaLeft" fmla="*/ 0 w 180000"/>
              <a:gd name="textAreaRight" fmla="*/ 180360 w 180000"/>
              <a:gd name="textAreaTop" fmla="*/ 0 h 301320"/>
              <a:gd name="textAreaBottom" fmla="*/ 301680 h 301320"/>
              <a:gd name="GluePoint1X" fmla="*/ 16 w 152"/>
              <a:gd name="GluePoint1Y" fmla="*/ 180 h 256"/>
              <a:gd name="GluePoint2X" fmla="*/ 16 w 152"/>
              <a:gd name="GluePoint2Y" fmla="*/ 232 h 256"/>
              <a:gd name="GluePoint3X" fmla="*/ 0 w 152"/>
              <a:gd name="GluePoint3Y" fmla="*/ 232 h 256"/>
              <a:gd name="GluePoint4X" fmla="*/ 0 w 152"/>
              <a:gd name="GluePoint4Y" fmla="*/ 256 h 256"/>
              <a:gd name="GluePoint5X" fmla="*/ 152 w 152"/>
              <a:gd name="GluePoint5Y" fmla="*/ 256 h 256"/>
              <a:gd name="GluePoint6X" fmla="*/ 152 w 152"/>
              <a:gd name="GluePoint6Y" fmla="*/ 232 h 256"/>
              <a:gd name="GluePoint7X" fmla="*/ 140 w 152"/>
              <a:gd name="GluePoint7Y" fmla="*/ 232 h 256"/>
              <a:gd name="GluePoint8X" fmla="*/ 140 w 152"/>
              <a:gd name="GluePoint8Y" fmla="*/ 180 h 256"/>
              <a:gd name="GluePoint9X" fmla="*/ 86 w 152"/>
              <a:gd name="GluePoint9Y" fmla="*/ 130 h 256"/>
              <a:gd name="GluePoint10X" fmla="*/ 140 w 152"/>
              <a:gd name="GluePoint10Y" fmla="*/ 80 h 256"/>
              <a:gd name="GluePoint11X" fmla="*/ 140 w 152"/>
              <a:gd name="GluePoint11Y" fmla="*/ 24 h 256"/>
              <a:gd name="GluePoint12X" fmla="*/ 152 w 152"/>
              <a:gd name="GluePoint12Y" fmla="*/ 24 h 256"/>
              <a:gd name="GluePoint13X" fmla="*/ 152 w 152"/>
              <a:gd name="GluePoint13Y" fmla="*/ 0 h 256"/>
              <a:gd name="GluePoint14X" fmla="*/ 0 w 152"/>
              <a:gd name="GluePoint14Y" fmla="*/ 0 h 256"/>
              <a:gd name="GluePoint15X" fmla="*/ 0 w 152"/>
              <a:gd name="GluePoint15Y" fmla="*/ 24 h 256"/>
              <a:gd name="GluePoint16X" fmla="*/ 16 w 152"/>
              <a:gd name="GluePoint16Y" fmla="*/ 24 h 256"/>
              <a:gd name="GluePoint17X" fmla="*/ 16 w 152"/>
              <a:gd name="GluePoint17Y" fmla="*/ 80 h 256"/>
              <a:gd name="GluePoint18X" fmla="*/ 71 w 152"/>
              <a:gd name="GluePoint18Y" fmla="*/ 130 h 256"/>
              <a:gd name="GluePoint19X" fmla="*/ 16 w 152"/>
              <a:gd name="GluePoint19Y" fmla="*/ 180 h 256"/>
              <a:gd name="GluePoint20X" fmla="*/ 144 w 152"/>
              <a:gd name="GluePoint20Y" fmla="*/ 248 h 256"/>
              <a:gd name="GluePoint21X" fmla="*/ 8 w 152"/>
              <a:gd name="GluePoint21Y" fmla="*/ 248 h 256"/>
              <a:gd name="GluePoint22X" fmla="*/ 8 w 152"/>
              <a:gd name="GluePoint22Y" fmla="*/ 240 h 256"/>
              <a:gd name="GluePoint23X" fmla="*/ 144 w 152"/>
              <a:gd name="GluePoint23Y" fmla="*/ 240 h 256"/>
              <a:gd name="GluePoint24X" fmla="*/ 144 w 152"/>
              <a:gd name="GluePoint24Y" fmla="*/ 248 h 256"/>
              <a:gd name="GluePoint25X" fmla="*/ 8 w 152"/>
              <a:gd name="GluePoint25Y" fmla="*/ 8 h 256"/>
              <a:gd name="GluePoint26X" fmla="*/ 144 w 152"/>
              <a:gd name="GluePoint26Y" fmla="*/ 8 h 256"/>
              <a:gd name="GluePoint27X" fmla="*/ 144 w 152"/>
              <a:gd name="GluePoint27Y" fmla="*/ 16 h 256"/>
              <a:gd name="GluePoint28X" fmla="*/ 8 w 152"/>
              <a:gd name="GluePoint28Y" fmla="*/ 16 h 256"/>
              <a:gd name="GluePoint29X" fmla="*/ 8 w 152"/>
              <a:gd name="GluePoint29Y" fmla="*/ 8 h 256"/>
              <a:gd name="GluePoint30X" fmla="*/ 24 w 152"/>
              <a:gd name="GluePoint30Y" fmla="*/ 80 h 256"/>
              <a:gd name="GluePoint31X" fmla="*/ 24 w 152"/>
              <a:gd name="GluePoint31Y" fmla="*/ 24 h 256"/>
              <a:gd name="GluePoint32X" fmla="*/ 132 w 152"/>
              <a:gd name="GluePoint32Y" fmla="*/ 24 h 256"/>
              <a:gd name="GluePoint33X" fmla="*/ 132 w 152"/>
              <a:gd name="GluePoint33Y" fmla="*/ 80 h 256"/>
              <a:gd name="GluePoint34X" fmla="*/ 78 w 152"/>
              <a:gd name="GluePoint34Y" fmla="*/ 125 h 256"/>
              <a:gd name="GluePoint35X" fmla="*/ 24 w 152"/>
              <a:gd name="GluePoint35Y" fmla="*/ 80 h 256"/>
              <a:gd name="GluePoint36X" fmla="*/ 78 w 152"/>
              <a:gd name="GluePoint36Y" fmla="*/ 134 h 256"/>
              <a:gd name="GluePoint37X" fmla="*/ 132 w 152"/>
              <a:gd name="GluePoint37Y" fmla="*/ 180 h 256"/>
              <a:gd name="GluePoint38X" fmla="*/ 132 w 152"/>
              <a:gd name="GluePoint38Y" fmla="*/ 232 h 256"/>
              <a:gd name="GluePoint39X" fmla="*/ 24 w 152"/>
              <a:gd name="GluePoint39Y" fmla="*/ 232 h 256"/>
              <a:gd name="GluePoint40X" fmla="*/ 24 w 152"/>
              <a:gd name="GluePoint40Y" fmla="*/ 180 h 256"/>
              <a:gd name="GluePoint41X" fmla="*/ 78 w 152"/>
              <a:gd name="GluePoint41Y" fmla="*/ 134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textAreaLeft" t="textAreaTop" r="textAreaRight" b="textAreaBottom"/>
            <a:pathLst>
              <a:path w="152" h="256">
                <a:moveTo>
                  <a:pt x="16" y="180"/>
                </a:moveTo>
                <a:cubicBezTo>
                  <a:pt x="16" y="232"/>
                  <a:pt x="16" y="232"/>
                  <a:pt x="16" y="232"/>
                </a:cubicBezTo>
                <a:cubicBezTo>
                  <a:pt x="0" y="232"/>
                  <a:pt x="0" y="232"/>
                  <a:pt x="0" y="232"/>
                </a:cubicBezTo>
                <a:cubicBezTo>
                  <a:pt x="0" y="256"/>
                  <a:pt x="0" y="256"/>
                  <a:pt x="0" y="256"/>
                </a:cubicBezTo>
                <a:cubicBezTo>
                  <a:pt x="152" y="256"/>
                  <a:pt x="152" y="256"/>
                  <a:pt x="152" y="256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40" y="232"/>
                  <a:pt x="140" y="232"/>
                  <a:pt x="140" y="232"/>
                </a:cubicBezTo>
                <a:cubicBezTo>
                  <a:pt x="140" y="180"/>
                  <a:pt x="140" y="180"/>
                  <a:pt x="140" y="180"/>
                </a:cubicBezTo>
                <a:cubicBezTo>
                  <a:pt x="140" y="167"/>
                  <a:pt x="120" y="152"/>
                  <a:pt x="86" y="130"/>
                </a:cubicBezTo>
                <a:cubicBezTo>
                  <a:pt x="120" y="107"/>
                  <a:pt x="140" y="92"/>
                  <a:pt x="140" y="80"/>
                </a:cubicBezTo>
                <a:cubicBezTo>
                  <a:pt x="140" y="24"/>
                  <a:pt x="140" y="24"/>
                  <a:pt x="140" y="24"/>
                </a:cubicBezTo>
                <a:cubicBezTo>
                  <a:pt x="152" y="24"/>
                  <a:pt x="152" y="24"/>
                  <a:pt x="152" y="24"/>
                </a:cubicBezTo>
                <a:cubicBezTo>
                  <a:pt x="152" y="0"/>
                  <a:pt x="152" y="0"/>
                  <a:pt x="15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4"/>
                  <a:pt x="0" y="24"/>
                  <a:pt x="0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92"/>
                  <a:pt x="37" y="107"/>
                  <a:pt x="71" y="130"/>
                </a:cubicBezTo>
                <a:cubicBezTo>
                  <a:pt x="37" y="152"/>
                  <a:pt x="16" y="167"/>
                  <a:pt x="16" y="180"/>
                </a:cubicBezTo>
                <a:close/>
                <a:moveTo>
                  <a:pt x="144" y="248"/>
                </a:moveTo>
                <a:cubicBezTo>
                  <a:pt x="8" y="248"/>
                  <a:pt x="8" y="248"/>
                  <a:pt x="8" y="248"/>
                </a:cubicBezTo>
                <a:cubicBezTo>
                  <a:pt x="8" y="240"/>
                  <a:pt x="8" y="240"/>
                  <a:pt x="8" y="240"/>
                </a:cubicBezTo>
                <a:cubicBezTo>
                  <a:pt x="144" y="240"/>
                  <a:pt x="144" y="240"/>
                  <a:pt x="144" y="240"/>
                </a:cubicBezTo>
                <a:lnTo>
                  <a:pt x="144" y="248"/>
                </a:lnTo>
                <a:close/>
                <a:moveTo>
                  <a:pt x="8" y="8"/>
                </a:moveTo>
                <a:cubicBezTo>
                  <a:pt x="144" y="8"/>
                  <a:pt x="144" y="8"/>
                  <a:pt x="144" y="8"/>
                </a:cubicBezTo>
                <a:cubicBezTo>
                  <a:pt x="144" y="16"/>
                  <a:pt x="144" y="16"/>
                  <a:pt x="144" y="16"/>
                </a:cubicBezTo>
                <a:cubicBezTo>
                  <a:pt x="8" y="16"/>
                  <a:pt x="8" y="16"/>
                  <a:pt x="8" y="16"/>
                </a:cubicBezTo>
                <a:lnTo>
                  <a:pt x="8" y="8"/>
                </a:lnTo>
                <a:close/>
                <a:moveTo>
                  <a:pt x="24" y="80"/>
                </a:moveTo>
                <a:cubicBezTo>
                  <a:pt x="24" y="24"/>
                  <a:pt x="24" y="24"/>
                  <a:pt x="24" y="24"/>
                </a:cubicBezTo>
                <a:cubicBezTo>
                  <a:pt x="132" y="24"/>
                  <a:pt x="132" y="24"/>
                  <a:pt x="132" y="24"/>
                </a:cubicBezTo>
                <a:cubicBezTo>
                  <a:pt x="132" y="80"/>
                  <a:pt x="132" y="80"/>
                  <a:pt x="132" y="80"/>
                </a:cubicBezTo>
                <a:cubicBezTo>
                  <a:pt x="132" y="89"/>
                  <a:pt x="103" y="109"/>
                  <a:pt x="78" y="125"/>
                </a:cubicBezTo>
                <a:cubicBezTo>
                  <a:pt x="54" y="109"/>
                  <a:pt x="24" y="89"/>
                  <a:pt x="24" y="80"/>
                </a:cubicBezTo>
                <a:close/>
                <a:moveTo>
                  <a:pt x="78" y="134"/>
                </a:moveTo>
                <a:cubicBezTo>
                  <a:pt x="103" y="151"/>
                  <a:pt x="132" y="170"/>
                  <a:pt x="132" y="180"/>
                </a:cubicBezTo>
                <a:cubicBezTo>
                  <a:pt x="132" y="232"/>
                  <a:pt x="132" y="232"/>
                  <a:pt x="132" y="232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4" y="180"/>
                  <a:pt x="24" y="180"/>
                  <a:pt x="24" y="180"/>
                </a:cubicBezTo>
                <a:cubicBezTo>
                  <a:pt x="24" y="170"/>
                  <a:pt x="54" y="151"/>
                  <a:pt x="78" y="134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007" name="Group 669"/>
          <p:cNvGrpSpPr/>
          <p:nvPr/>
        </p:nvGrpSpPr>
        <p:grpSpPr>
          <a:xfrm>
            <a:off x="6004440" y="1676520"/>
            <a:ext cx="301320" cy="301320"/>
            <a:chOff x="6004440" y="1676520"/>
            <a:chExt cx="301320" cy="301320"/>
          </a:xfrm>
        </p:grpSpPr>
        <p:sp>
          <p:nvSpPr>
            <p:cNvPr id="1008" name="Freeform 79"/>
            <p:cNvSpPr/>
            <p:nvPr/>
          </p:nvSpPr>
          <p:spPr>
            <a:xfrm>
              <a:off x="6004440" y="167652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28 w 256"/>
                <a:gd name="GluePoint1Y" fmla="*/ 0 h 256"/>
                <a:gd name="GluePoint2X" fmla="*/ 38 w 256"/>
                <a:gd name="GluePoint2Y" fmla="*/ 37 h 256"/>
                <a:gd name="GluePoint3X" fmla="*/ 0 w 256"/>
                <a:gd name="GluePoint3Y" fmla="*/ 128 h 256"/>
                <a:gd name="GluePoint4X" fmla="*/ 38 w 256"/>
                <a:gd name="GluePoint4Y" fmla="*/ 218 h 256"/>
                <a:gd name="GluePoint5X" fmla="*/ 128 w 256"/>
                <a:gd name="GluePoint5Y" fmla="*/ 256 h 256"/>
                <a:gd name="GluePoint6X" fmla="*/ 219 w 256"/>
                <a:gd name="GluePoint6Y" fmla="*/ 218 h 256"/>
                <a:gd name="GluePoint7X" fmla="*/ 256 w 256"/>
                <a:gd name="GluePoint7Y" fmla="*/ 128 h 256"/>
                <a:gd name="GluePoint8X" fmla="*/ 219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3 h 256"/>
                <a:gd name="GluePoint11X" fmla="*/ 128 w 256"/>
                <a:gd name="GluePoint11Y" fmla="*/ 248 h 256"/>
                <a:gd name="GluePoint12X" fmla="*/ 44 w 256"/>
                <a:gd name="GluePoint12Y" fmla="*/ 213 h 256"/>
                <a:gd name="GluePoint13X" fmla="*/ 8 w 256"/>
                <a:gd name="GluePoint13Y" fmla="*/ 128 h 256"/>
                <a:gd name="GluePoint14X" fmla="*/ 44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4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4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09" name="Freeform 80"/>
            <p:cNvSpPr/>
            <p:nvPr/>
          </p:nvSpPr>
          <p:spPr>
            <a:xfrm>
              <a:off x="6151320" y="1733040"/>
              <a:ext cx="50040" cy="14004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140040"/>
                <a:gd name="textAreaBottom" fmla="*/ 140400 h 140040"/>
                <a:gd name="GluePoint1X" fmla="*/ 4 w 24"/>
                <a:gd name="GluePoint1Y" fmla="*/ 0 h 67"/>
                <a:gd name="GluePoint2X" fmla="*/ 0 w 24"/>
                <a:gd name="GluePoint2Y" fmla="*/ 0 h 67"/>
                <a:gd name="GluePoint3X" fmla="*/ 0 w 24"/>
                <a:gd name="GluePoint3Y" fmla="*/ 46 h 67"/>
                <a:gd name="GluePoint4X" fmla="*/ 21 w 24"/>
                <a:gd name="GluePoint4Y" fmla="*/ 67 h 67"/>
                <a:gd name="GluePoint5X" fmla="*/ 24 w 24"/>
                <a:gd name="GluePoint5Y" fmla="*/ 64 h 67"/>
                <a:gd name="GluePoint6X" fmla="*/ 4 w 24"/>
                <a:gd name="GluePoint6Y" fmla="*/ 44 h 67"/>
                <a:gd name="GluePoint7X" fmla="*/ 4 w 24"/>
                <a:gd name="GluePoint7Y" fmla="*/ 0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24" h="67">
                  <a:moveTo>
                    <a:pt x="4" y="0"/>
                  </a:moveTo>
                  <a:lnTo>
                    <a:pt x="0" y="0"/>
                  </a:lnTo>
                  <a:lnTo>
                    <a:pt x="0" y="46"/>
                  </a:lnTo>
                  <a:lnTo>
                    <a:pt x="21" y="67"/>
                  </a:lnTo>
                  <a:lnTo>
                    <a:pt x="24" y="64"/>
                  </a:lnTo>
                  <a:lnTo>
                    <a:pt x="4" y="4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10" name="Rectangle 81"/>
            <p:cNvSpPr/>
            <p:nvPr/>
          </p:nvSpPr>
          <p:spPr>
            <a:xfrm>
              <a:off x="6023520" y="182304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11" name="Rectangle 82"/>
            <p:cNvSpPr/>
            <p:nvPr/>
          </p:nvSpPr>
          <p:spPr>
            <a:xfrm>
              <a:off x="6268680" y="182304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12" name="Rectangle 83"/>
            <p:cNvSpPr/>
            <p:nvPr/>
          </p:nvSpPr>
          <p:spPr>
            <a:xfrm>
              <a:off x="6151320" y="1940400"/>
              <a:ext cx="7920" cy="18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13" name="Rectangle 84"/>
            <p:cNvSpPr/>
            <p:nvPr/>
          </p:nvSpPr>
          <p:spPr>
            <a:xfrm>
              <a:off x="6151320" y="1695240"/>
              <a:ext cx="7920" cy="18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14" name="Group 668"/>
          <p:cNvGrpSpPr/>
          <p:nvPr/>
        </p:nvGrpSpPr>
        <p:grpSpPr>
          <a:xfrm>
            <a:off x="6398640" y="1676520"/>
            <a:ext cx="301320" cy="301320"/>
            <a:chOff x="6398640" y="1676520"/>
            <a:chExt cx="301320" cy="301320"/>
          </a:xfrm>
        </p:grpSpPr>
        <p:sp>
          <p:nvSpPr>
            <p:cNvPr id="1015" name="Freeform 85"/>
            <p:cNvSpPr/>
            <p:nvPr/>
          </p:nvSpPr>
          <p:spPr>
            <a:xfrm>
              <a:off x="6543360" y="1733040"/>
              <a:ext cx="50040" cy="14004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140040"/>
                <a:gd name="textAreaBottom" fmla="*/ 140400 h 140040"/>
                <a:gd name="GluePoint1X" fmla="*/ 24 w 24"/>
                <a:gd name="GluePoint1Y" fmla="*/ 64 h 67"/>
                <a:gd name="GluePoint2X" fmla="*/ 5 w 24"/>
                <a:gd name="GluePoint2Y" fmla="*/ 44 h 67"/>
                <a:gd name="GluePoint3X" fmla="*/ 5 w 24"/>
                <a:gd name="GluePoint3Y" fmla="*/ 0 h 67"/>
                <a:gd name="GluePoint4X" fmla="*/ 0 w 24"/>
                <a:gd name="GluePoint4Y" fmla="*/ 0 h 67"/>
                <a:gd name="GluePoint5X" fmla="*/ 0 w 24"/>
                <a:gd name="GluePoint5Y" fmla="*/ 46 h 67"/>
                <a:gd name="GluePoint6X" fmla="*/ 21 w 24"/>
                <a:gd name="GluePoint6Y" fmla="*/ 67 h 67"/>
                <a:gd name="GluePoint7X" fmla="*/ 24 w 24"/>
                <a:gd name="GluePoint7Y" fmla="*/ 64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24" h="67">
                  <a:moveTo>
                    <a:pt x="24" y="64"/>
                  </a:moveTo>
                  <a:lnTo>
                    <a:pt x="5" y="44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46"/>
                  </a:lnTo>
                  <a:lnTo>
                    <a:pt x="21" y="67"/>
                  </a:lnTo>
                  <a:lnTo>
                    <a:pt x="24" y="6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16" name="Rectangle 86"/>
            <p:cNvSpPr/>
            <p:nvPr/>
          </p:nvSpPr>
          <p:spPr>
            <a:xfrm>
              <a:off x="6417360" y="182304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17" name="Rectangle 87"/>
            <p:cNvSpPr/>
            <p:nvPr/>
          </p:nvSpPr>
          <p:spPr>
            <a:xfrm>
              <a:off x="6662520" y="182304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18" name="Rectangle 88"/>
            <p:cNvSpPr/>
            <p:nvPr/>
          </p:nvSpPr>
          <p:spPr>
            <a:xfrm>
              <a:off x="6543360" y="1940400"/>
              <a:ext cx="10080" cy="18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19" name="Rectangle 89"/>
            <p:cNvSpPr/>
            <p:nvPr/>
          </p:nvSpPr>
          <p:spPr>
            <a:xfrm>
              <a:off x="6543360" y="1695240"/>
              <a:ext cx="10080" cy="18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20" name="Freeform 90"/>
            <p:cNvSpPr/>
            <p:nvPr/>
          </p:nvSpPr>
          <p:spPr>
            <a:xfrm>
              <a:off x="6398640" y="167652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28 w 256"/>
                <a:gd name="GluePoint1Y" fmla="*/ 0 h 256"/>
                <a:gd name="GluePoint2X" fmla="*/ 128 w 256"/>
                <a:gd name="GluePoint2Y" fmla="*/ 8 h 256"/>
                <a:gd name="GluePoint3X" fmla="*/ 248 w 256"/>
                <a:gd name="GluePoint3Y" fmla="*/ 128 h 256"/>
                <a:gd name="GluePoint4X" fmla="*/ 128 w 256"/>
                <a:gd name="GluePoint4Y" fmla="*/ 248 h 256"/>
                <a:gd name="GluePoint5X" fmla="*/ 8 w 256"/>
                <a:gd name="GluePoint5Y" fmla="*/ 128 h 256"/>
                <a:gd name="GluePoint6X" fmla="*/ 30 w 256"/>
                <a:gd name="GluePoint6Y" fmla="*/ 58 h 256"/>
                <a:gd name="GluePoint7X" fmla="*/ 48 w 256"/>
                <a:gd name="GluePoint7Y" fmla="*/ 40 h 256"/>
                <a:gd name="GluePoint8X" fmla="*/ 48 w 256"/>
                <a:gd name="GluePoint8Y" fmla="*/ 76 h 256"/>
                <a:gd name="GluePoint9X" fmla="*/ 56 w 256"/>
                <a:gd name="GluePoint9Y" fmla="*/ 76 h 256"/>
                <a:gd name="GluePoint10X" fmla="*/ 56 w 256"/>
                <a:gd name="GluePoint10Y" fmla="*/ 32 h 256"/>
                <a:gd name="GluePoint11X" fmla="*/ 52 w 256"/>
                <a:gd name="GluePoint11Y" fmla="*/ 28 h 256"/>
                <a:gd name="GluePoint12X" fmla="*/ 8 w 256"/>
                <a:gd name="GluePoint12Y" fmla="*/ 28 h 256"/>
                <a:gd name="GluePoint13X" fmla="*/ 8 w 256"/>
                <a:gd name="GluePoint13Y" fmla="*/ 36 h 256"/>
                <a:gd name="GluePoint14X" fmla="*/ 41 w 256"/>
                <a:gd name="GluePoint14Y" fmla="*/ 36 h 256"/>
                <a:gd name="GluePoint15X" fmla="*/ 24 w 256"/>
                <a:gd name="GluePoint15Y" fmla="*/ 53 h 256"/>
                <a:gd name="GluePoint16X" fmla="*/ 23 w 256"/>
                <a:gd name="GluePoint16Y" fmla="*/ 53 h 256"/>
                <a:gd name="GluePoint17X" fmla="*/ 0 w 256"/>
                <a:gd name="GluePoint17Y" fmla="*/ 128 h 256"/>
                <a:gd name="GluePoint18X" fmla="*/ 128 w 256"/>
                <a:gd name="GluePoint18Y" fmla="*/ 256 h 256"/>
                <a:gd name="GluePoint19X" fmla="*/ 256 w 256"/>
                <a:gd name="GluePoint19Y" fmla="*/ 128 h 256"/>
                <a:gd name="GluePoint20X" fmla="*/ 128 w 256"/>
                <a:gd name="GluePoint20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128" y="8"/>
                    <a:pt x="128" y="8"/>
                    <a:pt x="128" y="8"/>
                  </a:cubicBezTo>
                  <a:cubicBezTo>
                    <a:pt x="194" y="8"/>
                    <a:pt x="248" y="62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ubicBezTo>
                    <a:pt x="61" y="248"/>
                    <a:pt x="8" y="194"/>
                    <a:pt x="8" y="128"/>
                  </a:cubicBezTo>
                  <a:cubicBezTo>
                    <a:pt x="8" y="103"/>
                    <a:pt x="15" y="79"/>
                    <a:pt x="30" y="58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56" y="76"/>
                    <a:pt x="56" y="76"/>
                    <a:pt x="56" y="76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8" y="75"/>
                    <a:pt x="0" y="101"/>
                    <a:pt x="0" y="128"/>
                  </a:cubicBezTo>
                  <a:cubicBezTo>
                    <a:pt x="0" y="198"/>
                    <a:pt x="57" y="256"/>
                    <a:pt x="128" y="256"/>
                  </a:cubicBez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0"/>
                    <a:pt x="128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021" name="Freeform 91"/>
          <p:cNvSpPr/>
          <p:nvPr/>
        </p:nvSpPr>
        <p:spPr>
          <a:xfrm>
            <a:off x="6790320" y="1737360"/>
            <a:ext cx="301320" cy="180000"/>
          </a:xfrm>
          <a:custGeom>
            <a:avLst/>
            <a:gdLst>
              <a:gd name="textAreaLeft" fmla="*/ 0 w 301320"/>
              <a:gd name="textAreaRight" fmla="*/ 301680 w 301320"/>
              <a:gd name="textAreaTop" fmla="*/ 0 h 180000"/>
              <a:gd name="textAreaBottom" fmla="*/ 180360 h 180000"/>
              <a:gd name="GluePoint1X" fmla="*/ 224 w 256"/>
              <a:gd name="GluePoint1Y" fmla="*/ 80 h 152"/>
              <a:gd name="GluePoint2X" fmla="*/ 136 w 256"/>
              <a:gd name="GluePoint2Y" fmla="*/ 0 h 152"/>
              <a:gd name="GluePoint3X" fmla="*/ 48 w 256"/>
              <a:gd name="GluePoint3Y" fmla="*/ 64 h 152"/>
              <a:gd name="GluePoint4X" fmla="*/ 45 w 256"/>
              <a:gd name="GluePoint4Y" fmla="*/ 64 h 152"/>
              <a:gd name="GluePoint5X" fmla="*/ 0 w 256"/>
              <a:gd name="GluePoint5Y" fmla="*/ 108 h 152"/>
              <a:gd name="GluePoint6X" fmla="*/ 44 w 256"/>
              <a:gd name="GluePoint6Y" fmla="*/ 152 h 152"/>
              <a:gd name="GluePoint7X" fmla="*/ 220 w 256"/>
              <a:gd name="GluePoint7Y" fmla="*/ 152 h 152"/>
              <a:gd name="GluePoint8X" fmla="*/ 256 w 256"/>
              <a:gd name="GluePoint8Y" fmla="*/ 116 h 152"/>
              <a:gd name="GluePoint9X" fmla="*/ 224 w 256"/>
              <a:gd name="GluePoint9Y" fmla="*/ 80 h 152"/>
              <a:gd name="GluePoint10X" fmla="*/ 220 w 256"/>
              <a:gd name="GluePoint10Y" fmla="*/ 144 h 152"/>
              <a:gd name="GluePoint11X" fmla="*/ 44 w 256"/>
              <a:gd name="GluePoint11Y" fmla="*/ 144 h 152"/>
              <a:gd name="GluePoint12X" fmla="*/ 8 w 256"/>
              <a:gd name="GluePoint12Y" fmla="*/ 108 h 152"/>
              <a:gd name="GluePoint13X" fmla="*/ 45 w 256"/>
              <a:gd name="GluePoint13Y" fmla="*/ 72 h 152"/>
              <a:gd name="GluePoint14X" fmla="*/ 55 w 256"/>
              <a:gd name="GluePoint14Y" fmla="*/ 72 h 152"/>
              <a:gd name="GluePoint15X" fmla="*/ 56 w 256"/>
              <a:gd name="GluePoint15Y" fmla="*/ 68 h 152"/>
              <a:gd name="GluePoint16X" fmla="*/ 136 w 256"/>
              <a:gd name="GluePoint16Y" fmla="*/ 8 h 152"/>
              <a:gd name="GluePoint17X" fmla="*/ 216 w 256"/>
              <a:gd name="GluePoint17Y" fmla="*/ 84 h 152"/>
              <a:gd name="GluePoint18X" fmla="*/ 216 w 256"/>
              <a:gd name="GluePoint18Y" fmla="*/ 88 h 152"/>
              <a:gd name="GluePoint19X" fmla="*/ 220 w 256"/>
              <a:gd name="GluePoint19Y" fmla="*/ 88 h 152"/>
              <a:gd name="GluePoint20X" fmla="*/ 248 w 256"/>
              <a:gd name="GluePoint20Y" fmla="*/ 116 h 152"/>
              <a:gd name="GluePoint21X" fmla="*/ 220 w 256"/>
              <a:gd name="GluePoint21Y" fmla="*/ 144 h 1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</a:cxnLst>
            <a:rect l="textAreaLeft" t="textAreaTop" r="textAreaRight" b="textAreaBottom"/>
            <a:pathLst>
              <a:path w="256" h="152">
                <a:moveTo>
                  <a:pt x="224" y="80"/>
                </a:moveTo>
                <a:cubicBezTo>
                  <a:pt x="222" y="35"/>
                  <a:pt x="183" y="0"/>
                  <a:pt x="136" y="0"/>
                </a:cubicBezTo>
                <a:cubicBezTo>
                  <a:pt x="94" y="0"/>
                  <a:pt x="57" y="27"/>
                  <a:pt x="48" y="64"/>
                </a:cubicBezTo>
                <a:cubicBezTo>
                  <a:pt x="45" y="64"/>
                  <a:pt x="45" y="64"/>
                  <a:pt x="45" y="64"/>
                </a:cubicBezTo>
                <a:cubicBezTo>
                  <a:pt x="20" y="64"/>
                  <a:pt x="0" y="83"/>
                  <a:pt x="0" y="108"/>
                </a:cubicBezTo>
                <a:cubicBezTo>
                  <a:pt x="0" y="132"/>
                  <a:pt x="19" y="152"/>
                  <a:pt x="44" y="152"/>
                </a:cubicBezTo>
                <a:cubicBezTo>
                  <a:pt x="220" y="152"/>
                  <a:pt x="220" y="152"/>
                  <a:pt x="220" y="152"/>
                </a:cubicBezTo>
                <a:cubicBezTo>
                  <a:pt x="240" y="152"/>
                  <a:pt x="256" y="136"/>
                  <a:pt x="256" y="116"/>
                </a:cubicBezTo>
                <a:cubicBezTo>
                  <a:pt x="256" y="97"/>
                  <a:pt x="242" y="82"/>
                  <a:pt x="224" y="80"/>
                </a:cubicBezTo>
                <a:close/>
                <a:moveTo>
                  <a:pt x="220" y="144"/>
                </a:moveTo>
                <a:cubicBezTo>
                  <a:pt x="44" y="144"/>
                  <a:pt x="44" y="144"/>
                  <a:pt x="44" y="144"/>
                </a:cubicBezTo>
                <a:cubicBezTo>
                  <a:pt x="23" y="144"/>
                  <a:pt x="8" y="128"/>
                  <a:pt x="8" y="108"/>
                </a:cubicBezTo>
                <a:cubicBezTo>
                  <a:pt x="8" y="88"/>
                  <a:pt x="24" y="72"/>
                  <a:pt x="45" y="72"/>
                </a:cubicBezTo>
                <a:cubicBezTo>
                  <a:pt x="55" y="72"/>
                  <a:pt x="55" y="72"/>
                  <a:pt x="55" y="72"/>
                </a:cubicBezTo>
                <a:cubicBezTo>
                  <a:pt x="56" y="68"/>
                  <a:pt x="56" y="68"/>
                  <a:pt x="56" y="68"/>
                </a:cubicBezTo>
                <a:cubicBezTo>
                  <a:pt x="62" y="34"/>
                  <a:pt x="97" y="8"/>
                  <a:pt x="136" y="8"/>
                </a:cubicBezTo>
                <a:cubicBezTo>
                  <a:pt x="180" y="8"/>
                  <a:pt x="216" y="42"/>
                  <a:pt x="216" y="84"/>
                </a:cubicBezTo>
                <a:cubicBezTo>
                  <a:pt x="216" y="88"/>
                  <a:pt x="216" y="88"/>
                  <a:pt x="216" y="88"/>
                </a:cubicBezTo>
                <a:cubicBezTo>
                  <a:pt x="220" y="88"/>
                  <a:pt x="220" y="88"/>
                  <a:pt x="220" y="88"/>
                </a:cubicBezTo>
                <a:cubicBezTo>
                  <a:pt x="235" y="88"/>
                  <a:pt x="248" y="100"/>
                  <a:pt x="248" y="116"/>
                </a:cubicBezTo>
                <a:cubicBezTo>
                  <a:pt x="248" y="131"/>
                  <a:pt x="235" y="144"/>
                  <a:pt x="220" y="144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22" name="Freeform 92"/>
          <p:cNvSpPr/>
          <p:nvPr/>
        </p:nvSpPr>
        <p:spPr>
          <a:xfrm>
            <a:off x="2083320" y="2072520"/>
            <a:ext cx="301320" cy="293040"/>
          </a:xfrm>
          <a:custGeom>
            <a:avLst/>
            <a:gdLst>
              <a:gd name="textAreaLeft" fmla="*/ 0 w 301320"/>
              <a:gd name="textAreaRight" fmla="*/ 301680 w 301320"/>
              <a:gd name="textAreaTop" fmla="*/ 0 h 293040"/>
              <a:gd name="textAreaBottom" fmla="*/ 293400 h 293040"/>
              <a:gd name="GluePoint1X" fmla="*/ 198 w 256"/>
              <a:gd name="GluePoint1Y" fmla="*/ 80 h 248"/>
              <a:gd name="GluePoint2X" fmla="*/ 180 w 256"/>
              <a:gd name="GluePoint2Y" fmla="*/ 83 h 248"/>
              <a:gd name="GluePoint3X" fmla="*/ 186 w 256"/>
              <a:gd name="GluePoint3Y" fmla="*/ 58 h 248"/>
              <a:gd name="GluePoint4X" fmla="*/ 128 w 256"/>
              <a:gd name="GluePoint4Y" fmla="*/ 0 h 248"/>
              <a:gd name="GluePoint5X" fmla="*/ 70 w 256"/>
              <a:gd name="GluePoint5Y" fmla="*/ 58 h 248"/>
              <a:gd name="GluePoint6X" fmla="*/ 76 w 256"/>
              <a:gd name="GluePoint6Y" fmla="*/ 83 h 248"/>
              <a:gd name="GluePoint7X" fmla="*/ 58 w 256"/>
              <a:gd name="GluePoint7Y" fmla="*/ 80 h 248"/>
              <a:gd name="GluePoint8X" fmla="*/ 0 w 256"/>
              <a:gd name="GluePoint8Y" fmla="*/ 138 h 248"/>
              <a:gd name="GluePoint9X" fmla="*/ 58 w 256"/>
              <a:gd name="GluePoint9Y" fmla="*/ 196 h 248"/>
              <a:gd name="GluePoint10X" fmla="*/ 116 w 256"/>
              <a:gd name="GluePoint10Y" fmla="*/ 169 h 248"/>
              <a:gd name="GluePoint11X" fmla="*/ 92 w 256"/>
              <a:gd name="GluePoint11Y" fmla="*/ 240 h 248"/>
              <a:gd name="GluePoint12X" fmla="*/ 92 w 256"/>
              <a:gd name="GluePoint12Y" fmla="*/ 248 h 248"/>
              <a:gd name="GluePoint13X" fmla="*/ 128 w 256"/>
              <a:gd name="GluePoint13Y" fmla="*/ 248 h 248"/>
              <a:gd name="GluePoint14X" fmla="*/ 164 w 256"/>
              <a:gd name="GluePoint14Y" fmla="*/ 248 h 248"/>
              <a:gd name="GluePoint15X" fmla="*/ 164 w 256"/>
              <a:gd name="GluePoint15Y" fmla="*/ 240 h 248"/>
              <a:gd name="GluePoint16X" fmla="*/ 140 w 256"/>
              <a:gd name="GluePoint16Y" fmla="*/ 169 h 248"/>
              <a:gd name="GluePoint17X" fmla="*/ 198 w 256"/>
              <a:gd name="GluePoint17Y" fmla="*/ 196 h 248"/>
              <a:gd name="GluePoint18X" fmla="*/ 256 w 256"/>
              <a:gd name="GluePoint18Y" fmla="*/ 138 h 248"/>
              <a:gd name="GluePoint19X" fmla="*/ 198 w 256"/>
              <a:gd name="GluePoint19Y" fmla="*/ 80 h 248"/>
              <a:gd name="GluePoint20X" fmla="*/ 198 w 256"/>
              <a:gd name="GluePoint20Y" fmla="*/ 188 h 248"/>
              <a:gd name="GluePoint21X" fmla="*/ 140 w 256"/>
              <a:gd name="GluePoint21Y" fmla="*/ 144 h 248"/>
              <a:gd name="GluePoint22X" fmla="*/ 132 w 256"/>
              <a:gd name="GluePoint22Y" fmla="*/ 144 h 248"/>
              <a:gd name="GluePoint23X" fmla="*/ 132 w 256"/>
              <a:gd name="GluePoint23Y" fmla="*/ 168 h 248"/>
              <a:gd name="GluePoint24X" fmla="*/ 149 w 256"/>
              <a:gd name="GluePoint24Y" fmla="*/ 240 h 248"/>
              <a:gd name="GluePoint25X" fmla="*/ 128 w 256"/>
              <a:gd name="GluePoint25Y" fmla="*/ 240 h 248"/>
              <a:gd name="GluePoint26X" fmla="*/ 108 w 256"/>
              <a:gd name="GluePoint26Y" fmla="*/ 240 h 248"/>
              <a:gd name="GluePoint27X" fmla="*/ 124 w 256"/>
              <a:gd name="GluePoint27Y" fmla="*/ 168 h 248"/>
              <a:gd name="GluePoint28X" fmla="*/ 124 w 256"/>
              <a:gd name="GluePoint28Y" fmla="*/ 144 h 248"/>
              <a:gd name="GluePoint29X" fmla="*/ 116 w 256"/>
              <a:gd name="GluePoint29Y" fmla="*/ 144 h 248"/>
              <a:gd name="GluePoint30X" fmla="*/ 58 w 256"/>
              <a:gd name="GluePoint30Y" fmla="*/ 188 h 248"/>
              <a:gd name="GluePoint31X" fmla="*/ 8 w 256"/>
              <a:gd name="GluePoint31Y" fmla="*/ 138 h 248"/>
              <a:gd name="GluePoint32X" fmla="*/ 58 w 256"/>
              <a:gd name="GluePoint32Y" fmla="*/ 88 h 248"/>
              <a:gd name="GluePoint33X" fmla="*/ 85 w 256"/>
              <a:gd name="GluePoint33Y" fmla="*/ 96 h 248"/>
              <a:gd name="GluePoint34X" fmla="*/ 90 w 256"/>
              <a:gd name="GluePoint34Y" fmla="*/ 90 h 248"/>
              <a:gd name="GluePoint35X" fmla="*/ 78 w 256"/>
              <a:gd name="GluePoint35Y" fmla="*/ 58 h 248"/>
              <a:gd name="GluePoint36X" fmla="*/ 128 w 256"/>
              <a:gd name="GluePoint36Y" fmla="*/ 8 h 248"/>
              <a:gd name="GluePoint37X" fmla="*/ 178 w 256"/>
              <a:gd name="GluePoint37Y" fmla="*/ 58 h 248"/>
              <a:gd name="GluePoint38X" fmla="*/ 166 w 256"/>
              <a:gd name="GluePoint38Y" fmla="*/ 90 h 248"/>
              <a:gd name="GluePoint39X" fmla="*/ 171 w 256"/>
              <a:gd name="GluePoint39Y" fmla="*/ 96 h 248"/>
              <a:gd name="GluePoint40X" fmla="*/ 198 w 256"/>
              <a:gd name="GluePoint40Y" fmla="*/ 88 h 248"/>
              <a:gd name="GluePoint41X" fmla="*/ 248 w 256"/>
              <a:gd name="GluePoint41Y" fmla="*/ 138 h 248"/>
              <a:gd name="GluePoint42X" fmla="*/ 198 w 256"/>
              <a:gd name="GluePoint42Y" fmla="*/ 188 h 24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</a:cxnLst>
            <a:rect l="textAreaLeft" t="textAreaTop" r="textAreaRight" b="textAreaBottom"/>
            <a:pathLst>
              <a:path w="256" h="248">
                <a:moveTo>
                  <a:pt x="198" y="80"/>
                </a:moveTo>
                <a:cubicBezTo>
                  <a:pt x="192" y="80"/>
                  <a:pt x="186" y="81"/>
                  <a:pt x="180" y="83"/>
                </a:cubicBezTo>
                <a:cubicBezTo>
                  <a:pt x="184" y="75"/>
                  <a:pt x="186" y="67"/>
                  <a:pt x="186" y="58"/>
                </a:cubicBezTo>
                <a:cubicBezTo>
                  <a:pt x="186" y="26"/>
                  <a:pt x="160" y="0"/>
                  <a:pt x="128" y="0"/>
                </a:cubicBezTo>
                <a:cubicBezTo>
                  <a:pt x="96" y="0"/>
                  <a:pt x="70" y="26"/>
                  <a:pt x="70" y="58"/>
                </a:cubicBezTo>
                <a:cubicBezTo>
                  <a:pt x="70" y="67"/>
                  <a:pt x="72" y="75"/>
                  <a:pt x="76" y="83"/>
                </a:cubicBezTo>
                <a:cubicBezTo>
                  <a:pt x="70" y="81"/>
                  <a:pt x="64" y="80"/>
                  <a:pt x="58" y="80"/>
                </a:cubicBezTo>
                <a:cubicBezTo>
                  <a:pt x="26" y="80"/>
                  <a:pt x="0" y="106"/>
                  <a:pt x="0" y="138"/>
                </a:cubicBezTo>
                <a:cubicBezTo>
                  <a:pt x="0" y="170"/>
                  <a:pt x="26" y="196"/>
                  <a:pt x="58" y="196"/>
                </a:cubicBezTo>
                <a:cubicBezTo>
                  <a:pt x="81" y="196"/>
                  <a:pt x="104" y="186"/>
                  <a:pt x="116" y="169"/>
                </a:cubicBezTo>
                <a:cubicBezTo>
                  <a:pt x="116" y="188"/>
                  <a:pt x="111" y="240"/>
                  <a:pt x="92" y="240"/>
                </a:cubicBezTo>
                <a:cubicBezTo>
                  <a:pt x="92" y="248"/>
                  <a:pt x="92" y="248"/>
                  <a:pt x="92" y="248"/>
                </a:cubicBezTo>
                <a:cubicBezTo>
                  <a:pt x="128" y="248"/>
                  <a:pt x="128" y="248"/>
                  <a:pt x="128" y="248"/>
                </a:cubicBezTo>
                <a:cubicBezTo>
                  <a:pt x="164" y="248"/>
                  <a:pt x="164" y="248"/>
                  <a:pt x="164" y="248"/>
                </a:cubicBezTo>
                <a:cubicBezTo>
                  <a:pt x="164" y="240"/>
                  <a:pt x="164" y="240"/>
                  <a:pt x="164" y="240"/>
                </a:cubicBezTo>
                <a:cubicBezTo>
                  <a:pt x="145" y="240"/>
                  <a:pt x="140" y="188"/>
                  <a:pt x="140" y="169"/>
                </a:cubicBezTo>
                <a:cubicBezTo>
                  <a:pt x="152" y="186"/>
                  <a:pt x="176" y="196"/>
                  <a:pt x="198" y="196"/>
                </a:cubicBezTo>
                <a:cubicBezTo>
                  <a:pt x="230" y="196"/>
                  <a:pt x="256" y="170"/>
                  <a:pt x="256" y="138"/>
                </a:cubicBezTo>
                <a:cubicBezTo>
                  <a:pt x="256" y="106"/>
                  <a:pt x="230" y="80"/>
                  <a:pt x="198" y="80"/>
                </a:cubicBezTo>
                <a:close/>
                <a:moveTo>
                  <a:pt x="198" y="188"/>
                </a:moveTo>
                <a:cubicBezTo>
                  <a:pt x="170" y="188"/>
                  <a:pt x="140" y="171"/>
                  <a:pt x="140" y="144"/>
                </a:cubicBezTo>
                <a:cubicBezTo>
                  <a:pt x="132" y="144"/>
                  <a:pt x="132" y="144"/>
                  <a:pt x="132" y="144"/>
                </a:cubicBezTo>
                <a:cubicBezTo>
                  <a:pt x="132" y="168"/>
                  <a:pt x="132" y="168"/>
                  <a:pt x="132" y="168"/>
                </a:cubicBezTo>
                <a:cubicBezTo>
                  <a:pt x="132" y="174"/>
                  <a:pt x="133" y="221"/>
                  <a:pt x="149" y="240"/>
                </a:cubicBezTo>
                <a:cubicBezTo>
                  <a:pt x="128" y="240"/>
                  <a:pt x="128" y="240"/>
                  <a:pt x="128" y="240"/>
                </a:cubicBezTo>
                <a:cubicBezTo>
                  <a:pt x="108" y="240"/>
                  <a:pt x="108" y="240"/>
                  <a:pt x="108" y="240"/>
                </a:cubicBezTo>
                <a:cubicBezTo>
                  <a:pt x="124" y="221"/>
                  <a:pt x="124" y="174"/>
                  <a:pt x="124" y="168"/>
                </a:cubicBezTo>
                <a:cubicBezTo>
                  <a:pt x="124" y="144"/>
                  <a:pt x="124" y="144"/>
                  <a:pt x="124" y="144"/>
                </a:cubicBezTo>
                <a:cubicBezTo>
                  <a:pt x="116" y="144"/>
                  <a:pt x="116" y="144"/>
                  <a:pt x="116" y="144"/>
                </a:cubicBezTo>
                <a:cubicBezTo>
                  <a:pt x="116" y="171"/>
                  <a:pt x="86" y="188"/>
                  <a:pt x="58" y="188"/>
                </a:cubicBezTo>
                <a:cubicBezTo>
                  <a:pt x="31" y="188"/>
                  <a:pt x="8" y="166"/>
                  <a:pt x="8" y="138"/>
                </a:cubicBezTo>
                <a:cubicBezTo>
                  <a:pt x="8" y="111"/>
                  <a:pt x="31" y="88"/>
                  <a:pt x="58" y="88"/>
                </a:cubicBezTo>
                <a:cubicBezTo>
                  <a:pt x="68" y="88"/>
                  <a:pt x="77" y="91"/>
                  <a:pt x="85" y="96"/>
                </a:cubicBezTo>
                <a:cubicBezTo>
                  <a:pt x="90" y="90"/>
                  <a:pt x="90" y="90"/>
                  <a:pt x="90" y="90"/>
                </a:cubicBezTo>
                <a:cubicBezTo>
                  <a:pt x="83" y="81"/>
                  <a:pt x="78" y="70"/>
                  <a:pt x="78" y="58"/>
                </a:cubicBezTo>
                <a:cubicBezTo>
                  <a:pt x="78" y="30"/>
                  <a:pt x="101" y="8"/>
                  <a:pt x="128" y="8"/>
                </a:cubicBezTo>
                <a:cubicBezTo>
                  <a:pt x="156" y="8"/>
                  <a:pt x="178" y="30"/>
                  <a:pt x="178" y="58"/>
                </a:cubicBezTo>
                <a:cubicBezTo>
                  <a:pt x="178" y="70"/>
                  <a:pt x="174" y="81"/>
                  <a:pt x="166" y="90"/>
                </a:cubicBezTo>
                <a:cubicBezTo>
                  <a:pt x="171" y="96"/>
                  <a:pt x="171" y="96"/>
                  <a:pt x="171" y="96"/>
                </a:cubicBezTo>
                <a:cubicBezTo>
                  <a:pt x="179" y="91"/>
                  <a:pt x="189" y="88"/>
                  <a:pt x="198" y="88"/>
                </a:cubicBezTo>
                <a:cubicBezTo>
                  <a:pt x="226" y="88"/>
                  <a:pt x="248" y="111"/>
                  <a:pt x="248" y="138"/>
                </a:cubicBezTo>
                <a:cubicBezTo>
                  <a:pt x="248" y="166"/>
                  <a:pt x="226" y="188"/>
                  <a:pt x="198" y="18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023" name="Group 660"/>
          <p:cNvGrpSpPr/>
          <p:nvPr/>
        </p:nvGrpSpPr>
        <p:grpSpPr>
          <a:xfrm>
            <a:off x="2487960" y="2066400"/>
            <a:ext cx="276120" cy="303480"/>
            <a:chOff x="2487960" y="2066400"/>
            <a:chExt cx="276120" cy="303480"/>
          </a:xfrm>
        </p:grpSpPr>
        <p:sp>
          <p:nvSpPr>
            <p:cNvPr id="1024" name="Freeform 93"/>
            <p:cNvSpPr/>
            <p:nvPr/>
          </p:nvSpPr>
          <p:spPr>
            <a:xfrm>
              <a:off x="2487960" y="2066400"/>
              <a:ext cx="276120" cy="303480"/>
            </a:xfrm>
            <a:custGeom>
              <a:avLst/>
              <a:gdLst>
                <a:gd name="textAreaLeft" fmla="*/ 0 w 276120"/>
                <a:gd name="textAreaRight" fmla="*/ 276480 w 276120"/>
                <a:gd name="textAreaTop" fmla="*/ 0 h 303480"/>
                <a:gd name="textAreaBottom" fmla="*/ 303840 h 303480"/>
                <a:gd name="GluePoint1X" fmla="*/ 117 w 235"/>
                <a:gd name="GluePoint1Y" fmla="*/ 257 h 257"/>
                <a:gd name="GluePoint2X" fmla="*/ 200 w 235"/>
                <a:gd name="GluePoint2Y" fmla="*/ 223 h 257"/>
                <a:gd name="GluePoint3X" fmla="*/ 235 w 235"/>
                <a:gd name="GluePoint3Y" fmla="*/ 140 h 257"/>
                <a:gd name="GluePoint4X" fmla="*/ 200 w 235"/>
                <a:gd name="GluePoint4Y" fmla="*/ 57 h 257"/>
                <a:gd name="GluePoint5X" fmla="*/ 141 w 235"/>
                <a:gd name="GluePoint5Y" fmla="*/ 26 h 257"/>
                <a:gd name="GluePoint6X" fmla="*/ 141 w 235"/>
                <a:gd name="GluePoint6Y" fmla="*/ 24 h 257"/>
                <a:gd name="GluePoint7X" fmla="*/ 117 w 235"/>
                <a:gd name="GluePoint7Y" fmla="*/ 0 h 257"/>
                <a:gd name="GluePoint8X" fmla="*/ 93 w 235"/>
                <a:gd name="GluePoint8Y" fmla="*/ 24 h 257"/>
                <a:gd name="GluePoint9X" fmla="*/ 93 w 235"/>
                <a:gd name="GluePoint9Y" fmla="*/ 26 h 257"/>
                <a:gd name="GluePoint10X" fmla="*/ 34 w 235"/>
                <a:gd name="GluePoint10Y" fmla="*/ 57 h 257"/>
                <a:gd name="GluePoint11X" fmla="*/ 0 w 235"/>
                <a:gd name="GluePoint11Y" fmla="*/ 140 h 257"/>
                <a:gd name="GluePoint12X" fmla="*/ 34 w 235"/>
                <a:gd name="GluePoint12Y" fmla="*/ 223 h 257"/>
                <a:gd name="GluePoint13X" fmla="*/ 117 w 235"/>
                <a:gd name="GluePoint13Y" fmla="*/ 257 h 257"/>
                <a:gd name="GluePoint14X" fmla="*/ 117 w 235"/>
                <a:gd name="GluePoint14Y" fmla="*/ 8 h 257"/>
                <a:gd name="GluePoint15X" fmla="*/ 133 w 235"/>
                <a:gd name="GluePoint15Y" fmla="*/ 24 h 257"/>
                <a:gd name="GluePoint16X" fmla="*/ 117 w 235"/>
                <a:gd name="GluePoint16Y" fmla="*/ 23 h 257"/>
                <a:gd name="GluePoint17X" fmla="*/ 101 w 235"/>
                <a:gd name="GluePoint17Y" fmla="*/ 24 h 257"/>
                <a:gd name="GluePoint18X" fmla="*/ 117 w 235"/>
                <a:gd name="GluePoint18Y" fmla="*/ 8 h 257"/>
                <a:gd name="GluePoint19X" fmla="*/ 40 w 235"/>
                <a:gd name="GluePoint19Y" fmla="*/ 63 h 257"/>
                <a:gd name="GluePoint20X" fmla="*/ 113 w 235"/>
                <a:gd name="GluePoint20Y" fmla="*/ 31 h 257"/>
                <a:gd name="GluePoint21X" fmla="*/ 113 w 235"/>
                <a:gd name="GluePoint21Y" fmla="*/ 48 h 257"/>
                <a:gd name="GluePoint22X" fmla="*/ 121 w 235"/>
                <a:gd name="GluePoint22Y" fmla="*/ 48 h 257"/>
                <a:gd name="GluePoint23X" fmla="*/ 121 w 235"/>
                <a:gd name="GluePoint23Y" fmla="*/ 31 h 257"/>
                <a:gd name="GluePoint24X" fmla="*/ 195 w 235"/>
                <a:gd name="GluePoint24Y" fmla="*/ 63 h 257"/>
                <a:gd name="GluePoint25X" fmla="*/ 226 w 235"/>
                <a:gd name="GluePoint25Y" fmla="*/ 136 h 257"/>
                <a:gd name="GluePoint26X" fmla="*/ 209 w 235"/>
                <a:gd name="GluePoint26Y" fmla="*/ 136 h 257"/>
                <a:gd name="GluePoint27X" fmla="*/ 209 w 235"/>
                <a:gd name="GluePoint27Y" fmla="*/ 144 h 257"/>
                <a:gd name="GluePoint28X" fmla="*/ 226 w 235"/>
                <a:gd name="GluePoint28Y" fmla="*/ 144 h 257"/>
                <a:gd name="GluePoint29X" fmla="*/ 195 w 235"/>
                <a:gd name="GluePoint29Y" fmla="*/ 217 h 257"/>
                <a:gd name="GluePoint30X" fmla="*/ 121 w 235"/>
                <a:gd name="GluePoint30Y" fmla="*/ 249 h 257"/>
                <a:gd name="GluePoint31X" fmla="*/ 121 w 235"/>
                <a:gd name="GluePoint31Y" fmla="*/ 232 h 257"/>
                <a:gd name="GluePoint32X" fmla="*/ 113 w 235"/>
                <a:gd name="GluePoint32Y" fmla="*/ 232 h 257"/>
                <a:gd name="GluePoint33X" fmla="*/ 113 w 235"/>
                <a:gd name="GluePoint33Y" fmla="*/ 249 h 257"/>
                <a:gd name="GluePoint34X" fmla="*/ 40 w 235"/>
                <a:gd name="GluePoint34Y" fmla="*/ 217 h 257"/>
                <a:gd name="GluePoint35X" fmla="*/ 8 w 235"/>
                <a:gd name="GluePoint35Y" fmla="*/ 144 h 257"/>
                <a:gd name="GluePoint36X" fmla="*/ 25 w 235"/>
                <a:gd name="GluePoint36Y" fmla="*/ 144 h 257"/>
                <a:gd name="GluePoint37X" fmla="*/ 25 w 235"/>
                <a:gd name="GluePoint37Y" fmla="*/ 136 h 257"/>
                <a:gd name="GluePoint38X" fmla="*/ 8 w 235"/>
                <a:gd name="GluePoint38Y" fmla="*/ 136 h 257"/>
                <a:gd name="GluePoint39X" fmla="*/ 40 w 235"/>
                <a:gd name="GluePoint39Y" fmla="*/ 63 h 2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</a:cxnLst>
              <a:rect l="textAreaLeft" t="textAreaTop" r="textAreaRight" b="textAreaBottom"/>
              <a:pathLst>
                <a:path w="235" h="257">
                  <a:moveTo>
                    <a:pt x="117" y="257"/>
                  </a:moveTo>
                  <a:cubicBezTo>
                    <a:pt x="149" y="257"/>
                    <a:pt x="178" y="245"/>
                    <a:pt x="200" y="223"/>
                  </a:cubicBezTo>
                  <a:cubicBezTo>
                    <a:pt x="222" y="201"/>
                    <a:pt x="235" y="172"/>
                    <a:pt x="235" y="140"/>
                  </a:cubicBezTo>
                  <a:cubicBezTo>
                    <a:pt x="235" y="109"/>
                    <a:pt x="222" y="80"/>
                    <a:pt x="200" y="57"/>
                  </a:cubicBezTo>
                  <a:cubicBezTo>
                    <a:pt x="184" y="41"/>
                    <a:pt x="163" y="30"/>
                    <a:pt x="141" y="26"/>
                  </a:cubicBezTo>
                  <a:cubicBezTo>
                    <a:pt x="141" y="25"/>
                    <a:pt x="141" y="25"/>
                    <a:pt x="141" y="24"/>
                  </a:cubicBezTo>
                  <a:cubicBezTo>
                    <a:pt x="141" y="11"/>
                    <a:pt x="131" y="0"/>
                    <a:pt x="117" y="0"/>
                  </a:cubicBezTo>
                  <a:cubicBezTo>
                    <a:pt x="104" y="0"/>
                    <a:pt x="93" y="11"/>
                    <a:pt x="93" y="24"/>
                  </a:cubicBezTo>
                  <a:cubicBezTo>
                    <a:pt x="93" y="25"/>
                    <a:pt x="93" y="25"/>
                    <a:pt x="93" y="26"/>
                  </a:cubicBezTo>
                  <a:cubicBezTo>
                    <a:pt x="71" y="30"/>
                    <a:pt x="51" y="41"/>
                    <a:pt x="34" y="57"/>
                  </a:cubicBezTo>
                  <a:cubicBezTo>
                    <a:pt x="12" y="80"/>
                    <a:pt x="0" y="109"/>
                    <a:pt x="0" y="140"/>
                  </a:cubicBezTo>
                  <a:cubicBezTo>
                    <a:pt x="0" y="172"/>
                    <a:pt x="12" y="201"/>
                    <a:pt x="34" y="223"/>
                  </a:cubicBezTo>
                  <a:cubicBezTo>
                    <a:pt x="57" y="245"/>
                    <a:pt x="86" y="257"/>
                    <a:pt x="117" y="257"/>
                  </a:cubicBezTo>
                  <a:close/>
                  <a:moveTo>
                    <a:pt x="117" y="8"/>
                  </a:moveTo>
                  <a:cubicBezTo>
                    <a:pt x="126" y="8"/>
                    <a:pt x="133" y="15"/>
                    <a:pt x="133" y="24"/>
                  </a:cubicBezTo>
                  <a:cubicBezTo>
                    <a:pt x="128" y="23"/>
                    <a:pt x="123" y="23"/>
                    <a:pt x="117" y="23"/>
                  </a:cubicBezTo>
                  <a:cubicBezTo>
                    <a:pt x="112" y="23"/>
                    <a:pt x="107" y="23"/>
                    <a:pt x="101" y="24"/>
                  </a:cubicBezTo>
                  <a:cubicBezTo>
                    <a:pt x="101" y="15"/>
                    <a:pt x="109" y="8"/>
                    <a:pt x="117" y="8"/>
                  </a:cubicBezTo>
                  <a:close/>
                  <a:moveTo>
                    <a:pt x="40" y="63"/>
                  </a:moveTo>
                  <a:cubicBezTo>
                    <a:pt x="60" y="43"/>
                    <a:pt x="86" y="32"/>
                    <a:pt x="113" y="31"/>
                  </a:cubicBezTo>
                  <a:cubicBezTo>
                    <a:pt x="113" y="48"/>
                    <a:pt x="113" y="48"/>
                    <a:pt x="113" y="48"/>
                  </a:cubicBezTo>
                  <a:cubicBezTo>
                    <a:pt x="121" y="48"/>
                    <a:pt x="121" y="48"/>
                    <a:pt x="121" y="48"/>
                  </a:cubicBezTo>
                  <a:cubicBezTo>
                    <a:pt x="121" y="31"/>
                    <a:pt x="121" y="31"/>
                    <a:pt x="121" y="31"/>
                  </a:cubicBezTo>
                  <a:cubicBezTo>
                    <a:pt x="149" y="32"/>
                    <a:pt x="175" y="43"/>
                    <a:pt x="195" y="63"/>
                  </a:cubicBezTo>
                  <a:cubicBezTo>
                    <a:pt x="214" y="83"/>
                    <a:pt x="225" y="109"/>
                    <a:pt x="226" y="136"/>
                  </a:cubicBezTo>
                  <a:cubicBezTo>
                    <a:pt x="209" y="136"/>
                    <a:pt x="209" y="136"/>
                    <a:pt x="209" y="136"/>
                  </a:cubicBezTo>
                  <a:cubicBezTo>
                    <a:pt x="209" y="144"/>
                    <a:pt x="209" y="144"/>
                    <a:pt x="209" y="144"/>
                  </a:cubicBezTo>
                  <a:cubicBezTo>
                    <a:pt x="226" y="144"/>
                    <a:pt x="226" y="144"/>
                    <a:pt x="226" y="144"/>
                  </a:cubicBezTo>
                  <a:cubicBezTo>
                    <a:pt x="225" y="172"/>
                    <a:pt x="214" y="198"/>
                    <a:pt x="195" y="217"/>
                  </a:cubicBezTo>
                  <a:cubicBezTo>
                    <a:pt x="175" y="237"/>
                    <a:pt x="149" y="248"/>
                    <a:pt x="121" y="249"/>
                  </a:cubicBezTo>
                  <a:cubicBezTo>
                    <a:pt x="121" y="232"/>
                    <a:pt x="121" y="232"/>
                    <a:pt x="121" y="232"/>
                  </a:cubicBezTo>
                  <a:cubicBezTo>
                    <a:pt x="113" y="232"/>
                    <a:pt x="113" y="232"/>
                    <a:pt x="113" y="232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86" y="248"/>
                    <a:pt x="60" y="237"/>
                    <a:pt x="40" y="217"/>
                  </a:cubicBezTo>
                  <a:cubicBezTo>
                    <a:pt x="20" y="198"/>
                    <a:pt x="9" y="172"/>
                    <a:pt x="8" y="144"/>
                  </a:cubicBezTo>
                  <a:cubicBezTo>
                    <a:pt x="25" y="144"/>
                    <a:pt x="25" y="144"/>
                    <a:pt x="25" y="144"/>
                  </a:cubicBezTo>
                  <a:cubicBezTo>
                    <a:pt x="25" y="136"/>
                    <a:pt x="25" y="136"/>
                    <a:pt x="25" y="136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9" y="109"/>
                    <a:pt x="20" y="83"/>
                    <a:pt x="40" y="6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25" name="Freeform 94"/>
            <p:cNvSpPr/>
            <p:nvPr/>
          </p:nvSpPr>
          <p:spPr>
            <a:xfrm>
              <a:off x="2561400" y="2162880"/>
              <a:ext cx="129600" cy="131760"/>
            </a:xfrm>
            <a:custGeom>
              <a:avLst/>
              <a:gdLst>
                <a:gd name="textAreaLeft" fmla="*/ 0 w 129600"/>
                <a:gd name="textAreaRight" fmla="*/ 129960 w 129600"/>
                <a:gd name="textAreaTop" fmla="*/ 0 h 131760"/>
                <a:gd name="textAreaBottom" fmla="*/ 132120 h 131760"/>
                <a:gd name="GluePoint1X" fmla="*/ 43 w 62"/>
                <a:gd name="GluePoint1Y" fmla="*/ 47 h 63"/>
                <a:gd name="GluePoint2X" fmla="*/ 44 w 62"/>
                <a:gd name="GluePoint2Y" fmla="*/ 46 h 63"/>
                <a:gd name="GluePoint3X" fmla="*/ 62 w 62"/>
                <a:gd name="GluePoint3Y" fmla="*/ 3 h 63"/>
                <a:gd name="GluePoint4X" fmla="*/ 60 w 62"/>
                <a:gd name="GluePoint4Y" fmla="*/ 0 h 63"/>
                <a:gd name="GluePoint5X" fmla="*/ 17 w 62"/>
                <a:gd name="GluePoint5Y" fmla="*/ 18 h 63"/>
                <a:gd name="GluePoint6X" fmla="*/ 16 w 62"/>
                <a:gd name="GluePoint6Y" fmla="*/ 19 h 63"/>
                <a:gd name="GluePoint7X" fmla="*/ 0 w 62"/>
                <a:gd name="GluePoint7Y" fmla="*/ 60 h 63"/>
                <a:gd name="GluePoint8X" fmla="*/ 3 w 62"/>
                <a:gd name="GluePoint8Y" fmla="*/ 63 h 63"/>
                <a:gd name="GluePoint9X" fmla="*/ 43 w 62"/>
                <a:gd name="GluePoint9Y" fmla="*/ 47 h 63"/>
                <a:gd name="GluePoint10X" fmla="*/ 42 w 62"/>
                <a:gd name="GluePoint10Y" fmla="*/ 41 h 63"/>
                <a:gd name="GluePoint11X" fmla="*/ 21 w 62"/>
                <a:gd name="GluePoint11Y" fmla="*/ 21 h 63"/>
                <a:gd name="GluePoint12X" fmla="*/ 56 w 62"/>
                <a:gd name="GluePoint12Y" fmla="*/ 6 h 63"/>
                <a:gd name="GluePoint13X" fmla="*/ 42 w 62"/>
                <a:gd name="GluePoint13Y" fmla="*/ 41 h 63"/>
                <a:gd name="GluePoint14X" fmla="*/ 18 w 62"/>
                <a:gd name="GluePoint14Y" fmla="*/ 24 h 63"/>
                <a:gd name="GluePoint15X" fmla="*/ 38 w 62"/>
                <a:gd name="GluePoint15Y" fmla="*/ 44 h 63"/>
                <a:gd name="GluePoint16X" fmla="*/ 5 w 62"/>
                <a:gd name="GluePoint16Y" fmla="*/ 56 h 63"/>
                <a:gd name="GluePoint17X" fmla="*/ 18 w 62"/>
                <a:gd name="GluePoint17Y" fmla="*/ 24 h 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62" h="63">
                  <a:moveTo>
                    <a:pt x="43" y="47"/>
                  </a:moveTo>
                  <a:lnTo>
                    <a:pt x="44" y="46"/>
                  </a:lnTo>
                  <a:lnTo>
                    <a:pt x="62" y="3"/>
                  </a:lnTo>
                  <a:lnTo>
                    <a:pt x="60" y="0"/>
                  </a:lnTo>
                  <a:lnTo>
                    <a:pt x="17" y="18"/>
                  </a:lnTo>
                  <a:lnTo>
                    <a:pt x="16" y="19"/>
                  </a:lnTo>
                  <a:lnTo>
                    <a:pt x="0" y="60"/>
                  </a:lnTo>
                  <a:lnTo>
                    <a:pt x="3" y="63"/>
                  </a:lnTo>
                  <a:lnTo>
                    <a:pt x="43" y="47"/>
                  </a:lnTo>
                  <a:close/>
                  <a:moveTo>
                    <a:pt x="42" y="41"/>
                  </a:moveTo>
                  <a:lnTo>
                    <a:pt x="21" y="21"/>
                  </a:lnTo>
                  <a:lnTo>
                    <a:pt x="56" y="6"/>
                  </a:lnTo>
                  <a:lnTo>
                    <a:pt x="42" y="41"/>
                  </a:lnTo>
                  <a:close/>
                  <a:moveTo>
                    <a:pt x="18" y="24"/>
                  </a:moveTo>
                  <a:lnTo>
                    <a:pt x="38" y="44"/>
                  </a:lnTo>
                  <a:lnTo>
                    <a:pt x="5" y="56"/>
                  </a:lnTo>
                  <a:lnTo>
                    <a:pt x="18" y="2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026" name="Freeform 95"/>
          <p:cNvSpPr/>
          <p:nvPr/>
        </p:nvSpPr>
        <p:spPr>
          <a:xfrm>
            <a:off x="2894400" y="2068560"/>
            <a:ext cx="246960" cy="301320"/>
          </a:xfrm>
          <a:custGeom>
            <a:avLst/>
            <a:gdLst>
              <a:gd name="textAreaLeft" fmla="*/ 0 w 246960"/>
              <a:gd name="textAreaRight" fmla="*/ 247320 w 246960"/>
              <a:gd name="textAreaTop" fmla="*/ 0 h 301320"/>
              <a:gd name="textAreaBottom" fmla="*/ 301680 h 301320"/>
              <a:gd name="GluePoint1X" fmla="*/ 172 w 208"/>
              <a:gd name="GluePoint1Y" fmla="*/ 108 h 256"/>
              <a:gd name="GluePoint2X" fmla="*/ 172 w 208"/>
              <a:gd name="GluePoint2Y" fmla="*/ 68 h 256"/>
              <a:gd name="GluePoint3X" fmla="*/ 208 w 208"/>
              <a:gd name="GluePoint3Y" fmla="*/ 28 h 256"/>
              <a:gd name="GluePoint4X" fmla="*/ 208 w 208"/>
              <a:gd name="GluePoint4Y" fmla="*/ 24 h 256"/>
              <a:gd name="GluePoint5X" fmla="*/ 172 w 208"/>
              <a:gd name="GluePoint5Y" fmla="*/ 24 h 256"/>
              <a:gd name="GluePoint6X" fmla="*/ 172 w 208"/>
              <a:gd name="GluePoint6Y" fmla="*/ 0 h 256"/>
              <a:gd name="GluePoint7X" fmla="*/ 36 w 208"/>
              <a:gd name="GluePoint7Y" fmla="*/ 0 h 256"/>
              <a:gd name="GluePoint8X" fmla="*/ 36 w 208"/>
              <a:gd name="GluePoint8Y" fmla="*/ 24 h 256"/>
              <a:gd name="GluePoint9X" fmla="*/ 0 w 208"/>
              <a:gd name="GluePoint9Y" fmla="*/ 24 h 256"/>
              <a:gd name="GluePoint10X" fmla="*/ 0 w 208"/>
              <a:gd name="GluePoint10Y" fmla="*/ 28 h 256"/>
              <a:gd name="GluePoint11X" fmla="*/ 36 w 208"/>
              <a:gd name="GluePoint11Y" fmla="*/ 68 h 256"/>
              <a:gd name="GluePoint12X" fmla="*/ 36 w 208"/>
              <a:gd name="GluePoint12Y" fmla="*/ 108 h 256"/>
              <a:gd name="GluePoint13X" fmla="*/ 100 w 208"/>
              <a:gd name="GluePoint13Y" fmla="*/ 144 h 256"/>
              <a:gd name="GluePoint14X" fmla="*/ 100 w 208"/>
              <a:gd name="GluePoint14Y" fmla="*/ 248 h 256"/>
              <a:gd name="GluePoint15X" fmla="*/ 56 w 208"/>
              <a:gd name="GluePoint15Y" fmla="*/ 248 h 256"/>
              <a:gd name="GluePoint16X" fmla="*/ 56 w 208"/>
              <a:gd name="GluePoint16Y" fmla="*/ 256 h 256"/>
              <a:gd name="GluePoint17X" fmla="*/ 152 w 208"/>
              <a:gd name="GluePoint17Y" fmla="*/ 256 h 256"/>
              <a:gd name="GluePoint18X" fmla="*/ 152 w 208"/>
              <a:gd name="GluePoint18Y" fmla="*/ 248 h 256"/>
              <a:gd name="GluePoint19X" fmla="*/ 108 w 208"/>
              <a:gd name="GluePoint19Y" fmla="*/ 248 h 256"/>
              <a:gd name="GluePoint20X" fmla="*/ 108 w 208"/>
              <a:gd name="GluePoint20Y" fmla="*/ 144 h 256"/>
              <a:gd name="GluePoint21X" fmla="*/ 172 w 208"/>
              <a:gd name="GluePoint21Y" fmla="*/ 108 h 256"/>
              <a:gd name="GluePoint22X" fmla="*/ 200 w 208"/>
              <a:gd name="GluePoint22Y" fmla="*/ 32 h 256"/>
              <a:gd name="GluePoint23X" fmla="*/ 172 w 208"/>
              <a:gd name="GluePoint23Y" fmla="*/ 60 h 256"/>
              <a:gd name="GluePoint24X" fmla="*/ 172 w 208"/>
              <a:gd name="GluePoint24Y" fmla="*/ 32 h 256"/>
              <a:gd name="GluePoint25X" fmla="*/ 200 w 208"/>
              <a:gd name="GluePoint25Y" fmla="*/ 32 h 256"/>
              <a:gd name="GluePoint26X" fmla="*/ 9 w 208"/>
              <a:gd name="GluePoint26Y" fmla="*/ 32 h 256"/>
              <a:gd name="GluePoint27X" fmla="*/ 36 w 208"/>
              <a:gd name="GluePoint27Y" fmla="*/ 32 h 256"/>
              <a:gd name="GluePoint28X" fmla="*/ 36 w 208"/>
              <a:gd name="GluePoint28Y" fmla="*/ 60 h 256"/>
              <a:gd name="GluePoint29X" fmla="*/ 9 w 208"/>
              <a:gd name="GluePoint29Y" fmla="*/ 32 h 256"/>
              <a:gd name="GluePoint30X" fmla="*/ 44 w 208"/>
              <a:gd name="GluePoint30Y" fmla="*/ 108 h 256"/>
              <a:gd name="GluePoint31X" fmla="*/ 44 w 208"/>
              <a:gd name="GluePoint31Y" fmla="*/ 8 h 256"/>
              <a:gd name="GluePoint32X" fmla="*/ 164 w 208"/>
              <a:gd name="GluePoint32Y" fmla="*/ 8 h 256"/>
              <a:gd name="GluePoint33X" fmla="*/ 164 w 208"/>
              <a:gd name="GluePoint33Y" fmla="*/ 108 h 256"/>
              <a:gd name="GluePoint34X" fmla="*/ 104 w 208"/>
              <a:gd name="GluePoint34Y" fmla="*/ 136 h 256"/>
              <a:gd name="GluePoint35X" fmla="*/ 44 w 208"/>
              <a:gd name="GluePoint35Y" fmla="*/ 10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</a:cxnLst>
            <a:rect l="textAreaLeft" t="textAreaTop" r="textAreaRight" b="textAreaBottom"/>
            <a:pathLst>
              <a:path w="208" h="256">
                <a:moveTo>
                  <a:pt x="172" y="108"/>
                </a:moveTo>
                <a:cubicBezTo>
                  <a:pt x="172" y="68"/>
                  <a:pt x="172" y="68"/>
                  <a:pt x="172" y="68"/>
                </a:cubicBezTo>
                <a:cubicBezTo>
                  <a:pt x="208" y="65"/>
                  <a:pt x="208" y="28"/>
                  <a:pt x="208" y="28"/>
                </a:cubicBezTo>
                <a:cubicBezTo>
                  <a:pt x="208" y="24"/>
                  <a:pt x="208" y="24"/>
                  <a:pt x="208" y="24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72" y="0"/>
                  <a:pt x="172" y="0"/>
                  <a:pt x="172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24"/>
                  <a:pt x="36" y="24"/>
                  <a:pt x="36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1" y="65"/>
                  <a:pt x="36" y="68"/>
                </a:cubicBezTo>
                <a:cubicBezTo>
                  <a:pt x="36" y="108"/>
                  <a:pt x="36" y="108"/>
                  <a:pt x="36" y="108"/>
                </a:cubicBezTo>
                <a:cubicBezTo>
                  <a:pt x="36" y="128"/>
                  <a:pt x="63" y="143"/>
                  <a:pt x="100" y="144"/>
                </a:cubicBezTo>
                <a:cubicBezTo>
                  <a:pt x="100" y="248"/>
                  <a:pt x="100" y="248"/>
                  <a:pt x="100" y="248"/>
                </a:cubicBezTo>
                <a:cubicBezTo>
                  <a:pt x="56" y="248"/>
                  <a:pt x="56" y="248"/>
                  <a:pt x="56" y="248"/>
                </a:cubicBezTo>
                <a:cubicBezTo>
                  <a:pt x="56" y="256"/>
                  <a:pt x="56" y="256"/>
                  <a:pt x="56" y="256"/>
                </a:cubicBezTo>
                <a:cubicBezTo>
                  <a:pt x="152" y="256"/>
                  <a:pt x="152" y="256"/>
                  <a:pt x="152" y="256"/>
                </a:cubicBezTo>
                <a:cubicBezTo>
                  <a:pt x="152" y="248"/>
                  <a:pt x="152" y="248"/>
                  <a:pt x="152" y="248"/>
                </a:cubicBezTo>
                <a:cubicBezTo>
                  <a:pt x="108" y="248"/>
                  <a:pt x="108" y="248"/>
                  <a:pt x="108" y="248"/>
                </a:cubicBezTo>
                <a:cubicBezTo>
                  <a:pt x="108" y="144"/>
                  <a:pt x="108" y="144"/>
                  <a:pt x="108" y="144"/>
                </a:cubicBezTo>
                <a:cubicBezTo>
                  <a:pt x="146" y="143"/>
                  <a:pt x="172" y="128"/>
                  <a:pt x="172" y="108"/>
                </a:cubicBezTo>
                <a:close/>
                <a:moveTo>
                  <a:pt x="200" y="32"/>
                </a:moveTo>
                <a:cubicBezTo>
                  <a:pt x="199" y="40"/>
                  <a:pt x="194" y="58"/>
                  <a:pt x="172" y="60"/>
                </a:cubicBezTo>
                <a:cubicBezTo>
                  <a:pt x="172" y="32"/>
                  <a:pt x="172" y="32"/>
                  <a:pt x="172" y="32"/>
                </a:cubicBezTo>
                <a:lnTo>
                  <a:pt x="200" y="32"/>
                </a:lnTo>
                <a:close/>
                <a:moveTo>
                  <a:pt x="9" y="32"/>
                </a:moveTo>
                <a:cubicBezTo>
                  <a:pt x="36" y="32"/>
                  <a:pt x="36" y="32"/>
                  <a:pt x="36" y="32"/>
                </a:cubicBezTo>
                <a:cubicBezTo>
                  <a:pt x="36" y="60"/>
                  <a:pt x="36" y="60"/>
                  <a:pt x="36" y="60"/>
                </a:cubicBezTo>
                <a:cubicBezTo>
                  <a:pt x="15" y="58"/>
                  <a:pt x="10" y="40"/>
                  <a:pt x="9" y="32"/>
                </a:cubicBezTo>
                <a:close/>
                <a:moveTo>
                  <a:pt x="44" y="108"/>
                </a:moveTo>
                <a:cubicBezTo>
                  <a:pt x="44" y="8"/>
                  <a:pt x="44" y="8"/>
                  <a:pt x="44" y="8"/>
                </a:cubicBezTo>
                <a:cubicBezTo>
                  <a:pt x="164" y="8"/>
                  <a:pt x="164" y="8"/>
                  <a:pt x="164" y="8"/>
                </a:cubicBezTo>
                <a:cubicBezTo>
                  <a:pt x="164" y="108"/>
                  <a:pt x="164" y="108"/>
                  <a:pt x="164" y="108"/>
                </a:cubicBezTo>
                <a:cubicBezTo>
                  <a:pt x="164" y="122"/>
                  <a:pt x="144" y="136"/>
                  <a:pt x="104" y="136"/>
                </a:cubicBezTo>
                <a:cubicBezTo>
                  <a:pt x="65" y="136"/>
                  <a:pt x="44" y="122"/>
                  <a:pt x="44" y="10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27" name="Freeform 96"/>
          <p:cNvSpPr/>
          <p:nvPr/>
        </p:nvSpPr>
        <p:spPr>
          <a:xfrm>
            <a:off x="3296880" y="2064240"/>
            <a:ext cx="228240" cy="309960"/>
          </a:xfrm>
          <a:custGeom>
            <a:avLst/>
            <a:gdLst>
              <a:gd name="textAreaLeft" fmla="*/ 0 w 228240"/>
              <a:gd name="textAreaRight" fmla="*/ 228600 w 228240"/>
              <a:gd name="textAreaTop" fmla="*/ 0 h 309960"/>
              <a:gd name="textAreaBottom" fmla="*/ 310320 h 309960"/>
              <a:gd name="GluePoint1X" fmla="*/ 55 w 109"/>
              <a:gd name="GluePoint1Y" fmla="*/ 148 h 148"/>
              <a:gd name="GluePoint2X" fmla="*/ 109 w 109"/>
              <a:gd name="GluePoint2Y" fmla="*/ 74 h 148"/>
              <a:gd name="GluePoint3X" fmla="*/ 55 w 109"/>
              <a:gd name="GluePoint3Y" fmla="*/ 0 h 148"/>
              <a:gd name="GluePoint4X" fmla="*/ 0 w 109"/>
              <a:gd name="GluePoint4Y" fmla="*/ 74 h 148"/>
              <a:gd name="GluePoint5X" fmla="*/ 55 w 109"/>
              <a:gd name="GluePoint5Y" fmla="*/ 148 h 148"/>
              <a:gd name="GluePoint6X" fmla="*/ 104 w 109"/>
              <a:gd name="GluePoint6Y" fmla="*/ 74 h 148"/>
              <a:gd name="GluePoint7X" fmla="*/ 55 w 109"/>
              <a:gd name="GluePoint7Y" fmla="*/ 140 h 148"/>
              <a:gd name="GluePoint8X" fmla="*/ 6 w 109"/>
              <a:gd name="GluePoint8Y" fmla="*/ 74 h 148"/>
              <a:gd name="GluePoint9X" fmla="*/ 55 w 109"/>
              <a:gd name="GluePoint9Y" fmla="*/ 8 h 148"/>
              <a:gd name="GluePoint10X" fmla="*/ 104 w 109"/>
              <a:gd name="GluePoint10Y" fmla="*/ 74 h 14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09" h="148">
                <a:moveTo>
                  <a:pt x="55" y="148"/>
                </a:moveTo>
                <a:lnTo>
                  <a:pt x="109" y="74"/>
                </a:lnTo>
                <a:lnTo>
                  <a:pt x="55" y="0"/>
                </a:lnTo>
                <a:lnTo>
                  <a:pt x="0" y="74"/>
                </a:lnTo>
                <a:lnTo>
                  <a:pt x="55" y="148"/>
                </a:lnTo>
                <a:close/>
                <a:moveTo>
                  <a:pt x="104" y="74"/>
                </a:moveTo>
                <a:lnTo>
                  <a:pt x="55" y="140"/>
                </a:lnTo>
                <a:lnTo>
                  <a:pt x="6" y="74"/>
                </a:lnTo>
                <a:lnTo>
                  <a:pt x="55" y="8"/>
                </a:lnTo>
                <a:lnTo>
                  <a:pt x="104" y="74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28" name="Freeform 97"/>
          <p:cNvSpPr/>
          <p:nvPr/>
        </p:nvSpPr>
        <p:spPr>
          <a:xfrm>
            <a:off x="3651120" y="2089440"/>
            <a:ext cx="303480" cy="259560"/>
          </a:xfrm>
          <a:custGeom>
            <a:avLst/>
            <a:gdLst>
              <a:gd name="textAreaLeft" fmla="*/ 0 w 303480"/>
              <a:gd name="textAreaRight" fmla="*/ 303840 w 303480"/>
              <a:gd name="textAreaTop" fmla="*/ 0 h 259560"/>
              <a:gd name="textAreaBottom" fmla="*/ 259920 h 259560"/>
              <a:gd name="GluePoint1X" fmla="*/ 0 w 145"/>
              <a:gd name="GluePoint1Y" fmla="*/ 97 h 124"/>
              <a:gd name="GluePoint2X" fmla="*/ 70 w 145"/>
              <a:gd name="GluePoint2Y" fmla="*/ 97 h 124"/>
              <a:gd name="GluePoint3X" fmla="*/ 70 w 145"/>
              <a:gd name="GluePoint3Y" fmla="*/ 120 h 124"/>
              <a:gd name="GluePoint4X" fmla="*/ 50 w 145"/>
              <a:gd name="GluePoint4Y" fmla="*/ 120 h 124"/>
              <a:gd name="GluePoint5X" fmla="*/ 50 w 145"/>
              <a:gd name="GluePoint5Y" fmla="*/ 124 h 124"/>
              <a:gd name="GluePoint6X" fmla="*/ 95 w 145"/>
              <a:gd name="GluePoint6Y" fmla="*/ 124 h 124"/>
              <a:gd name="GluePoint7X" fmla="*/ 95 w 145"/>
              <a:gd name="GluePoint7Y" fmla="*/ 120 h 124"/>
              <a:gd name="GluePoint8X" fmla="*/ 75 w 145"/>
              <a:gd name="GluePoint8Y" fmla="*/ 120 h 124"/>
              <a:gd name="GluePoint9X" fmla="*/ 75 w 145"/>
              <a:gd name="GluePoint9Y" fmla="*/ 97 h 124"/>
              <a:gd name="GluePoint10X" fmla="*/ 145 w 145"/>
              <a:gd name="GluePoint10Y" fmla="*/ 97 h 124"/>
              <a:gd name="GluePoint11X" fmla="*/ 145 w 145"/>
              <a:gd name="GluePoint11Y" fmla="*/ 79 h 124"/>
              <a:gd name="GluePoint12X" fmla="*/ 145 w 145"/>
              <a:gd name="GluePoint12Y" fmla="*/ 74 h 124"/>
              <a:gd name="GluePoint13X" fmla="*/ 145 w 145"/>
              <a:gd name="GluePoint13Y" fmla="*/ 0 h 124"/>
              <a:gd name="GluePoint14X" fmla="*/ 0 w 145"/>
              <a:gd name="GluePoint14Y" fmla="*/ 0 h 124"/>
              <a:gd name="GluePoint15X" fmla="*/ 0 w 145"/>
              <a:gd name="GluePoint15Y" fmla="*/ 97 h 124"/>
              <a:gd name="GluePoint16X" fmla="*/ 140 w 145"/>
              <a:gd name="GluePoint16Y" fmla="*/ 93 h 124"/>
              <a:gd name="GluePoint17X" fmla="*/ 5 w 145"/>
              <a:gd name="GluePoint17Y" fmla="*/ 93 h 124"/>
              <a:gd name="GluePoint18X" fmla="*/ 5 w 145"/>
              <a:gd name="GluePoint18Y" fmla="*/ 79 h 124"/>
              <a:gd name="GluePoint19X" fmla="*/ 140 w 145"/>
              <a:gd name="GluePoint19Y" fmla="*/ 79 h 124"/>
              <a:gd name="GluePoint20X" fmla="*/ 140 w 145"/>
              <a:gd name="GluePoint20Y" fmla="*/ 93 h 124"/>
              <a:gd name="GluePoint21X" fmla="*/ 140 w 145"/>
              <a:gd name="GluePoint21Y" fmla="*/ 5 h 124"/>
              <a:gd name="GluePoint22X" fmla="*/ 140 w 145"/>
              <a:gd name="GluePoint22Y" fmla="*/ 74 h 124"/>
              <a:gd name="GluePoint23X" fmla="*/ 5 w 145"/>
              <a:gd name="GluePoint23Y" fmla="*/ 74 h 124"/>
              <a:gd name="GluePoint24X" fmla="*/ 5 w 145"/>
              <a:gd name="GluePoint24Y" fmla="*/ 5 h 124"/>
              <a:gd name="GluePoint25X" fmla="*/ 140 w 145"/>
              <a:gd name="GluePoint25Y" fmla="*/ 5 h 1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</a:cxnLst>
            <a:rect l="textAreaLeft" t="textAreaTop" r="textAreaRight" b="textAreaBottom"/>
            <a:pathLst>
              <a:path w="145" h="124">
                <a:moveTo>
                  <a:pt x="0" y="97"/>
                </a:moveTo>
                <a:lnTo>
                  <a:pt x="70" y="97"/>
                </a:lnTo>
                <a:lnTo>
                  <a:pt x="70" y="120"/>
                </a:lnTo>
                <a:lnTo>
                  <a:pt x="50" y="120"/>
                </a:lnTo>
                <a:lnTo>
                  <a:pt x="50" y="124"/>
                </a:lnTo>
                <a:lnTo>
                  <a:pt x="95" y="124"/>
                </a:lnTo>
                <a:lnTo>
                  <a:pt x="95" y="120"/>
                </a:lnTo>
                <a:lnTo>
                  <a:pt x="75" y="120"/>
                </a:lnTo>
                <a:lnTo>
                  <a:pt x="75" y="97"/>
                </a:lnTo>
                <a:lnTo>
                  <a:pt x="145" y="97"/>
                </a:lnTo>
                <a:lnTo>
                  <a:pt x="145" y="79"/>
                </a:lnTo>
                <a:lnTo>
                  <a:pt x="145" y="74"/>
                </a:lnTo>
                <a:lnTo>
                  <a:pt x="145" y="0"/>
                </a:lnTo>
                <a:lnTo>
                  <a:pt x="0" y="0"/>
                </a:lnTo>
                <a:lnTo>
                  <a:pt x="0" y="97"/>
                </a:lnTo>
                <a:close/>
                <a:moveTo>
                  <a:pt x="140" y="93"/>
                </a:moveTo>
                <a:lnTo>
                  <a:pt x="5" y="93"/>
                </a:lnTo>
                <a:lnTo>
                  <a:pt x="5" y="79"/>
                </a:lnTo>
                <a:lnTo>
                  <a:pt x="140" y="79"/>
                </a:lnTo>
                <a:lnTo>
                  <a:pt x="140" y="93"/>
                </a:lnTo>
                <a:close/>
                <a:moveTo>
                  <a:pt x="140" y="5"/>
                </a:moveTo>
                <a:lnTo>
                  <a:pt x="140" y="74"/>
                </a:lnTo>
                <a:lnTo>
                  <a:pt x="5" y="74"/>
                </a:lnTo>
                <a:lnTo>
                  <a:pt x="5" y="5"/>
                </a:lnTo>
                <a:lnTo>
                  <a:pt x="140" y="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029" name="Group 674"/>
          <p:cNvGrpSpPr/>
          <p:nvPr/>
        </p:nvGrpSpPr>
        <p:grpSpPr>
          <a:xfrm>
            <a:off x="4044960" y="2091600"/>
            <a:ext cx="301320" cy="255240"/>
            <a:chOff x="4044960" y="2091600"/>
            <a:chExt cx="301320" cy="255240"/>
          </a:xfrm>
        </p:grpSpPr>
        <p:sp>
          <p:nvSpPr>
            <p:cNvPr id="1030" name="Freeform 98"/>
            <p:cNvSpPr/>
            <p:nvPr/>
          </p:nvSpPr>
          <p:spPr>
            <a:xfrm>
              <a:off x="4154040" y="2192040"/>
              <a:ext cx="81360" cy="15480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54800"/>
                <a:gd name="textAreaBottom" fmla="*/ 155160 h 154800"/>
                <a:gd name="GluePoint1X" fmla="*/ 17 w 39"/>
                <a:gd name="GluePoint1Y" fmla="*/ 0 h 74"/>
                <a:gd name="GluePoint2X" fmla="*/ 17 w 39"/>
                <a:gd name="GluePoint2Y" fmla="*/ 66 h 74"/>
                <a:gd name="GluePoint3X" fmla="*/ 3 w 39"/>
                <a:gd name="GluePoint3Y" fmla="*/ 52 h 74"/>
                <a:gd name="GluePoint4X" fmla="*/ 0 w 39"/>
                <a:gd name="GluePoint4Y" fmla="*/ 55 h 74"/>
                <a:gd name="GluePoint5X" fmla="*/ 18 w 39"/>
                <a:gd name="GluePoint5Y" fmla="*/ 74 h 74"/>
                <a:gd name="GluePoint6X" fmla="*/ 21 w 39"/>
                <a:gd name="GluePoint6Y" fmla="*/ 74 h 74"/>
                <a:gd name="GluePoint7X" fmla="*/ 39 w 39"/>
                <a:gd name="GluePoint7Y" fmla="*/ 55 h 74"/>
                <a:gd name="GluePoint8X" fmla="*/ 36 w 39"/>
                <a:gd name="GluePoint8Y" fmla="*/ 52 h 74"/>
                <a:gd name="GluePoint9X" fmla="*/ 22 w 39"/>
                <a:gd name="GluePoint9Y" fmla="*/ 66 h 74"/>
                <a:gd name="GluePoint10X" fmla="*/ 22 w 39"/>
                <a:gd name="GluePoint10Y" fmla="*/ 0 h 74"/>
                <a:gd name="GluePoint11X" fmla="*/ 17 w 39"/>
                <a:gd name="GluePoint11Y" fmla="*/ 0 h 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9" h="74">
                  <a:moveTo>
                    <a:pt x="17" y="0"/>
                  </a:moveTo>
                  <a:lnTo>
                    <a:pt x="17" y="66"/>
                  </a:lnTo>
                  <a:lnTo>
                    <a:pt x="3" y="52"/>
                  </a:lnTo>
                  <a:lnTo>
                    <a:pt x="0" y="55"/>
                  </a:lnTo>
                  <a:lnTo>
                    <a:pt x="18" y="74"/>
                  </a:lnTo>
                  <a:lnTo>
                    <a:pt x="21" y="74"/>
                  </a:lnTo>
                  <a:lnTo>
                    <a:pt x="39" y="55"/>
                  </a:lnTo>
                  <a:lnTo>
                    <a:pt x="36" y="52"/>
                  </a:lnTo>
                  <a:lnTo>
                    <a:pt x="22" y="66"/>
                  </a:lnTo>
                  <a:lnTo>
                    <a:pt x="22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31" name="Freeform 99"/>
            <p:cNvSpPr/>
            <p:nvPr/>
          </p:nvSpPr>
          <p:spPr>
            <a:xfrm>
              <a:off x="4044960" y="2091600"/>
              <a:ext cx="301320" cy="1800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180000"/>
                <a:gd name="textAreaBottom" fmla="*/ 180360 h 180000"/>
                <a:gd name="GluePoint1X" fmla="*/ 54 w 144"/>
                <a:gd name="GluePoint1Y" fmla="*/ 81 h 86"/>
                <a:gd name="GluePoint2X" fmla="*/ 4 w 144"/>
                <a:gd name="GluePoint2Y" fmla="*/ 81 h 86"/>
                <a:gd name="GluePoint3X" fmla="*/ 4 w 144"/>
                <a:gd name="GluePoint3Y" fmla="*/ 5 h 86"/>
                <a:gd name="GluePoint4X" fmla="*/ 139 w 144"/>
                <a:gd name="GluePoint4Y" fmla="*/ 5 h 86"/>
                <a:gd name="GluePoint5X" fmla="*/ 139 w 144"/>
                <a:gd name="GluePoint5Y" fmla="*/ 81 h 86"/>
                <a:gd name="GluePoint6X" fmla="*/ 90 w 144"/>
                <a:gd name="GluePoint6Y" fmla="*/ 81 h 86"/>
                <a:gd name="GluePoint7X" fmla="*/ 90 w 144"/>
                <a:gd name="GluePoint7Y" fmla="*/ 86 h 86"/>
                <a:gd name="GluePoint8X" fmla="*/ 144 w 144"/>
                <a:gd name="GluePoint8Y" fmla="*/ 86 h 86"/>
                <a:gd name="GluePoint9X" fmla="*/ 144 w 144"/>
                <a:gd name="GluePoint9Y" fmla="*/ 0 h 86"/>
                <a:gd name="GluePoint10X" fmla="*/ 0 w 144"/>
                <a:gd name="GluePoint10Y" fmla="*/ 0 h 86"/>
                <a:gd name="GluePoint11X" fmla="*/ 0 w 144"/>
                <a:gd name="GluePoint11Y" fmla="*/ 86 h 86"/>
                <a:gd name="GluePoint12X" fmla="*/ 54 w 144"/>
                <a:gd name="GluePoint12Y" fmla="*/ 86 h 86"/>
                <a:gd name="GluePoint13X" fmla="*/ 54 w 144"/>
                <a:gd name="GluePoint13Y" fmla="*/ 81 h 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44" h="86">
                  <a:moveTo>
                    <a:pt x="54" y="81"/>
                  </a:moveTo>
                  <a:lnTo>
                    <a:pt x="4" y="81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81"/>
                  </a:lnTo>
                  <a:lnTo>
                    <a:pt x="90" y="81"/>
                  </a:lnTo>
                  <a:lnTo>
                    <a:pt x="90" y="86"/>
                  </a:lnTo>
                  <a:lnTo>
                    <a:pt x="144" y="86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54" y="86"/>
                  </a:lnTo>
                  <a:lnTo>
                    <a:pt x="54" y="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32" name="Group 675"/>
          <p:cNvGrpSpPr/>
          <p:nvPr/>
        </p:nvGrpSpPr>
        <p:grpSpPr>
          <a:xfrm>
            <a:off x="4437000" y="2068560"/>
            <a:ext cx="301320" cy="301320"/>
            <a:chOff x="4437000" y="2068560"/>
            <a:chExt cx="301320" cy="301320"/>
          </a:xfrm>
        </p:grpSpPr>
        <p:sp>
          <p:nvSpPr>
            <p:cNvPr id="1033" name="Freeform 100"/>
            <p:cNvSpPr/>
            <p:nvPr/>
          </p:nvSpPr>
          <p:spPr>
            <a:xfrm>
              <a:off x="4437000" y="206856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28 w 256"/>
                <a:gd name="GluePoint1Y" fmla="*/ 256 h 256"/>
                <a:gd name="GluePoint2X" fmla="*/ 218 w 256"/>
                <a:gd name="GluePoint2Y" fmla="*/ 218 h 256"/>
                <a:gd name="GluePoint3X" fmla="*/ 256 w 256"/>
                <a:gd name="GluePoint3Y" fmla="*/ 128 h 256"/>
                <a:gd name="GluePoint4X" fmla="*/ 218 w 256"/>
                <a:gd name="GluePoint4Y" fmla="*/ 37 h 256"/>
                <a:gd name="GluePoint5X" fmla="*/ 128 w 256"/>
                <a:gd name="GluePoint5Y" fmla="*/ 0 h 256"/>
                <a:gd name="GluePoint6X" fmla="*/ 37 w 256"/>
                <a:gd name="GluePoint6Y" fmla="*/ 37 h 256"/>
                <a:gd name="GluePoint7X" fmla="*/ 0 w 256"/>
                <a:gd name="GluePoint7Y" fmla="*/ 128 h 256"/>
                <a:gd name="GluePoint8X" fmla="*/ 37 w 256"/>
                <a:gd name="GluePoint8Y" fmla="*/ 218 h 256"/>
                <a:gd name="GluePoint9X" fmla="*/ 128 w 256"/>
                <a:gd name="GluePoint9Y" fmla="*/ 256 h 256"/>
                <a:gd name="GluePoint10X" fmla="*/ 43 w 256"/>
                <a:gd name="GluePoint10Y" fmla="*/ 43 h 256"/>
                <a:gd name="GluePoint11X" fmla="*/ 128 w 256"/>
                <a:gd name="GluePoint11Y" fmla="*/ 8 h 256"/>
                <a:gd name="GluePoint12X" fmla="*/ 213 w 256"/>
                <a:gd name="GluePoint12Y" fmla="*/ 43 h 256"/>
                <a:gd name="GluePoint13X" fmla="*/ 248 w 256"/>
                <a:gd name="GluePoint13Y" fmla="*/ 128 h 256"/>
                <a:gd name="GluePoint14X" fmla="*/ 213 w 256"/>
                <a:gd name="GluePoint14Y" fmla="*/ 213 h 256"/>
                <a:gd name="GluePoint15X" fmla="*/ 128 w 256"/>
                <a:gd name="GluePoint15Y" fmla="*/ 248 h 256"/>
                <a:gd name="GluePoint16X" fmla="*/ 43 w 256"/>
                <a:gd name="GluePoint16Y" fmla="*/ 213 h 256"/>
                <a:gd name="GluePoint17X" fmla="*/ 8 w 256"/>
                <a:gd name="GluePoint17Y" fmla="*/ 128 h 256"/>
                <a:gd name="GluePoint18X" fmla="*/ 43 w 256"/>
                <a:gd name="GluePoint18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62" y="256"/>
                    <a:pt x="194" y="243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2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94" y="0"/>
                    <a:pt x="62" y="13"/>
                    <a:pt x="37" y="37"/>
                  </a:cubicBezTo>
                  <a:cubicBezTo>
                    <a:pt x="13" y="62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2" y="243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3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34" name="Rectangle 101"/>
            <p:cNvSpPr/>
            <p:nvPr/>
          </p:nvSpPr>
          <p:spPr>
            <a:xfrm>
              <a:off x="4583520" y="2148120"/>
              <a:ext cx="7920" cy="104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35" name="Rectangle 102"/>
            <p:cNvSpPr/>
            <p:nvPr/>
          </p:nvSpPr>
          <p:spPr>
            <a:xfrm>
              <a:off x="4583520" y="2271600"/>
              <a:ext cx="7920" cy="18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36" name="Group 676"/>
          <p:cNvGrpSpPr/>
          <p:nvPr/>
        </p:nvGrpSpPr>
        <p:grpSpPr>
          <a:xfrm>
            <a:off x="4826880" y="2143800"/>
            <a:ext cx="305640" cy="150480"/>
            <a:chOff x="4826880" y="2143800"/>
            <a:chExt cx="305640" cy="150480"/>
          </a:xfrm>
        </p:grpSpPr>
        <p:sp>
          <p:nvSpPr>
            <p:cNvPr id="1037" name="Freeform 103"/>
            <p:cNvSpPr/>
            <p:nvPr/>
          </p:nvSpPr>
          <p:spPr>
            <a:xfrm>
              <a:off x="4826880" y="2143800"/>
              <a:ext cx="305640" cy="150480"/>
            </a:xfrm>
            <a:custGeom>
              <a:avLst/>
              <a:gdLst>
                <a:gd name="textAreaLeft" fmla="*/ 0 w 305640"/>
                <a:gd name="textAreaRight" fmla="*/ 306000 w 305640"/>
                <a:gd name="textAreaTop" fmla="*/ 0 h 150480"/>
                <a:gd name="textAreaBottom" fmla="*/ 150840 h 150480"/>
                <a:gd name="GluePoint1X" fmla="*/ 129 w 258"/>
                <a:gd name="GluePoint1Y" fmla="*/ 128 h 128"/>
                <a:gd name="GluePoint2X" fmla="*/ 256 w 258"/>
                <a:gd name="GluePoint2Y" fmla="*/ 66 h 128"/>
                <a:gd name="GluePoint3X" fmla="*/ 258 w 258"/>
                <a:gd name="GluePoint3Y" fmla="*/ 64 h 128"/>
                <a:gd name="GluePoint4X" fmla="*/ 256 w 258"/>
                <a:gd name="GluePoint4Y" fmla="*/ 61 h 128"/>
                <a:gd name="GluePoint5X" fmla="*/ 129 w 258"/>
                <a:gd name="GluePoint5Y" fmla="*/ 0 h 128"/>
                <a:gd name="GluePoint6X" fmla="*/ 2 w 258"/>
                <a:gd name="GluePoint6Y" fmla="*/ 61 h 128"/>
                <a:gd name="GluePoint7X" fmla="*/ 0 w 258"/>
                <a:gd name="GluePoint7Y" fmla="*/ 64 h 128"/>
                <a:gd name="GluePoint8X" fmla="*/ 2 w 258"/>
                <a:gd name="GluePoint8Y" fmla="*/ 66 h 128"/>
                <a:gd name="GluePoint9X" fmla="*/ 129 w 258"/>
                <a:gd name="GluePoint9Y" fmla="*/ 128 h 128"/>
                <a:gd name="GluePoint10X" fmla="*/ 129 w 258"/>
                <a:gd name="GluePoint10Y" fmla="*/ 8 h 128"/>
                <a:gd name="GluePoint11X" fmla="*/ 248 w 258"/>
                <a:gd name="GluePoint11Y" fmla="*/ 64 h 128"/>
                <a:gd name="GluePoint12X" fmla="*/ 129 w 258"/>
                <a:gd name="GluePoint12Y" fmla="*/ 120 h 128"/>
                <a:gd name="GluePoint13X" fmla="*/ 10 w 258"/>
                <a:gd name="GluePoint13Y" fmla="*/ 64 h 128"/>
                <a:gd name="GluePoint14X" fmla="*/ 129 w 258"/>
                <a:gd name="GluePoint14Y" fmla="*/ 8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258" h="128">
                  <a:moveTo>
                    <a:pt x="129" y="128"/>
                  </a:moveTo>
                  <a:cubicBezTo>
                    <a:pt x="210" y="128"/>
                    <a:pt x="254" y="69"/>
                    <a:pt x="256" y="66"/>
                  </a:cubicBezTo>
                  <a:cubicBezTo>
                    <a:pt x="258" y="64"/>
                    <a:pt x="258" y="64"/>
                    <a:pt x="258" y="64"/>
                  </a:cubicBezTo>
                  <a:cubicBezTo>
                    <a:pt x="256" y="61"/>
                    <a:pt x="256" y="61"/>
                    <a:pt x="256" y="61"/>
                  </a:cubicBezTo>
                  <a:cubicBezTo>
                    <a:pt x="254" y="59"/>
                    <a:pt x="210" y="0"/>
                    <a:pt x="129" y="0"/>
                  </a:cubicBezTo>
                  <a:cubicBezTo>
                    <a:pt x="48" y="0"/>
                    <a:pt x="4" y="59"/>
                    <a:pt x="2" y="61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" y="66"/>
                    <a:pt x="2" y="66"/>
                    <a:pt x="2" y="66"/>
                  </a:cubicBezTo>
                  <a:cubicBezTo>
                    <a:pt x="4" y="69"/>
                    <a:pt x="48" y="128"/>
                    <a:pt x="129" y="128"/>
                  </a:cubicBezTo>
                  <a:close/>
                  <a:moveTo>
                    <a:pt x="129" y="8"/>
                  </a:moveTo>
                  <a:cubicBezTo>
                    <a:pt x="197" y="8"/>
                    <a:pt x="239" y="53"/>
                    <a:pt x="248" y="64"/>
                  </a:cubicBezTo>
                  <a:cubicBezTo>
                    <a:pt x="239" y="75"/>
                    <a:pt x="197" y="120"/>
                    <a:pt x="129" y="120"/>
                  </a:cubicBezTo>
                  <a:cubicBezTo>
                    <a:pt x="61" y="120"/>
                    <a:pt x="19" y="75"/>
                    <a:pt x="10" y="64"/>
                  </a:cubicBezTo>
                  <a:cubicBezTo>
                    <a:pt x="19" y="53"/>
                    <a:pt x="61" y="8"/>
                    <a:pt x="129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38" name="Freeform 104"/>
            <p:cNvSpPr/>
            <p:nvPr/>
          </p:nvSpPr>
          <p:spPr>
            <a:xfrm>
              <a:off x="4942080" y="2181600"/>
              <a:ext cx="75240" cy="7524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75240"/>
                <a:gd name="textAreaBottom" fmla="*/ 75600 h 75240"/>
                <a:gd name="GluePoint1X" fmla="*/ 32 w 64"/>
                <a:gd name="GluePoint1Y" fmla="*/ 64 h 64"/>
                <a:gd name="GluePoint2X" fmla="*/ 64 w 64"/>
                <a:gd name="GluePoint2Y" fmla="*/ 32 h 64"/>
                <a:gd name="GluePoint3X" fmla="*/ 32 w 64"/>
                <a:gd name="GluePoint3Y" fmla="*/ 0 h 64"/>
                <a:gd name="GluePoint4X" fmla="*/ 0 w 64"/>
                <a:gd name="GluePoint4Y" fmla="*/ 32 h 64"/>
                <a:gd name="GluePoint5X" fmla="*/ 32 w 64"/>
                <a:gd name="GluePoint5Y" fmla="*/ 64 h 64"/>
                <a:gd name="GluePoint6X" fmla="*/ 32 w 64"/>
                <a:gd name="GluePoint6Y" fmla="*/ 8 h 64"/>
                <a:gd name="GluePoint7X" fmla="*/ 56 w 64"/>
                <a:gd name="GluePoint7Y" fmla="*/ 32 h 64"/>
                <a:gd name="GluePoint8X" fmla="*/ 32 w 64"/>
                <a:gd name="GluePoint8Y" fmla="*/ 56 h 64"/>
                <a:gd name="GluePoint9X" fmla="*/ 8 w 64"/>
                <a:gd name="GluePoint9Y" fmla="*/ 32 h 64"/>
                <a:gd name="GluePoint10X" fmla="*/ 32 w 64"/>
                <a:gd name="GluePoint10Y" fmla="*/ 8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64" h="64">
                  <a:moveTo>
                    <a:pt x="32" y="64"/>
                  </a:move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49"/>
                    <a:pt x="14" y="64"/>
                    <a:pt x="32" y="64"/>
                  </a:cubicBezTo>
                  <a:close/>
                  <a:moveTo>
                    <a:pt x="32" y="8"/>
                  </a:moveTo>
                  <a:cubicBezTo>
                    <a:pt x="45" y="8"/>
                    <a:pt x="56" y="19"/>
                    <a:pt x="56" y="32"/>
                  </a:cubicBezTo>
                  <a:cubicBezTo>
                    <a:pt x="56" y="45"/>
                    <a:pt x="45" y="56"/>
                    <a:pt x="32" y="56"/>
                  </a:cubicBezTo>
                  <a:cubicBezTo>
                    <a:pt x="19" y="56"/>
                    <a:pt x="8" y="45"/>
                    <a:pt x="8" y="32"/>
                  </a:cubicBezTo>
                  <a:cubicBezTo>
                    <a:pt x="8" y="19"/>
                    <a:pt x="19" y="8"/>
                    <a:pt x="32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800" bIns="37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039" name="Freeform 105"/>
          <p:cNvSpPr/>
          <p:nvPr/>
        </p:nvSpPr>
        <p:spPr>
          <a:xfrm>
            <a:off x="5218560" y="2108160"/>
            <a:ext cx="305640" cy="223920"/>
          </a:xfrm>
          <a:custGeom>
            <a:avLst/>
            <a:gdLst>
              <a:gd name="textAreaLeft" fmla="*/ 0 w 305640"/>
              <a:gd name="textAreaRight" fmla="*/ 306000 w 305640"/>
              <a:gd name="textAreaTop" fmla="*/ 0 h 223920"/>
              <a:gd name="textAreaBottom" fmla="*/ 224280 h 223920"/>
              <a:gd name="GluePoint1X" fmla="*/ 71 w 258"/>
              <a:gd name="GluePoint1Y" fmla="*/ 148 h 190"/>
              <a:gd name="GluePoint2X" fmla="*/ 34 w 258"/>
              <a:gd name="GluePoint2Y" fmla="*/ 184 h 190"/>
              <a:gd name="GluePoint3X" fmla="*/ 40 w 258"/>
              <a:gd name="GluePoint3Y" fmla="*/ 190 h 190"/>
              <a:gd name="GluePoint4X" fmla="*/ 79 w 258"/>
              <a:gd name="GluePoint4Y" fmla="*/ 151 h 190"/>
              <a:gd name="GluePoint5X" fmla="*/ 129 w 258"/>
              <a:gd name="GluePoint5Y" fmla="*/ 159 h 190"/>
              <a:gd name="GluePoint6X" fmla="*/ 256 w 258"/>
              <a:gd name="GluePoint6Y" fmla="*/ 97 h 190"/>
              <a:gd name="GluePoint7X" fmla="*/ 258 w 258"/>
              <a:gd name="GluePoint7Y" fmla="*/ 95 h 190"/>
              <a:gd name="GluePoint8X" fmla="*/ 256 w 258"/>
              <a:gd name="GluePoint8Y" fmla="*/ 92 h 190"/>
              <a:gd name="GluePoint9X" fmla="*/ 188 w 258"/>
              <a:gd name="GluePoint9Y" fmla="*/ 42 h 190"/>
              <a:gd name="GluePoint10X" fmla="*/ 224 w 258"/>
              <a:gd name="GluePoint10Y" fmla="*/ 6 h 190"/>
              <a:gd name="GluePoint11X" fmla="*/ 218 w 258"/>
              <a:gd name="GluePoint11Y" fmla="*/ 0 h 190"/>
              <a:gd name="GluePoint12X" fmla="*/ 179 w 258"/>
              <a:gd name="GluePoint12Y" fmla="*/ 39 h 190"/>
              <a:gd name="GluePoint13X" fmla="*/ 129 w 258"/>
              <a:gd name="GluePoint13Y" fmla="*/ 31 h 190"/>
              <a:gd name="GluePoint14X" fmla="*/ 2 w 258"/>
              <a:gd name="GluePoint14Y" fmla="*/ 92 h 190"/>
              <a:gd name="GluePoint15X" fmla="*/ 0 w 258"/>
              <a:gd name="GluePoint15Y" fmla="*/ 95 h 190"/>
              <a:gd name="GluePoint16X" fmla="*/ 2 w 258"/>
              <a:gd name="GluePoint16Y" fmla="*/ 97 h 190"/>
              <a:gd name="GluePoint17X" fmla="*/ 71 w 258"/>
              <a:gd name="GluePoint17Y" fmla="*/ 148 h 190"/>
              <a:gd name="GluePoint18X" fmla="*/ 248 w 258"/>
              <a:gd name="GluePoint18Y" fmla="*/ 95 h 190"/>
              <a:gd name="GluePoint19X" fmla="*/ 129 w 258"/>
              <a:gd name="GluePoint19Y" fmla="*/ 151 h 190"/>
              <a:gd name="GluePoint20X" fmla="*/ 85 w 258"/>
              <a:gd name="GluePoint20Y" fmla="*/ 144 h 190"/>
              <a:gd name="GluePoint21X" fmla="*/ 110 w 258"/>
              <a:gd name="GluePoint21Y" fmla="*/ 120 h 190"/>
              <a:gd name="GluePoint22X" fmla="*/ 129 w 258"/>
              <a:gd name="GluePoint22Y" fmla="*/ 127 h 190"/>
              <a:gd name="GluePoint23X" fmla="*/ 161 w 258"/>
              <a:gd name="GluePoint23Y" fmla="*/ 95 h 190"/>
              <a:gd name="GluePoint24X" fmla="*/ 154 w 258"/>
              <a:gd name="GluePoint24Y" fmla="*/ 75 h 190"/>
              <a:gd name="GluePoint25X" fmla="*/ 181 w 258"/>
              <a:gd name="GluePoint25Y" fmla="*/ 48 h 190"/>
              <a:gd name="GluePoint26X" fmla="*/ 248 w 258"/>
              <a:gd name="GluePoint26Y" fmla="*/ 95 h 190"/>
              <a:gd name="GluePoint27X" fmla="*/ 105 w 258"/>
              <a:gd name="GluePoint27Y" fmla="*/ 95 h 190"/>
              <a:gd name="GluePoint28X" fmla="*/ 129 w 258"/>
              <a:gd name="GluePoint28Y" fmla="*/ 71 h 190"/>
              <a:gd name="GluePoint29X" fmla="*/ 143 w 258"/>
              <a:gd name="GluePoint29Y" fmla="*/ 75 h 190"/>
              <a:gd name="GluePoint30X" fmla="*/ 110 w 258"/>
              <a:gd name="GluePoint30Y" fmla="*/ 109 h 190"/>
              <a:gd name="GluePoint31X" fmla="*/ 105 w 258"/>
              <a:gd name="GluePoint31Y" fmla="*/ 95 h 190"/>
              <a:gd name="GluePoint32X" fmla="*/ 153 w 258"/>
              <a:gd name="GluePoint32Y" fmla="*/ 95 h 190"/>
              <a:gd name="GluePoint33X" fmla="*/ 129 w 258"/>
              <a:gd name="GluePoint33Y" fmla="*/ 119 h 190"/>
              <a:gd name="GluePoint34X" fmla="*/ 115 w 258"/>
              <a:gd name="GluePoint34Y" fmla="*/ 114 h 190"/>
              <a:gd name="GluePoint35X" fmla="*/ 149 w 258"/>
              <a:gd name="GluePoint35Y" fmla="*/ 81 h 190"/>
              <a:gd name="GluePoint36X" fmla="*/ 153 w 258"/>
              <a:gd name="GluePoint36Y" fmla="*/ 95 h 190"/>
              <a:gd name="GluePoint37X" fmla="*/ 129 w 258"/>
              <a:gd name="GluePoint37Y" fmla="*/ 39 h 190"/>
              <a:gd name="GluePoint38X" fmla="*/ 173 w 258"/>
              <a:gd name="GluePoint38Y" fmla="*/ 45 h 190"/>
              <a:gd name="GluePoint39X" fmla="*/ 149 w 258"/>
              <a:gd name="GluePoint39Y" fmla="*/ 70 h 190"/>
              <a:gd name="GluePoint40X" fmla="*/ 129 w 258"/>
              <a:gd name="GluePoint40Y" fmla="*/ 63 h 190"/>
              <a:gd name="GluePoint41X" fmla="*/ 97 w 258"/>
              <a:gd name="GluePoint41Y" fmla="*/ 95 h 190"/>
              <a:gd name="GluePoint42X" fmla="*/ 104 w 258"/>
              <a:gd name="GluePoint42Y" fmla="*/ 114 h 190"/>
              <a:gd name="GluePoint43X" fmla="*/ 77 w 258"/>
              <a:gd name="GluePoint43Y" fmla="*/ 141 h 190"/>
              <a:gd name="GluePoint44X" fmla="*/ 10 w 258"/>
              <a:gd name="GluePoint44Y" fmla="*/ 95 h 190"/>
              <a:gd name="GluePoint45X" fmla="*/ 129 w 258"/>
              <a:gd name="GluePoint45Y" fmla="*/ 39 h 19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</a:cxnLst>
            <a:rect l="textAreaLeft" t="textAreaTop" r="textAreaRight" b="textAreaBottom"/>
            <a:pathLst>
              <a:path w="258" h="190">
                <a:moveTo>
                  <a:pt x="71" y="148"/>
                </a:moveTo>
                <a:cubicBezTo>
                  <a:pt x="34" y="184"/>
                  <a:pt x="34" y="184"/>
                  <a:pt x="34" y="184"/>
                </a:cubicBezTo>
                <a:cubicBezTo>
                  <a:pt x="40" y="190"/>
                  <a:pt x="40" y="190"/>
                  <a:pt x="40" y="190"/>
                </a:cubicBezTo>
                <a:cubicBezTo>
                  <a:pt x="79" y="151"/>
                  <a:pt x="79" y="151"/>
                  <a:pt x="79" y="151"/>
                </a:cubicBezTo>
                <a:cubicBezTo>
                  <a:pt x="94" y="156"/>
                  <a:pt x="110" y="159"/>
                  <a:pt x="129" y="159"/>
                </a:cubicBezTo>
                <a:cubicBezTo>
                  <a:pt x="210" y="159"/>
                  <a:pt x="255" y="100"/>
                  <a:pt x="256" y="97"/>
                </a:cubicBezTo>
                <a:cubicBezTo>
                  <a:pt x="258" y="95"/>
                  <a:pt x="258" y="95"/>
                  <a:pt x="258" y="95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5" y="91"/>
                  <a:pt x="231" y="59"/>
                  <a:pt x="188" y="42"/>
                </a:cubicBezTo>
                <a:cubicBezTo>
                  <a:pt x="224" y="6"/>
                  <a:pt x="224" y="6"/>
                  <a:pt x="224" y="6"/>
                </a:cubicBezTo>
                <a:cubicBezTo>
                  <a:pt x="218" y="0"/>
                  <a:pt x="218" y="0"/>
                  <a:pt x="218" y="0"/>
                </a:cubicBezTo>
                <a:cubicBezTo>
                  <a:pt x="179" y="39"/>
                  <a:pt x="179" y="39"/>
                  <a:pt x="179" y="39"/>
                </a:cubicBezTo>
                <a:cubicBezTo>
                  <a:pt x="165" y="34"/>
                  <a:pt x="148" y="31"/>
                  <a:pt x="129" y="31"/>
                </a:cubicBezTo>
                <a:cubicBezTo>
                  <a:pt x="48" y="31"/>
                  <a:pt x="4" y="90"/>
                  <a:pt x="2" y="92"/>
                </a:cubicBezTo>
                <a:cubicBezTo>
                  <a:pt x="0" y="95"/>
                  <a:pt x="0" y="95"/>
                  <a:pt x="0" y="95"/>
                </a:cubicBezTo>
                <a:cubicBezTo>
                  <a:pt x="2" y="97"/>
                  <a:pt x="2" y="97"/>
                  <a:pt x="2" y="97"/>
                </a:cubicBezTo>
                <a:cubicBezTo>
                  <a:pt x="3" y="99"/>
                  <a:pt x="27" y="131"/>
                  <a:pt x="71" y="148"/>
                </a:cubicBezTo>
                <a:close/>
                <a:moveTo>
                  <a:pt x="248" y="95"/>
                </a:moveTo>
                <a:cubicBezTo>
                  <a:pt x="239" y="106"/>
                  <a:pt x="197" y="151"/>
                  <a:pt x="129" y="151"/>
                </a:cubicBezTo>
                <a:cubicBezTo>
                  <a:pt x="113" y="151"/>
                  <a:pt x="98" y="148"/>
                  <a:pt x="85" y="144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115" y="124"/>
                  <a:pt x="122" y="127"/>
                  <a:pt x="129" y="127"/>
                </a:cubicBezTo>
                <a:cubicBezTo>
                  <a:pt x="147" y="127"/>
                  <a:pt x="161" y="112"/>
                  <a:pt x="161" y="95"/>
                </a:cubicBezTo>
                <a:cubicBezTo>
                  <a:pt x="161" y="87"/>
                  <a:pt x="159" y="81"/>
                  <a:pt x="154" y="75"/>
                </a:cubicBezTo>
                <a:cubicBezTo>
                  <a:pt x="181" y="48"/>
                  <a:pt x="181" y="48"/>
                  <a:pt x="181" y="48"/>
                </a:cubicBezTo>
                <a:cubicBezTo>
                  <a:pt x="219" y="62"/>
                  <a:pt x="242" y="87"/>
                  <a:pt x="248" y="95"/>
                </a:cubicBezTo>
                <a:close/>
                <a:moveTo>
                  <a:pt x="105" y="95"/>
                </a:moveTo>
                <a:cubicBezTo>
                  <a:pt x="105" y="82"/>
                  <a:pt x="116" y="71"/>
                  <a:pt x="129" y="71"/>
                </a:cubicBezTo>
                <a:cubicBezTo>
                  <a:pt x="134" y="71"/>
                  <a:pt x="139" y="72"/>
                  <a:pt x="143" y="75"/>
                </a:cubicBezTo>
                <a:cubicBezTo>
                  <a:pt x="110" y="109"/>
                  <a:pt x="110" y="109"/>
                  <a:pt x="110" y="109"/>
                </a:cubicBezTo>
                <a:cubicBezTo>
                  <a:pt x="107" y="105"/>
                  <a:pt x="105" y="100"/>
                  <a:pt x="105" y="95"/>
                </a:cubicBezTo>
                <a:close/>
                <a:moveTo>
                  <a:pt x="153" y="95"/>
                </a:moveTo>
                <a:cubicBezTo>
                  <a:pt x="153" y="108"/>
                  <a:pt x="142" y="119"/>
                  <a:pt x="129" y="119"/>
                </a:cubicBezTo>
                <a:cubicBezTo>
                  <a:pt x="124" y="119"/>
                  <a:pt x="119" y="117"/>
                  <a:pt x="115" y="114"/>
                </a:cubicBezTo>
                <a:cubicBezTo>
                  <a:pt x="149" y="81"/>
                  <a:pt x="149" y="81"/>
                  <a:pt x="149" y="81"/>
                </a:cubicBezTo>
                <a:cubicBezTo>
                  <a:pt x="152" y="85"/>
                  <a:pt x="153" y="90"/>
                  <a:pt x="153" y="95"/>
                </a:cubicBezTo>
                <a:close/>
                <a:moveTo>
                  <a:pt x="129" y="39"/>
                </a:moveTo>
                <a:cubicBezTo>
                  <a:pt x="145" y="39"/>
                  <a:pt x="160" y="41"/>
                  <a:pt x="173" y="45"/>
                </a:cubicBezTo>
                <a:cubicBezTo>
                  <a:pt x="149" y="70"/>
                  <a:pt x="149" y="70"/>
                  <a:pt x="149" y="70"/>
                </a:cubicBezTo>
                <a:cubicBezTo>
                  <a:pt x="143" y="65"/>
                  <a:pt x="137" y="63"/>
                  <a:pt x="129" y="63"/>
                </a:cubicBezTo>
                <a:cubicBezTo>
                  <a:pt x="112" y="63"/>
                  <a:pt x="97" y="77"/>
                  <a:pt x="97" y="95"/>
                </a:cubicBezTo>
                <a:cubicBezTo>
                  <a:pt x="97" y="102"/>
                  <a:pt x="100" y="109"/>
                  <a:pt x="104" y="114"/>
                </a:cubicBezTo>
                <a:cubicBezTo>
                  <a:pt x="77" y="141"/>
                  <a:pt x="77" y="141"/>
                  <a:pt x="77" y="141"/>
                </a:cubicBezTo>
                <a:cubicBezTo>
                  <a:pt x="40" y="128"/>
                  <a:pt x="17" y="103"/>
                  <a:pt x="10" y="95"/>
                </a:cubicBezTo>
                <a:cubicBezTo>
                  <a:pt x="19" y="84"/>
                  <a:pt x="61" y="39"/>
                  <a:pt x="129" y="39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40" name="Freeform 106"/>
          <p:cNvSpPr/>
          <p:nvPr/>
        </p:nvSpPr>
        <p:spPr>
          <a:xfrm>
            <a:off x="5612760" y="2068560"/>
            <a:ext cx="301320" cy="301320"/>
          </a:xfrm>
          <a:custGeom>
            <a:avLst/>
            <a:gdLst>
              <a:gd name="textAreaLeft" fmla="*/ 0 w 301320"/>
              <a:gd name="textAreaRight" fmla="*/ 301680 w 301320"/>
              <a:gd name="textAreaTop" fmla="*/ 0 h 301320"/>
              <a:gd name="textAreaBottom" fmla="*/ 301680 h 301320"/>
              <a:gd name="GluePoint1X" fmla="*/ 155 w 255"/>
              <a:gd name="GluePoint1Y" fmla="*/ 0 h 255"/>
              <a:gd name="GluePoint2X" fmla="*/ 55 w 255"/>
              <a:gd name="GluePoint2Y" fmla="*/ 100 h 255"/>
              <a:gd name="GluePoint3X" fmla="*/ 81 w 255"/>
              <a:gd name="GluePoint3Y" fmla="*/ 168 h 255"/>
              <a:gd name="GluePoint4X" fmla="*/ 37 w 255"/>
              <a:gd name="GluePoint4Y" fmla="*/ 213 h 255"/>
              <a:gd name="GluePoint5X" fmla="*/ 6 w 255"/>
              <a:gd name="GluePoint5Y" fmla="*/ 182 h 255"/>
              <a:gd name="GluePoint6X" fmla="*/ 0 w 255"/>
              <a:gd name="GluePoint6Y" fmla="*/ 187 h 255"/>
              <a:gd name="GluePoint7X" fmla="*/ 31 w 255"/>
              <a:gd name="GluePoint7Y" fmla="*/ 218 h 255"/>
              <a:gd name="GluePoint8X" fmla="*/ 0 w 255"/>
              <a:gd name="GluePoint8Y" fmla="*/ 250 h 255"/>
              <a:gd name="GluePoint9X" fmla="*/ 6 w 255"/>
              <a:gd name="GluePoint9Y" fmla="*/ 255 h 255"/>
              <a:gd name="GluePoint10X" fmla="*/ 37 w 255"/>
              <a:gd name="GluePoint10Y" fmla="*/ 224 h 255"/>
              <a:gd name="GluePoint11X" fmla="*/ 68 w 255"/>
              <a:gd name="GluePoint11Y" fmla="*/ 255 h 255"/>
              <a:gd name="GluePoint12X" fmla="*/ 74 w 255"/>
              <a:gd name="GluePoint12Y" fmla="*/ 250 h 255"/>
              <a:gd name="GluePoint13X" fmla="*/ 42 w 255"/>
              <a:gd name="GluePoint13Y" fmla="*/ 218 h 255"/>
              <a:gd name="GluePoint14X" fmla="*/ 87 w 255"/>
              <a:gd name="GluePoint14Y" fmla="*/ 174 h 255"/>
              <a:gd name="GluePoint15X" fmla="*/ 155 w 255"/>
              <a:gd name="GluePoint15Y" fmla="*/ 200 h 255"/>
              <a:gd name="GluePoint16X" fmla="*/ 255 w 255"/>
              <a:gd name="GluePoint16Y" fmla="*/ 100 h 255"/>
              <a:gd name="GluePoint17X" fmla="*/ 155 w 255"/>
              <a:gd name="GluePoint17Y" fmla="*/ 0 h 255"/>
              <a:gd name="GluePoint18X" fmla="*/ 155 w 255"/>
              <a:gd name="GluePoint18Y" fmla="*/ 192 h 255"/>
              <a:gd name="GluePoint19X" fmla="*/ 63 w 255"/>
              <a:gd name="GluePoint19Y" fmla="*/ 100 h 255"/>
              <a:gd name="GluePoint20X" fmla="*/ 155 w 255"/>
              <a:gd name="GluePoint20Y" fmla="*/ 8 h 255"/>
              <a:gd name="GluePoint21X" fmla="*/ 247 w 255"/>
              <a:gd name="GluePoint21Y" fmla="*/ 100 h 255"/>
              <a:gd name="GluePoint22X" fmla="*/ 155 w 255"/>
              <a:gd name="GluePoint22Y" fmla="*/ 192 h 25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255" h="255">
                <a:moveTo>
                  <a:pt x="155" y="0"/>
                </a:moveTo>
                <a:cubicBezTo>
                  <a:pt x="100" y="0"/>
                  <a:pt x="55" y="45"/>
                  <a:pt x="55" y="100"/>
                </a:cubicBezTo>
                <a:cubicBezTo>
                  <a:pt x="55" y="127"/>
                  <a:pt x="65" y="150"/>
                  <a:pt x="81" y="168"/>
                </a:cubicBezTo>
                <a:cubicBezTo>
                  <a:pt x="37" y="213"/>
                  <a:pt x="37" y="213"/>
                  <a:pt x="37" y="213"/>
                </a:cubicBezTo>
                <a:cubicBezTo>
                  <a:pt x="6" y="182"/>
                  <a:pt x="6" y="182"/>
                  <a:pt x="6" y="182"/>
                </a:cubicBezTo>
                <a:cubicBezTo>
                  <a:pt x="0" y="187"/>
                  <a:pt x="0" y="187"/>
                  <a:pt x="0" y="187"/>
                </a:cubicBezTo>
                <a:cubicBezTo>
                  <a:pt x="31" y="218"/>
                  <a:pt x="31" y="218"/>
                  <a:pt x="31" y="218"/>
                </a:cubicBezTo>
                <a:cubicBezTo>
                  <a:pt x="0" y="250"/>
                  <a:pt x="0" y="250"/>
                  <a:pt x="0" y="250"/>
                </a:cubicBezTo>
                <a:cubicBezTo>
                  <a:pt x="6" y="255"/>
                  <a:pt x="6" y="255"/>
                  <a:pt x="6" y="255"/>
                </a:cubicBezTo>
                <a:cubicBezTo>
                  <a:pt x="37" y="224"/>
                  <a:pt x="37" y="224"/>
                  <a:pt x="37" y="224"/>
                </a:cubicBezTo>
                <a:cubicBezTo>
                  <a:pt x="68" y="255"/>
                  <a:pt x="68" y="255"/>
                  <a:pt x="68" y="255"/>
                </a:cubicBezTo>
                <a:cubicBezTo>
                  <a:pt x="74" y="250"/>
                  <a:pt x="74" y="250"/>
                  <a:pt x="74" y="250"/>
                </a:cubicBezTo>
                <a:cubicBezTo>
                  <a:pt x="42" y="218"/>
                  <a:pt x="42" y="218"/>
                  <a:pt x="42" y="218"/>
                </a:cubicBezTo>
                <a:cubicBezTo>
                  <a:pt x="87" y="174"/>
                  <a:pt x="87" y="174"/>
                  <a:pt x="87" y="174"/>
                </a:cubicBezTo>
                <a:cubicBezTo>
                  <a:pt x="105" y="190"/>
                  <a:pt x="129" y="200"/>
                  <a:pt x="155" y="200"/>
                </a:cubicBezTo>
                <a:cubicBezTo>
                  <a:pt x="210" y="200"/>
                  <a:pt x="255" y="156"/>
                  <a:pt x="255" y="100"/>
                </a:cubicBezTo>
                <a:cubicBezTo>
                  <a:pt x="255" y="45"/>
                  <a:pt x="210" y="0"/>
                  <a:pt x="155" y="0"/>
                </a:cubicBezTo>
                <a:close/>
                <a:moveTo>
                  <a:pt x="155" y="192"/>
                </a:moveTo>
                <a:cubicBezTo>
                  <a:pt x="104" y="192"/>
                  <a:pt x="63" y="151"/>
                  <a:pt x="63" y="100"/>
                </a:cubicBezTo>
                <a:cubicBezTo>
                  <a:pt x="63" y="50"/>
                  <a:pt x="104" y="8"/>
                  <a:pt x="155" y="8"/>
                </a:cubicBezTo>
                <a:cubicBezTo>
                  <a:pt x="205" y="8"/>
                  <a:pt x="247" y="50"/>
                  <a:pt x="247" y="100"/>
                </a:cubicBezTo>
                <a:cubicBezTo>
                  <a:pt x="247" y="151"/>
                  <a:pt x="205" y="192"/>
                  <a:pt x="155" y="192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41" name="Freeform 107"/>
          <p:cNvSpPr/>
          <p:nvPr/>
        </p:nvSpPr>
        <p:spPr>
          <a:xfrm>
            <a:off x="6052680" y="2068560"/>
            <a:ext cx="207000" cy="301320"/>
          </a:xfrm>
          <a:custGeom>
            <a:avLst/>
            <a:gdLst>
              <a:gd name="textAreaLeft" fmla="*/ 0 w 207000"/>
              <a:gd name="textAreaRight" fmla="*/ 207360 w 207000"/>
              <a:gd name="textAreaTop" fmla="*/ 0 h 301320"/>
              <a:gd name="textAreaBottom" fmla="*/ 301680 h 301320"/>
              <a:gd name="GluePoint1X" fmla="*/ 5 w 99"/>
              <a:gd name="GluePoint1Y" fmla="*/ 11 h 144"/>
              <a:gd name="GluePoint2X" fmla="*/ 5 w 99"/>
              <a:gd name="GluePoint2Y" fmla="*/ 0 h 144"/>
              <a:gd name="GluePoint3X" fmla="*/ 0 w 99"/>
              <a:gd name="GluePoint3Y" fmla="*/ 0 h 144"/>
              <a:gd name="GluePoint4X" fmla="*/ 0 w 99"/>
              <a:gd name="GluePoint4Y" fmla="*/ 144 h 144"/>
              <a:gd name="GluePoint5X" fmla="*/ 5 w 99"/>
              <a:gd name="GluePoint5Y" fmla="*/ 144 h 144"/>
              <a:gd name="GluePoint6X" fmla="*/ 5 w 99"/>
              <a:gd name="GluePoint6Y" fmla="*/ 70 h 144"/>
              <a:gd name="GluePoint7X" fmla="*/ 99 w 99"/>
              <a:gd name="GluePoint7Y" fmla="*/ 70 h 144"/>
              <a:gd name="GluePoint8X" fmla="*/ 84 w 99"/>
              <a:gd name="GluePoint8Y" fmla="*/ 41 h 144"/>
              <a:gd name="GluePoint9X" fmla="*/ 99 w 99"/>
              <a:gd name="GluePoint9Y" fmla="*/ 11 h 144"/>
              <a:gd name="GluePoint10X" fmla="*/ 5 w 99"/>
              <a:gd name="GluePoint10Y" fmla="*/ 11 h 144"/>
              <a:gd name="GluePoint11X" fmla="*/ 91 w 99"/>
              <a:gd name="GluePoint11Y" fmla="*/ 65 h 144"/>
              <a:gd name="GluePoint12X" fmla="*/ 5 w 99"/>
              <a:gd name="GluePoint12Y" fmla="*/ 65 h 144"/>
              <a:gd name="GluePoint13X" fmla="*/ 5 w 99"/>
              <a:gd name="GluePoint13Y" fmla="*/ 16 h 144"/>
              <a:gd name="GluePoint14X" fmla="*/ 91 w 99"/>
              <a:gd name="GluePoint14Y" fmla="*/ 16 h 144"/>
              <a:gd name="GluePoint15X" fmla="*/ 79 w 99"/>
              <a:gd name="GluePoint15Y" fmla="*/ 41 h 144"/>
              <a:gd name="GluePoint16X" fmla="*/ 91 w 99"/>
              <a:gd name="GluePoint16Y" fmla="*/ 65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textAreaLeft" t="textAreaTop" r="textAreaRight" b="textAreaBottom"/>
            <a:pathLst>
              <a:path w="99" h="144">
                <a:moveTo>
                  <a:pt x="5" y="11"/>
                </a:moveTo>
                <a:lnTo>
                  <a:pt x="5" y="0"/>
                </a:lnTo>
                <a:lnTo>
                  <a:pt x="0" y="0"/>
                </a:lnTo>
                <a:lnTo>
                  <a:pt x="0" y="144"/>
                </a:lnTo>
                <a:lnTo>
                  <a:pt x="5" y="144"/>
                </a:lnTo>
                <a:lnTo>
                  <a:pt x="5" y="70"/>
                </a:lnTo>
                <a:lnTo>
                  <a:pt x="99" y="70"/>
                </a:lnTo>
                <a:lnTo>
                  <a:pt x="84" y="41"/>
                </a:lnTo>
                <a:lnTo>
                  <a:pt x="99" y="11"/>
                </a:lnTo>
                <a:lnTo>
                  <a:pt x="5" y="11"/>
                </a:lnTo>
                <a:close/>
                <a:moveTo>
                  <a:pt x="91" y="65"/>
                </a:moveTo>
                <a:lnTo>
                  <a:pt x="5" y="65"/>
                </a:lnTo>
                <a:lnTo>
                  <a:pt x="5" y="16"/>
                </a:lnTo>
                <a:lnTo>
                  <a:pt x="91" y="16"/>
                </a:lnTo>
                <a:lnTo>
                  <a:pt x="79" y="41"/>
                </a:lnTo>
                <a:lnTo>
                  <a:pt x="91" y="6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42" name="Freeform 108"/>
          <p:cNvSpPr/>
          <p:nvPr/>
        </p:nvSpPr>
        <p:spPr>
          <a:xfrm>
            <a:off x="6423840" y="2068560"/>
            <a:ext cx="249120" cy="301320"/>
          </a:xfrm>
          <a:custGeom>
            <a:avLst/>
            <a:gdLst>
              <a:gd name="textAreaLeft" fmla="*/ 0 w 249120"/>
              <a:gd name="textAreaRight" fmla="*/ 249480 w 249120"/>
              <a:gd name="textAreaTop" fmla="*/ 0 h 301320"/>
              <a:gd name="textAreaBottom" fmla="*/ 301680 h 301320"/>
              <a:gd name="GluePoint1X" fmla="*/ 61 w 119"/>
              <a:gd name="GluePoint1Y" fmla="*/ 23 h 144"/>
              <a:gd name="GluePoint2X" fmla="*/ 61 w 119"/>
              <a:gd name="GluePoint2Y" fmla="*/ 11 h 144"/>
              <a:gd name="GluePoint3X" fmla="*/ 4 w 119"/>
              <a:gd name="GluePoint3Y" fmla="*/ 11 h 144"/>
              <a:gd name="GluePoint4X" fmla="*/ 4 w 119"/>
              <a:gd name="GluePoint4Y" fmla="*/ 0 h 144"/>
              <a:gd name="GluePoint5X" fmla="*/ 0 w 119"/>
              <a:gd name="GluePoint5Y" fmla="*/ 0 h 144"/>
              <a:gd name="GluePoint6X" fmla="*/ 0 w 119"/>
              <a:gd name="GluePoint6Y" fmla="*/ 11 h 144"/>
              <a:gd name="GluePoint7X" fmla="*/ 0 w 119"/>
              <a:gd name="GluePoint7Y" fmla="*/ 70 h 144"/>
              <a:gd name="GluePoint8X" fmla="*/ 0 w 119"/>
              <a:gd name="GluePoint8Y" fmla="*/ 144 h 144"/>
              <a:gd name="GluePoint9X" fmla="*/ 4 w 119"/>
              <a:gd name="GluePoint9Y" fmla="*/ 144 h 144"/>
              <a:gd name="GluePoint10X" fmla="*/ 4 w 119"/>
              <a:gd name="GluePoint10Y" fmla="*/ 70 h 144"/>
              <a:gd name="GluePoint11X" fmla="*/ 43 w 119"/>
              <a:gd name="GluePoint11Y" fmla="*/ 70 h 144"/>
              <a:gd name="GluePoint12X" fmla="*/ 43 w 119"/>
              <a:gd name="GluePoint12Y" fmla="*/ 81 h 144"/>
              <a:gd name="GluePoint13X" fmla="*/ 119 w 119"/>
              <a:gd name="GluePoint13Y" fmla="*/ 81 h 144"/>
              <a:gd name="GluePoint14X" fmla="*/ 104 w 119"/>
              <a:gd name="GluePoint14Y" fmla="*/ 52 h 144"/>
              <a:gd name="GluePoint15X" fmla="*/ 119 w 119"/>
              <a:gd name="GluePoint15Y" fmla="*/ 23 h 144"/>
              <a:gd name="GluePoint16X" fmla="*/ 61 w 119"/>
              <a:gd name="GluePoint16Y" fmla="*/ 23 h 144"/>
              <a:gd name="GluePoint17X" fmla="*/ 51 w 119"/>
              <a:gd name="GluePoint17Y" fmla="*/ 23 h 144"/>
              <a:gd name="GluePoint18X" fmla="*/ 56 w 119"/>
              <a:gd name="GluePoint18Y" fmla="*/ 19 h 144"/>
              <a:gd name="GluePoint19X" fmla="*/ 56 w 119"/>
              <a:gd name="GluePoint19Y" fmla="*/ 23 h 144"/>
              <a:gd name="GluePoint20X" fmla="*/ 51 w 119"/>
              <a:gd name="GluePoint20Y" fmla="*/ 23 h 144"/>
              <a:gd name="GluePoint21X" fmla="*/ 4 w 119"/>
              <a:gd name="GluePoint21Y" fmla="*/ 65 h 144"/>
              <a:gd name="GluePoint22X" fmla="*/ 4 w 119"/>
              <a:gd name="GluePoint22Y" fmla="*/ 16 h 144"/>
              <a:gd name="GluePoint23X" fmla="*/ 52 w 119"/>
              <a:gd name="GluePoint23Y" fmla="*/ 16 h 144"/>
              <a:gd name="GluePoint24X" fmla="*/ 43 w 119"/>
              <a:gd name="GluePoint24Y" fmla="*/ 24 h 144"/>
              <a:gd name="GluePoint25X" fmla="*/ 43 w 119"/>
              <a:gd name="GluePoint25Y" fmla="*/ 65 h 144"/>
              <a:gd name="GluePoint26X" fmla="*/ 4 w 119"/>
              <a:gd name="GluePoint26Y" fmla="*/ 65 h 144"/>
              <a:gd name="GluePoint27X" fmla="*/ 112 w 119"/>
              <a:gd name="GluePoint27Y" fmla="*/ 77 h 144"/>
              <a:gd name="GluePoint28X" fmla="*/ 47 w 119"/>
              <a:gd name="GluePoint28Y" fmla="*/ 77 h 144"/>
              <a:gd name="GluePoint29X" fmla="*/ 47 w 119"/>
              <a:gd name="GluePoint29Y" fmla="*/ 27 h 144"/>
              <a:gd name="GluePoint30X" fmla="*/ 112 w 119"/>
              <a:gd name="GluePoint30Y" fmla="*/ 27 h 144"/>
              <a:gd name="GluePoint31X" fmla="*/ 99 w 119"/>
              <a:gd name="GluePoint31Y" fmla="*/ 52 h 144"/>
              <a:gd name="GluePoint32X" fmla="*/ 112 w 119"/>
              <a:gd name="GluePoint32Y" fmla="*/ 77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119" h="144">
                <a:moveTo>
                  <a:pt x="61" y="23"/>
                </a:moveTo>
                <a:lnTo>
                  <a:pt x="61" y="11"/>
                </a:lnTo>
                <a:lnTo>
                  <a:pt x="4" y="11"/>
                </a:lnTo>
                <a:lnTo>
                  <a:pt x="4" y="0"/>
                </a:lnTo>
                <a:lnTo>
                  <a:pt x="0" y="0"/>
                </a:lnTo>
                <a:lnTo>
                  <a:pt x="0" y="11"/>
                </a:lnTo>
                <a:lnTo>
                  <a:pt x="0" y="70"/>
                </a:lnTo>
                <a:lnTo>
                  <a:pt x="0" y="144"/>
                </a:lnTo>
                <a:lnTo>
                  <a:pt x="4" y="144"/>
                </a:lnTo>
                <a:lnTo>
                  <a:pt x="4" y="70"/>
                </a:lnTo>
                <a:lnTo>
                  <a:pt x="43" y="70"/>
                </a:lnTo>
                <a:lnTo>
                  <a:pt x="43" y="81"/>
                </a:lnTo>
                <a:lnTo>
                  <a:pt x="119" y="81"/>
                </a:lnTo>
                <a:lnTo>
                  <a:pt x="104" y="52"/>
                </a:lnTo>
                <a:lnTo>
                  <a:pt x="119" y="23"/>
                </a:lnTo>
                <a:lnTo>
                  <a:pt x="61" y="23"/>
                </a:lnTo>
                <a:close/>
                <a:moveTo>
                  <a:pt x="51" y="23"/>
                </a:moveTo>
                <a:lnTo>
                  <a:pt x="56" y="19"/>
                </a:lnTo>
                <a:lnTo>
                  <a:pt x="56" y="23"/>
                </a:lnTo>
                <a:lnTo>
                  <a:pt x="51" y="23"/>
                </a:lnTo>
                <a:close/>
                <a:moveTo>
                  <a:pt x="4" y="65"/>
                </a:moveTo>
                <a:lnTo>
                  <a:pt x="4" y="16"/>
                </a:lnTo>
                <a:lnTo>
                  <a:pt x="52" y="16"/>
                </a:lnTo>
                <a:lnTo>
                  <a:pt x="43" y="24"/>
                </a:lnTo>
                <a:lnTo>
                  <a:pt x="43" y="65"/>
                </a:lnTo>
                <a:lnTo>
                  <a:pt x="4" y="65"/>
                </a:lnTo>
                <a:close/>
                <a:moveTo>
                  <a:pt x="112" y="77"/>
                </a:moveTo>
                <a:lnTo>
                  <a:pt x="47" y="77"/>
                </a:lnTo>
                <a:lnTo>
                  <a:pt x="47" y="27"/>
                </a:lnTo>
                <a:lnTo>
                  <a:pt x="112" y="27"/>
                </a:lnTo>
                <a:lnTo>
                  <a:pt x="99" y="52"/>
                </a:lnTo>
                <a:lnTo>
                  <a:pt x="112" y="77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043" name="Group 677"/>
          <p:cNvGrpSpPr/>
          <p:nvPr/>
        </p:nvGrpSpPr>
        <p:grpSpPr>
          <a:xfrm>
            <a:off x="6790320" y="2068560"/>
            <a:ext cx="301320" cy="301320"/>
            <a:chOff x="6790320" y="2068560"/>
            <a:chExt cx="301320" cy="301320"/>
          </a:xfrm>
        </p:grpSpPr>
        <p:sp>
          <p:nvSpPr>
            <p:cNvPr id="1044" name="Freeform 109"/>
            <p:cNvSpPr/>
            <p:nvPr/>
          </p:nvSpPr>
          <p:spPr>
            <a:xfrm>
              <a:off x="6790320" y="206856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12 w 144"/>
                <a:gd name="GluePoint1Y" fmla="*/ 0 h 144"/>
                <a:gd name="GluePoint2X" fmla="*/ 31 w 144"/>
                <a:gd name="GluePoint2Y" fmla="*/ 0 h 144"/>
                <a:gd name="GluePoint3X" fmla="*/ 0 w 144"/>
                <a:gd name="GluePoint3Y" fmla="*/ 0 h 144"/>
                <a:gd name="GluePoint4X" fmla="*/ 0 w 144"/>
                <a:gd name="GluePoint4Y" fmla="*/ 144 h 144"/>
                <a:gd name="GluePoint5X" fmla="*/ 13 w 144"/>
                <a:gd name="GluePoint5Y" fmla="*/ 144 h 144"/>
                <a:gd name="GluePoint6X" fmla="*/ 130 w 144"/>
                <a:gd name="GluePoint6Y" fmla="*/ 144 h 144"/>
                <a:gd name="GluePoint7X" fmla="*/ 144 w 144"/>
                <a:gd name="GluePoint7Y" fmla="*/ 144 h 144"/>
                <a:gd name="GluePoint8X" fmla="*/ 144 w 144"/>
                <a:gd name="GluePoint8Y" fmla="*/ 28 h 144"/>
                <a:gd name="GluePoint9X" fmla="*/ 115 w 144"/>
                <a:gd name="GluePoint9Y" fmla="*/ 0 h 144"/>
                <a:gd name="GluePoint10X" fmla="*/ 112 w 144"/>
                <a:gd name="GluePoint10Y" fmla="*/ 0 h 144"/>
                <a:gd name="GluePoint11X" fmla="*/ 108 w 144"/>
                <a:gd name="GluePoint11Y" fmla="*/ 4 h 144"/>
                <a:gd name="GluePoint12X" fmla="*/ 108 w 144"/>
                <a:gd name="GluePoint12Y" fmla="*/ 43 h 144"/>
                <a:gd name="GluePoint13X" fmla="*/ 36 w 144"/>
                <a:gd name="GluePoint13Y" fmla="*/ 43 h 144"/>
                <a:gd name="GluePoint14X" fmla="*/ 36 w 144"/>
                <a:gd name="GluePoint14Y" fmla="*/ 4 h 144"/>
                <a:gd name="GluePoint15X" fmla="*/ 108 w 144"/>
                <a:gd name="GluePoint15Y" fmla="*/ 4 h 144"/>
                <a:gd name="GluePoint16X" fmla="*/ 18 w 144"/>
                <a:gd name="GluePoint16Y" fmla="*/ 140 h 144"/>
                <a:gd name="GluePoint17X" fmla="*/ 18 w 144"/>
                <a:gd name="GluePoint17Y" fmla="*/ 72 h 144"/>
                <a:gd name="GluePoint18X" fmla="*/ 126 w 144"/>
                <a:gd name="GluePoint18Y" fmla="*/ 72 h 144"/>
                <a:gd name="GluePoint19X" fmla="*/ 126 w 144"/>
                <a:gd name="GluePoint19Y" fmla="*/ 140 h 144"/>
                <a:gd name="GluePoint20X" fmla="*/ 18 w 144"/>
                <a:gd name="GluePoint20Y" fmla="*/ 140 h 144"/>
                <a:gd name="GluePoint21X" fmla="*/ 139 w 144"/>
                <a:gd name="GluePoint21Y" fmla="*/ 140 h 144"/>
                <a:gd name="GluePoint22X" fmla="*/ 130 w 144"/>
                <a:gd name="GluePoint22Y" fmla="*/ 140 h 144"/>
                <a:gd name="GluePoint23X" fmla="*/ 130 w 144"/>
                <a:gd name="GluePoint23Y" fmla="*/ 68 h 144"/>
                <a:gd name="GluePoint24X" fmla="*/ 13 w 144"/>
                <a:gd name="GluePoint24Y" fmla="*/ 68 h 144"/>
                <a:gd name="GluePoint25X" fmla="*/ 13 w 144"/>
                <a:gd name="GluePoint25Y" fmla="*/ 140 h 144"/>
                <a:gd name="GluePoint26X" fmla="*/ 4 w 144"/>
                <a:gd name="GluePoint26Y" fmla="*/ 140 h 144"/>
                <a:gd name="GluePoint27X" fmla="*/ 4 w 144"/>
                <a:gd name="GluePoint27Y" fmla="*/ 4 h 144"/>
                <a:gd name="GluePoint28X" fmla="*/ 31 w 144"/>
                <a:gd name="GluePoint28Y" fmla="*/ 4 h 144"/>
                <a:gd name="GluePoint29X" fmla="*/ 31 w 144"/>
                <a:gd name="GluePoint29Y" fmla="*/ 47 h 144"/>
                <a:gd name="GluePoint30X" fmla="*/ 112 w 144"/>
                <a:gd name="GluePoint30Y" fmla="*/ 47 h 144"/>
                <a:gd name="GluePoint31X" fmla="*/ 112 w 144"/>
                <a:gd name="GluePoint31Y" fmla="*/ 4 h 144"/>
                <a:gd name="GluePoint32X" fmla="*/ 113 w 144"/>
                <a:gd name="GluePoint32Y" fmla="*/ 4 h 144"/>
                <a:gd name="GluePoint33X" fmla="*/ 139 w 144"/>
                <a:gd name="GluePoint33Y" fmla="*/ 30 h 144"/>
                <a:gd name="GluePoint34X" fmla="*/ 139 w 144"/>
                <a:gd name="GluePoint3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</a:cxnLst>
              <a:rect l="textAreaLeft" t="textAreaTop" r="textAreaRight" b="textAreaBottom"/>
              <a:pathLst>
                <a:path w="144" h="144">
                  <a:moveTo>
                    <a:pt x="112" y="0"/>
                  </a:moveTo>
                  <a:lnTo>
                    <a:pt x="31" y="0"/>
                  </a:lnTo>
                  <a:lnTo>
                    <a:pt x="0" y="0"/>
                  </a:lnTo>
                  <a:lnTo>
                    <a:pt x="0" y="144"/>
                  </a:lnTo>
                  <a:lnTo>
                    <a:pt x="13" y="144"/>
                  </a:lnTo>
                  <a:lnTo>
                    <a:pt x="130" y="144"/>
                  </a:lnTo>
                  <a:lnTo>
                    <a:pt x="144" y="144"/>
                  </a:lnTo>
                  <a:lnTo>
                    <a:pt x="144" y="28"/>
                  </a:lnTo>
                  <a:lnTo>
                    <a:pt x="115" y="0"/>
                  </a:lnTo>
                  <a:lnTo>
                    <a:pt x="112" y="0"/>
                  </a:lnTo>
                  <a:close/>
                  <a:moveTo>
                    <a:pt x="108" y="4"/>
                  </a:moveTo>
                  <a:lnTo>
                    <a:pt x="108" y="43"/>
                  </a:lnTo>
                  <a:lnTo>
                    <a:pt x="36" y="43"/>
                  </a:lnTo>
                  <a:lnTo>
                    <a:pt x="36" y="4"/>
                  </a:lnTo>
                  <a:lnTo>
                    <a:pt x="108" y="4"/>
                  </a:lnTo>
                  <a:close/>
                  <a:moveTo>
                    <a:pt x="18" y="140"/>
                  </a:moveTo>
                  <a:lnTo>
                    <a:pt x="18" y="72"/>
                  </a:lnTo>
                  <a:lnTo>
                    <a:pt x="126" y="72"/>
                  </a:lnTo>
                  <a:lnTo>
                    <a:pt x="126" y="140"/>
                  </a:lnTo>
                  <a:lnTo>
                    <a:pt x="18" y="140"/>
                  </a:lnTo>
                  <a:close/>
                  <a:moveTo>
                    <a:pt x="139" y="140"/>
                  </a:moveTo>
                  <a:lnTo>
                    <a:pt x="130" y="140"/>
                  </a:lnTo>
                  <a:lnTo>
                    <a:pt x="130" y="68"/>
                  </a:lnTo>
                  <a:lnTo>
                    <a:pt x="13" y="68"/>
                  </a:lnTo>
                  <a:lnTo>
                    <a:pt x="13" y="140"/>
                  </a:lnTo>
                  <a:lnTo>
                    <a:pt x="4" y="140"/>
                  </a:lnTo>
                  <a:lnTo>
                    <a:pt x="4" y="4"/>
                  </a:lnTo>
                  <a:lnTo>
                    <a:pt x="31" y="4"/>
                  </a:lnTo>
                  <a:lnTo>
                    <a:pt x="31" y="47"/>
                  </a:lnTo>
                  <a:lnTo>
                    <a:pt x="112" y="47"/>
                  </a:lnTo>
                  <a:lnTo>
                    <a:pt x="112" y="4"/>
                  </a:lnTo>
                  <a:lnTo>
                    <a:pt x="113" y="4"/>
                  </a:lnTo>
                  <a:lnTo>
                    <a:pt x="139" y="30"/>
                  </a:lnTo>
                  <a:lnTo>
                    <a:pt x="139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45" name="Rectangle 110"/>
            <p:cNvSpPr/>
            <p:nvPr/>
          </p:nvSpPr>
          <p:spPr>
            <a:xfrm>
              <a:off x="6855480" y="2248560"/>
              <a:ext cx="1695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46" name="Rectangle 111"/>
            <p:cNvSpPr/>
            <p:nvPr/>
          </p:nvSpPr>
          <p:spPr>
            <a:xfrm>
              <a:off x="6855480" y="2286360"/>
              <a:ext cx="1695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47" name="Rectangle 112"/>
            <p:cNvSpPr/>
            <p:nvPr/>
          </p:nvSpPr>
          <p:spPr>
            <a:xfrm>
              <a:off x="6855480" y="2324160"/>
              <a:ext cx="1695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48" name="Freeform 113"/>
            <p:cNvSpPr/>
            <p:nvPr/>
          </p:nvSpPr>
          <p:spPr>
            <a:xfrm>
              <a:off x="6964560" y="2087280"/>
              <a:ext cx="33120" cy="6048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60480"/>
                <a:gd name="textAreaBottom" fmla="*/ 60840 h 60480"/>
                <a:gd name="GluePoint1X" fmla="*/ 16 w 16"/>
                <a:gd name="GluePoint1Y" fmla="*/ 0 h 29"/>
                <a:gd name="GluePoint2X" fmla="*/ 0 w 16"/>
                <a:gd name="GluePoint2Y" fmla="*/ 0 h 29"/>
                <a:gd name="GluePoint3X" fmla="*/ 0 w 16"/>
                <a:gd name="GluePoint3Y" fmla="*/ 29 h 29"/>
                <a:gd name="GluePoint4X" fmla="*/ 16 w 16"/>
                <a:gd name="GluePoint4Y" fmla="*/ 29 h 29"/>
                <a:gd name="GluePoint5X" fmla="*/ 16 w 16"/>
                <a:gd name="GluePoint5Y" fmla="*/ 0 h 29"/>
                <a:gd name="GluePoint6X" fmla="*/ 11 w 16"/>
                <a:gd name="GluePoint6Y" fmla="*/ 25 h 29"/>
                <a:gd name="GluePoint7X" fmla="*/ 5 w 16"/>
                <a:gd name="GluePoint7Y" fmla="*/ 25 h 29"/>
                <a:gd name="GluePoint8X" fmla="*/ 5 w 16"/>
                <a:gd name="GluePoint8Y" fmla="*/ 5 h 29"/>
                <a:gd name="GluePoint9X" fmla="*/ 11 w 16"/>
                <a:gd name="GluePoint9Y" fmla="*/ 5 h 29"/>
                <a:gd name="GluePoint10X" fmla="*/ 11 w 16"/>
                <a:gd name="GluePoint10Y" fmla="*/ 25 h 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6" h="29">
                  <a:moveTo>
                    <a:pt x="16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16" y="29"/>
                  </a:lnTo>
                  <a:lnTo>
                    <a:pt x="16" y="0"/>
                  </a:lnTo>
                  <a:close/>
                  <a:moveTo>
                    <a:pt x="11" y="25"/>
                  </a:moveTo>
                  <a:lnTo>
                    <a:pt x="5" y="25"/>
                  </a:lnTo>
                  <a:lnTo>
                    <a:pt x="5" y="5"/>
                  </a:lnTo>
                  <a:lnTo>
                    <a:pt x="11" y="5"/>
                  </a:lnTo>
                  <a:lnTo>
                    <a:pt x="11" y="2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0240" bIns="302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049" name="Freeform 114"/>
          <p:cNvSpPr/>
          <p:nvPr/>
        </p:nvSpPr>
        <p:spPr>
          <a:xfrm>
            <a:off x="2083320" y="2502360"/>
            <a:ext cx="301320" cy="217440"/>
          </a:xfrm>
          <a:custGeom>
            <a:avLst/>
            <a:gdLst>
              <a:gd name="textAreaLeft" fmla="*/ 0 w 301320"/>
              <a:gd name="textAreaRight" fmla="*/ 301680 w 301320"/>
              <a:gd name="textAreaTop" fmla="*/ 0 h 217440"/>
              <a:gd name="textAreaBottom" fmla="*/ 217800 h 217440"/>
              <a:gd name="GluePoint1X" fmla="*/ 50 w 144"/>
              <a:gd name="GluePoint1Y" fmla="*/ 0 h 104"/>
              <a:gd name="GluePoint2X" fmla="*/ 0 w 144"/>
              <a:gd name="GluePoint2Y" fmla="*/ 0 h 104"/>
              <a:gd name="GluePoint3X" fmla="*/ 0 w 144"/>
              <a:gd name="GluePoint3Y" fmla="*/ 104 h 104"/>
              <a:gd name="GluePoint4X" fmla="*/ 144 w 144"/>
              <a:gd name="GluePoint4Y" fmla="*/ 104 h 104"/>
              <a:gd name="GluePoint5X" fmla="*/ 144 w 144"/>
              <a:gd name="GluePoint5Y" fmla="*/ 18 h 104"/>
              <a:gd name="GluePoint6X" fmla="*/ 68 w 144"/>
              <a:gd name="GluePoint6Y" fmla="*/ 18 h 104"/>
              <a:gd name="GluePoint7X" fmla="*/ 50 w 144"/>
              <a:gd name="GluePoint7Y" fmla="*/ 0 h 104"/>
              <a:gd name="GluePoint8X" fmla="*/ 139 w 144"/>
              <a:gd name="GluePoint8Y" fmla="*/ 99 h 104"/>
              <a:gd name="GluePoint9X" fmla="*/ 4 w 144"/>
              <a:gd name="GluePoint9Y" fmla="*/ 99 h 104"/>
              <a:gd name="GluePoint10X" fmla="*/ 4 w 144"/>
              <a:gd name="GluePoint10Y" fmla="*/ 5 h 104"/>
              <a:gd name="GluePoint11X" fmla="*/ 49 w 144"/>
              <a:gd name="GluePoint11Y" fmla="*/ 5 h 104"/>
              <a:gd name="GluePoint12X" fmla="*/ 67 w 144"/>
              <a:gd name="GluePoint12Y" fmla="*/ 23 h 104"/>
              <a:gd name="GluePoint13X" fmla="*/ 139 w 144"/>
              <a:gd name="GluePoint13Y" fmla="*/ 23 h 104"/>
              <a:gd name="GluePoint14X" fmla="*/ 139 w 144"/>
              <a:gd name="GluePoint14Y" fmla="*/ 99 h 1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144" h="104">
                <a:moveTo>
                  <a:pt x="50" y="0"/>
                </a:moveTo>
                <a:lnTo>
                  <a:pt x="0" y="0"/>
                </a:lnTo>
                <a:lnTo>
                  <a:pt x="0" y="104"/>
                </a:lnTo>
                <a:lnTo>
                  <a:pt x="144" y="104"/>
                </a:lnTo>
                <a:lnTo>
                  <a:pt x="144" y="18"/>
                </a:lnTo>
                <a:lnTo>
                  <a:pt x="68" y="18"/>
                </a:lnTo>
                <a:lnTo>
                  <a:pt x="50" y="0"/>
                </a:lnTo>
                <a:close/>
                <a:moveTo>
                  <a:pt x="139" y="99"/>
                </a:moveTo>
                <a:lnTo>
                  <a:pt x="4" y="99"/>
                </a:lnTo>
                <a:lnTo>
                  <a:pt x="4" y="5"/>
                </a:lnTo>
                <a:lnTo>
                  <a:pt x="49" y="5"/>
                </a:lnTo>
                <a:lnTo>
                  <a:pt x="67" y="23"/>
                </a:lnTo>
                <a:lnTo>
                  <a:pt x="139" y="23"/>
                </a:lnTo>
                <a:lnTo>
                  <a:pt x="139" y="99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050" name="Group 682"/>
          <p:cNvGrpSpPr/>
          <p:nvPr/>
        </p:nvGrpSpPr>
        <p:grpSpPr>
          <a:xfrm>
            <a:off x="2475360" y="2495880"/>
            <a:ext cx="301320" cy="230400"/>
            <a:chOff x="2475360" y="2495880"/>
            <a:chExt cx="301320" cy="230400"/>
          </a:xfrm>
        </p:grpSpPr>
        <p:sp>
          <p:nvSpPr>
            <p:cNvPr id="1051" name="Freeform 115"/>
            <p:cNvSpPr/>
            <p:nvPr/>
          </p:nvSpPr>
          <p:spPr>
            <a:xfrm>
              <a:off x="2475360" y="2533680"/>
              <a:ext cx="267840" cy="192600"/>
            </a:xfrm>
            <a:custGeom>
              <a:avLst/>
              <a:gdLst>
                <a:gd name="textAreaLeft" fmla="*/ 0 w 267840"/>
                <a:gd name="textAreaRight" fmla="*/ 268200 w 267840"/>
                <a:gd name="textAreaTop" fmla="*/ 0 h 192600"/>
                <a:gd name="textAreaBottom" fmla="*/ 192960 h 192600"/>
                <a:gd name="GluePoint1X" fmla="*/ 128 w 128"/>
                <a:gd name="GluePoint1Y" fmla="*/ 16 h 92"/>
                <a:gd name="GluePoint2X" fmla="*/ 61 w 128"/>
                <a:gd name="GluePoint2Y" fmla="*/ 16 h 92"/>
                <a:gd name="GluePoint3X" fmla="*/ 45 w 128"/>
                <a:gd name="GluePoint3Y" fmla="*/ 0 h 92"/>
                <a:gd name="GluePoint4X" fmla="*/ 0 w 128"/>
                <a:gd name="GluePoint4Y" fmla="*/ 0 h 92"/>
                <a:gd name="GluePoint5X" fmla="*/ 0 w 128"/>
                <a:gd name="GluePoint5Y" fmla="*/ 92 h 92"/>
                <a:gd name="GluePoint6X" fmla="*/ 128 w 128"/>
                <a:gd name="GluePoint6Y" fmla="*/ 92 h 92"/>
                <a:gd name="GluePoint7X" fmla="*/ 128 w 128"/>
                <a:gd name="GluePoint7Y" fmla="*/ 16 h 92"/>
                <a:gd name="GluePoint8X" fmla="*/ 124 w 128"/>
                <a:gd name="GluePoint8Y" fmla="*/ 88 h 92"/>
                <a:gd name="GluePoint9X" fmla="*/ 4 w 128"/>
                <a:gd name="GluePoint9Y" fmla="*/ 88 h 92"/>
                <a:gd name="GluePoint10X" fmla="*/ 4 w 128"/>
                <a:gd name="GluePoint10Y" fmla="*/ 4 h 92"/>
                <a:gd name="GluePoint11X" fmla="*/ 43 w 128"/>
                <a:gd name="GluePoint11Y" fmla="*/ 4 h 92"/>
                <a:gd name="GluePoint12X" fmla="*/ 59 w 128"/>
                <a:gd name="GluePoint12Y" fmla="*/ 20 h 92"/>
                <a:gd name="GluePoint13X" fmla="*/ 124 w 128"/>
                <a:gd name="GluePoint13Y" fmla="*/ 20 h 92"/>
                <a:gd name="GluePoint14X" fmla="*/ 124 w 128"/>
                <a:gd name="GluePoint14Y" fmla="*/ 88 h 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28" h="92">
                  <a:moveTo>
                    <a:pt x="128" y="16"/>
                  </a:moveTo>
                  <a:lnTo>
                    <a:pt x="61" y="16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128" y="92"/>
                  </a:lnTo>
                  <a:lnTo>
                    <a:pt x="128" y="16"/>
                  </a:lnTo>
                  <a:close/>
                  <a:moveTo>
                    <a:pt x="124" y="88"/>
                  </a:moveTo>
                  <a:lnTo>
                    <a:pt x="4" y="88"/>
                  </a:lnTo>
                  <a:lnTo>
                    <a:pt x="4" y="4"/>
                  </a:lnTo>
                  <a:lnTo>
                    <a:pt x="43" y="4"/>
                  </a:lnTo>
                  <a:lnTo>
                    <a:pt x="59" y="20"/>
                  </a:lnTo>
                  <a:lnTo>
                    <a:pt x="124" y="20"/>
                  </a:lnTo>
                  <a:lnTo>
                    <a:pt x="124" y="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52" name="Freeform 116"/>
            <p:cNvSpPr/>
            <p:nvPr/>
          </p:nvSpPr>
          <p:spPr>
            <a:xfrm>
              <a:off x="2506680" y="2495880"/>
              <a:ext cx="270000" cy="1926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192600"/>
                <a:gd name="textAreaBottom" fmla="*/ 192960 h 192600"/>
                <a:gd name="GluePoint1X" fmla="*/ 46 w 129"/>
                <a:gd name="GluePoint1Y" fmla="*/ 0 h 92"/>
                <a:gd name="GluePoint2X" fmla="*/ 0 w 129"/>
                <a:gd name="GluePoint2Y" fmla="*/ 0 h 92"/>
                <a:gd name="GluePoint3X" fmla="*/ 0 w 129"/>
                <a:gd name="GluePoint3Y" fmla="*/ 16 h 92"/>
                <a:gd name="GluePoint4X" fmla="*/ 5 w 129"/>
                <a:gd name="GluePoint4Y" fmla="*/ 16 h 92"/>
                <a:gd name="GluePoint5X" fmla="*/ 5 w 129"/>
                <a:gd name="GluePoint5Y" fmla="*/ 4 h 92"/>
                <a:gd name="GluePoint6X" fmla="*/ 44 w 129"/>
                <a:gd name="GluePoint6Y" fmla="*/ 4 h 92"/>
                <a:gd name="GluePoint7X" fmla="*/ 60 w 129"/>
                <a:gd name="GluePoint7Y" fmla="*/ 20 h 92"/>
                <a:gd name="GluePoint8X" fmla="*/ 124 w 129"/>
                <a:gd name="GluePoint8Y" fmla="*/ 20 h 92"/>
                <a:gd name="GluePoint9X" fmla="*/ 124 w 129"/>
                <a:gd name="GluePoint9Y" fmla="*/ 88 h 92"/>
                <a:gd name="GluePoint10X" fmla="*/ 115 w 129"/>
                <a:gd name="GluePoint10Y" fmla="*/ 88 h 92"/>
                <a:gd name="GluePoint11X" fmla="*/ 115 w 129"/>
                <a:gd name="GluePoint11Y" fmla="*/ 92 h 92"/>
                <a:gd name="GluePoint12X" fmla="*/ 129 w 129"/>
                <a:gd name="GluePoint12Y" fmla="*/ 92 h 92"/>
                <a:gd name="GluePoint13X" fmla="*/ 129 w 129"/>
                <a:gd name="GluePoint13Y" fmla="*/ 16 h 92"/>
                <a:gd name="GluePoint14X" fmla="*/ 62 w 129"/>
                <a:gd name="GluePoint14Y" fmla="*/ 16 h 92"/>
                <a:gd name="GluePoint15X" fmla="*/ 46 w 129"/>
                <a:gd name="GluePoint15Y" fmla="*/ 0 h 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29" h="92">
                  <a:moveTo>
                    <a:pt x="46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5" y="16"/>
                  </a:lnTo>
                  <a:lnTo>
                    <a:pt x="5" y="4"/>
                  </a:lnTo>
                  <a:lnTo>
                    <a:pt x="44" y="4"/>
                  </a:lnTo>
                  <a:lnTo>
                    <a:pt x="60" y="20"/>
                  </a:lnTo>
                  <a:lnTo>
                    <a:pt x="124" y="20"/>
                  </a:lnTo>
                  <a:lnTo>
                    <a:pt x="124" y="88"/>
                  </a:lnTo>
                  <a:lnTo>
                    <a:pt x="115" y="88"/>
                  </a:lnTo>
                  <a:lnTo>
                    <a:pt x="115" y="92"/>
                  </a:lnTo>
                  <a:lnTo>
                    <a:pt x="129" y="92"/>
                  </a:lnTo>
                  <a:lnTo>
                    <a:pt x="129" y="16"/>
                  </a:lnTo>
                  <a:lnTo>
                    <a:pt x="62" y="16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53" name="Group 681"/>
          <p:cNvGrpSpPr/>
          <p:nvPr/>
        </p:nvGrpSpPr>
        <p:grpSpPr>
          <a:xfrm>
            <a:off x="2867400" y="2460240"/>
            <a:ext cx="301320" cy="301320"/>
            <a:chOff x="2867400" y="2460240"/>
            <a:chExt cx="301320" cy="301320"/>
          </a:xfrm>
        </p:grpSpPr>
        <p:sp>
          <p:nvSpPr>
            <p:cNvPr id="1054" name="Freeform 117"/>
            <p:cNvSpPr/>
            <p:nvPr/>
          </p:nvSpPr>
          <p:spPr>
            <a:xfrm>
              <a:off x="2867400" y="246024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34 w 144"/>
                <a:gd name="GluePoint1Y" fmla="*/ 32 h 144"/>
                <a:gd name="GluePoint2X" fmla="*/ 98 w 144"/>
                <a:gd name="GluePoint2Y" fmla="*/ 24 h 144"/>
                <a:gd name="GluePoint3X" fmla="*/ 88 w 144"/>
                <a:gd name="GluePoint3Y" fmla="*/ 0 h 144"/>
                <a:gd name="GluePoint4X" fmla="*/ 56 w 144"/>
                <a:gd name="GluePoint4Y" fmla="*/ 21 h 144"/>
                <a:gd name="GluePoint5X" fmla="*/ 31 w 144"/>
                <a:gd name="GluePoint5Y" fmla="*/ 10 h 144"/>
                <a:gd name="GluePoint6X" fmla="*/ 25 w 144"/>
                <a:gd name="GluePoint6Y" fmla="*/ 46 h 144"/>
                <a:gd name="GluePoint7X" fmla="*/ 0 w 144"/>
                <a:gd name="GluePoint7Y" fmla="*/ 56 h 144"/>
                <a:gd name="GluePoint8X" fmla="*/ 21 w 144"/>
                <a:gd name="GluePoint8Y" fmla="*/ 88 h 144"/>
                <a:gd name="GluePoint9X" fmla="*/ 10 w 144"/>
                <a:gd name="GluePoint9Y" fmla="*/ 113 h 144"/>
                <a:gd name="GluePoint10X" fmla="*/ 46 w 144"/>
                <a:gd name="GluePoint10Y" fmla="*/ 120 h 144"/>
                <a:gd name="GluePoint11X" fmla="*/ 56 w 144"/>
                <a:gd name="GluePoint11Y" fmla="*/ 144 h 144"/>
                <a:gd name="GluePoint12X" fmla="*/ 88 w 144"/>
                <a:gd name="GluePoint12Y" fmla="*/ 123 h 144"/>
                <a:gd name="GluePoint13X" fmla="*/ 112 w 144"/>
                <a:gd name="GluePoint13Y" fmla="*/ 134 h 144"/>
                <a:gd name="GluePoint14X" fmla="*/ 120 w 144"/>
                <a:gd name="GluePoint14Y" fmla="*/ 99 h 144"/>
                <a:gd name="GluePoint15X" fmla="*/ 144 w 144"/>
                <a:gd name="GluePoint15Y" fmla="*/ 88 h 144"/>
                <a:gd name="GluePoint16X" fmla="*/ 123 w 144"/>
                <a:gd name="GluePoint16Y" fmla="*/ 56 h 144"/>
                <a:gd name="GluePoint17X" fmla="*/ 140 w 144"/>
                <a:gd name="GluePoint17Y" fmla="*/ 83 h 144"/>
                <a:gd name="GluePoint18X" fmla="*/ 115 w 144"/>
                <a:gd name="GluePoint18Y" fmla="*/ 100 h 144"/>
                <a:gd name="GluePoint19X" fmla="*/ 112 w 144"/>
                <a:gd name="GluePoint19Y" fmla="*/ 127 h 144"/>
                <a:gd name="GluePoint20X" fmla="*/ 83 w 144"/>
                <a:gd name="GluePoint20Y" fmla="*/ 120 h 144"/>
                <a:gd name="GluePoint21X" fmla="*/ 61 w 144"/>
                <a:gd name="GluePoint21Y" fmla="*/ 140 h 144"/>
                <a:gd name="GluePoint22X" fmla="*/ 44 w 144"/>
                <a:gd name="GluePoint22Y" fmla="*/ 114 h 144"/>
                <a:gd name="GluePoint23X" fmla="*/ 17 w 144"/>
                <a:gd name="GluePoint23Y" fmla="*/ 113 h 144"/>
                <a:gd name="GluePoint24X" fmla="*/ 24 w 144"/>
                <a:gd name="GluePoint24Y" fmla="*/ 83 h 144"/>
                <a:gd name="GluePoint25X" fmla="*/ 4 w 144"/>
                <a:gd name="GluePoint25Y" fmla="*/ 61 h 144"/>
                <a:gd name="GluePoint26X" fmla="*/ 30 w 144"/>
                <a:gd name="GluePoint26Y" fmla="*/ 45 h 144"/>
                <a:gd name="GluePoint27X" fmla="*/ 31 w 144"/>
                <a:gd name="GluePoint27Y" fmla="*/ 17 h 144"/>
                <a:gd name="GluePoint28X" fmla="*/ 61 w 144"/>
                <a:gd name="GluePoint28Y" fmla="*/ 24 h 144"/>
                <a:gd name="GluePoint29X" fmla="*/ 83 w 144"/>
                <a:gd name="GluePoint29Y" fmla="*/ 5 h 144"/>
                <a:gd name="GluePoint30X" fmla="*/ 100 w 144"/>
                <a:gd name="GluePoint30Y" fmla="*/ 30 h 144"/>
                <a:gd name="GluePoint31X" fmla="*/ 128 w 144"/>
                <a:gd name="GluePoint31Y" fmla="*/ 32 h 144"/>
                <a:gd name="GluePoint32X" fmla="*/ 120 w 144"/>
                <a:gd name="GluePoint32Y" fmla="*/ 61 h 144"/>
                <a:gd name="GluePoint33X" fmla="*/ 140 w 144"/>
                <a:gd name="GluePoint33Y" fmla="*/ 83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</a:cxnLst>
              <a:rect l="textAreaLeft" t="textAreaTop" r="textAreaRight" b="textAreaBottom"/>
              <a:pathLst>
                <a:path w="144" h="144">
                  <a:moveTo>
                    <a:pt x="120" y="46"/>
                  </a:moveTo>
                  <a:lnTo>
                    <a:pt x="134" y="32"/>
                  </a:lnTo>
                  <a:lnTo>
                    <a:pt x="112" y="10"/>
                  </a:lnTo>
                  <a:lnTo>
                    <a:pt x="98" y="24"/>
                  </a:lnTo>
                  <a:lnTo>
                    <a:pt x="88" y="21"/>
                  </a:lnTo>
                  <a:lnTo>
                    <a:pt x="88" y="0"/>
                  </a:lnTo>
                  <a:lnTo>
                    <a:pt x="56" y="0"/>
                  </a:lnTo>
                  <a:lnTo>
                    <a:pt x="56" y="21"/>
                  </a:lnTo>
                  <a:lnTo>
                    <a:pt x="46" y="24"/>
                  </a:lnTo>
                  <a:lnTo>
                    <a:pt x="31" y="10"/>
                  </a:lnTo>
                  <a:lnTo>
                    <a:pt x="10" y="32"/>
                  </a:lnTo>
                  <a:lnTo>
                    <a:pt x="25" y="46"/>
                  </a:lnTo>
                  <a:lnTo>
                    <a:pt x="21" y="56"/>
                  </a:lnTo>
                  <a:lnTo>
                    <a:pt x="0" y="56"/>
                  </a:lnTo>
                  <a:lnTo>
                    <a:pt x="0" y="88"/>
                  </a:lnTo>
                  <a:lnTo>
                    <a:pt x="21" y="88"/>
                  </a:lnTo>
                  <a:lnTo>
                    <a:pt x="25" y="99"/>
                  </a:lnTo>
                  <a:lnTo>
                    <a:pt x="10" y="113"/>
                  </a:lnTo>
                  <a:lnTo>
                    <a:pt x="31" y="134"/>
                  </a:lnTo>
                  <a:lnTo>
                    <a:pt x="46" y="120"/>
                  </a:lnTo>
                  <a:lnTo>
                    <a:pt x="56" y="123"/>
                  </a:lnTo>
                  <a:lnTo>
                    <a:pt x="56" y="144"/>
                  </a:lnTo>
                  <a:lnTo>
                    <a:pt x="88" y="144"/>
                  </a:lnTo>
                  <a:lnTo>
                    <a:pt x="88" y="123"/>
                  </a:lnTo>
                  <a:lnTo>
                    <a:pt x="98" y="120"/>
                  </a:lnTo>
                  <a:lnTo>
                    <a:pt x="112" y="134"/>
                  </a:lnTo>
                  <a:lnTo>
                    <a:pt x="134" y="113"/>
                  </a:lnTo>
                  <a:lnTo>
                    <a:pt x="120" y="99"/>
                  </a:lnTo>
                  <a:lnTo>
                    <a:pt x="123" y="88"/>
                  </a:lnTo>
                  <a:lnTo>
                    <a:pt x="144" y="88"/>
                  </a:lnTo>
                  <a:lnTo>
                    <a:pt x="144" y="56"/>
                  </a:lnTo>
                  <a:lnTo>
                    <a:pt x="123" y="56"/>
                  </a:lnTo>
                  <a:lnTo>
                    <a:pt x="120" y="46"/>
                  </a:lnTo>
                  <a:close/>
                  <a:moveTo>
                    <a:pt x="140" y="83"/>
                  </a:moveTo>
                  <a:lnTo>
                    <a:pt x="120" y="83"/>
                  </a:lnTo>
                  <a:lnTo>
                    <a:pt x="115" y="100"/>
                  </a:lnTo>
                  <a:lnTo>
                    <a:pt x="128" y="113"/>
                  </a:lnTo>
                  <a:lnTo>
                    <a:pt x="112" y="127"/>
                  </a:lnTo>
                  <a:lnTo>
                    <a:pt x="100" y="114"/>
                  </a:lnTo>
                  <a:lnTo>
                    <a:pt x="83" y="120"/>
                  </a:lnTo>
                  <a:lnTo>
                    <a:pt x="83" y="140"/>
                  </a:lnTo>
                  <a:lnTo>
                    <a:pt x="61" y="140"/>
                  </a:lnTo>
                  <a:lnTo>
                    <a:pt x="61" y="120"/>
                  </a:lnTo>
                  <a:lnTo>
                    <a:pt x="44" y="114"/>
                  </a:lnTo>
                  <a:lnTo>
                    <a:pt x="31" y="127"/>
                  </a:lnTo>
                  <a:lnTo>
                    <a:pt x="17" y="113"/>
                  </a:lnTo>
                  <a:lnTo>
                    <a:pt x="30" y="100"/>
                  </a:lnTo>
                  <a:lnTo>
                    <a:pt x="24" y="83"/>
                  </a:lnTo>
                  <a:lnTo>
                    <a:pt x="4" y="83"/>
                  </a:lnTo>
                  <a:lnTo>
                    <a:pt x="4" y="61"/>
                  </a:lnTo>
                  <a:lnTo>
                    <a:pt x="24" y="61"/>
                  </a:lnTo>
                  <a:lnTo>
                    <a:pt x="30" y="45"/>
                  </a:lnTo>
                  <a:lnTo>
                    <a:pt x="17" y="32"/>
                  </a:lnTo>
                  <a:lnTo>
                    <a:pt x="31" y="17"/>
                  </a:lnTo>
                  <a:lnTo>
                    <a:pt x="44" y="30"/>
                  </a:lnTo>
                  <a:lnTo>
                    <a:pt x="61" y="24"/>
                  </a:lnTo>
                  <a:lnTo>
                    <a:pt x="61" y="5"/>
                  </a:lnTo>
                  <a:lnTo>
                    <a:pt x="83" y="5"/>
                  </a:lnTo>
                  <a:lnTo>
                    <a:pt x="83" y="24"/>
                  </a:lnTo>
                  <a:lnTo>
                    <a:pt x="100" y="30"/>
                  </a:lnTo>
                  <a:lnTo>
                    <a:pt x="112" y="17"/>
                  </a:lnTo>
                  <a:lnTo>
                    <a:pt x="128" y="32"/>
                  </a:lnTo>
                  <a:lnTo>
                    <a:pt x="115" y="45"/>
                  </a:lnTo>
                  <a:lnTo>
                    <a:pt x="120" y="61"/>
                  </a:lnTo>
                  <a:lnTo>
                    <a:pt x="140" y="61"/>
                  </a:lnTo>
                  <a:lnTo>
                    <a:pt x="140" y="8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55" name="Freeform 118"/>
            <p:cNvSpPr/>
            <p:nvPr/>
          </p:nvSpPr>
          <p:spPr>
            <a:xfrm>
              <a:off x="2984760" y="2577600"/>
              <a:ext cx="66600" cy="6660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66600"/>
                <a:gd name="textAreaBottom" fmla="*/ 66960 h 66600"/>
                <a:gd name="GluePoint1X" fmla="*/ 28 w 56"/>
                <a:gd name="GluePoint1Y" fmla="*/ 0 h 56"/>
                <a:gd name="GluePoint2X" fmla="*/ 0 w 56"/>
                <a:gd name="GluePoint2Y" fmla="*/ 28 h 56"/>
                <a:gd name="GluePoint3X" fmla="*/ 28 w 56"/>
                <a:gd name="GluePoint3Y" fmla="*/ 56 h 56"/>
                <a:gd name="GluePoint4X" fmla="*/ 56 w 56"/>
                <a:gd name="GluePoint4Y" fmla="*/ 28 h 56"/>
                <a:gd name="GluePoint5X" fmla="*/ 28 w 56"/>
                <a:gd name="GluePoint5Y" fmla="*/ 0 h 56"/>
                <a:gd name="GluePoint6X" fmla="*/ 28 w 56"/>
                <a:gd name="GluePoint6Y" fmla="*/ 48 h 56"/>
                <a:gd name="GluePoint7X" fmla="*/ 8 w 56"/>
                <a:gd name="GluePoint7Y" fmla="*/ 28 h 56"/>
                <a:gd name="GluePoint8X" fmla="*/ 28 w 56"/>
                <a:gd name="GluePoint8Y" fmla="*/ 8 h 56"/>
                <a:gd name="GluePoint9X" fmla="*/ 48 w 56"/>
                <a:gd name="GluePoint9Y" fmla="*/ 28 h 56"/>
                <a:gd name="GluePoint10X" fmla="*/ 28 w 56"/>
                <a:gd name="GluePoint10Y" fmla="*/ 4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4" y="56"/>
                    <a:pt x="56" y="43"/>
                    <a:pt x="56" y="28"/>
                  </a:cubicBezTo>
                  <a:cubicBezTo>
                    <a:pt x="56" y="13"/>
                    <a:pt x="44" y="0"/>
                    <a:pt x="28" y="0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480" bIns="33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56" name="Group 680"/>
          <p:cNvGrpSpPr/>
          <p:nvPr/>
        </p:nvGrpSpPr>
        <p:grpSpPr>
          <a:xfrm>
            <a:off x="3307320" y="2458080"/>
            <a:ext cx="207000" cy="305640"/>
            <a:chOff x="3307320" y="2458080"/>
            <a:chExt cx="207000" cy="305640"/>
          </a:xfrm>
        </p:grpSpPr>
        <p:sp>
          <p:nvSpPr>
            <p:cNvPr id="1057" name="Freeform 119"/>
            <p:cNvSpPr/>
            <p:nvPr/>
          </p:nvSpPr>
          <p:spPr>
            <a:xfrm>
              <a:off x="3378600" y="2529360"/>
              <a:ext cx="64440" cy="6660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66600"/>
                <a:gd name="textAreaBottom" fmla="*/ 66960 h 66600"/>
                <a:gd name="GluePoint1X" fmla="*/ 56 w 56"/>
                <a:gd name="GluePoint1Y" fmla="*/ 28 h 56"/>
                <a:gd name="GluePoint2X" fmla="*/ 28 w 56"/>
                <a:gd name="GluePoint2Y" fmla="*/ 0 h 56"/>
                <a:gd name="GluePoint3X" fmla="*/ 0 w 56"/>
                <a:gd name="GluePoint3Y" fmla="*/ 28 h 56"/>
                <a:gd name="GluePoint4X" fmla="*/ 28 w 56"/>
                <a:gd name="GluePoint4Y" fmla="*/ 56 h 56"/>
                <a:gd name="GluePoint5X" fmla="*/ 56 w 56"/>
                <a:gd name="GluePoint5Y" fmla="*/ 28 h 56"/>
                <a:gd name="GluePoint6X" fmla="*/ 8 w 56"/>
                <a:gd name="GluePoint6Y" fmla="*/ 28 h 56"/>
                <a:gd name="GluePoint7X" fmla="*/ 28 w 56"/>
                <a:gd name="GluePoint7Y" fmla="*/ 8 h 56"/>
                <a:gd name="GluePoint8X" fmla="*/ 48 w 56"/>
                <a:gd name="GluePoint8Y" fmla="*/ 28 h 56"/>
                <a:gd name="GluePoint9X" fmla="*/ 28 w 56"/>
                <a:gd name="GluePoint9Y" fmla="*/ 48 h 56"/>
                <a:gd name="GluePoint10X" fmla="*/ 8 w 56"/>
                <a:gd name="GluePoint10Y" fmla="*/ 2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56" y="28"/>
                  </a:move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480" bIns="33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58" name="Freeform 120"/>
            <p:cNvSpPr/>
            <p:nvPr/>
          </p:nvSpPr>
          <p:spPr>
            <a:xfrm>
              <a:off x="3307320" y="2458080"/>
              <a:ext cx="207000" cy="305640"/>
            </a:xfrm>
            <a:custGeom>
              <a:avLst/>
              <a:gdLst>
                <a:gd name="textAreaLeft" fmla="*/ 0 w 207000"/>
                <a:gd name="textAreaRight" fmla="*/ 207360 w 207000"/>
                <a:gd name="textAreaTop" fmla="*/ 0 h 305640"/>
                <a:gd name="textAreaBottom" fmla="*/ 306000 h 305640"/>
                <a:gd name="GluePoint1X" fmla="*/ 87 w 176"/>
                <a:gd name="GluePoint1Y" fmla="*/ 258 h 258"/>
                <a:gd name="GluePoint2X" fmla="*/ 90 w 176"/>
                <a:gd name="GluePoint2Y" fmla="*/ 254 h 258"/>
                <a:gd name="GluePoint3X" fmla="*/ 176 w 176"/>
                <a:gd name="GluePoint3Y" fmla="*/ 91 h 258"/>
                <a:gd name="GluePoint4X" fmla="*/ 88 w 176"/>
                <a:gd name="GluePoint4Y" fmla="*/ 0 h 258"/>
                <a:gd name="GluePoint5X" fmla="*/ 0 w 176"/>
                <a:gd name="GluePoint5Y" fmla="*/ 91 h 258"/>
                <a:gd name="GluePoint6X" fmla="*/ 84 w 176"/>
                <a:gd name="GluePoint6Y" fmla="*/ 254 h 258"/>
                <a:gd name="GluePoint7X" fmla="*/ 87 w 176"/>
                <a:gd name="GluePoint7Y" fmla="*/ 258 h 258"/>
                <a:gd name="GluePoint8X" fmla="*/ 88 w 176"/>
                <a:gd name="GluePoint8Y" fmla="*/ 8 h 258"/>
                <a:gd name="GluePoint9X" fmla="*/ 168 w 176"/>
                <a:gd name="GluePoint9Y" fmla="*/ 91 h 258"/>
                <a:gd name="GluePoint10X" fmla="*/ 87 w 176"/>
                <a:gd name="GluePoint10Y" fmla="*/ 246 h 258"/>
                <a:gd name="GluePoint11X" fmla="*/ 8 w 176"/>
                <a:gd name="GluePoint11Y" fmla="*/ 91 h 258"/>
                <a:gd name="GluePoint12X" fmla="*/ 88 w 176"/>
                <a:gd name="GluePoint12Y" fmla="*/ 8 h 2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76" h="258">
                  <a:moveTo>
                    <a:pt x="87" y="258"/>
                  </a:moveTo>
                  <a:cubicBezTo>
                    <a:pt x="90" y="254"/>
                    <a:pt x="90" y="254"/>
                    <a:pt x="90" y="254"/>
                  </a:cubicBezTo>
                  <a:cubicBezTo>
                    <a:pt x="94" y="250"/>
                    <a:pt x="176" y="154"/>
                    <a:pt x="176" y="91"/>
                  </a:cubicBezTo>
                  <a:cubicBezTo>
                    <a:pt x="175" y="41"/>
                    <a:pt x="136" y="0"/>
                    <a:pt x="88" y="0"/>
                  </a:cubicBezTo>
                  <a:cubicBezTo>
                    <a:pt x="39" y="0"/>
                    <a:pt x="0" y="41"/>
                    <a:pt x="0" y="91"/>
                  </a:cubicBezTo>
                  <a:cubicBezTo>
                    <a:pt x="0" y="154"/>
                    <a:pt x="81" y="250"/>
                    <a:pt x="84" y="254"/>
                  </a:cubicBezTo>
                  <a:lnTo>
                    <a:pt x="87" y="258"/>
                  </a:lnTo>
                  <a:close/>
                  <a:moveTo>
                    <a:pt x="88" y="8"/>
                  </a:moveTo>
                  <a:cubicBezTo>
                    <a:pt x="131" y="8"/>
                    <a:pt x="167" y="45"/>
                    <a:pt x="168" y="91"/>
                  </a:cubicBezTo>
                  <a:cubicBezTo>
                    <a:pt x="168" y="144"/>
                    <a:pt x="102" y="227"/>
                    <a:pt x="87" y="246"/>
                  </a:cubicBezTo>
                  <a:cubicBezTo>
                    <a:pt x="72" y="227"/>
                    <a:pt x="8" y="144"/>
                    <a:pt x="8" y="91"/>
                  </a:cubicBezTo>
                  <a:cubicBezTo>
                    <a:pt x="8" y="45"/>
                    <a:pt x="43" y="8"/>
                    <a:pt x="8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59" name="Group 679"/>
          <p:cNvGrpSpPr/>
          <p:nvPr/>
        </p:nvGrpSpPr>
        <p:grpSpPr>
          <a:xfrm>
            <a:off x="3648960" y="2489760"/>
            <a:ext cx="307800" cy="244800"/>
            <a:chOff x="3648960" y="2489760"/>
            <a:chExt cx="307800" cy="244800"/>
          </a:xfrm>
        </p:grpSpPr>
        <p:sp>
          <p:nvSpPr>
            <p:cNvPr id="1060" name="Freeform 121"/>
            <p:cNvSpPr/>
            <p:nvPr/>
          </p:nvSpPr>
          <p:spPr>
            <a:xfrm>
              <a:off x="3778920" y="2527200"/>
              <a:ext cx="47880" cy="4572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45720"/>
                <a:gd name="textAreaBottom" fmla="*/ 46080 h 45720"/>
                <a:gd name="GluePoint1X" fmla="*/ 40 w 40"/>
                <a:gd name="GluePoint1Y" fmla="*/ 20 h 40"/>
                <a:gd name="GluePoint2X" fmla="*/ 20 w 40"/>
                <a:gd name="GluePoint2Y" fmla="*/ 0 h 40"/>
                <a:gd name="GluePoint3X" fmla="*/ 0 w 40"/>
                <a:gd name="GluePoint3Y" fmla="*/ 20 h 40"/>
                <a:gd name="GluePoint4X" fmla="*/ 20 w 40"/>
                <a:gd name="GluePoint4Y" fmla="*/ 40 h 40"/>
                <a:gd name="GluePoint5X" fmla="*/ 40 w 40"/>
                <a:gd name="GluePoint5Y" fmla="*/ 20 h 40"/>
                <a:gd name="GluePoint6X" fmla="*/ 8 w 40"/>
                <a:gd name="GluePoint6Y" fmla="*/ 20 h 40"/>
                <a:gd name="GluePoint7X" fmla="*/ 20 w 40"/>
                <a:gd name="GluePoint7Y" fmla="*/ 8 h 40"/>
                <a:gd name="GluePoint8X" fmla="*/ 32 w 40"/>
                <a:gd name="GluePoint8Y" fmla="*/ 20 h 40"/>
                <a:gd name="GluePoint9X" fmla="*/ 20 w 40"/>
                <a:gd name="GluePoint9Y" fmla="*/ 32 h 40"/>
                <a:gd name="GluePoint10X" fmla="*/ 8 w 40"/>
                <a:gd name="GluePoint10Y" fmla="*/ 2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0" h="40">
                  <a:moveTo>
                    <a:pt x="40" y="20"/>
                  </a:move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lose/>
                  <a:moveTo>
                    <a:pt x="8" y="20"/>
                  </a:moveTo>
                  <a:cubicBezTo>
                    <a:pt x="8" y="13"/>
                    <a:pt x="13" y="8"/>
                    <a:pt x="20" y="8"/>
                  </a:cubicBezTo>
                  <a:cubicBezTo>
                    <a:pt x="26" y="8"/>
                    <a:pt x="32" y="13"/>
                    <a:pt x="32" y="20"/>
                  </a:cubicBezTo>
                  <a:cubicBezTo>
                    <a:pt x="32" y="27"/>
                    <a:pt x="26" y="32"/>
                    <a:pt x="20" y="32"/>
                  </a:cubicBezTo>
                  <a:cubicBezTo>
                    <a:pt x="13" y="32"/>
                    <a:pt x="8" y="27"/>
                    <a:pt x="8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61" name="Freeform 122"/>
            <p:cNvSpPr/>
            <p:nvPr/>
          </p:nvSpPr>
          <p:spPr>
            <a:xfrm>
              <a:off x="3737160" y="2489760"/>
              <a:ext cx="131760" cy="19872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98720"/>
                <a:gd name="textAreaBottom" fmla="*/ 199080 h 198720"/>
                <a:gd name="GluePoint1X" fmla="*/ 56 w 112"/>
                <a:gd name="GluePoint1Y" fmla="*/ 170 h 170"/>
                <a:gd name="GluePoint2X" fmla="*/ 59 w 112"/>
                <a:gd name="GluePoint2Y" fmla="*/ 166 h 170"/>
                <a:gd name="GluePoint3X" fmla="*/ 112 w 112"/>
                <a:gd name="GluePoint3Y" fmla="*/ 60 h 170"/>
                <a:gd name="GluePoint4X" fmla="*/ 56 w 112"/>
                <a:gd name="GluePoint4Y" fmla="*/ 0 h 170"/>
                <a:gd name="GluePoint5X" fmla="*/ 0 w 112"/>
                <a:gd name="GluePoint5Y" fmla="*/ 60 h 170"/>
                <a:gd name="GluePoint6X" fmla="*/ 53 w 112"/>
                <a:gd name="GluePoint6Y" fmla="*/ 166 h 170"/>
                <a:gd name="GluePoint7X" fmla="*/ 56 w 112"/>
                <a:gd name="GluePoint7Y" fmla="*/ 170 h 170"/>
                <a:gd name="GluePoint8X" fmla="*/ 56 w 112"/>
                <a:gd name="GluePoint8Y" fmla="*/ 8 h 170"/>
                <a:gd name="GluePoint9X" fmla="*/ 104 w 112"/>
                <a:gd name="GluePoint9Y" fmla="*/ 60 h 170"/>
                <a:gd name="GluePoint10X" fmla="*/ 56 w 112"/>
                <a:gd name="GluePoint10Y" fmla="*/ 157 h 170"/>
                <a:gd name="GluePoint11X" fmla="*/ 8 w 112"/>
                <a:gd name="GluePoint11Y" fmla="*/ 60 h 170"/>
                <a:gd name="GluePoint12X" fmla="*/ 56 w 112"/>
                <a:gd name="GluePoint12Y" fmla="*/ 8 h 1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12" h="170">
                  <a:moveTo>
                    <a:pt x="56" y="170"/>
                  </a:moveTo>
                  <a:cubicBezTo>
                    <a:pt x="59" y="166"/>
                    <a:pt x="59" y="166"/>
                    <a:pt x="59" y="166"/>
                  </a:cubicBezTo>
                  <a:cubicBezTo>
                    <a:pt x="61" y="164"/>
                    <a:pt x="112" y="101"/>
                    <a:pt x="112" y="60"/>
                  </a:cubicBezTo>
                  <a:cubicBezTo>
                    <a:pt x="112" y="27"/>
                    <a:pt x="86" y="0"/>
                    <a:pt x="56" y="0"/>
                  </a:cubicBezTo>
                  <a:cubicBezTo>
                    <a:pt x="25" y="0"/>
                    <a:pt x="0" y="27"/>
                    <a:pt x="0" y="60"/>
                  </a:cubicBezTo>
                  <a:cubicBezTo>
                    <a:pt x="0" y="101"/>
                    <a:pt x="50" y="164"/>
                    <a:pt x="53" y="166"/>
                  </a:cubicBezTo>
                  <a:lnTo>
                    <a:pt x="56" y="170"/>
                  </a:lnTo>
                  <a:close/>
                  <a:moveTo>
                    <a:pt x="56" y="8"/>
                  </a:moveTo>
                  <a:cubicBezTo>
                    <a:pt x="82" y="8"/>
                    <a:pt x="104" y="31"/>
                    <a:pt x="104" y="60"/>
                  </a:cubicBezTo>
                  <a:cubicBezTo>
                    <a:pt x="104" y="93"/>
                    <a:pt x="67" y="143"/>
                    <a:pt x="56" y="157"/>
                  </a:cubicBezTo>
                  <a:cubicBezTo>
                    <a:pt x="45" y="143"/>
                    <a:pt x="8" y="93"/>
                    <a:pt x="8" y="60"/>
                  </a:cubicBezTo>
                  <a:cubicBezTo>
                    <a:pt x="8" y="31"/>
                    <a:pt x="29" y="8"/>
                    <a:pt x="5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62" name="Freeform 123"/>
            <p:cNvSpPr/>
            <p:nvPr/>
          </p:nvSpPr>
          <p:spPr>
            <a:xfrm>
              <a:off x="3648960" y="2630160"/>
              <a:ext cx="307800" cy="10440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104400"/>
                <a:gd name="textAreaBottom" fmla="*/ 104760 h 104400"/>
                <a:gd name="GluePoint1X" fmla="*/ 98 w 147"/>
                <a:gd name="GluePoint1Y" fmla="*/ 0 h 50"/>
                <a:gd name="GluePoint2X" fmla="*/ 98 w 147"/>
                <a:gd name="GluePoint2Y" fmla="*/ 5 h 50"/>
                <a:gd name="GluePoint3X" fmla="*/ 117 w 147"/>
                <a:gd name="GluePoint3Y" fmla="*/ 5 h 50"/>
                <a:gd name="GluePoint4X" fmla="*/ 140 w 147"/>
                <a:gd name="GluePoint4Y" fmla="*/ 45 h 50"/>
                <a:gd name="GluePoint5X" fmla="*/ 7 w 147"/>
                <a:gd name="GluePoint5Y" fmla="*/ 45 h 50"/>
                <a:gd name="GluePoint6X" fmla="*/ 30 w 147"/>
                <a:gd name="GluePoint6Y" fmla="*/ 5 h 50"/>
                <a:gd name="GluePoint7X" fmla="*/ 49 w 147"/>
                <a:gd name="GluePoint7Y" fmla="*/ 5 h 50"/>
                <a:gd name="GluePoint8X" fmla="*/ 49 w 147"/>
                <a:gd name="GluePoint8Y" fmla="*/ 0 h 50"/>
                <a:gd name="GluePoint9X" fmla="*/ 27 w 147"/>
                <a:gd name="GluePoint9Y" fmla="*/ 0 h 50"/>
                <a:gd name="GluePoint10X" fmla="*/ 0 w 147"/>
                <a:gd name="GluePoint10Y" fmla="*/ 50 h 50"/>
                <a:gd name="GluePoint11X" fmla="*/ 147 w 147"/>
                <a:gd name="GluePoint11Y" fmla="*/ 50 h 50"/>
                <a:gd name="GluePoint12X" fmla="*/ 120 w 147"/>
                <a:gd name="GluePoint12Y" fmla="*/ 0 h 50"/>
                <a:gd name="GluePoint13X" fmla="*/ 98 w 147"/>
                <a:gd name="GluePoint13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47" h="50">
                  <a:moveTo>
                    <a:pt x="98" y="0"/>
                  </a:moveTo>
                  <a:lnTo>
                    <a:pt x="98" y="5"/>
                  </a:lnTo>
                  <a:lnTo>
                    <a:pt x="117" y="5"/>
                  </a:lnTo>
                  <a:lnTo>
                    <a:pt x="140" y="45"/>
                  </a:lnTo>
                  <a:lnTo>
                    <a:pt x="7" y="45"/>
                  </a:lnTo>
                  <a:lnTo>
                    <a:pt x="30" y="5"/>
                  </a:lnTo>
                  <a:lnTo>
                    <a:pt x="49" y="5"/>
                  </a:lnTo>
                  <a:lnTo>
                    <a:pt x="49" y="0"/>
                  </a:lnTo>
                  <a:lnTo>
                    <a:pt x="27" y="0"/>
                  </a:lnTo>
                  <a:lnTo>
                    <a:pt x="0" y="50"/>
                  </a:lnTo>
                  <a:lnTo>
                    <a:pt x="147" y="50"/>
                  </a:lnTo>
                  <a:lnTo>
                    <a:pt x="120" y="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63" name="Group 678"/>
          <p:cNvGrpSpPr/>
          <p:nvPr/>
        </p:nvGrpSpPr>
        <p:grpSpPr>
          <a:xfrm>
            <a:off x="4078440" y="2460240"/>
            <a:ext cx="232200" cy="301320"/>
            <a:chOff x="4078440" y="2460240"/>
            <a:chExt cx="232200" cy="301320"/>
          </a:xfrm>
        </p:grpSpPr>
        <p:sp>
          <p:nvSpPr>
            <p:cNvPr id="1064" name="Freeform 124"/>
            <p:cNvSpPr/>
            <p:nvPr/>
          </p:nvSpPr>
          <p:spPr>
            <a:xfrm>
              <a:off x="4114080" y="2460240"/>
              <a:ext cx="196560" cy="301320"/>
            </a:xfrm>
            <a:custGeom>
              <a:avLst/>
              <a:gdLst>
                <a:gd name="textAreaLeft" fmla="*/ 0 w 196560"/>
                <a:gd name="textAreaRight" fmla="*/ 196920 w 196560"/>
                <a:gd name="textAreaTop" fmla="*/ 0 h 301320"/>
                <a:gd name="textAreaBottom" fmla="*/ 301680 h 301320"/>
                <a:gd name="GluePoint1X" fmla="*/ 159 w 167"/>
                <a:gd name="GluePoint1Y" fmla="*/ 112 h 256"/>
                <a:gd name="GluePoint2X" fmla="*/ 55 w 167"/>
                <a:gd name="GluePoint2Y" fmla="*/ 216 h 256"/>
                <a:gd name="GluePoint3X" fmla="*/ 6 w 167"/>
                <a:gd name="GluePoint3Y" fmla="*/ 202 h 256"/>
                <a:gd name="GluePoint4X" fmla="*/ 0 w 167"/>
                <a:gd name="GluePoint4Y" fmla="*/ 206 h 256"/>
                <a:gd name="GluePoint5X" fmla="*/ 51 w 167"/>
                <a:gd name="GluePoint5Y" fmla="*/ 224 h 256"/>
                <a:gd name="GluePoint6X" fmla="*/ 51 w 167"/>
                <a:gd name="GluePoint6Y" fmla="*/ 248 h 256"/>
                <a:gd name="GluePoint7X" fmla="*/ 15 w 167"/>
                <a:gd name="GluePoint7Y" fmla="*/ 248 h 256"/>
                <a:gd name="GluePoint8X" fmla="*/ 15 w 167"/>
                <a:gd name="GluePoint8Y" fmla="*/ 256 h 256"/>
                <a:gd name="GluePoint9X" fmla="*/ 51 w 167"/>
                <a:gd name="GluePoint9Y" fmla="*/ 256 h 256"/>
                <a:gd name="GluePoint10X" fmla="*/ 59 w 167"/>
                <a:gd name="GluePoint10Y" fmla="*/ 256 h 256"/>
                <a:gd name="GluePoint11X" fmla="*/ 95 w 167"/>
                <a:gd name="GluePoint11Y" fmla="*/ 256 h 256"/>
                <a:gd name="GluePoint12X" fmla="*/ 95 w 167"/>
                <a:gd name="GluePoint12Y" fmla="*/ 248 h 256"/>
                <a:gd name="GluePoint13X" fmla="*/ 59 w 167"/>
                <a:gd name="GluePoint13Y" fmla="*/ 248 h 256"/>
                <a:gd name="GluePoint14X" fmla="*/ 59 w 167"/>
                <a:gd name="GluePoint14Y" fmla="*/ 224 h 256"/>
                <a:gd name="GluePoint15X" fmla="*/ 167 w 167"/>
                <a:gd name="GluePoint15Y" fmla="*/ 112 h 256"/>
                <a:gd name="GluePoint16X" fmla="*/ 55 w 167"/>
                <a:gd name="GluePoint16Y" fmla="*/ 0 h 256"/>
                <a:gd name="GluePoint17X" fmla="*/ 55 w 167"/>
                <a:gd name="GluePoint17Y" fmla="*/ 8 h 256"/>
                <a:gd name="GluePoint18X" fmla="*/ 159 w 167"/>
                <a:gd name="GluePoint18Y" fmla="*/ 11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167" h="256">
                  <a:moveTo>
                    <a:pt x="159" y="112"/>
                  </a:moveTo>
                  <a:cubicBezTo>
                    <a:pt x="159" y="167"/>
                    <a:pt x="110" y="216"/>
                    <a:pt x="55" y="216"/>
                  </a:cubicBezTo>
                  <a:cubicBezTo>
                    <a:pt x="18" y="216"/>
                    <a:pt x="6" y="202"/>
                    <a:pt x="6" y="202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07"/>
                    <a:pt x="13" y="223"/>
                    <a:pt x="51" y="224"/>
                  </a:cubicBezTo>
                  <a:cubicBezTo>
                    <a:pt x="51" y="248"/>
                    <a:pt x="51" y="248"/>
                    <a:pt x="51" y="248"/>
                  </a:cubicBezTo>
                  <a:cubicBezTo>
                    <a:pt x="15" y="248"/>
                    <a:pt x="15" y="248"/>
                    <a:pt x="15" y="248"/>
                  </a:cubicBezTo>
                  <a:cubicBezTo>
                    <a:pt x="15" y="256"/>
                    <a:pt x="15" y="256"/>
                    <a:pt x="15" y="256"/>
                  </a:cubicBezTo>
                  <a:cubicBezTo>
                    <a:pt x="51" y="256"/>
                    <a:pt x="51" y="256"/>
                    <a:pt x="51" y="256"/>
                  </a:cubicBezTo>
                  <a:cubicBezTo>
                    <a:pt x="59" y="256"/>
                    <a:pt x="59" y="256"/>
                    <a:pt x="59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5" y="248"/>
                    <a:pt x="95" y="248"/>
                    <a:pt x="95" y="248"/>
                  </a:cubicBezTo>
                  <a:cubicBezTo>
                    <a:pt x="59" y="248"/>
                    <a:pt x="59" y="248"/>
                    <a:pt x="59" y="248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117" y="222"/>
                    <a:pt x="167" y="170"/>
                    <a:pt x="167" y="112"/>
                  </a:cubicBezTo>
                  <a:cubicBezTo>
                    <a:pt x="167" y="52"/>
                    <a:pt x="114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10" y="8"/>
                    <a:pt x="159" y="57"/>
                    <a:pt x="159" y="11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65" name="Freeform 125"/>
            <p:cNvSpPr/>
            <p:nvPr/>
          </p:nvSpPr>
          <p:spPr>
            <a:xfrm>
              <a:off x="4078440" y="2493720"/>
              <a:ext cx="198720" cy="19656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6560"/>
                <a:gd name="textAreaBottom" fmla="*/ 196920 h 196560"/>
                <a:gd name="GluePoint1X" fmla="*/ 84 w 168"/>
                <a:gd name="GluePoint1Y" fmla="*/ 168 h 168"/>
                <a:gd name="GluePoint2X" fmla="*/ 168 w 168"/>
                <a:gd name="GluePoint2Y" fmla="*/ 84 h 168"/>
                <a:gd name="GluePoint3X" fmla="*/ 84 w 168"/>
                <a:gd name="GluePoint3Y" fmla="*/ 0 h 168"/>
                <a:gd name="GluePoint4X" fmla="*/ 0 w 168"/>
                <a:gd name="GluePoint4Y" fmla="*/ 84 h 168"/>
                <a:gd name="GluePoint5X" fmla="*/ 84 w 168"/>
                <a:gd name="GluePoint5Y" fmla="*/ 168 h 168"/>
                <a:gd name="GluePoint6X" fmla="*/ 84 w 168"/>
                <a:gd name="GluePoint6Y" fmla="*/ 8 h 168"/>
                <a:gd name="GluePoint7X" fmla="*/ 160 w 168"/>
                <a:gd name="GluePoint7Y" fmla="*/ 84 h 168"/>
                <a:gd name="GluePoint8X" fmla="*/ 84 w 168"/>
                <a:gd name="GluePoint8Y" fmla="*/ 160 h 168"/>
                <a:gd name="GluePoint9X" fmla="*/ 8 w 168"/>
                <a:gd name="GluePoint9Y" fmla="*/ 84 h 168"/>
                <a:gd name="GluePoint10X" fmla="*/ 84 w 168"/>
                <a:gd name="GluePoint10Y" fmla="*/ 8 h 1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68" h="168">
                  <a:moveTo>
                    <a:pt x="84" y="168"/>
                  </a:moveTo>
                  <a:cubicBezTo>
                    <a:pt x="130" y="168"/>
                    <a:pt x="168" y="130"/>
                    <a:pt x="168" y="84"/>
                  </a:cubicBezTo>
                  <a:cubicBezTo>
                    <a:pt x="168" y="38"/>
                    <a:pt x="130" y="0"/>
                    <a:pt x="84" y="0"/>
                  </a:cubicBezTo>
                  <a:cubicBezTo>
                    <a:pt x="38" y="0"/>
                    <a:pt x="0" y="38"/>
                    <a:pt x="0" y="84"/>
                  </a:cubicBezTo>
                  <a:cubicBezTo>
                    <a:pt x="0" y="130"/>
                    <a:pt x="38" y="168"/>
                    <a:pt x="84" y="168"/>
                  </a:cubicBezTo>
                  <a:close/>
                  <a:moveTo>
                    <a:pt x="84" y="8"/>
                  </a:moveTo>
                  <a:cubicBezTo>
                    <a:pt x="126" y="8"/>
                    <a:pt x="160" y="42"/>
                    <a:pt x="160" y="84"/>
                  </a:cubicBezTo>
                  <a:cubicBezTo>
                    <a:pt x="160" y="126"/>
                    <a:pt x="126" y="160"/>
                    <a:pt x="84" y="160"/>
                  </a:cubicBezTo>
                  <a:cubicBezTo>
                    <a:pt x="42" y="160"/>
                    <a:pt x="8" y="126"/>
                    <a:pt x="8" y="84"/>
                  </a:cubicBezTo>
                  <a:cubicBezTo>
                    <a:pt x="8" y="42"/>
                    <a:pt x="42" y="8"/>
                    <a:pt x="8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066" name="Freeform 126"/>
          <p:cNvSpPr/>
          <p:nvPr/>
        </p:nvSpPr>
        <p:spPr>
          <a:xfrm>
            <a:off x="4437000" y="2460240"/>
            <a:ext cx="301320" cy="301320"/>
          </a:xfrm>
          <a:custGeom>
            <a:avLst/>
            <a:gdLst>
              <a:gd name="textAreaLeft" fmla="*/ 0 w 301320"/>
              <a:gd name="textAreaRight" fmla="*/ 301680 w 301320"/>
              <a:gd name="textAreaTop" fmla="*/ 0 h 301320"/>
              <a:gd name="textAreaBottom" fmla="*/ 301680 h 301320"/>
              <a:gd name="GluePoint1X" fmla="*/ 132 w 256"/>
              <a:gd name="GluePoint1Y" fmla="*/ 28 h 256"/>
              <a:gd name="GluePoint2X" fmla="*/ 132 w 256"/>
              <a:gd name="GluePoint2Y" fmla="*/ 0 h 256"/>
              <a:gd name="GluePoint3X" fmla="*/ 124 w 256"/>
              <a:gd name="GluePoint3Y" fmla="*/ 0 h 256"/>
              <a:gd name="GluePoint4X" fmla="*/ 124 w 256"/>
              <a:gd name="GluePoint4Y" fmla="*/ 28 h 256"/>
              <a:gd name="GluePoint5X" fmla="*/ 28 w 256"/>
              <a:gd name="GluePoint5Y" fmla="*/ 124 h 256"/>
              <a:gd name="GluePoint6X" fmla="*/ 0 w 256"/>
              <a:gd name="GluePoint6Y" fmla="*/ 124 h 256"/>
              <a:gd name="GluePoint7X" fmla="*/ 0 w 256"/>
              <a:gd name="GluePoint7Y" fmla="*/ 132 h 256"/>
              <a:gd name="GluePoint8X" fmla="*/ 28 w 256"/>
              <a:gd name="GluePoint8Y" fmla="*/ 132 h 256"/>
              <a:gd name="GluePoint9X" fmla="*/ 124 w 256"/>
              <a:gd name="GluePoint9Y" fmla="*/ 228 h 256"/>
              <a:gd name="GluePoint10X" fmla="*/ 124 w 256"/>
              <a:gd name="GluePoint10Y" fmla="*/ 256 h 256"/>
              <a:gd name="GluePoint11X" fmla="*/ 132 w 256"/>
              <a:gd name="GluePoint11Y" fmla="*/ 256 h 256"/>
              <a:gd name="GluePoint12X" fmla="*/ 132 w 256"/>
              <a:gd name="GluePoint12Y" fmla="*/ 228 h 256"/>
              <a:gd name="GluePoint13X" fmla="*/ 228 w 256"/>
              <a:gd name="GluePoint13Y" fmla="*/ 132 h 256"/>
              <a:gd name="GluePoint14X" fmla="*/ 256 w 256"/>
              <a:gd name="GluePoint14Y" fmla="*/ 132 h 256"/>
              <a:gd name="GluePoint15X" fmla="*/ 256 w 256"/>
              <a:gd name="GluePoint15Y" fmla="*/ 124 h 256"/>
              <a:gd name="GluePoint16X" fmla="*/ 228 w 256"/>
              <a:gd name="GluePoint16Y" fmla="*/ 124 h 256"/>
              <a:gd name="GluePoint17X" fmla="*/ 132 w 256"/>
              <a:gd name="GluePoint17Y" fmla="*/ 28 h 256"/>
              <a:gd name="GluePoint18X" fmla="*/ 132 w 256"/>
              <a:gd name="GluePoint18Y" fmla="*/ 220 h 256"/>
              <a:gd name="GluePoint19X" fmla="*/ 132 w 256"/>
              <a:gd name="GluePoint19Y" fmla="*/ 192 h 256"/>
              <a:gd name="GluePoint20X" fmla="*/ 124 w 256"/>
              <a:gd name="GluePoint20Y" fmla="*/ 192 h 256"/>
              <a:gd name="GluePoint21X" fmla="*/ 124 w 256"/>
              <a:gd name="GluePoint21Y" fmla="*/ 220 h 256"/>
              <a:gd name="GluePoint22X" fmla="*/ 36 w 256"/>
              <a:gd name="GluePoint22Y" fmla="*/ 132 h 256"/>
              <a:gd name="GluePoint23X" fmla="*/ 64 w 256"/>
              <a:gd name="GluePoint23Y" fmla="*/ 132 h 256"/>
              <a:gd name="GluePoint24X" fmla="*/ 64 w 256"/>
              <a:gd name="GluePoint24Y" fmla="*/ 124 h 256"/>
              <a:gd name="GluePoint25X" fmla="*/ 36 w 256"/>
              <a:gd name="GluePoint25Y" fmla="*/ 124 h 256"/>
              <a:gd name="GluePoint26X" fmla="*/ 124 w 256"/>
              <a:gd name="GluePoint26Y" fmla="*/ 36 h 256"/>
              <a:gd name="GluePoint27X" fmla="*/ 124 w 256"/>
              <a:gd name="GluePoint27Y" fmla="*/ 64 h 256"/>
              <a:gd name="GluePoint28X" fmla="*/ 132 w 256"/>
              <a:gd name="GluePoint28Y" fmla="*/ 64 h 256"/>
              <a:gd name="GluePoint29X" fmla="*/ 132 w 256"/>
              <a:gd name="GluePoint29Y" fmla="*/ 36 h 256"/>
              <a:gd name="GluePoint30X" fmla="*/ 220 w 256"/>
              <a:gd name="GluePoint30Y" fmla="*/ 124 h 256"/>
              <a:gd name="GluePoint31X" fmla="*/ 192 w 256"/>
              <a:gd name="GluePoint31Y" fmla="*/ 124 h 256"/>
              <a:gd name="GluePoint32X" fmla="*/ 192 w 256"/>
              <a:gd name="GluePoint32Y" fmla="*/ 132 h 256"/>
              <a:gd name="GluePoint33X" fmla="*/ 220 w 256"/>
              <a:gd name="GluePoint33Y" fmla="*/ 132 h 256"/>
              <a:gd name="GluePoint34X" fmla="*/ 132 w 256"/>
              <a:gd name="GluePoint34Y" fmla="*/ 220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256" h="256">
                <a:moveTo>
                  <a:pt x="132" y="28"/>
                </a:moveTo>
                <a:cubicBezTo>
                  <a:pt x="132" y="0"/>
                  <a:pt x="132" y="0"/>
                  <a:pt x="132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24" y="28"/>
                  <a:pt x="124" y="28"/>
                  <a:pt x="124" y="28"/>
                </a:cubicBezTo>
                <a:cubicBezTo>
                  <a:pt x="72" y="30"/>
                  <a:pt x="30" y="72"/>
                  <a:pt x="28" y="124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32"/>
                  <a:pt x="0" y="132"/>
                  <a:pt x="0" y="132"/>
                </a:cubicBezTo>
                <a:cubicBezTo>
                  <a:pt x="28" y="132"/>
                  <a:pt x="28" y="132"/>
                  <a:pt x="28" y="132"/>
                </a:cubicBezTo>
                <a:cubicBezTo>
                  <a:pt x="30" y="184"/>
                  <a:pt x="72" y="226"/>
                  <a:pt x="124" y="228"/>
                </a:cubicBezTo>
                <a:cubicBezTo>
                  <a:pt x="124" y="256"/>
                  <a:pt x="124" y="256"/>
                  <a:pt x="124" y="256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32" y="228"/>
                  <a:pt x="132" y="228"/>
                  <a:pt x="132" y="228"/>
                </a:cubicBezTo>
                <a:cubicBezTo>
                  <a:pt x="184" y="226"/>
                  <a:pt x="226" y="184"/>
                  <a:pt x="228" y="132"/>
                </a:cubicBezTo>
                <a:cubicBezTo>
                  <a:pt x="256" y="132"/>
                  <a:pt x="256" y="132"/>
                  <a:pt x="256" y="132"/>
                </a:cubicBezTo>
                <a:cubicBezTo>
                  <a:pt x="256" y="124"/>
                  <a:pt x="256" y="124"/>
                  <a:pt x="256" y="124"/>
                </a:cubicBezTo>
                <a:cubicBezTo>
                  <a:pt x="228" y="124"/>
                  <a:pt x="228" y="124"/>
                  <a:pt x="228" y="124"/>
                </a:cubicBezTo>
                <a:cubicBezTo>
                  <a:pt x="226" y="72"/>
                  <a:pt x="184" y="30"/>
                  <a:pt x="132" y="28"/>
                </a:cubicBezTo>
                <a:close/>
                <a:moveTo>
                  <a:pt x="132" y="220"/>
                </a:moveTo>
                <a:cubicBezTo>
                  <a:pt x="132" y="192"/>
                  <a:pt x="132" y="192"/>
                  <a:pt x="132" y="192"/>
                </a:cubicBezTo>
                <a:cubicBezTo>
                  <a:pt x="124" y="192"/>
                  <a:pt x="124" y="192"/>
                  <a:pt x="124" y="192"/>
                </a:cubicBezTo>
                <a:cubicBezTo>
                  <a:pt x="124" y="220"/>
                  <a:pt x="124" y="220"/>
                  <a:pt x="124" y="220"/>
                </a:cubicBezTo>
                <a:cubicBezTo>
                  <a:pt x="76" y="218"/>
                  <a:pt x="38" y="180"/>
                  <a:pt x="36" y="132"/>
                </a:cubicBezTo>
                <a:cubicBezTo>
                  <a:pt x="64" y="132"/>
                  <a:pt x="64" y="132"/>
                  <a:pt x="64" y="132"/>
                </a:cubicBezTo>
                <a:cubicBezTo>
                  <a:pt x="64" y="124"/>
                  <a:pt x="64" y="124"/>
                  <a:pt x="64" y="124"/>
                </a:cubicBezTo>
                <a:cubicBezTo>
                  <a:pt x="36" y="124"/>
                  <a:pt x="36" y="124"/>
                  <a:pt x="36" y="124"/>
                </a:cubicBezTo>
                <a:cubicBezTo>
                  <a:pt x="38" y="76"/>
                  <a:pt x="76" y="38"/>
                  <a:pt x="124" y="36"/>
                </a:cubicBezTo>
                <a:cubicBezTo>
                  <a:pt x="124" y="64"/>
                  <a:pt x="124" y="64"/>
                  <a:pt x="124" y="64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32" y="36"/>
                  <a:pt x="132" y="36"/>
                  <a:pt x="132" y="36"/>
                </a:cubicBezTo>
                <a:cubicBezTo>
                  <a:pt x="179" y="38"/>
                  <a:pt x="218" y="76"/>
                  <a:pt x="220" y="124"/>
                </a:cubicBezTo>
                <a:cubicBezTo>
                  <a:pt x="192" y="124"/>
                  <a:pt x="192" y="124"/>
                  <a:pt x="192" y="124"/>
                </a:cubicBezTo>
                <a:cubicBezTo>
                  <a:pt x="192" y="132"/>
                  <a:pt x="192" y="132"/>
                  <a:pt x="192" y="132"/>
                </a:cubicBezTo>
                <a:cubicBezTo>
                  <a:pt x="220" y="132"/>
                  <a:pt x="220" y="132"/>
                  <a:pt x="220" y="132"/>
                </a:cubicBezTo>
                <a:cubicBezTo>
                  <a:pt x="218" y="180"/>
                  <a:pt x="179" y="218"/>
                  <a:pt x="132" y="22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67" name="Freeform 127"/>
          <p:cNvSpPr/>
          <p:nvPr/>
        </p:nvSpPr>
        <p:spPr>
          <a:xfrm>
            <a:off x="4826880" y="2466720"/>
            <a:ext cx="305640" cy="288720"/>
          </a:xfrm>
          <a:custGeom>
            <a:avLst/>
            <a:gdLst>
              <a:gd name="textAreaLeft" fmla="*/ 0 w 305640"/>
              <a:gd name="textAreaRight" fmla="*/ 306000 w 305640"/>
              <a:gd name="textAreaTop" fmla="*/ 0 h 288720"/>
              <a:gd name="textAreaBottom" fmla="*/ 289080 h 288720"/>
              <a:gd name="GluePoint1X" fmla="*/ 166 w 260"/>
              <a:gd name="GluePoint1Y" fmla="*/ 144 h 244"/>
              <a:gd name="GluePoint2X" fmla="*/ 96 w 260"/>
              <a:gd name="GluePoint2Y" fmla="*/ 74 h 244"/>
              <a:gd name="GluePoint3X" fmla="*/ 144 w 260"/>
              <a:gd name="GluePoint3Y" fmla="*/ 26 h 244"/>
              <a:gd name="GluePoint4X" fmla="*/ 123 w 260"/>
              <a:gd name="GluePoint4Y" fmla="*/ 5 h 244"/>
              <a:gd name="GluePoint5X" fmla="*/ 120 w 260"/>
              <a:gd name="GluePoint5Y" fmla="*/ 7 h 244"/>
              <a:gd name="GluePoint6X" fmla="*/ 97 w 260"/>
              <a:gd name="GluePoint6Y" fmla="*/ 14 h 244"/>
              <a:gd name="GluePoint7X" fmla="*/ 73 w 260"/>
              <a:gd name="GluePoint7Y" fmla="*/ 3 h 244"/>
              <a:gd name="GluePoint8X" fmla="*/ 70 w 260"/>
              <a:gd name="GluePoint8Y" fmla="*/ 0 h 244"/>
              <a:gd name="GluePoint9X" fmla="*/ 0 w 260"/>
              <a:gd name="GluePoint9Y" fmla="*/ 70 h 244"/>
              <a:gd name="GluePoint10X" fmla="*/ 50 w 260"/>
              <a:gd name="GluePoint10Y" fmla="*/ 120 h 244"/>
              <a:gd name="GluePoint11X" fmla="*/ 90 w 260"/>
              <a:gd name="GluePoint11Y" fmla="*/ 80 h 244"/>
              <a:gd name="GluePoint12X" fmla="*/ 160 w 260"/>
              <a:gd name="GluePoint12Y" fmla="*/ 150 h 244"/>
              <a:gd name="GluePoint13X" fmla="*/ 148 w 260"/>
              <a:gd name="GluePoint13Y" fmla="*/ 162 h 244"/>
              <a:gd name="GluePoint14X" fmla="*/ 230 w 260"/>
              <a:gd name="GluePoint14Y" fmla="*/ 244 h 244"/>
              <a:gd name="GluePoint15X" fmla="*/ 260 w 260"/>
              <a:gd name="GluePoint15Y" fmla="*/ 214 h 244"/>
              <a:gd name="GluePoint16X" fmla="*/ 178 w 260"/>
              <a:gd name="GluePoint16Y" fmla="*/ 132 h 244"/>
              <a:gd name="GluePoint17X" fmla="*/ 166 w 260"/>
              <a:gd name="GluePoint17Y" fmla="*/ 144 h 244"/>
              <a:gd name="GluePoint18X" fmla="*/ 12 w 260"/>
              <a:gd name="GluePoint18Y" fmla="*/ 70 h 244"/>
              <a:gd name="GluePoint19X" fmla="*/ 70 w 260"/>
              <a:gd name="GluePoint19Y" fmla="*/ 12 h 244"/>
              <a:gd name="GluePoint20X" fmla="*/ 97 w 260"/>
              <a:gd name="GluePoint20Y" fmla="*/ 22 h 244"/>
              <a:gd name="GluePoint21X" fmla="*/ 121 w 260"/>
              <a:gd name="GluePoint21Y" fmla="*/ 15 h 244"/>
              <a:gd name="GluePoint22X" fmla="*/ 132 w 260"/>
              <a:gd name="GluePoint22Y" fmla="*/ 26 h 244"/>
              <a:gd name="GluePoint23X" fmla="*/ 50 w 260"/>
              <a:gd name="GluePoint23Y" fmla="*/ 108 h 244"/>
              <a:gd name="GluePoint24X" fmla="*/ 12 w 260"/>
              <a:gd name="GluePoint24Y" fmla="*/ 70 h 244"/>
              <a:gd name="GluePoint25X" fmla="*/ 230 w 260"/>
              <a:gd name="GluePoint25Y" fmla="*/ 232 h 244"/>
              <a:gd name="GluePoint26X" fmla="*/ 160 w 260"/>
              <a:gd name="GluePoint26Y" fmla="*/ 162 h 244"/>
              <a:gd name="GluePoint27X" fmla="*/ 178 w 260"/>
              <a:gd name="GluePoint27Y" fmla="*/ 144 h 244"/>
              <a:gd name="GluePoint28X" fmla="*/ 248 w 260"/>
              <a:gd name="GluePoint28Y" fmla="*/ 214 h 244"/>
              <a:gd name="GluePoint29X" fmla="*/ 230 w 260"/>
              <a:gd name="GluePoint29Y" fmla="*/ 232 h 2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</a:cxnLst>
            <a:rect l="textAreaLeft" t="textAreaTop" r="textAreaRight" b="textAreaBottom"/>
            <a:pathLst>
              <a:path w="260" h="244">
                <a:moveTo>
                  <a:pt x="166" y="144"/>
                </a:moveTo>
                <a:cubicBezTo>
                  <a:pt x="96" y="74"/>
                  <a:pt x="96" y="74"/>
                  <a:pt x="96" y="74"/>
                </a:cubicBezTo>
                <a:cubicBezTo>
                  <a:pt x="144" y="26"/>
                  <a:pt x="144" y="26"/>
                  <a:pt x="144" y="26"/>
                </a:cubicBezTo>
                <a:cubicBezTo>
                  <a:pt x="123" y="5"/>
                  <a:pt x="123" y="5"/>
                  <a:pt x="123" y="5"/>
                </a:cubicBezTo>
                <a:cubicBezTo>
                  <a:pt x="120" y="7"/>
                  <a:pt x="120" y="7"/>
                  <a:pt x="120" y="7"/>
                </a:cubicBezTo>
                <a:cubicBezTo>
                  <a:pt x="120" y="7"/>
                  <a:pt x="110" y="14"/>
                  <a:pt x="97" y="14"/>
                </a:cubicBezTo>
                <a:cubicBezTo>
                  <a:pt x="88" y="14"/>
                  <a:pt x="80" y="10"/>
                  <a:pt x="73" y="3"/>
                </a:cubicBezTo>
                <a:cubicBezTo>
                  <a:pt x="70" y="0"/>
                  <a:pt x="70" y="0"/>
                  <a:pt x="70" y="0"/>
                </a:cubicBezTo>
                <a:cubicBezTo>
                  <a:pt x="0" y="70"/>
                  <a:pt x="0" y="70"/>
                  <a:pt x="0" y="70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90" y="80"/>
                  <a:pt x="90" y="80"/>
                  <a:pt x="90" y="80"/>
                </a:cubicBezTo>
                <a:cubicBezTo>
                  <a:pt x="160" y="150"/>
                  <a:pt x="160" y="150"/>
                  <a:pt x="160" y="150"/>
                </a:cubicBezTo>
                <a:cubicBezTo>
                  <a:pt x="148" y="162"/>
                  <a:pt x="148" y="162"/>
                  <a:pt x="148" y="162"/>
                </a:cubicBezTo>
                <a:cubicBezTo>
                  <a:pt x="230" y="244"/>
                  <a:pt x="230" y="244"/>
                  <a:pt x="230" y="244"/>
                </a:cubicBezTo>
                <a:cubicBezTo>
                  <a:pt x="260" y="214"/>
                  <a:pt x="260" y="214"/>
                  <a:pt x="260" y="214"/>
                </a:cubicBezTo>
                <a:cubicBezTo>
                  <a:pt x="178" y="132"/>
                  <a:pt x="178" y="132"/>
                  <a:pt x="178" y="132"/>
                </a:cubicBezTo>
                <a:lnTo>
                  <a:pt x="166" y="144"/>
                </a:lnTo>
                <a:close/>
                <a:moveTo>
                  <a:pt x="12" y="70"/>
                </a:moveTo>
                <a:cubicBezTo>
                  <a:pt x="70" y="12"/>
                  <a:pt x="70" y="12"/>
                  <a:pt x="70" y="12"/>
                </a:cubicBezTo>
                <a:cubicBezTo>
                  <a:pt x="78" y="18"/>
                  <a:pt x="87" y="22"/>
                  <a:pt x="97" y="22"/>
                </a:cubicBezTo>
                <a:cubicBezTo>
                  <a:pt x="108" y="22"/>
                  <a:pt x="117" y="18"/>
                  <a:pt x="121" y="15"/>
                </a:cubicBezTo>
                <a:cubicBezTo>
                  <a:pt x="132" y="26"/>
                  <a:pt x="132" y="26"/>
                  <a:pt x="132" y="26"/>
                </a:cubicBezTo>
                <a:cubicBezTo>
                  <a:pt x="50" y="108"/>
                  <a:pt x="50" y="108"/>
                  <a:pt x="50" y="108"/>
                </a:cubicBezTo>
                <a:lnTo>
                  <a:pt x="12" y="70"/>
                </a:lnTo>
                <a:close/>
                <a:moveTo>
                  <a:pt x="230" y="232"/>
                </a:moveTo>
                <a:cubicBezTo>
                  <a:pt x="160" y="162"/>
                  <a:pt x="160" y="162"/>
                  <a:pt x="160" y="162"/>
                </a:cubicBezTo>
                <a:cubicBezTo>
                  <a:pt x="178" y="144"/>
                  <a:pt x="178" y="144"/>
                  <a:pt x="178" y="144"/>
                </a:cubicBezTo>
                <a:cubicBezTo>
                  <a:pt x="248" y="214"/>
                  <a:pt x="248" y="214"/>
                  <a:pt x="248" y="214"/>
                </a:cubicBezTo>
                <a:lnTo>
                  <a:pt x="230" y="232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68" name="Freeform 128"/>
          <p:cNvSpPr/>
          <p:nvPr/>
        </p:nvSpPr>
        <p:spPr>
          <a:xfrm>
            <a:off x="5220720" y="2481120"/>
            <a:ext cx="301320" cy="259560"/>
          </a:xfrm>
          <a:custGeom>
            <a:avLst/>
            <a:gdLst>
              <a:gd name="textAreaLeft" fmla="*/ 0 w 301320"/>
              <a:gd name="textAreaRight" fmla="*/ 301680 w 301320"/>
              <a:gd name="textAreaTop" fmla="*/ 0 h 259560"/>
              <a:gd name="textAreaBottom" fmla="*/ 259920 h 259560"/>
              <a:gd name="GluePoint1X" fmla="*/ 212 w 256"/>
              <a:gd name="GluePoint1Y" fmla="*/ 88 h 220"/>
              <a:gd name="GluePoint2X" fmla="*/ 208 w 256"/>
              <a:gd name="GluePoint2Y" fmla="*/ 88 h 220"/>
              <a:gd name="GluePoint3X" fmla="*/ 208 w 256"/>
              <a:gd name="GluePoint3Y" fmla="*/ 68 h 220"/>
              <a:gd name="GluePoint4X" fmla="*/ 128 w 256"/>
              <a:gd name="GluePoint4Y" fmla="*/ 0 h 220"/>
              <a:gd name="GluePoint5X" fmla="*/ 48 w 256"/>
              <a:gd name="GluePoint5Y" fmla="*/ 68 h 220"/>
              <a:gd name="GluePoint6X" fmla="*/ 48 w 256"/>
              <a:gd name="GluePoint6Y" fmla="*/ 88 h 220"/>
              <a:gd name="GluePoint7X" fmla="*/ 44 w 256"/>
              <a:gd name="GluePoint7Y" fmla="*/ 88 h 220"/>
              <a:gd name="GluePoint8X" fmla="*/ 0 w 256"/>
              <a:gd name="GluePoint8Y" fmla="*/ 132 h 220"/>
              <a:gd name="GluePoint9X" fmla="*/ 44 w 256"/>
              <a:gd name="GluePoint9Y" fmla="*/ 176 h 220"/>
              <a:gd name="GluePoint10X" fmla="*/ 56 w 256"/>
              <a:gd name="GluePoint10Y" fmla="*/ 176 h 220"/>
              <a:gd name="GluePoint11X" fmla="*/ 56 w 256"/>
              <a:gd name="GluePoint11Y" fmla="*/ 104 h 220"/>
              <a:gd name="GluePoint12X" fmla="*/ 56 w 256"/>
              <a:gd name="GluePoint12Y" fmla="*/ 88 h 220"/>
              <a:gd name="GluePoint13X" fmla="*/ 56 w 256"/>
              <a:gd name="GluePoint13Y" fmla="*/ 68 h 220"/>
              <a:gd name="GluePoint14X" fmla="*/ 128 w 256"/>
              <a:gd name="GluePoint14Y" fmla="*/ 8 h 220"/>
              <a:gd name="GluePoint15X" fmla="*/ 200 w 256"/>
              <a:gd name="GluePoint15Y" fmla="*/ 68 h 220"/>
              <a:gd name="GluePoint16X" fmla="*/ 200 w 256"/>
              <a:gd name="GluePoint16Y" fmla="*/ 88 h 220"/>
              <a:gd name="GluePoint17X" fmla="*/ 200 w 256"/>
              <a:gd name="GluePoint17Y" fmla="*/ 92 h 220"/>
              <a:gd name="GluePoint18X" fmla="*/ 200 w 256"/>
              <a:gd name="GluePoint18Y" fmla="*/ 172 h 220"/>
              <a:gd name="GluePoint19X" fmla="*/ 200 w 256"/>
              <a:gd name="GluePoint19Y" fmla="*/ 176 h 220"/>
              <a:gd name="GluePoint20X" fmla="*/ 200 w 256"/>
              <a:gd name="GluePoint20Y" fmla="*/ 189 h 220"/>
              <a:gd name="GluePoint21X" fmla="*/ 148 w 256"/>
              <a:gd name="GluePoint21Y" fmla="*/ 210 h 220"/>
              <a:gd name="GluePoint22X" fmla="*/ 148 w 256"/>
              <a:gd name="GluePoint22Y" fmla="*/ 196 h 220"/>
              <a:gd name="GluePoint23X" fmla="*/ 108 w 256"/>
              <a:gd name="GluePoint23Y" fmla="*/ 196 h 220"/>
              <a:gd name="GluePoint24X" fmla="*/ 108 w 256"/>
              <a:gd name="GluePoint24Y" fmla="*/ 220 h 220"/>
              <a:gd name="GluePoint25X" fmla="*/ 145 w 256"/>
              <a:gd name="GluePoint25Y" fmla="*/ 220 h 220"/>
              <a:gd name="GluePoint26X" fmla="*/ 208 w 256"/>
              <a:gd name="GluePoint26Y" fmla="*/ 195 h 220"/>
              <a:gd name="GluePoint27X" fmla="*/ 208 w 256"/>
              <a:gd name="GluePoint27Y" fmla="*/ 176 h 220"/>
              <a:gd name="GluePoint28X" fmla="*/ 212 w 256"/>
              <a:gd name="GluePoint28Y" fmla="*/ 176 h 220"/>
              <a:gd name="GluePoint29X" fmla="*/ 256 w 256"/>
              <a:gd name="GluePoint29Y" fmla="*/ 132 h 220"/>
              <a:gd name="GluePoint30X" fmla="*/ 212 w 256"/>
              <a:gd name="GluePoint30Y" fmla="*/ 88 h 220"/>
              <a:gd name="GluePoint31X" fmla="*/ 48 w 256"/>
              <a:gd name="GluePoint31Y" fmla="*/ 168 h 220"/>
              <a:gd name="GluePoint32X" fmla="*/ 44 w 256"/>
              <a:gd name="GluePoint32Y" fmla="*/ 168 h 220"/>
              <a:gd name="GluePoint33X" fmla="*/ 8 w 256"/>
              <a:gd name="GluePoint33Y" fmla="*/ 132 h 220"/>
              <a:gd name="GluePoint34X" fmla="*/ 44 w 256"/>
              <a:gd name="GluePoint34Y" fmla="*/ 96 h 220"/>
              <a:gd name="GluePoint35X" fmla="*/ 48 w 256"/>
              <a:gd name="GluePoint35Y" fmla="*/ 96 h 220"/>
              <a:gd name="GluePoint36X" fmla="*/ 48 w 256"/>
              <a:gd name="GluePoint36Y" fmla="*/ 104 h 220"/>
              <a:gd name="GluePoint37X" fmla="*/ 48 w 256"/>
              <a:gd name="GluePoint37Y" fmla="*/ 168 h 220"/>
              <a:gd name="GluePoint38X" fmla="*/ 116 w 256"/>
              <a:gd name="GluePoint38Y" fmla="*/ 212 h 220"/>
              <a:gd name="GluePoint39X" fmla="*/ 116 w 256"/>
              <a:gd name="GluePoint39Y" fmla="*/ 204 h 220"/>
              <a:gd name="GluePoint40X" fmla="*/ 140 w 256"/>
              <a:gd name="GluePoint40Y" fmla="*/ 204 h 220"/>
              <a:gd name="GluePoint41X" fmla="*/ 140 w 256"/>
              <a:gd name="GluePoint41Y" fmla="*/ 212 h 220"/>
              <a:gd name="GluePoint42X" fmla="*/ 116 w 256"/>
              <a:gd name="GluePoint42Y" fmla="*/ 212 h 220"/>
              <a:gd name="GluePoint43X" fmla="*/ 212 w 256"/>
              <a:gd name="GluePoint43Y" fmla="*/ 168 h 220"/>
              <a:gd name="GluePoint44X" fmla="*/ 208 w 256"/>
              <a:gd name="GluePoint44Y" fmla="*/ 168 h 220"/>
              <a:gd name="GluePoint45X" fmla="*/ 208 w 256"/>
              <a:gd name="GluePoint45Y" fmla="*/ 96 h 220"/>
              <a:gd name="GluePoint46X" fmla="*/ 212 w 256"/>
              <a:gd name="GluePoint46Y" fmla="*/ 96 h 220"/>
              <a:gd name="GluePoint47X" fmla="*/ 248 w 256"/>
              <a:gd name="GluePoint47Y" fmla="*/ 132 h 220"/>
              <a:gd name="GluePoint48X" fmla="*/ 212 w 256"/>
              <a:gd name="GluePoint48Y" fmla="*/ 168 h 2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</a:cxnLst>
            <a:rect l="textAreaLeft" t="textAreaTop" r="textAreaRight" b="textAreaBottom"/>
            <a:pathLst>
              <a:path w="256" h="220">
                <a:moveTo>
                  <a:pt x="212" y="88"/>
                </a:moveTo>
                <a:cubicBezTo>
                  <a:pt x="208" y="88"/>
                  <a:pt x="208" y="88"/>
                  <a:pt x="208" y="88"/>
                </a:cubicBezTo>
                <a:cubicBezTo>
                  <a:pt x="208" y="68"/>
                  <a:pt x="208" y="68"/>
                  <a:pt x="208" y="68"/>
                </a:cubicBezTo>
                <a:cubicBezTo>
                  <a:pt x="208" y="67"/>
                  <a:pt x="207" y="0"/>
                  <a:pt x="128" y="0"/>
                </a:cubicBezTo>
                <a:cubicBezTo>
                  <a:pt x="49" y="0"/>
                  <a:pt x="48" y="67"/>
                  <a:pt x="48" y="68"/>
                </a:cubicBezTo>
                <a:cubicBezTo>
                  <a:pt x="48" y="88"/>
                  <a:pt x="48" y="88"/>
                  <a:pt x="48" y="88"/>
                </a:cubicBezTo>
                <a:cubicBezTo>
                  <a:pt x="44" y="88"/>
                  <a:pt x="44" y="88"/>
                  <a:pt x="44" y="88"/>
                </a:cubicBezTo>
                <a:cubicBezTo>
                  <a:pt x="20" y="88"/>
                  <a:pt x="0" y="108"/>
                  <a:pt x="0" y="132"/>
                </a:cubicBezTo>
                <a:cubicBezTo>
                  <a:pt x="0" y="156"/>
                  <a:pt x="20" y="176"/>
                  <a:pt x="44" y="176"/>
                </a:cubicBezTo>
                <a:cubicBezTo>
                  <a:pt x="56" y="176"/>
                  <a:pt x="56" y="176"/>
                  <a:pt x="56" y="176"/>
                </a:cubicBezTo>
                <a:cubicBezTo>
                  <a:pt x="56" y="104"/>
                  <a:pt x="56" y="104"/>
                  <a:pt x="56" y="104"/>
                </a:cubicBezTo>
                <a:cubicBezTo>
                  <a:pt x="56" y="88"/>
                  <a:pt x="56" y="88"/>
                  <a:pt x="56" y="88"/>
                </a:cubicBezTo>
                <a:cubicBezTo>
                  <a:pt x="56" y="68"/>
                  <a:pt x="56" y="68"/>
                  <a:pt x="56" y="68"/>
                </a:cubicBezTo>
                <a:cubicBezTo>
                  <a:pt x="56" y="66"/>
                  <a:pt x="57" y="8"/>
                  <a:pt x="128" y="8"/>
                </a:cubicBezTo>
                <a:cubicBezTo>
                  <a:pt x="199" y="8"/>
                  <a:pt x="200" y="66"/>
                  <a:pt x="200" y="68"/>
                </a:cubicBezTo>
                <a:cubicBezTo>
                  <a:pt x="200" y="88"/>
                  <a:pt x="200" y="88"/>
                  <a:pt x="200" y="88"/>
                </a:cubicBezTo>
                <a:cubicBezTo>
                  <a:pt x="200" y="92"/>
                  <a:pt x="200" y="92"/>
                  <a:pt x="200" y="92"/>
                </a:cubicBezTo>
                <a:cubicBezTo>
                  <a:pt x="200" y="172"/>
                  <a:pt x="200" y="172"/>
                  <a:pt x="200" y="172"/>
                </a:cubicBezTo>
                <a:cubicBezTo>
                  <a:pt x="200" y="176"/>
                  <a:pt x="200" y="176"/>
                  <a:pt x="200" y="176"/>
                </a:cubicBezTo>
                <a:cubicBezTo>
                  <a:pt x="200" y="189"/>
                  <a:pt x="200" y="189"/>
                  <a:pt x="200" y="189"/>
                </a:cubicBezTo>
                <a:cubicBezTo>
                  <a:pt x="148" y="210"/>
                  <a:pt x="148" y="210"/>
                  <a:pt x="148" y="210"/>
                </a:cubicBezTo>
                <a:cubicBezTo>
                  <a:pt x="148" y="196"/>
                  <a:pt x="148" y="196"/>
                  <a:pt x="148" y="196"/>
                </a:cubicBezTo>
                <a:cubicBezTo>
                  <a:pt x="108" y="196"/>
                  <a:pt x="108" y="196"/>
                  <a:pt x="108" y="196"/>
                </a:cubicBezTo>
                <a:cubicBezTo>
                  <a:pt x="108" y="220"/>
                  <a:pt x="108" y="220"/>
                  <a:pt x="108" y="220"/>
                </a:cubicBezTo>
                <a:cubicBezTo>
                  <a:pt x="145" y="220"/>
                  <a:pt x="145" y="220"/>
                  <a:pt x="145" y="220"/>
                </a:cubicBezTo>
                <a:cubicBezTo>
                  <a:pt x="208" y="195"/>
                  <a:pt x="208" y="195"/>
                  <a:pt x="208" y="195"/>
                </a:cubicBezTo>
                <a:cubicBezTo>
                  <a:pt x="208" y="176"/>
                  <a:pt x="208" y="176"/>
                  <a:pt x="208" y="176"/>
                </a:cubicBezTo>
                <a:cubicBezTo>
                  <a:pt x="212" y="176"/>
                  <a:pt x="212" y="176"/>
                  <a:pt x="212" y="176"/>
                </a:cubicBezTo>
                <a:cubicBezTo>
                  <a:pt x="236" y="176"/>
                  <a:pt x="256" y="156"/>
                  <a:pt x="256" y="132"/>
                </a:cubicBezTo>
                <a:cubicBezTo>
                  <a:pt x="256" y="108"/>
                  <a:pt x="236" y="88"/>
                  <a:pt x="212" y="88"/>
                </a:cubicBezTo>
                <a:close/>
                <a:moveTo>
                  <a:pt x="48" y="168"/>
                </a:moveTo>
                <a:cubicBezTo>
                  <a:pt x="44" y="168"/>
                  <a:pt x="44" y="168"/>
                  <a:pt x="44" y="168"/>
                </a:cubicBezTo>
                <a:cubicBezTo>
                  <a:pt x="24" y="168"/>
                  <a:pt x="8" y="152"/>
                  <a:pt x="8" y="132"/>
                </a:cubicBezTo>
                <a:cubicBezTo>
                  <a:pt x="8" y="112"/>
                  <a:pt x="24" y="96"/>
                  <a:pt x="44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8" y="104"/>
                  <a:pt x="48" y="104"/>
                  <a:pt x="48" y="104"/>
                </a:cubicBezTo>
                <a:lnTo>
                  <a:pt x="48" y="168"/>
                </a:lnTo>
                <a:close/>
                <a:moveTo>
                  <a:pt x="116" y="212"/>
                </a:moveTo>
                <a:cubicBezTo>
                  <a:pt x="116" y="204"/>
                  <a:pt x="116" y="204"/>
                  <a:pt x="116" y="204"/>
                </a:cubicBezTo>
                <a:cubicBezTo>
                  <a:pt x="140" y="204"/>
                  <a:pt x="140" y="204"/>
                  <a:pt x="140" y="204"/>
                </a:cubicBezTo>
                <a:cubicBezTo>
                  <a:pt x="140" y="212"/>
                  <a:pt x="140" y="212"/>
                  <a:pt x="140" y="212"/>
                </a:cubicBezTo>
                <a:lnTo>
                  <a:pt x="116" y="212"/>
                </a:lnTo>
                <a:close/>
                <a:moveTo>
                  <a:pt x="212" y="168"/>
                </a:moveTo>
                <a:cubicBezTo>
                  <a:pt x="208" y="168"/>
                  <a:pt x="208" y="168"/>
                  <a:pt x="208" y="168"/>
                </a:cubicBezTo>
                <a:cubicBezTo>
                  <a:pt x="208" y="96"/>
                  <a:pt x="208" y="96"/>
                  <a:pt x="208" y="96"/>
                </a:cubicBezTo>
                <a:cubicBezTo>
                  <a:pt x="212" y="96"/>
                  <a:pt x="212" y="96"/>
                  <a:pt x="212" y="96"/>
                </a:cubicBezTo>
                <a:cubicBezTo>
                  <a:pt x="232" y="96"/>
                  <a:pt x="248" y="112"/>
                  <a:pt x="248" y="132"/>
                </a:cubicBezTo>
                <a:cubicBezTo>
                  <a:pt x="248" y="152"/>
                  <a:pt x="232" y="168"/>
                  <a:pt x="212" y="16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69" name="Freeform 129"/>
          <p:cNvSpPr/>
          <p:nvPr/>
        </p:nvSpPr>
        <p:spPr>
          <a:xfrm>
            <a:off x="5612760" y="2479320"/>
            <a:ext cx="301320" cy="263880"/>
          </a:xfrm>
          <a:custGeom>
            <a:avLst/>
            <a:gdLst>
              <a:gd name="textAreaLeft" fmla="*/ 0 w 301320"/>
              <a:gd name="textAreaRight" fmla="*/ 301680 w 301320"/>
              <a:gd name="textAreaTop" fmla="*/ 0 h 263880"/>
              <a:gd name="textAreaBottom" fmla="*/ 264240 h 263880"/>
              <a:gd name="GluePoint1X" fmla="*/ 192 w 256"/>
              <a:gd name="GluePoint1Y" fmla="*/ 0 h 224"/>
              <a:gd name="GluePoint2X" fmla="*/ 128 w 256"/>
              <a:gd name="GluePoint2Y" fmla="*/ 39 h 224"/>
              <a:gd name="GluePoint3X" fmla="*/ 64 w 256"/>
              <a:gd name="GluePoint3Y" fmla="*/ 0 h 224"/>
              <a:gd name="GluePoint4X" fmla="*/ 0 w 256"/>
              <a:gd name="GluePoint4Y" fmla="*/ 68 h 224"/>
              <a:gd name="GluePoint5X" fmla="*/ 64 w 256"/>
              <a:gd name="GluePoint5Y" fmla="*/ 177 h 224"/>
              <a:gd name="GluePoint6X" fmla="*/ 126 w 256"/>
              <a:gd name="GluePoint6Y" fmla="*/ 223 h 224"/>
              <a:gd name="GluePoint7X" fmla="*/ 128 w 256"/>
              <a:gd name="GluePoint7Y" fmla="*/ 224 h 224"/>
              <a:gd name="GluePoint8X" fmla="*/ 130 w 256"/>
              <a:gd name="GluePoint8Y" fmla="*/ 223 h 224"/>
              <a:gd name="GluePoint9X" fmla="*/ 193 w 256"/>
              <a:gd name="GluePoint9Y" fmla="*/ 177 h 224"/>
              <a:gd name="GluePoint10X" fmla="*/ 256 w 256"/>
              <a:gd name="GluePoint10Y" fmla="*/ 68 h 224"/>
              <a:gd name="GluePoint11X" fmla="*/ 192 w 256"/>
              <a:gd name="GluePoint11Y" fmla="*/ 0 h 224"/>
              <a:gd name="GluePoint12X" fmla="*/ 128 w 256"/>
              <a:gd name="GluePoint12Y" fmla="*/ 215 h 224"/>
              <a:gd name="GluePoint13X" fmla="*/ 8 w 256"/>
              <a:gd name="GluePoint13Y" fmla="*/ 68 h 224"/>
              <a:gd name="GluePoint14X" fmla="*/ 64 w 256"/>
              <a:gd name="GluePoint14Y" fmla="*/ 8 h 224"/>
              <a:gd name="GluePoint15X" fmla="*/ 124 w 256"/>
              <a:gd name="GluePoint15Y" fmla="*/ 60 h 224"/>
              <a:gd name="GluePoint16X" fmla="*/ 132 w 256"/>
              <a:gd name="GluePoint16Y" fmla="*/ 60 h 224"/>
              <a:gd name="GluePoint17X" fmla="*/ 192 w 256"/>
              <a:gd name="GluePoint17Y" fmla="*/ 8 h 224"/>
              <a:gd name="GluePoint18X" fmla="*/ 248 w 256"/>
              <a:gd name="GluePoint18Y" fmla="*/ 68 h 224"/>
              <a:gd name="GluePoint19X" fmla="*/ 128 w 256"/>
              <a:gd name="GluePoint19Y" fmla="*/ 215 h 2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256" h="224">
                <a:moveTo>
                  <a:pt x="192" y="0"/>
                </a:moveTo>
                <a:cubicBezTo>
                  <a:pt x="163" y="0"/>
                  <a:pt x="138" y="16"/>
                  <a:pt x="128" y="39"/>
                </a:cubicBezTo>
                <a:cubicBezTo>
                  <a:pt x="119" y="16"/>
                  <a:pt x="94" y="0"/>
                  <a:pt x="64" y="0"/>
                </a:cubicBezTo>
                <a:cubicBezTo>
                  <a:pt x="24" y="0"/>
                  <a:pt x="0" y="34"/>
                  <a:pt x="0" y="68"/>
                </a:cubicBezTo>
                <a:cubicBezTo>
                  <a:pt x="0" y="102"/>
                  <a:pt x="22" y="139"/>
                  <a:pt x="64" y="177"/>
                </a:cubicBezTo>
                <a:cubicBezTo>
                  <a:pt x="95" y="205"/>
                  <a:pt x="126" y="223"/>
                  <a:pt x="126" y="223"/>
                </a:cubicBezTo>
                <a:cubicBezTo>
                  <a:pt x="128" y="224"/>
                  <a:pt x="128" y="224"/>
                  <a:pt x="128" y="224"/>
                </a:cubicBezTo>
                <a:cubicBezTo>
                  <a:pt x="130" y="223"/>
                  <a:pt x="130" y="223"/>
                  <a:pt x="130" y="223"/>
                </a:cubicBezTo>
                <a:cubicBezTo>
                  <a:pt x="131" y="223"/>
                  <a:pt x="162" y="205"/>
                  <a:pt x="193" y="177"/>
                </a:cubicBezTo>
                <a:cubicBezTo>
                  <a:pt x="235" y="139"/>
                  <a:pt x="256" y="102"/>
                  <a:pt x="256" y="68"/>
                </a:cubicBezTo>
                <a:cubicBezTo>
                  <a:pt x="256" y="34"/>
                  <a:pt x="232" y="0"/>
                  <a:pt x="192" y="0"/>
                </a:cubicBezTo>
                <a:close/>
                <a:moveTo>
                  <a:pt x="128" y="215"/>
                </a:moveTo>
                <a:cubicBezTo>
                  <a:pt x="112" y="205"/>
                  <a:pt x="8" y="139"/>
                  <a:pt x="8" y="68"/>
                </a:cubicBezTo>
                <a:cubicBezTo>
                  <a:pt x="8" y="38"/>
                  <a:pt x="29" y="8"/>
                  <a:pt x="64" y="8"/>
                </a:cubicBezTo>
                <a:cubicBezTo>
                  <a:pt x="93" y="8"/>
                  <a:pt x="124" y="28"/>
                  <a:pt x="124" y="60"/>
                </a:cubicBezTo>
                <a:cubicBezTo>
                  <a:pt x="132" y="60"/>
                  <a:pt x="132" y="60"/>
                  <a:pt x="132" y="60"/>
                </a:cubicBezTo>
                <a:cubicBezTo>
                  <a:pt x="132" y="28"/>
                  <a:pt x="163" y="8"/>
                  <a:pt x="192" y="8"/>
                </a:cubicBezTo>
                <a:cubicBezTo>
                  <a:pt x="227" y="8"/>
                  <a:pt x="248" y="38"/>
                  <a:pt x="248" y="68"/>
                </a:cubicBezTo>
                <a:cubicBezTo>
                  <a:pt x="248" y="139"/>
                  <a:pt x="144" y="205"/>
                  <a:pt x="128" y="215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70" name="Freeform 130"/>
          <p:cNvSpPr/>
          <p:nvPr/>
        </p:nvSpPr>
        <p:spPr>
          <a:xfrm>
            <a:off x="6004440" y="2479320"/>
            <a:ext cx="301320" cy="263880"/>
          </a:xfrm>
          <a:custGeom>
            <a:avLst/>
            <a:gdLst>
              <a:gd name="textAreaLeft" fmla="*/ 0 w 301320"/>
              <a:gd name="textAreaRight" fmla="*/ 301680 w 301320"/>
              <a:gd name="textAreaTop" fmla="*/ 0 h 263880"/>
              <a:gd name="textAreaBottom" fmla="*/ 264240 h 263880"/>
              <a:gd name="GluePoint1X" fmla="*/ 128 w 256"/>
              <a:gd name="GluePoint1Y" fmla="*/ 39 h 224"/>
              <a:gd name="GluePoint2X" fmla="*/ 64 w 256"/>
              <a:gd name="GluePoint2Y" fmla="*/ 0 h 224"/>
              <a:gd name="GluePoint3X" fmla="*/ 0 w 256"/>
              <a:gd name="GluePoint3Y" fmla="*/ 68 h 224"/>
              <a:gd name="GluePoint4X" fmla="*/ 64 w 256"/>
              <a:gd name="GluePoint4Y" fmla="*/ 177 h 224"/>
              <a:gd name="GluePoint5X" fmla="*/ 126 w 256"/>
              <a:gd name="GluePoint5Y" fmla="*/ 223 h 224"/>
              <a:gd name="GluePoint6X" fmla="*/ 128 w 256"/>
              <a:gd name="GluePoint6Y" fmla="*/ 224 h 224"/>
              <a:gd name="GluePoint7X" fmla="*/ 130 w 256"/>
              <a:gd name="GluePoint7Y" fmla="*/ 223 h 224"/>
              <a:gd name="GluePoint8X" fmla="*/ 193 w 256"/>
              <a:gd name="GluePoint8Y" fmla="*/ 177 h 224"/>
              <a:gd name="GluePoint9X" fmla="*/ 256 w 256"/>
              <a:gd name="GluePoint9Y" fmla="*/ 68 h 224"/>
              <a:gd name="GluePoint10X" fmla="*/ 192 w 256"/>
              <a:gd name="GluePoint10Y" fmla="*/ 0 h 224"/>
              <a:gd name="GluePoint11X" fmla="*/ 128 w 256"/>
              <a:gd name="GluePoint11Y" fmla="*/ 39 h 224"/>
              <a:gd name="GluePoint12X" fmla="*/ 8 w 256"/>
              <a:gd name="GluePoint12Y" fmla="*/ 68 h 224"/>
              <a:gd name="GluePoint13X" fmla="*/ 64 w 256"/>
              <a:gd name="GluePoint13Y" fmla="*/ 8 h 224"/>
              <a:gd name="GluePoint14X" fmla="*/ 124 w 256"/>
              <a:gd name="GluePoint14Y" fmla="*/ 60 h 224"/>
              <a:gd name="GluePoint15X" fmla="*/ 124 w 256"/>
              <a:gd name="GluePoint15Y" fmla="*/ 62 h 224"/>
              <a:gd name="GluePoint16X" fmla="*/ 147 w 256"/>
              <a:gd name="GluePoint16Y" fmla="*/ 80 h 224"/>
              <a:gd name="GluePoint17X" fmla="*/ 115 w 256"/>
              <a:gd name="GluePoint17Y" fmla="*/ 112 h 224"/>
              <a:gd name="GluePoint18X" fmla="*/ 139 w 256"/>
              <a:gd name="GluePoint18Y" fmla="*/ 136 h 224"/>
              <a:gd name="GluePoint19X" fmla="*/ 115 w 256"/>
              <a:gd name="GluePoint19Y" fmla="*/ 160 h 224"/>
              <a:gd name="GluePoint20X" fmla="*/ 139 w 256"/>
              <a:gd name="GluePoint20Y" fmla="*/ 184 h 224"/>
              <a:gd name="GluePoint21X" fmla="*/ 116 w 256"/>
              <a:gd name="GluePoint21Y" fmla="*/ 207 h 224"/>
              <a:gd name="GluePoint22X" fmla="*/ 8 w 256"/>
              <a:gd name="GluePoint22Y" fmla="*/ 68 h 224"/>
              <a:gd name="GluePoint23X" fmla="*/ 248 w 256"/>
              <a:gd name="GluePoint23Y" fmla="*/ 68 h 224"/>
              <a:gd name="GluePoint24X" fmla="*/ 128 w 256"/>
              <a:gd name="GluePoint24Y" fmla="*/ 215 h 224"/>
              <a:gd name="GluePoint25X" fmla="*/ 122 w 256"/>
              <a:gd name="GluePoint25Y" fmla="*/ 211 h 224"/>
              <a:gd name="GluePoint26X" fmla="*/ 150 w 256"/>
              <a:gd name="GluePoint26Y" fmla="*/ 184 h 224"/>
              <a:gd name="GluePoint27X" fmla="*/ 126 w 256"/>
              <a:gd name="GluePoint27Y" fmla="*/ 160 h 224"/>
              <a:gd name="GluePoint28X" fmla="*/ 150 w 256"/>
              <a:gd name="GluePoint28Y" fmla="*/ 136 h 224"/>
              <a:gd name="GluePoint29X" fmla="*/ 126 w 256"/>
              <a:gd name="GluePoint29Y" fmla="*/ 112 h 224"/>
              <a:gd name="GluePoint30X" fmla="*/ 158 w 256"/>
              <a:gd name="GluePoint30Y" fmla="*/ 79 h 224"/>
              <a:gd name="GluePoint31X" fmla="*/ 133 w 256"/>
              <a:gd name="GluePoint31Y" fmla="*/ 58 h 224"/>
              <a:gd name="GluePoint32X" fmla="*/ 192 w 256"/>
              <a:gd name="GluePoint32Y" fmla="*/ 8 h 224"/>
              <a:gd name="GluePoint33X" fmla="*/ 248 w 256"/>
              <a:gd name="GluePoint33Y" fmla="*/ 68 h 2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</a:cxnLst>
            <a:rect l="textAreaLeft" t="textAreaTop" r="textAreaRight" b="textAreaBottom"/>
            <a:pathLst>
              <a:path w="256" h="224">
                <a:moveTo>
                  <a:pt x="128" y="39"/>
                </a:moveTo>
                <a:cubicBezTo>
                  <a:pt x="119" y="16"/>
                  <a:pt x="94" y="0"/>
                  <a:pt x="64" y="0"/>
                </a:cubicBezTo>
                <a:cubicBezTo>
                  <a:pt x="24" y="0"/>
                  <a:pt x="0" y="34"/>
                  <a:pt x="0" y="68"/>
                </a:cubicBezTo>
                <a:cubicBezTo>
                  <a:pt x="0" y="102"/>
                  <a:pt x="22" y="139"/>
                  <a:pt x="64" y="177"/>
                </a:cubicBezTo>
                <a:cubicBezTo>
                  <a:pt x="95" y="205"/>
                  <a:pt x="126" y="223"/>
                  <a:pt x="126" y="223"/>
                </a:cubicBezTo>
                <a:cubicBezTo>
                  <a:pt x="128" y="224"/>
                  <a:pt x="128" y="224"/>
                  <a:pt x="128" y="224"/>
                </a:cubicBezTo>
                <a:cubicBezTo>
                  <a:pt x="130" y="223"/>
                  <a:pt x="130" y="223"/>
                  <a:pt x="130" y="223"/>
                </a:cubicBezTo>
                <a:cubicBezTo>
                  <a:pt x="131" y="223"/>
                  <a:pt x="162" y="205"/>
                  <a:pt x="193" y="177"/>
                </a:cubicBezTo>
                <a:cubicBezTo>
                  <a:pt x="235" y="139"/>
                  <a:pt x="256" y="102"/>
                  <a:pt x="256" y="68"/>
                </a:cubicBezTo>
                <a:cubicBezTo>
                  <a:pt x="256" y="34"/>
                  <a:pt x="232" y="0"/>
                  <a:pt x="192" y="0"/>
                </a:cubicBezTo>
                <a:cubicBezTo>
                  <a:pt x="163" y="0"/>
                  <a:pt x="138" y="16"/>
                  <a:pt x="128" y="39"/>
                </a:cubicBezTo>
                <a:close/>
                <a:moveTo>
                  <a:pt x="8" y="68"/>
                </a:moveTo>
                <a:cubicBezTo>
                  <a:pt x="8" y="38"/>
                  <a:pt x="29" y="8"/>
                  <a:pt x="64" y="8"/>
                </a:cubicBezTo>
                <a:cubicBezTo>
                  <a:pt x="93" y="8"/>
                  <a:pt x="124" y="28"/>
                  <a:pt x="124" y="60"/>
                </a:cubicBezTo>
                <a:cubicBezTo>
                  <a:pt x="124" y="62"/>
                  <a:pt x="124" y="62"/>
                  <a:pt x="124" y="62"/>
                </a:cubicBezTo>
                <a:cubicBezTo>
                  <a:pt x="147" y="80"/>
                  <a:pt x="147" y="80"/>
                  <a:pt x="147" y="80"/>
                </a:cubicBezTo>
                <a:cubicBezTo>
                  <a:pt x="115" y="112"/>
                  <a:pt x="115" y="112"/>
                  <a:pt x="115" y="112"/>
                </a:cubicBezTo>
                <a:cubicBezTo>
                  <a:pt x="139" y="136"/>
                  <a:pt x="139" y="136"/>
                  <a:pt x="139" y="136"/>
                </a:cubicBezTo>
                <a:cubicBezTo>
                  <a:pt x="115" y="160"/>
                  <a:pt x="115" y="160"/>
                  <a:pt x="115" y="160"/>
                </a:cubicBezTo>
                <a:cubicBezTo>
                  <a:pt x="139" y="184"/>
                  <a:pt x="139" y="184"/>
                  <a:pt x="139" y="184"/>
                </a:cubicBezTo>
                <a:cubicBezTo>
                  <a:pt x="116" y="207"/>
                  <a:pt x="116" y="207"/>
                  <a:pt x="116" y="207"/>
                </a:cubicBezTo>
                <a:cubicBezTo>
                  <a:pt x="83" y="185"/>
                  <a:pt x="8" y="128"/>
                  <a:pt x="8" y="68"/>
                </a:cubicBezTo>
                <a:close/>
                <a:moveTo>
                  <a:pt x="248" y="68"/>
                </a:moveTo>
                <a:cubicBezTo>
                  <a:pt x="248" y="139"/>
                  <a:pt x="144" y="205"/>
                  <a:pt x="128" y="215"/>
                </a:cubicBezTo>
                <a:cubicBezTo>
                  <a:pt x="127" y="214"/>
                  <a:pt x="125" y="213"/>
                  <a:pt x="122" y="211"/>
                </a:cubicBezTo>
                <a:cubicBezTo>
                  <a:pt x="150" y="184"/>
                  <a:pt x="150" y="184"/>
                  <a:pt x="150" y="184"/>
                </a:cubicBezTo>
                <a:cubicBezTo>
                  <a:pt x="126" y="160"/>
                  <a:pt x="126" y="160"/>
                  <a:pt x="126" y="160"/>
                </a:cubicBezTo>
                <a:cubicBezTo>
                  <a:pt x="150" y="136"/>
                  <a:pt x="150" y="136"/>
                  <a:pt x="150" y="136"/>
                </a:cubicBezTo>
                <a:cubicBezTo>
                  <a:pt x="126" y="112"/>
                  <a:pt x="126" y="112"/>
                  <a:pt x="126" y="112"/>
                </a:cubicBezTo>
                <a:cubicBezTo>
                  <a:pt x="158" y="79"/>
                  <a:pt x="158" y="79"/>
                  <a:pt x="158" y="79"/>
                </a:cubicBezTo>
                <a:cubicBezTo>
                  <a:pt x="133" y="58"/>
                  <a:pt x="133" y="58"/>
                  <a:pt x="133" y="58"/>
                </a:cubicBezTo>
                <a:cubicBezTo>
                  <a:pt x="134" y="27"/>
                  <a:pt x="164" y="8"/>
                  <a:pt x="192" y="8"/>
                </a:cubicBezTo>
                <a:cubicBezTo>
                  <a:pt x="227" y="8"/>
                  <a:pt x="248" y="38"/>
                  <a:pt x="248" y="6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71" name="Freeform 131"/>
          <p:cNvSpPr/>
          <p:nvPr/>
        </p:nvSpPr>
        <p:spPr>
          <a:xfrm>
            <a:off x="6417360" y="2460240"/>
            <a:ext cx="261720" cy="301320"/>
          </a:xfrm>
          <a:custGeom>
            <a:avLst/>
            <a:gdLst>
              <a:gd name="textAreaLeft" fmla="*/ 0 w 261720"/>
              <a:gd name="textAreaRight" fmla="*/ 262080 w 261720"/>
              <a:gd name="textAreaTop" fmla="*/ 0 h 301320"/>
              <a:gd name="textAreaBottom" fmla="*/ 301680 h 301320"/>
              <a:gd name="GluePoint1X" fmla="*/ 115 w 221"/>
              <a:gd name="GluePoint1Y" fmla="*/ 228 h 256"/>
              <a:gd name="GluePoint2X" fmla="*/ 216 w 221"/>
              <a:gd name="GluePoint2Y" fmla="*/ 219 h 256"/>
              <a:gd name="GluePoint3X" fmla="*/ 190 w 221"/>
              <a:gd name="GluePoint3Y" fmla="*/ 188 h 256"/>
              <a:gd name="GluePoint4X" fmla="*/ 192 w 221"/>
              <a:gd name="GluePoint4Y" fmla="*/ 70 h 256"/>
              <a:gd name="GluePoint5X" fmla="*/ 216 w 221"/>
              <a:gd name="GluePoint5Y" fmla="*/ 41 h 256"/>
              <a:gd name="GluePoint6X" fmla="*/ 115 w 221"/>
              <a:gd name="GluePoint6Y" fmla="*/ 28 h 256"/>
              <a:gd name="GluePoint7X" fmla="*/ 107 w 221"/>
              <a:gd name="GluePoint7Y" fmla="*/ 0 h 256"/>
              <a:gd name="GluePoint8X" fmla="*/ 36 w 221"/>
              <a:gd name="GluePoint8Y" fmla="*/ 62 h 256"/>
              <a:gd name="GluePoint9X" fmla="*/ 0 w 221"/>
              <a:gd name="GluePoint9Y" fmla="*/ 43 h 256"/>
              <a:gd name="GluePoint10X" fmla="*/ 11 w 221"/>
              <a:gd name="GluePoint10Y" fmla="*/ 128 h 256"/>
              <a:gd name="GluePoint11X" fmla="*/ 0 w 221"/>
              <a:gd name="GluePoint11Y" fmla="*/ 209 h 256"/>
              <a:gd name="GluePoint12X" fmla="*/ 34 w 221"/>
              <a:gd name="GluePoint12Y" fmla="*/ 193 h 256"/>
              <a:gd name="GluePoint13X" fmla="*/ 107 w 221"/>
              <a:gd name="GluePoint13Y" fmla="*/ 256 h 256"/>
              <a:gd name="GluePoint14X" fmla="*/ 83 w 221"/>
              <a:gd name="GluePoint14Y" fmla="*/ 128 h 256"/>
              <a:gd name="GluePoint15X" fmla="*/ 139 w 221"/>
              <a:gd name="GluePoint15Y" fmla="*/ 128 h 256"/>
              <a:gd name="GluePoint16X" fmla="*/ 83 w 221"/>
              <a:gd name="GluePoint16Y" fmla="*/ 128 h 256"/>
              <a:gd name="GluePoint17X" fmla="*/ 115 w 221"/>
              <a:gd name="GluePoint17Y" fmla="*/ 164 h 256"/>
              <a:gd name="GluePoint18X" fmla="*/ 179 w 221"/>
              <a:gd name="GluePoint18Y" fmla="*/ 189 h 256"/>
              <a:gd name="GluePoint19X" fmla="*/ 203 w 221"/>
              <a:gd name="GluePoint19Y" fmla="*/ 128 h 256"/>
              <a:gd name="GluePoint20X" fmla="*/ 141 w 221"/>
              <a:gd name="GluePoint20Y" fmla="*/ 148 h 256"/>
              <a:gd name="GluePoint21X" fmla="*/ 141 w 221"/>
              <a:gd name="GluePoint21Y" fmla="*/ 108 h 256"/>
              <a:gd name="GluePoint22X" fmla="*/ 203 w 221"/>
              <a:gd name="GluePoint22Y" fmla="*/ 128 h 256"/>
              <a:gd name="GluePoint23X" fmla="*/ 136 w 221"/>
              <a:gd name="GluePoint23Y" fmla="*/ 102 h 256"/>
              <a:gd name="GluePoint24X" fmla="*/ 115 w 221"/>
              <a:gd name="GluePoint24Y" fmla="*/ 36 h 256"/>
              <a:gd name="GluePoint25X" fmla="*/ 107 w 221"/>
              <a:gd name="GluePoint25Y" fmla="*/ 36 h 256"/>
              <a:gd name="GluePoint26X" fmla="*/ 86 w 221"/>
              <a:gd name="GluePoint26Y" fmla="*/ 102 h 256"/>
              <a:gd name="GluePoint27X" fmla="*/ 107 w 221"/>
              <a:gd name="GluePoint27Y" fmla="*/ 36 h 256"/>
              <a:gd name="GluePoint28X" fmla="*/ 37 w 221"/>
              <a:gd name="GluePoint28Y" fmla="*/ 73 h 256"/>
              <a:gd name="GluePoint29X" fmla="*/ 75 w 221"/>
              <a:gd name="GluePoint29Y" fmla="*/ 128 h 256"/>
              <a:gd name="GluePoint30X" fmla="*/ 36 w 221"/>
              <a:gd name="GluePoint30Y" fmla="*/ 182 h 256"/>
              <a:gd name="GluePoint31X" fmla="*/ 41 w 221"/>
              <a:gd name="GluePoint31Y" fmla="*/ 188 h 256"/>
              <a:gd name="GluePoint32X" fmla="*/ 107 w 221"/>
              <a:gd name="GluePoint32Y" fmla="*/ 164 h 256"/>
              <a:gd name="GluePoint33X" fmla="*/ 41 w 221"/>
              <a:gd name="GluePoint33Y" fmla="*/ 18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</a:cxnLst>
            <a:rect l="textAreaLeft" t="textAreaTop" r="textAreaRight" b="textAreaBottom"/>
            <a:pathLst>
              <a:path w="221" h="256">
                <a:moveTo>
                  <a:pt x="115" y="256"/>
                </a:moveTo>
                <a:cubicBezTo>
                  <a:pt x="115" y="228"/>
                  <a:pt x="115" y="228"/>
                  <a:pt x="115" y="228"/>
                </a:cubicBezTo>
                <a:cubicBezTo>
                  <a:pt x="143" y="227"/>
                  <a:pt x="168" y="214"/>
                  <a:pt x="185" y="194"/>
                </a:cubicBezTo>
                <a:cubicBezTo>
                  <a:pt x="216" y="219"/>
                  <a:pt x="216" y="219"/>
                  <a:pt x="216" y="219"/>
                </a:cubicBezTo>
                <a:cubicBezTo>
                  <a:pt x="221" y="213"/>
                  <a:pt x="221" y="213"/>
                  <a:pt x="221" y="213"/>
                </a:cubicBezTo>
                <a:cubicBezTo>
                  <a:pt x="190" y="188"/>
                  <a:pt x="190" y="188"/>
                  <a:pt x="190" y="188"/>
                </a:cubicBezTo>
                <a:cubicBezTo>
                  <a:pt x="203" y="171"/>
                  <a:pt x="211" y="150"/>
                  <a:pt x="211" y="128"/>
                </a:cubicBezTo>
                <a:cubicBezTo>
                  <a:pt x="211" y="106"/>
                  <a:pt x="204" y="86"/>
                  <a:pt x="192" y="70"/>
                </a:cubicBezTo>
                <a:cubicBezTo>
                  <a:pt x="221" y="47"/>
                  <a:pt x="221" y="47"/>
                  <a:pt x="221" y="47"/>
                </a:cubicBezTo>
                <a:cubicBezTo>
                  <a:pt x="216" y="41"/>
                  <a:pt x="216" y="41"/>
                  <a:pt x="216" y="41"/>
                </a:cubicBezTo>
                <a:cubicBezTo>
                  <a:pt x="187" y="63"/>
                  <a:pt x="187" y="63"/>
                  <a:pt x="187" y="63"/>
                </a:cubicBezTo>
                <a:cubicBezTo>
                  <a:pt x="169" y="43"/>
                  <a:pt x="143" y="29"/>
                  <a:pt x="115" y="28"/>
                </a:cubicBezTo>
                <a:cubicBezTo>
                  <a:pt x="115" y="0"/>
                  <a:pt x="115" y="0"/>
                  <a:pt x="115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107" y="28"/>
                  <a:pt x="107" y="28"/>
                  <a:pt x="107" y="28"/>
                </a:cubicBezTo>
                <a:cubicBezTo>
                  <a:pt x="78" y="29"/>
                  <a:pt x="53" y="42"/>
                  <a:pt x="36" y="62"/>
                </a:cubicBezTo>
                <a:cubicBezTo>
                  <a:pt x="5" y="37"/>
                  <a:pt x="5" y="37"/>
                  <a:pt x="5" y="37"/>
                </a:cubicBezTo>
                <a:cubicBezTo>
                  <a:pt x="0" y="43"/>
                  <a:pt x="0" y="43"/>
                  <a:pt x="0" y="43"/>
                </a:cubicBezTo>
                <a:cubicBezTo>
                  <a:pt x="31" y="68"/>
                  <a:pt x="31" y="68"/>
                  <a:pt x="31" y="68"/>
                </a:cubicBezTo>
                <a:cubicBezTo>
                  <a:pt x="18" y="85"/>
                  <a:pt x="11" y="105"/>
                  <a:pt x="11" y="128"/>
                </a:cubicBezTo>
                <a:cubicBezTo>
                  <a:pt x="11" y="150"/>
                  <a:pt x="18" y="170"/>
                  <a:pt x="29" y="186"/>
                </a:cubicBezTo>
                <a:cubicBezTo>
                  <a:pt x="0" y="209"/>
                  <a:pt x="0" y="209"/>
                  <a:pt x="0" y="209"/>
                </a:cubicBezTo>
                <a:cubicBezTo>
                  <a:pt x="5" y="215"/>
                  <a:pt x="5" y="215"/>
                  <a:pt x="5" y="215"/>
                </a:cubicBezTo>
                <a:cubicBezTo>
                  <a:pt x="34" y="193"/>
                  <a:pt x="34" y="193"/>
                  <a:pt x="34" y="193"/>
                </a:cubicBezTo>
                <a:cubicBezTo>
                  <a:pt x="52" y="213"/>
                  <a:pt x="78" y="227"/>
                  <a:pt x="107" y="228"/>
                </a:cubicBezTo>
                <a:cubicBezTo>
                  <a:pt x="107" y="256"/>
                  <a:pt x="107" y="256"/>
                  <a:pt x="107" y="256"/>
                </a:cubicBezTo>
                <a:lnTo>
                  <a:pt x="115" y="256"/>
                </a:lnTo>
                <a:close/>
                <a:moveTo>
                  <a:pt x="83" y="128"/>
                </a:moveTo>
                <a:cubicBezTo>
                  <a:pt x="83" y="113"/>
                  <a:pt x="95" y="100"/>
                  <a:pt x="111" y="100"/>
                </a:cubicBezTo>
                <a:cubicBezTo>
                  <a:pt x="126" y="100"/>
                  <a:pt x="139" y="113"/>
                  <a:pt x="139" y="128"/>
                </a:cubicBezTo>
                <a:cubicBezTo>
                  <a:pt x="139" y="143"/>
                  <a:pt x="126" y="156"/>
                  <a:pt x="111" y="156"/>
                </a:cubicBezTo>
                <a:cubicBezTo>
                  <a:pt x="95" y="156"/>
                  <a:pt x="83" y="143"/>
                  <a:pt x="83" y="128"/>
                </a:cubicBezTo>
                <a:close/>
                <a:moveTo>
                  <a:pt x="115" y="220"/>
                </a:moveTo>
                <a:cubicBezTo>
                  <a:pt x="115" y="164"/>
                  <a:pt x="115" y="164"/>
                  <a:pt x="115" y="164"/>
                </a:cubicBezTo>
                <a:cubicBezTo>
                  <a:pt x="123" y="163"/>
                  <a:pt x="130" y="159"/>
                  <a:pt x="135" y="154"/>
                </a:cubicBezTo>
                <a:cubicBezTo>
                  <a:pt x="179" y="189"/>
                  <a:pt x="179" y="189"/>
                  <a:pt x="179" y="189"/>
                </a:cubicBezTo>
                <a:cubicBezTo>
                  <a:pt x="163" y="207"/>
                  <a:pt x="140" y="219"/>
                  <a:pt x="115" y="220"/>
                </a:cubicBezTo>
                <a:close/>
                <a:moveTo>
                  <a:pt x="203" y="128"/>
                </a:moveTo>
                <a:cubicBezTo>
                  <a:pt x="203" y="149"/>
                  <a:pt x="196" y="168"/>
                  <a:pt x="184" y="183"/>
                </a:cubicBezTo>
                <a:cubicBezTo>
                  <a:pt x="141" y="148"/>
                  <a:pt x="141" y="148"/>
                  <a:pt x="141" y="148"/>
                </a:cubicBezTo>
                <a:cubicBezTo>
                  <a:pt x="144" y="142"/>
                  <a:pt x="147" y="135"/>
                  <a:pt x="147" y="128"/>
                </a:cubicBezTo>
                <a:cubicBezTo>
                  <a:pt x="147" y="121"/>
                  <a:pt x="144" y="114"/>
                  <a:pt x="141" y="108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96" y="89"/>
                  <a:pt x="203" y="108"/>
                  <a:pt x="203" y="128"/>
                </a:cubicBezTo>
                <a:close/>
                <a:moveTo>
                  <a:pt x="180" y="68"/>
                </a:moveTo>
                <a:cubicBezTo>
                  <a:pt x="136" y="102"/>
                  <a:pt x="136" y="102"/>
                  <a:pt x="136" y="102"/>
                </a:cubicBezTo>
                <a:cubicBezTo>
                  <a:pt x="130" y="97"/>
                  <a:pt x="123" y="93"/>
                  <a:pt x="115" y="92"/>
                </a:cubicBezTo>
                <a:cubicBezTo>
                  <a:pt x="115" y="36"/>
                  <a:pt x="115" y="36"/>
                  <a:pt x="115" y="36"/>
                </a:cubicBezTo>
                <a:cubicBezTo>
                  <a:pt x="141" y="37"/>
                  <a:pt x="164" y="49"/>
                  <a:pt x="180" y="68"/>
                </a:cubicBezTo>
                <a:close/>
                <a:moveTo>
                  <a:pt x="107" y="36"/>
                </a:moveTo>
                <a:cubicBezTo>
                  <a:pt x="107" y="92"/>
                  <a:pt x="107" y="92"/>
                  <a:pt x="107" y="92"/>
                </a:cubicBezTo>
                <a:cubicBezTo>
                  <a:pt x="98" y="93"/>
                  <a:pt x="91" y="97"/>
                  <a:pt x="86" y="102"/>
                </a:cubicBezTo>
                <a:cubicBezTo>
                  <a:pt x="42" y="67"/>
                  <a:pt x="42" y="67"/>
                  <a:pt x="42" y="67"/>
                </a:cubicBezTo>
                <a:cubicBezTo>
                  <a:pt x="58" y="49"/>
                  <a:pt x="81" y="37"/>
                  <a:pt x="107" y="36"/>
                </a:cubicBezTo>
                <a:close/>
                <a:moveTo>
                  <a:pt x="19" y="128"/>
                </a:moveTo>
                <a:cubicBezTo>
                  <a:pt x="19" y="107"/>
                  <a:pt x="25" y="88"/>
                  <a:pt x="37" y="73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77" y="114"/>
                  <a:pt x="75" y="121"/>
                  <a:pt x="75" y="128"/>
                </a:cubicBezTo>
                <a:cubicBezTo>
                  <a:pt x="75" y="135"/>
                  <a:pt x="77" y="142"/>
                  <a:pt x="80" y="148"/>
                </a:cubicBezTo>
                <a:cubicBezTo>
                  <a:pt x="36" y="182"/>
                  <a:pt x="36" y="182"/>
                  <a:pt x="36" y="182"/>
                </a:cubicBezTo>
                <a:cubicBezTo>
                  <a:pt x="25" y="166"/>
                  <a:pt x="19" y="148"/>
                  <a:pt x="19" y="128"/>
                </a:cubicBezTo>
                <a:close/>
                <a:moveTo>
                  <a:pt x="41" y="188"/>
                </a:moveTo>
                <a:cubicBezTo>
                  <a:pt x="86" y="154"/>
                  <a:pt x="86" y="154"/>
                  <a:pt x="86" y="154"/>
                </a:cubicBezTo>
                <a:cubicBezTo>
                  <a:pt x="91" y="159"/>
                  <a:pt x="98" y="163"/>
                  <a:pt x="107" y="164"/>
                </a:cubicBezTo>
                <a:cubicBezTo>
                  <a:pt x="107" y="220"/>
                  <a:pt x="107" y="220"/>
                  <a:pt x="107" y="220"/>
                </a:cubicBezTo>
                <a:cubicBezTo>
                  <a:pt x="80" y="219"/>
                  <a:pt x="57" y="207"/>
                  <a:pt x="41" y="18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072" name="Freeform 132"/>
          <p:cNvSpPr/>
          <p:nvPr/>
        </p:nvSpPr>
        <p:spPr>
          <a:xfrm>
            <a:off x="6788520" y="2464560"/>
            <a:ext cx="303480" cy="295200"/>
          </a:xfrm>
          <a:custGeom>
            <a:avLst/>
            <a:gdLst>
              <a:gd name="textAreaLeft" fmla="*/ 0 w 303480"/>
              <a:gd name="textAreaRight" fmla="*/ 303840 w 303480"/>
              <a:gd name="textAreaTop" fmla="*/ 0 h 295200"/>
              <a:gd name="textAreaBottom" fmla="*/ 295560 h 295200"/>
              <a:gd name="GluePoint1X" fmla="*/ 0 w 145"/>
              <a:gd name="GluePoint1Y" fmla="*/ 73 h 141"/>
              <a:gd name="GluePoint2X" fmla="*/ 23 w 145"/>
              <a:gd name="GluePoint2Y" fmla="*/ 73 h 141"/>
              <a:gd name="GluePoint3X" fmla="*/ 23 w 145"/>
              <a:gd name="GluePoint3Y" fmla="*/ 141 h 141"/>
              <a:gd name="GluePoint4X" fmla="*/ 55 w 145"/>
              <a:gd name="GluePoint4Y" fmla="*/ 141 h 141"/>
              <a:gd name="GluePoint5X" fmla="*/ 55 w 145"/>
              <a:gd name="GluePoint5Y" fmla="*/ 104 h 141"/>
              <a:gd name="GluePoint6X" fmla="*/ 86 w 145"/>
              <a:gd name="GluePoint6Y" fmla="*/ 104 h 141"/>
              <a:gd name="GluePoint7X" fmla="*/ 86 w 145"/>
              <a:gd name="GluePoint7Y" fmla="*/ 141 h 141"/>
              <a:gd name="GluePoint8X" fmla="*/ 118 w 145"/>
              <a:gd name="GluePoint8Y" fmla="*/ 141 h 141"/>
              <a:gd name="GluePoint9X" fmla="*/ 118 w 145"/>
              <a:gd name="GluePoint9Y" fmla="*/ 73 h 141"/>
              <a:gd name="GluePoint10X" fmla="*/ 145 w 145"/>
              <a:gd name="GluePoint10Y" fmla="*/ 73 h 141"/>
              <a:gd name="GluePoint11X" fmla="*/ 73 w 145"/>
              <a:gd name="GluePoint11Y" fmla="*/ 0 h 141"/>
              <a:gd name="GluePoint12X" fmla="*/ 0 w 145"/>
              <a:gd name="GluePoint12Y" fmla="*/ 73 h 141"/>
              <a:gd name="GluePoint13X" fmla="*/ 113 w 145"/>
              <a:gd name="GluePoint13Y" fmla="*/ 68 h 141"/>
              <a:gd name="GluePoint14X" fmla="*/ 113 w 145"/>
              <a:gd name="GluePoint14Y" fmla="*/ 136 h 141"/>
              <a:gd name="GluePoint15X" fmla="*/ 91 w 145"/>
              <a:gd name="GluePoint15Y" fmla="*/ 136 h 141"/>
              <a:gd name="GluePoint16X" fmla="*/ 91 w 145"/>
              <a:gd name="GluePoint16Y" fmla="*/ 100 h 141"/>
              <a:gd name="GluePoint17X" fmla="*/ 50 w 145"/>
              <a:gd name="GluePoint17Y" fmla="*/ 100 h 141"/>
              <a:gd name="GluePoint18X" fmla="*/ 50 w 145"/>
              <a:gd name="GluePoint18Y" fmla="*/ 136 h 141"/>
              <a:gd name="GluePoint19X" fmla="*/ 28 w 145"/>
              <a:gd name="GluePoint19Y" fmla="*/ 136 h 141"/>
              <a:gd name="GluePoint20X" fmla="*/ 28 w 145"/>
              <a:gd name="GluePoint20Y" fmla="*/ 68 h 141"/>
              <a:gd name="GluePoint21X" fmla="*/ 10 w 145"/>
              <a:gd name="GluePoint21Y" fmla="*/ 68 h 141"/>
              <a:gd name="GluePoint22X" fmla="*/ 73 w 145"/>
              <a:gd name="GluePoint22Y" fmla="*/ 6 h 141"/>
              <a:gd name="GluePoint23X" fmla="*/ 135 w 145"/>
              <a:gd name="GluePoint23Y" fmla="*/ 68 h 141"/>
              <a:gd name="GluePoint24X" fmla="*/ 113 w 145"/>
              <a:gd name="GluePoint24Y" fmla="*/ 68 h 14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</a:cxnLst>
            <a:rect l="textAreaLeft" t="textAreaTop" r="textAreaRight" b="textAreaBottom"/>
            <a:pathLst>
              <a:path w="145" h="141">
                <a:moveTo>
                  <a:pt x="0" y="73"/>
                </a:moveTo>
                <a:lnTo>
                  <a:pt x="23" y="73"/>
                </a:lnTo>
                <a:lnTo>
                  <a:pt x="23" y="141"/>
                </a:lnTo>
                <a:lnTo>
                  <a:pt x="55" y="141"/>
                </a:lnTo>
                <a:lnTo>
                  <a:pt x="55" y="104"/>
                </a:lnTo>
                <a:lnTo>
                  <a:pt x="86" y="104"/>
                </a:lnTo>
                <a:lnTo>
                  <a:pt x="86" y="141"/>
                </a:lnTo>
                <a:lnTo>
                  <a:pt x="118" y="141"/>
                </a:lnTo>
                <a:lnTo>
                  <a:pt x="118" y="73"/>
                </a:lnTo>
                <a:lnTo>
                  <a:pt x="145" y="73"/>
                </a:lnTo>
                <a:lnTo>
                  <a:pt x="73" y="0"/>
                </a:lnTo>
                <a:lnTo>
                  <a:pt x="0" y="73"/>
                </a:lnTo>
                <a:close/>
                <a:moveTo>
                  <a:pt x="113" y="68"/>
                </a:moveTo>
                <a:lnTo>
                  <a:pt x="113" y="136"/>
                </a:lnTo>
                <a:lnTo>
                  <a:pt x="91" y="136"/>
                </a:lnTo>
                <a:lnTo>
                  <a:pt x="91" y="100"/>
                </a:lnTo>
                <a:lnTo>
                  <a:pt x="50" y="100"/>
                </a:lnTo>
                <a:lnTo>
                  <a:pt x="50" y="136"/>
                </a:lnTo>
                <a:lnTo>
                  <a:pt x="28" y="136"/>
                </a:lnTo>
                <a:lnTo>
                  <a:pt x="28" y="68"/>
                </a:lnTo>
                <a:lnTo>
                  <a:pt x="10" y="68"/>
                </a:lnTo>
                <a:lnTo>
                  <a:pt x="73" y="6"/>
                </a:lnTo>
                <a:lnTo>
                  <a:pt x="135" y="68"/>
                </a:lnTo>
                <a:lnTo>
                  <a:pt x="113" y="6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073" name="Group 683"/>
          <p:cNvGrpSpPr/>
          <p:nvPr/>
        </p:nvGrpSpPr>
        <p:grpSpPr>
          <a:xfrm>
            <a:off x="2083320" y="2852280"/>
            <a:ext cx="301320" cy="301320"/>
            <a:chOff x="2083320" y="2852280"/>
            <a:chExt cx="301320" cy="301320"/>
          </a:xfrm>
        </p:grpSpPr>
        <p:sp>
          <p:nvSpPr>
            <p:cNvPr id="1074" name="Freeform 133"/>
            <p:cNvSpPr/>
            <p:nvPr/>
          </p:nvSpPr>
          <p:spPr>
            <a:xfrm>
              <a:off x="2083320" y="285228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28 w 256"/>
                <a:gd name="GluePoint1Y" fmla="*/ 256 h 256"/>
                <a:gd name="GluePoint2X" fmla="*/ 219 w 256"/>
                <a:gd name="GluePoint2Y" fmla="*/ 219 h 256"/>
                <a:gd name="GluePoint3X" fmla="*/ 256 w 256"/>
                <a:gd name="GluePoint3Y" fmla="*/ 128 h 256"/>
                <a:gd name="GluePoint4X" fmla="*/ 219 w 256"/>
                <a:gd name="GluePoint4Y" fmla="*/ 38 h 256"/>
                <a:gd name="GluePoint5X" fmla="*/ 128 w 256"/>
                <a:gd name="GluePoint5Y" fmla="*/ 0 h 256"/>
                <a:gd name="GluePoint6X" fmla="*/ 38 w 256"/>
                <a:gd name="GluePoint6Y" fmla="*/ 38 h 256"/>
                <a:gd name="GluePoint7X" fmla="*/ 0 w 256"/>
                <a:gd name="GluePoint7Y" fmla="*/ 128 h 256"/>
                <a:gd name="GluePoint8X" fmla="*/ 38 w 256"/>
                <a:gd name="GluePoint8Y" fmla="*/ 219 h 256"/>
                <a:gd name="GluePoint9X" fmla="*/ 128 w 256"/>
                <a:gd name="GluePoint9Y" fmla="*/ 256 h 256"/>
                <a:gd name="GluePoint10X" fmla="*/ 43 w 256"/>
                <a:gd name="GluePoint10Y" fmla="*/ 43 h 256"/>
                <a:gd name="GluePoint11X" fmla="*/ 128 w 256"/>
                <a:gd name="GluePoint11Y" fmla="*/ 8 h 256"/>
                <a:gd name="GluePoint12X" fmla="*/ 213 w 256"/>
                <a:gd name="GluePoint12Y" fmla="*/ 43 h 256"/>
                <a:gd name="GluePoint13X" fmla="*/ 248 w 256"/>
                <a:gd name="GluePoint13Y" fmla="*/ 128 h 256"/>
                <a:gd name="GluePoint14X" fmla="*/ 213 w 256"/>
                <a:gd name="GluePoint14Y" fmla="*/ 213 h 256"/>
                <a:gd name="GluePoint15X" fmla="*/ 128 w 256"/>
                <a:gd name="GluePoint15Y" fmla="*/ 248 h 256"/>
                <a:gd name="GluePoint16X" fmla="*/ 43 w 256"/>
                <a:gd name="GluePoint16Y" fmla="*/ 213 h 256"/>
                <a:gd name="GluePoint17X" fmla="*/ 8 w 256"/>
                <a:gd name="GluePoint17Y" fmla="*/ 128 h 256"/>
                <a:gd name="GluePoint18X" fmla="*/ 43 w 256"/>
                <a:gd name="GluePoint18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62" y="256"/>
                    <a:pt x="195" y="243"/>
                    <a:pt x="219" y="219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2"/>
                    <a:pt x="219" y="38"/>
                  </a:cubicBezTo>
                  <a:cubicBezTo>
                    <a:pt x="195" y="13"/>
                    <a:pt x="162" y="0"/>
                    <a:pt x="128" y="0"/>
                  </a:cubicBezTo>
                  <a:cubicBezTo>
                    <a:pt x="94" y="0"/>
                    <a:pt x="62" y="13"/>
                    <a:pt x="38" y="38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2"/>
                    <a:pt x="14" y="194"/>
                    <a:pt x="38" y="219"/>
                  </a:cubicBezTo>
                  <a:cubicBezTo>
                    <a:pt x="62" y="243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0" y="21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ubicBezTo>
                    <a:pt x="190" y="236"/>
                    <a:pt x="160" y="248"/>
                    <a:pt x="128" y="248"/>
                  </a:cubicBezTo>
                  <a:cubicBezTo>
                    <a:pt x="96" y="248"/>
                    <a:pt x="66" y="236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75" name="Rectangle 134"/>
            <p:cNvSpPr/>
            <p:nvPr/>
          </p:nvSpPr>
          <p:spPr>
            <a:xfrm>
              <a:off x="2228040" y="2969640"/>
              <a:ext cx="10080" cy="104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76" name="Rectangle 135"/>
            <p:cNvSpPr/>
            <p:nvPr/>
          </p:nvSpPr>
          <p:spPr>
            <a:xfrm>
              <a:off x="2228040" y="2931840"/>
              <a:ext cx="10080" cy="18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77" name="Group 686"/>
          <p:cNvGrpSpPr/>
          <p:nvPr/>
        </p:nvGrpSpPr>
        <p:grpSpPr>
          <a:xfrm>
            <a:off x="2546640" y="2852280"/>
            <a:ext cx="158760" cy="301320"/>
            <a:chOff x="2546640" y="2852280"/>
            <a:chExt cx="158760" cy="301320"/>
          </a:xfrm>
        </p:grpSpPr>
        <p:sp>
          <p:nvSpPr>
            <p:cNvPr id="1078" name="Freeform 136"/>
            <p:cNvSpPr/>
            <p:nvPr/>
          </p:nvSpPr>
          <p:spPr>
            <a:xfrm>
              <a:off x="2546640" y="2852280"/>
              <a:ext cx="158760" cy="30132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301320"/>
                <a:gd name="textAreaBottom" fmla="*/ 301680 h 301320"/>
                <a:gd name="GluePoint1X" fmla="*/ 0 w 76"/>
                <a:gd name="GluePoint1Y" fmla="*/ 144 h 144"/>
                <a:gd name="GluePoint2X" fmla="*/ 76 w 76"/>
                <a:gd name="GluePoint2Y" fmla="*/ 144 h 144"/>
                <a:gd name="GluePoint3X" fmla="*/ 76 w 76"/>
                <a:gd name="GluePoint3Y" fmla="*/ 0 h 144"/>
                <a:gd name="GluePoint4X" fmla="*/ 0 w 76"/>
                <a:gd name="GluePoint4Y" fmla="*/ 0 h 144"/>
                <a:gd name="GluePoint5X" fmla="*/ 0 w 76"/>
                <a:gd name="GluePoint5Y" fmla="*/ 144 h 144"/>
                <a:gd name="GluePoint6X" fmla="*/ 4 w 76"/>
                <a:gd name="GluePoint6Y" fmla="*/ 140 h 144"/>
                <a:gd name="GluePoint7X" fmla="*/ 4 w 76"/>
                <a:gd name="GluePoint7Y" fmla="*/ 83 h 144"/>
                <a:gd name="GluePoint8X" fmla="*/ 72 w 76"/>
                <a:gd name="GluePoint8Y" fmla="*/ 83 h 144"/>
                <a:gd name="GluePoint9X" fmla="*/ 72 w 76"/>
                <a:gd name="GluePoint9Y" fmla="*/ 140 h 144"/>
                <a:gd name="GluePoint10X" fmla="*/ 4 w 76"/>
                <a:gd name="GluePoint10Y" fmla="*/ 140 h 144"/>
                <a:gd name="GluePoint11X" fmla="*/ 4 w 76"/>
                <a:gd name="GluePoint11Y" fmla="*/ 79 h 144"/>
                <a:gd name="GluePoint12X" fmla="*/ 4 w 76"/>
                <a:gd name="GluePoint12Y" fmla="*/ 14 h 144"/>
                <a:gd name="GluePoint13X" fmla="*/ 72 w 76"/>
                <a:gd name="GluePoint13Y" fmla="*/ 14 h 144"/>
                <a:gd name="GluePoint14X" fmla="*/ 72 w 76"/>
                <a:gd name="GluePoint14Y" fmla="*/ 79 h 144"/>
                <a:gd name="GluePoint15X" fmla="*/ 4 w 76"/>
                <a:gd name="GluePoint15Y" fmla="*/ 79 h 144"/>
                <a:gd name="GluePoint16X" fmla="*/ 72 w 76"/>
                <a:gd name="GluePoint16Y" fmla="*/ 5 h 144"/>
                <a:gd name="GluePoint17X" fmla="*/ 72 w 76"/>
                <a:gd name="GluePoint17Y" fmla="*/ 9 h 144"/>
                <a:gd name="GluePoint18X" fmla="*/ 4 w 76"/>
                <a:gd name="GluePoint18Y" fmla="*/ 9 h 144"/>
                <a:gd name="GluePoint19X" fmla="*/ 4 w 76"/>
                <a:gd name="GluePoint19Y" fmla="*/ 5 h 144"/>
                <a:gd name="GluePoint20X" fmla="*/ 72 w 76"/>
                <a:gd name="GluePoint2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6" h="144">
                  <a:moveTo>
                    <a:pt x="0" y="144"/>
                  </a:moveTo>
                  <a:lnTo>
                    <a:pt x="76" y="144"/>
                  </a:lnTo>
                  <a:lnTo>
                    <a:pt x="76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4" y="140"/>
                  </a:moveTo>
                  <a:lnTo>
                    <a:pt x="4" y="83"/>
                  </a:lnTo>
                  <a:lnTo>
                    <a:pt x="72" y="83"/>
                  </a:lnTo>
                  <a:lnTo>
                    <a:pt x="72" y="140"/>
                  </a:lnTo>
                  <a:lnTo>
                    <a:pt x="4" y="140"/>
                  </a:lnTo>
                  <a:close/>
                  <a:moveTo>
                    <a:pt x="4" y="79"/>
                  </a:moveTo>
                  <a:lnTo>
                    <a:pt x="4" y="14"/>
                  </a:lnTo>
                  <a:lnTo>
                    <a:pt x="72" y="14"/>
                  </a:lnTo>
                  <a:lnTo>
                    <a:pt x="72" y="79"/>
                  </a:lnTo>
                  <a:lnTo>
                    <a:pt x="4" y="79"/>
                  </a:lnTo>
                  <a:close/>
                  <a:moveTo>
                    <a:pt x="72" y="5"/>
                  </a:moveTo>
                  <a:lnTo>
                    <a:pt x="72" y="9"/>
                  </a:lnTo>
                  <a:lnTo>
                    <a:pt x="4" y="9"/>
                  </a:lnTo>
                  <a:lnTo>
                    <a:pt x="4" y="5"/>
                  </a:lnTo>
                  <a:lnTo>
                    <a:pt x="72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79" name="Freeform 137"/>
            <p:cNvSpPr/>
            <p:nvPr/>
          </p:nvSpPr>
          <p:spPr>
            <a:xfrm>
              <a:off x="2574000" y="3036600"/>
              <a:ext cx="98280" cy="9828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98280"/>
                <a:gd name="textAreaBottom" fmla="*/ 98640 h 98280"/>
                <a:gd name="GluePoint1X" fmla="*/ 42 w 84"/>
                <a:gd name="GluePoint1Y" fmla="*/ 0 h 84"/>
                <a:gd name="GluePoint2X" fmla="*/ 0 w 84"/>
                <a:gd name="GluePoint2Y" fmla="*/ 42 h 84"/>
                <a:gd name="GluePoint3X" fmla="*/ 42 w 84"/>
                <a:gd name="GluePoint3Y" fmla="*/ 84 h 84"/>
                <a:gd name="GluePoint4X" fmla="*/ 84 w 84"/>
                <a:gd name="GluePoint4Y" fmla="*/ 42 h 84"/>
                <a:gd name="GluePoint5X" fmla="*/ 42 w 84"/>
                <a:gd name="GluePoint5Y" fmla="*/ 0 h 84"/>
                <a:gd name="GluePoint6X" fmla="*/ 42 w 84"/>
                <a:gd name="GluePoint6Y" fmla="*/ 76 h 84"/>
                <a:gd name="GluePoint7X" fmla="*/ 8 w 84"/>
                <a:gd name="GluePoint7Y" fmla="*/ 42 h 84"/>
                <a:gd name="GluePoint8X" fmla="*/ 42 w 84"/>
                <a:gd name="GluePoint8Y" fmla="*/ 8 h 84"/>
                <a:gd name="GluePoint9X" fmla="*/ 76 w 84"/>
                <a:gd name="GluePoint9Y" fmla="*/ 42 h 84"/>
                <a:gd name="GluePoint10X" fmla="*/ 42 w 84"/>
                <a:gd name="GluePoint10Y" fmla="*/ 76 h 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84" h="84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65"/>
                    <a:pt x="19" y="84"/>
                    <a:pt x="42" y="84"/>
                  </a:cubicBezTo>
                  <a:cubicBezTo>
                    <a:pt x="65" y="84"/>
                    <a:pt x="84" y="65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lose/>
                  <a:moveTo>
                    <a:pt x="42" y="76"/>
                  </a:moveTo>
                  <a:cubicBezTo>
                    <a:pt x="24" y="76"/>
                    <a:pt x="8" y="61"/>
                    <a:pt x="8" y="42"/>
                  </a:cubicBezTo>
                  <a:cubicBezTo>
                    <a:pt x="8" y="23"/>
                    <a:pt x="24" y="8"/>
                    <a:pt x="42" y="8"/>
                  </a:cubicBezTo>
                  <a:cubicBezTo>
                    <a:pt x="61" y="8"/>
                    <a:pt x="76" y="23"/>
                    <a:pt x="76" y="42"/>
                  </a:cubicBezTo>
                  <a:cubicBezTo>
                    <a:pt x="76" y="61"/>
                    <a:pt x="61" y="76"/>
                    <a:pt x="42" y="7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80" name="Freeform 138"/>
            <p:cNvSpPr/>
            <p:nvPr/>
          </p:nvSpPr>
          <p:spPr>
            <a:xfrm>
              <a:off x="2607480" y="3070080"/>
              <a:ext cx="33120" cy="3096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30960"/>
                <a:gd name="textAreaBottom" fmla="*/ 31320 h 30960"/>
                <a:gd name="GluePoint1X" fmla="*/ 14 w 28"/>
                <a:gd name="GluePoint1Y" fmla="*/ 0 h 28"/>
                <a:gd name="GluePoint2X" fmla="*/ 0 w 28"/>
                <a:gd name="GluePoint2Y" fmla="*/ 14 h 28"/>
                <a:gd name="GluePoint3X" fmla="*/ 14 w 28"/>
                <a:gd name="GluePoint3Y" fmla="*/ 28 h 28"/>
                <a:gd name="GluePoint4X" fmla="*/ 28 w 28"/>
                <a:gd name="GluePoint4Y" fmla="*/ 14 h 28"/>
                <a:gd name="GluePoint5X" fmla="*/ 14 w 28"/>
                <a:gd name="GluePoint5Y" fmla="*/ 0 h 28"/>
                <a:gd name="GluePoint6X" fmla="*/ 14 w 28"/>
                <a:gd name="GluePoint6Y" fmla="*/ 20 h 28"/>
                <a:gd name="GluePoint7X" fmla="*/ 8 w 28"/>
                <a:gd name="GluePoint7Y" fmla="*/ 14 h 28"/>
                <a:gd name="GluePoint8X" fmla="*/ 14 w 28"/>
                <a:gd name="GluePoint8Y" fmla="*/ 8 h 28"/>
                <a:gd name="GluePoint9X" fmla="*/ 20 w 28"/>
                <a:gd name="GluePoint9Y" fmla="*/ 14 h 28"/>
                <a:gd name="GluePoint10X" fmla="*/ 14 w 28"/>
                <a:gd name="GluePoint10Y" fmla="*/ 20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8" h="28"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8"/>
                    <a:pt x="14" y="28"/>
                  </a:cubicBezTo>
                  <a:cubicBezTo>
                    <a:pt x="22" y="28"/>
                    <a:pt x="28" y="22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14" y="20"/>
                  </a:moveTo>
                  <a:cubicBezTo>
                    <a:pt x="11" y="20"/>
                    <a:pt x="8" y="17"/>
                    <a:pt x="8" y="14"/>
                  </a:cubicBezTo>
                  <a:cubicBezTo>
                    <a:pt x="8" y="11"/>
                    <a:pt x="11" y="8"/>
                    <a:pt x="14" y="8"/>
                  </a:cubicBezTo>
                  <a:cubicBezTo>
                    <a:pt x="18" y="8"/>
                    <a:pt x="20" y="11"/>
                    <a:pt x="20" y="14"/>
                  </a:cubicBezTo>
                  <a:cubicBezTo>
                    <a:pt x="20" y="17"/>
                    <a:pt x="18" y="20"/>
                    <a:pt x="14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5480" bIns="15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81" name="Group 687"/>
          <p:cNvGrpSpPr/>
          <p:nvPr/>
        </p:nvGrpSpPr>
        <p:grpSpPr>
          <a:xfrm>
            <a:off x="2867400" y="2902680"/>
            <a:ext cx="301320" cy="203040"/>
            <a:chOff x="2867400" y="2902680"/>
            <a:chExt cx="301320" cy="203040"/>
          </a:xfrm>
        </p:grpSpPr>
        <p:sp>
          <p:nvSpPr>
            <p:cNvPr id="1082" name="Freeform 139"/>
            <p:cNvSpPr/>
            <p:nvPr/>
          </p:nvSpPr>
          <p:spPr>
            <a:xfrm>
              <a:off x="2867400" y="2902680"/>
              <a:ext cx="301320" cy="20304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03040"/>
                <a:gd name="textAreaBottom" fmla="*/ 203400 h 203040"/>
                <a:gd name="GluePoint1X" fmla="*/ 200 w 256"/>
                <a:gd name="GluePoint1Y" fmla="*/ 60 h 172"/>
                <a:gd name="GluePoint2X" fmla="*/ 132 w 256"/>
                <a:gd name="GluePoint2Y" fmla="*/ 60 h 172"/>
                <a:gd name="GluePoint3X" fmla="*/ 132 w 256"/>
                <a:gd name="GluePoint3Y" fmla="*/ 44 h 172"/>
                <a:gd name="GluePoint4X" fmla="*/ 188 w 256"/>
                <a:gd name="GluePoint4Y" fmla="*/ 44 h 172"/>
                <a:gd name="GluePoint5X" fmla="*/ 188 w 256"/>
                <a:gd name="GluePoint5Y" fmla="*/ 8 h 172"/>
                <a:gd name="GluePoint6X" fmla="*/ 148 w 256"/>
                <a:gd name="GluePoint6Y" fmla="*/ 8 h 172"/>
                <a:gd name="GluePoint7X" fmla="*/ 148 w 256"/>
                <a:gd name="GluePoint7Y" fmla="*/ 0 h 172"/>
                <a:gd name="GluePoint8X" fmla="*/ 140 w 256"/>
                <a:gd name="GluePoint8Y" fmla="*/ 0 h 172"/>
                <a:gd name="GluePoint9X" fmla="*/ 140 w 256"/>
                <a:gd name="GluePoint9Y" fmla="*/ 16 h 172"/>
                <a:gd name="GluePoint10X" fmla="*/ 180 w 256"/>
                <a:gd name="GluePoint10Y" fmla="*/ 16 h 172"/>
                <a:gd name="GluePoint11X" fmla="*/ 180 w 256"/>
                <a:gd name="GluePoint11Y" fmla="*/ 36 h 172"/>
                <a:gd name="GluePoint12X" fmla="*/ 124 w 256"/>
                <a:gd name="GluePoint12Y" fmla="*/ 36 h 172"/>
                <a:gd name="GluePoint13X" fmla="*/ 124 w 256"/>
                <a:gd name="GluePoint13Y" fmla="*/ 60 h 172"/>
                <a:gd name="GluePoint14X" fmla="*/ 56 w 256"/>
                <a:gd name="GluePoint14Y" fmla="*/ 60 h 172"/>
                <a:gd name="GluePoint15X" fmla="*/ 0 w 256"/>
                <a:gd name="GluePoint15Y" fmla="*/ 116 h 172"/>
                <a:gd name="GluePoint16X" fmla="*/ 56 w 256"/>
                <a:gd name="GluePoint16Y" fmla="*/ 172 h 172"/>
                <a:gd name="GluePoint17X" fmla="*/ 102 w 256"/>
                <a:gd name="GluePoint17Y" fmla="*/ 148 h 172"/>
                <a:gd name="GluePoint18X" fmla="*/ 155 w 256"/>
                <a:gd name="GluePoint18Y" fmla="*/ 148 h 172"/>
                <a:gd name="GluePoint19X" fmla="*/ 200 w 256"/>
                <a:gd name="GluePoint19Y" fmla="*/ 172 h 172"/>
                <a:gd name="GluePoint20X" fmla="*/ 256 w 256"/>
                <a:gd name="GluePoint20Y" fmla="*/ 116 h 172"/>
                <a:gd name="GluePoint21X" fmla="*/ 200 w 256"/>
                <a:gd name="GluePoint21Y" fmla="*/ 60 h 172"/>
                <a:gd name="GluePoint22X" fmla="*/ 200 w 256"/>
                <a:gd name="GluePoint22Y" fmla="*/ 164 h 172"/>
                <a:gd name="GluePoint23X" fmla="*/ 160 w 256"/>
                <a:gd name="GluePoint23Y" fmla="*/ 142 h 172"/>
                <a:gd name="GluePoint24X" fmla="*/ 159 w 256"/>
                <a:gd name="GluePoint24Y" fmla="*/ 140 h 172"/>
                <a:gd name="GluePoint25X" fmla="*/ 98 w 256"/>
                <a:gd name="GluePoint25Y" fmla="*/ 140 h 172"/>
                <a:gd name="GluePoint26X" fmla="*/ 97 w 256"/>
                <a:gd name="GluePoint26Y" fmla="*/ 142 h 172"/>
                <a:gd name="GluePoint27X" fmla="*/ 56 w 256"/>
                <a:gd name="GluePoint27Y" fmla="*/ 164 h 172"/>
                <a:gd name="GluePoint28X" fmla="*/ 8 w 256"/>
                <a:gd name="GluePoint28Y" fmla="*/ 116 h 172"/>
                <a:gd name="GluePoint29X" fmla="*/ 56 w 256"/>
                <a:gd name="GluePoint29Y" fmla="*/ 68 h 172"/>
                <a:gd name="GluePoint30X" fmla="*/ 200 w 256"/>
                <a:gd name="GluePoint30Y" fmla="*/ 68 h 172"/>
                <a:gd name="GluePoint31X" fmla="*/ 248 w 256"/>
                <a:gd name="GluePoint31Y" fmla="*/ 116 h 172"/>
                <a:gd name="GluePoint32X" fmla="*/ 200 w 256"/>
                <a:gd name="GluePoint32Y" fmla="*/ 164 h 1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56" h="172">
                  <a:moveTo>
                    <a:pt x="200" y="60"/>
                  </a:moveTo>
                  <a:cubicBezTo>
                    <a:pt x="132" y="60"/>
                    <a:pt x="132" y="60"/>
                    <a:pt x="132" y="60"/>
                  </a:cubicBezTo>
                  <a:cubicBezTo>
                    <a:pt x="132" y="44"/>
                    <a:pt x="132" y="44"/>
                    <a:pt x="132" y="44"/>
                  </a:cubicBezTo>
                  <a:cubicBezTo>
                    <a:pt x="188" y="44"/>
                    <a:pt x="188" y="44"/>
                    <a:pt x="188" y="44"/>
                  </a:cubicBezTo>
                  <a:cubicBezTo>
                    <a:pt x="188" y="8"/>
                    <a:pt x="188" y="8"/>
                    <a:pt x="18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0" y="16"/>
                    <a:pt x="140" y="16"/>
                    <a:pt x="140" y="16"/>
                  </a:cubicBezTo>
                  <a:cubicBezTo>
                    <a:pt x="180" y="16"/>
                    <a:pt x="180" y="16"/>
                    <a:pt x="180" y="16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24" y="36"/>
                    <a:pt x="124" y="36"/>
                    <a:pt x="124" y="3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26" y="60"/>
                    <a:pt x="0" y="85"/>
                    <a:pt x="0" y="116"/>
                  </a:cubicBezTo>
                  <a:cubicBezTo>
                    <a:pt x="0" y="147"/>
                    <a:pt x="26" y="172"/>
                    <a:pt x="56" y="172"/>
                  </a:cubicBezTo>
                  <a:cubicBezTo>
                    <a:pt x="75" y="172"/>
                    <a:pt x="92" y="163"/>
                    <a:pt x="102" y="148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65" y="163"/>
                    <a:pt x="182" y="172"/>
                    <a:pt x="200" y="172"/>
                  </a:cubicBezTo>
                  <a:cubicBezTo>
                    <a:pt x="231" y="172"/>
                    <a:pt x="256" y="147"/>
                    <a:pt x="256" y="116"/>
                  </a:cubicBezTo>
                  <a:cubicBezTo>
                    <a:pt x="256" y="85"/>
                    <a:pt x="231" y="60"/>
                    <a:pt x="200" y="60"/>
                  </a:cubicBezTo>
                  <a:close/>
                  <a:moveTo>
                    <a:pt x="200" y="164"/>
                  </a:moveTo>
                  <a:cubicBezTo>
                    <a:pt x="184" y="164"/>
                    <a:pt x="169" y="156"/>
                    <a:pt x="160" y="142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98" y="140"/>
                    <a:pt x="98" y="140"/>
                    <a:pt x="98" y="140"/>
                  </a:cubicBezTo>
                  <a:cubicBezTo>
                    <a:pt x="97" y="142"/>
                    <a:pt x="97" y="142"/>
                    <a:pt x="97" y="142"/>
                  </a:cubicBezTo>
                  <a:cubicBezTo>
                    <a:pt x="88" y="156"/>
                    <a:pt x="73" y="164"/>
                    <a:pt x="56" y="164"/>
                  </a:cubicBezTo>
                  <a:cubicBezTo>
                    <a:pt x="30" y="164"/>
                    <a:pt x="8" y="143"/>
                    <a:pt x="8" y="116"/>
                  </a:cubicBezTo>
                  <a:cubicBezTo>
                    <a:pt x="8" y="90"/>
                    <a:pt x="30" y="68"/>
                    <a:pt x="56" y="68"/>
                  </a:cubicBezTo>
                  <a:cubicBezTo>
                    <a:pt x="200" y="68"/>
                    <a:pt x="200" y="68"/>
                    <a:pt x="200" y="68"/>
                  </a:cubicBezTo>
                  <a:cubicBezTo>
                    <a:pt x="227" y="68"/>
                    <a:pt x="248" y="90"/>
                    <a:pt x="248" y="116"/>
                  </a:cubicBezTo>
                  <a:cubicBezTo>
                    <a:pt x="248" y="143"/>
                    <a:pt x="227" y="164"/>
                    <a:pt x="200" y="16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83" name="Freeform 140"/>
            <p:cNvSpPr/>
            <p:nvPr/>
          </p:nvSpPr>
          <p:spPr>
            <a:xfrm>
              <a:off x="2894400" y="3000960"/>
              <a:ext cx="75240" cy="7524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75240"/>
                <a:gd name="textAreaBottom" fmla="*/ 75600 h 75240"/>
                <a:gd name="GluePoint1X" fmla="*/ 21 w 36"/>
                <a:gd name="GluePoint1Y" fmla="*/ 0 h 36"/>
                <a:gd name="GluePoint2X" fmla="*/ 16 w 36"/>
                <a:gd name="GluePoint2Y" fmla="*/ 0 h 36"/>
                <a:gd name="GluePoint3X" fmla="*/ 16 w 36"/>
                <a:gd name="GluePoint3Y" fmla="*/ 16 h 36"/>
                <a:gd name="GluePoint4X" fmla="*/ 0 w 36"/>
                <a:gd name="GluePoint4Y" fmla="*/ 16 h 36"/>
                <a:gd name="GluePoint5X" fmla="*/ 0 w 36"/>
                <a:gd name="GluePoint5Y" fmla="*/ 20 h 36"/>
                <a:gd name="GluePoint6X" fmla="*/ 16 w 36"/>
                <a:gd name="GluePoint6Y" fmla="*/ 20 h 36"/>
                <a:gd name="GluePoint7X" fmla="*/ 16 w 36"/>
                <a:gd name="GluePoint7Y" fmla="*/ 36 h 36"/>
                <a:gd name="GluePoint8X" fmla="*/ 21 w 36"/>
                <a:gd name="GluePoint8Y" fmla="*/ 36 h 36"/>
                <a:gd name="GluePoint9X" fmla="*/ 21 w 36"/>
                <a:gd name="GluePoint9Y" fmla="*/ 20 h 36"/>
                <a:gd name="GluePoint10X" fmla="*/ 36 w 36"/>
                <a:gd name="GluePoint10Y" fmla="*/ 20 h 36"/>
                <a:gd name="GluePoint11X" fmla="*/ 36 w 36"/>
                <a:gd name="GluePoint11Y" fmla="*/ 16 h 36"/>
                <a:gd name="GluePoint12X" fmla="*/ 21 w 36"/>
                <a:gd name="GluePoint12Y" fmla="*/ 16 h 36"/>
                <a:gd name="GluePoint13X" fmla="*/ 21 w 36"/>
                <a:gd name="GluePoint13Y" fmla="*/ 0 h 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6" h="36">
                  <a:moveTo>
                    <a:pt x="21" y="0"/>
                  </a:move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16" y="20"/>
                  </a:lnTo>
                  <a:lnTo>
                    <a:pt x="16" y="36"/>
                  </a:lnTo>
                  <a:lnTo>
                    <a:pt x="21" y="36"/>
                  </a:lnTo>
                  <a:lnTo>
                    <a:pt x="21" y="20"/>
                  </a:lnTo>
                  <a:lnTo>
                    <a:pt x="36" y="20"/>
                  </a:lnTo>
                  <a:lnTo>
                    <a:pt x="36" y="16"/>
                  </a:lnTo>
                  <a:lnTo>
                    <a:pt x="21" y="16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800" bIns="37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84" name="Freeform 141"/>
            <p:cNvSpPr/>
            <p:nvPr/>
          </p:nvSpPr>
          <p:spPr>
            <a:xfrm>
              <a:off x="3064320" y="3000960"/>
              <a:ext cx="77040" cy="7524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75240"/>
                <a:gd name="textAreaBottom" fmla="*/ 75600 h 75240"/>
                <a:gd name="GluePoint1X" fmla="*/ 32 w 64"/>
                <a:gd name="GluePoint1Y" fmla="*/ 0 h 64"/>
                <a:gd name="GluePoint2X" fmla="*/ 0 w 64"/>
                <a:gd name="GluePoint2Y" fmla="*/ 32 h 64"/>
                <a:gd name="GluePoint3X" fmla="*/ 32 w 64"/>
                <a:gd name="GluePoint3Y" fmla="*/ 64 h 64"/>
                <a:gd name="GluePoint4X" fmla="*/ 64 w 64"/>
                <a:gd name="GluePoint4Y" fmla="*/ 32 h 64"/>
                <a:gd name="GluePoint5X" fmla="*/ 32 w 64"/>
                <a:gd name="GluePoint5Y" fmla="*/ 0 h 64"/>
                <a:gd name="GluePoint6X" fmla="*/ 56 w 64"/>
                <a:gd name="GluePoint6Y" fmla="*/ 28 h 64"/>
                <a:gd name="GluePoint7X" fmla="*/ 36 w 64"/>
                <a:gd name="GluePoint7Y" fmla="*/ 28 h 64"/>
                <a:gd name="GluePoint8X" fmla="*/ 36 w 64"/>
                <a:gd name="GluePoint8Y" fmla="*/ 8 h 64"/>
                <a:gd name="GluePoint9X" fmla="*/ 56 w 64"/>
                <a:gd name="GluePoint9Y" fmla="*/ 28 h 64"/>
                <a:gd name="GluePoint10X" fmla="*/ 28 w 64"/>
                <a:gd name="GluePoint10Y" fmla="*/ 8 h 64"/>
                <a:gd name="GluePoint11X" fmla="*/ 28 w 64"/>
                <a:gd name="GluePoint11Y" fmla="*/ 28 h 64"/>
                <a:gd name="GluePoint12X" fmla="*/ 9 w 64"/>
                <a:gd name="GluePoint12Y" fmla="*/ 28 h 64"/>
                <a:gd name="GluePoint13X" fmla="*/ 28 w 64"/>
                <a:gd name="GluePoint13Y" fmla="*/ 8 h 64"/>
                <a:gd name="GluePoint14X" fmla="*/ 9 w 64"/>
                <a:gd name="GluePoint14Y" fmla="*/ 36 h 64"/>
                <a:gd name="GluePoint15X" fmla="*/ 28 w 64"/>
                <a:gd name="GluePoint15Y" fmla="*/ 36 h 64"/>
                <a:gd name="GluePoint16X" fmla="*/ 28 w 64"/>
                <a:gd name="GluePoint16Y" fmla="*/ 56 h 64"/>
                <a:gd name="GluePoint17X" fmla="*/ 9 w 64"/>
                <a:gd name="GluePoint17Y" fmla="*/ 36 h 64"/>
                <a:gd name="GluePoint18X" fmla="*/ 36 w 64"/>
                <a:gd name="GluePoint18Y" fmla="*/ 56 h 64"/>
                <a:gd name="GluePoint19X" fmla="*/ 36 w 64"/>
                <a:gd name="GluePoint19Y" fmla="*/ 36 h 64"/>
                <a:gd name="GluePoint20X" fmla="*/ 56 w 64"/>
                <a:gd name="GluePoint20Y" fmla="*/ 36 h 64"/>
                <a:gd name="GluePoint21X" fmla="*/ 36 w 64"/>
                <a:gd name="GluePoint21Y" fmla="*/ 56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50"/>
                    <a:pt x="15" y="64"/>
                    <a:pt x="32" y="64"/>
                  </a:cubicBezTo>
                  <a:cubicBezTo>
                    <a:pt x="50" y="64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6" y="28"/>
                  </a:moveTo>
                  <a:cubicBezTo>
                    <a:pt x="36" y="28"/>
                    <a:pt x="36" y="28"/>
                    <a:pt x="36" y="2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47" y="10"/>
                    <a:pt x="54" y="18"/>
                    <a:pt x="56" y="28"/>
                  </a:cubicBezTo>
                  <a:close/>
                  <a:moveTo>
                    <a:pt x="28" y="8"/>
                  </a:moveTo>
                  <a:cubicBezTo>
                    <a:pt x="28" y="28"/>
                    <a:pt x="28" y="28"/>
                    <a:pt x="28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0" y="18"/>
                    <a:pt x="18" y="10"/>
                    <a:pt x="28" y="8"/>
                  </a:cubicBezTo>
                  <a:close/>
                  <a:moveTo>
                    <a:pt x="9" y="36"/>
                  </a:moveTo>
                  <a:cubicBezTo>
                    <a:pt x="28" y="36"/>
                    <a:pt x="28" y="36"/>
                    <a:pt x="28" y="36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18" y="54"/>
                    <a:pt x="11" y="46"/>
                    <a:pt x="9" y="36"/>
                  </a:cubicBezTo>
                  <a:close/>
                  <a:moveTo>
                    <a:pt x="36" y="56"/>
                  </a:moveTo>
                  <a:cubicBezTo>
                    <a:pt x="36" y="36"/>
                    <a:pt x="36" y="36"/>
                    <a:pt x="3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4" y="46"/>
                    <a:pt x="46" y="54"/>
                    <a:pt x="36" y="5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800" bIns="37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85" name="Group 689"/>
          <p:cNvGrpSpPr/>
          <p:nvPr/>
        </p:nvGrpSpPr>
        <p:grpSpPr>
          <a:xfrm>
            <a:off x="3259080" y="2942280"/>
            <a:ext cx="303480" cy="121320"/>
            <a:chOff x="3259080" y="2942280"/>
            <a:chExt cx="303480" cy="121320"/>
          </a:xfrm>
        </p:grpSpPr>
        <p:sp>
          <p:nvSpPr>
            <p:cNvPr id="1086" name="Freeform 142"/>
            <p:cNvSpPr/>
            <p:nvPr/>
          </p:nvSpPr>
          <p:spPr>
            <a:xfrm>
              <a:off x="3439440" y="2942280"/>
              <a:ext cx="123120" cy="12132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121320"/>
                <a:gd name="textAreaBottom" fmla="*/ 121680 h 121320"/>
                <a:gd name="GluePoint1X" fmla="*/ 52 w 104"/>
                <a:gd name="GluePoint1Y" fmla="*/ 0 h 104"/>
                <a:gd name="GluePoint2X" fmla="*/ 0 w 104"/>
                <a:gd name="GluePoint2Y" fmla="*/ 52 h 104"/>
                <a:gd name="GluePoint3X" fmla="*/ 52 w 104"/>
                <a:gd name="GluePoint3Y" fmla="*/ 104 h 104"/>
                <a:gd name="GluePoint4X" fmla="*/ 104 w 104"/>
                <a:gd name="GluePoint4Y" fmla="*/ 52 h 104"/>
                <a:gd name="GluePoint5X" fmla="*/ 52 w 104"/>
                <a:gd name="GluePoint5Y" fmla="*/ 0 h 104"/>
                <a:gd name="GluePoint6X" fmla="*/ 52 w 104"/>
                <a:gd name="GluePoint6Y" fmla="*/ 96 h 104"/>
                <a:gd name="GluePoint7X" fmla="*/ 8 w 104"/>
                <a:gd name="GluePoint7Y" fmla="*/ 52 h 104"/>
                <a:gd name="GluePoint8X" fmla="*/ 52 w 104"/>
                <a:gd name="GluePoint8Y" fmla="*/ 8 h 104"/>
                <a:gd name="GluePoint9X" fmla="*/ 96 w 104"/>
                <a:gd name="GluePoint9Y" fmla="*/ 52 h 104"/>
                <a:gd name="GluePoint10X" fmla="*/ 52 w 104"/>
                <a:gd name="GluePoint10Y" fmla="*/ 96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1"/>
                    <a:pt x="23" y="104"/>
                    <a:pt x="52" y="104"/>
                  </a:cubicBezTo>
                  <a:cubicBezTo>
                    <a:pt x="80" y="104"/>
                    <a:pt x="104" y="81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lose/>
                  <a:moveTo>
                    <a:pt x="52" y="96"/>
                  </a:moveTo>
                  <a:cubicBezTo>
                    <a:pt x="27" y="96"/>
                    <a:pt x="8" y="76"/>
                    <a:pt x="8" y="52"/>
                  </a:cubicBezTo>
                  <a:cubicBezTo>
                    <a:pt x="8" y="28"/>
                    <a:pt x="27" y="8"/>
                    <a:pt x="52" y="8"/>
                  </a:cubicBezTo>
                  <a:cubicBezTo>
                    <a:pt x="76" y="8"/>
                    <a:pt x="96" y="28"/>
                    <a:pt x="96" y="52"/>
                  </a:cubicBezTo>
                  <a:cubicBezTo>
                    <a:pt x="96" y="76"/>
                    <a:pt x="76" y="96"/>
                    <a:pt x="52" y="9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87" name="Freeform 143"/>
            <p:cNvSpPr/>
            <p:nvPr/>
          </p:nvSpPr>
          <p:spPr>
            <a:xfrm>
              <a:off x="3259080" y="2998800"/>
              <a:ext cx="180000" cy="52200"/>
            </a:xfrm>
            <a:custGeom>
              <a:avLst/>
              <a:gdLst>
                <a:gd name="textAreaLeft" fmla="*/ 0 w 180000"/>
                <a:gd name="textAreaRight" fmla="*/ 180360 w 180000"/>
                <a:gd name="textAreaTop" fmla="*/ 0 h 52200"/>
                <a:gd name="textAreaBottom" fmla="*/ 52560 h 52200"/>
                <a:gd name="GluePoint1X" fmla="*/ 0 w 86"/>
                <a:gd name="GluePoint1Y" fmla="*/ 0 h 25"/>
                <a:gd name="GluePoint2X" fmla="*/ 0 w 86"/>
                <a:gd name="GluePoint2Y" fmla="*/ 4 h 25"/>
                <a:gd name="GluePoint3X" fmla="*/ 12 w 86"/>
                <a:gd name="GluePoint3Y" fmla="*/ 4 h 25"/>
                <a:gd name="GluePoint4X" fmla="*/ 12 w 86"/>
                <a:gd name="GluePoint4Y" fmla="*/ 25 h 25"/>
                <a:gd name="GluePoint5X" fmla="*/ 16 w 86"/>
                <a:gd name="GluePoint5Y" fmla="*/ 25 h 25"/>
                <a:gd name="GluePoint6X" fmla="*/ 16 w 86"/>
                <a:gd name="GluePoint6Y" fmla="*/ 4 h 25"/>
                <a:gd name="GluePoint7X" fmla="*/ 30 w 86"/>
                <a:gd name="GluePoint7Y" fmla="*/ 4 h 25"/>
                <a:gd name="GluePoint8X" fmla="*/ 30 w 86"/>
                <a:gd name="GluePoint8Y" fmla="*/ 16 h 25"/>
                <a:gd name="GluePoint9X" fmla="*/ 34 w 86"/>
                <a:gd name="GluePoint9Y" fmla="*/ 16 h 25"/>
                <a:gd name="GluePoint10X" fmla="*/ 34 w 86"/>
                <a:gd name="GluePoint10Y" fmla="*/ 4 h 25"/>
                <a:gd name="GluePoint11X" fmla="*/ 86 w 86"/>
                <a:gd name="GluePoint11Y" fmla="*/ 4 h 25"/>
                <a:gd name="GluePoint12X" fmla="*/ 86 w 86"/>
                <a:gd name="GluePoint12Y" fmla="*/ 2 h 25"/>
                <a:gd name="GluePoint13X" fmla="*/ 86 w 86"/>
                <a:gd name="GluePoint13Y" fmla="*/ 0 h 25"/>
                <a:gd name="GluePoint14X" fmla="*/ 0 w 86"/>
                <a:gd name="GluePoint14Y" fmla="*/ 0 h 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86" h="25">
                  <a:moveTo>
                    <a:pt x="0" y="0"/>
                  </a:moveTo>
                  <a:lnTo>
                    <a:pt x="0" y="4"/>
                  </a:lnTo>
                  <a:lnTo>
                    <a:pt x="12" y="4"/>
                  </a:lnTo>
                  <a:lnTo>
                    <a:pt x="12" y="25"/>
                  </a:lnTo>
                  <a:lnTo>
                    <a:pt x="16" y="25"/>
                  </a:lnTo>
                  <a:lnTo>
                    <a:pt x="16" y="4"/>
                  </a:lnTo>
                  <a:lnTo>
                    <a:pt x="30" y="4"/>
                  </a:lnTo>
                  <a:lnTo>
                    <a:pt x="30" y="16"/>
                  </a:lnTo>
                  <a:lnTo>
                    <a:pt x="34" y="16"/>
                  </a:lnTo>
                  <a:lnTo>
                    <a:pt x="34" y="4"/>
                  </a:lnTo>
                  <a:lnTo>
                    <a:pt x="86" y="4"/>
                  </a:lnTo>
                  <a:lnTo>
                    <a:pt x="86" y="2"/>
                  </a:lnTo>
                  <a:lnTo>
                    <a:pt x="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6280" bIns="26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088" name="Group 688"/>
          <p:cNvGrpSpPr/>
          <p:nvPr/>
        </p:nvGrpSpPr>
        <p:grpSpPr>
          <a:xfrm>
            <a:off x="3651120" y="2887920"/>
            <a:ext cx="303480" cy="230040"/>
            <a:chOff x="3651120" y="2887920"/>
            <a:chExt cx="303480" cy="230040"/>
          </a:xfrm>
        </p:grpSpPr>
        <p:sp>
          <p:nvSpPr>
            <p:cNvPr id="1089" name="Freeform 144"/>
            <p:cNvSpPr/>
            <p:nvPr/>
          </p:nvSpPr>
          <p:spPr>
            <a:xfrm>
              <a:off x="3651120" y="2887920"/>
              <a:ext cx="303480" cy="23004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230040"/>
                <a:gd name="textAreaBottom" fmla="*/ 230400 h 230040"/>
                <a:gd name="GluePoint1X" fmla="*/ 19 w 145"/>
                <a:gd name="GluePoint1Y" fmla="*/ 25 h 110"/>
                <a:gd name="GluePoint2X" fmla="*/ 50 w 145"/>
                <a:gd name="GluePoint2Y" fmla="*/ 25 h 110"/>
                <a:gd name="GluePoint3X" fmla="*/ 50 w 145"/>
                <a:gd name="GluePoint3Y" fmla="*/ 4 h 110"/>
                <a:gd name="GluePoint4X" fmla="*/ 28 w 145"/>
                <a:gd name="GluePoint4Y" fmla="*/ 4 h 110"/>
                <a:gd name="GluePoint5X" fmla="*/ 28 w 145"/>
                <a:gd name="GluePoint5Y" fmla="*/ 0 h 110"/>
                <a:gd name="GluePoint6X" fmla="*/ 23 w 145"/>
                <a:gd name="GluePoint6Y" fmla="*/ 0 h 110"/>
                <a:gd name="GluePoint7X" fmla="*/ 23 w 145"/>
                <a:gd name="GluePoint7Y" fmla="*/ 9 h 110"/>
                <a:gd name="GluePoint8X" fmla="*/ 46 w 145"/>
                <a:gd name="GluePoint8Y" fmla="*/ 9 h 110"/>
                <a:gd name="GluePoint9X" fmla="*/ 46 w 145"/>
                <a:gd name="GluePoint9Y" fmla="*/ 20 h 110"/>
                <a:gd name="GluePoint10X" fmla="*/ 14 w 145"/>
                <a:gd name="GluePoint10Y" fmla="*/ 20 h 110"/>
                <a:gd name="GluePoint11X" fmla="*/ 14 w 145"/>
                <a:gd name="GluePoint11Y" fmla="*/ 38 h 110"/>
                <a:gd name="GluePoint12X" fmla="*/ 0 w 145"/>
                <a:gd name="GluePoint12Y" fmla="*/ 38 h 110"/>
                <a:gd name="GluePoint13X" fmla="*/ 0 w 145"/>
                <a:gd name="GluePoint13Y" fmla="*/ 110 h 110"/>
                <a:gd name="GluePoint14X" fmla="*/ 145 w 145"/>
                <a:gd name="GluePoint14Y" fmla="*/ 110 h 110"/>
                <a:gd name="GluePoint15X" fmla="*/ 145 w 145"/>
                <a:gd name="GluePoint15Y" fmla="*/ 38 h 110"/>
                <a:gd name="GluePoint16X" fmla="*/ 19 w 145"/>
                <a:gd name="GluePoint16Y" fmla="*/ 38 h 110"/>
                <a:gd name="GluePoint17X" fmla="*/ 19 w 145"/>
                <a:gd name="GluePoint17Y" fmla="*/ 25 h 110"/>
                <a:gd name="GluePoint18X" fmla="*/ 140 w 145"/>
                <a:gd name="GluePoint18Y" fmla="*/ 106 h 110"/>
                <a:gd name="GluePoint19X" fmla="*/ 5 w 145"/>
                <a:gd name="GluePoint19Y" fmla="*/ 106 h 110"/>
                <a:gd name="GluePoint20X" fmla="*/ 5 w 145"/>
                <a:gd name="GluePoint20Y" fmla="*/ 43 h 110"/>
                <a:gd name="GluePoint21X" fmla="*/ 140 w 145"/>
                <a:gd name="GluePoint21Y" fmla="*/ 43 h 110"/>
                <a:gd name="GluePoint22X" fmla="*/ 140 w 145"/>
                <a:gd name="GluePoint22Y" fmla="*/ 106 h 1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145" h="110">
                  <a:moveTo>
                    <a:pt x="19" y="25"/>
                  </a:moveTo>
                  <a:lnTo>
                    <a:pt x="50" y="25"/>
                  </a:lnTo>
                  <a:lnTo>
                    <a:pt x="50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23" y="0"/>
                  </a:lnTo>
                  <a:lnTo>
                    <a:pt x="23" y="9"/>
                  </a:lnTo>
                  <a:lnTo>
                    <a:pt x="46" y="9"/>
                  </a:lnTo>
                  <a:lnTo>
                    <a:pt x="46" y="20"/>
                  </a:lnTo>
                  <a:lnTo>
                    <a:pt x="14" y="20"/>
                  </a:lnTo>
                  <a:lnTo>
                    <a:pt x="14" y="38"/>
                  </a:lnTo>
                  <a:lnTo>
                    <a:pt x="0" y="38"/>
                  </a:lnTo>
                  <a:lnTo>
                    <a:pt x="0" y="110"/>
                  </a:lnTo>
                  <a:lnTo>
                    <a:pt x="145" y="110"/>
                  </a:lnTo>
                  <a:lnTo>
                    <a:pt x="145" y="38"/>
                  </a:lnTo>
                  <a:lnTo>
                    <a:pt x="19" y="38"/>
                  </a:lnTo>
                  <a:lnTo>
                    <a:pt x="19" y="25"/>
                  </a:lnTo>
                  <a:close/>
                  <a:moveTo>
                    <a:pt x="140" y="106"/>
                  </a:moveTo>
                  <a:lnTo>
                    <a:pt x="5" y="106"/>
                  </a:lnTo>
                  <a:lnTo>
                    <a:pt x="5" y="43"/>
                  </a:lnTo>
                  <a:lnTo>
                    <a:pt x="140" y="43"/>
                  </a:lnTo>
                  <a:lnTo>
                    <a:pt x="140" y="10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0" name="Rectangle 145"/>
            <p:cNvSpPr/>
            <p:nvPr/>
          </p:nvSpPr>
          <p:spPr>
            <a:xfrm>
              <a:off x="3672000" y="3000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1" name="Rectangle 146"/>
            <p:cNvSpPr/>
            <p:nvPr/>
          </p:nvSpPr>
          <p:spPr>
            <a:xfrm>
              <a:off x="3699360" y="3000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2" name="Rectangle 147"/>
            <p:cNvSpPr/>
            <p:nvPr/>
          </p:nvSpPr>
          <p:spPr>
            <a:xfrm>
              <a:off x="3728520" y="3000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3" name="Rectangle 148"/>
            <p:cNvSpPr/>
            <p:nvPr/>
          </p:nvSpPr>
          <p:spPr>
            <a:xfrm>
              <a:off x="3755880" y="3000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4" name="Rectangle 149"/>
            <p:cNvSpPr/>
            <p:nvPr/>
          </p:nvSpPr>
          <p:spPr>
            <a:xfrm>
              <a:off x="3785040" y="3000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5" name="Rectangle 150"/>
            <p:cNvSpPr/>
            <p:nvPr/>
          </p:nvSpPr>
          <p:spPr>
            <a:xfrm>
              <a:off x="3812400" y="3000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6" name="Rectangle 151"/>
            <p:cNvSpPr/>
            <p:nvPr/>
          </p:nvSpPr>
          <p:spPr>
            <a:xfrm>
              <a:off x="3841920" y="3000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7" name="Rectangle 152"/>
            <p:cNvSpPr/>
            <p:nvPr/>
          </p:nvSpPr>
          <p:spPr>
            <a:xfrm>
              <a:off x="3868920" y="3000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8" name="Rectangle 153"/>
            <p:cNvSpPr/>
            <p:nvPr/>
          </p:nvSpPr>
          <p:spPr>
            <a:xfrm>
              <a:off x="3898440" y="3000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099" name="Rectangle 154"/>
            <p:cNvSpPr/>
            <p:nvPr/>
          </p:nvSpPr>
          <p:spPr>
            <a:xfrm>
              <a:off x="3672000" y="30765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0" name="Rectangle 155"/>
            <p:cNvSpPr/>
            <p:nvPr/>
          </p:nvSpPr>
          <p:spPr>
            <a:xfrm>
              <a:off x="3699360" y="30765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1" name="Rectangle 156"/>
            <p:cNvSpPr/>
            <p:nvPr/>
          </p:nvSpPr>
          <p:spPr>
            <a:xfrm>
              <a:off x="3728520" y="3076560"/>
              <a:ext cx="12132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2" name="Rectangle 157"/>
            <p:cNvSpPr/>
            <p:nvPr/>
          </p:nvSpPr>
          <p:spPr>
            <a:xfrm>
              <a:off x="3888000" y="30765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3" name="Rectangle 158"/>
            <p:cNvSpPr/>
            <p:nvPr/>
          </p:nvSpPr>
          <p:spPr>
            <a:xfrm>
              <a:off x="3917160" y="30765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4" name="Rectangle 159"/>
            <p:cNvSpPr/>
            <p:nvPr/>
          </p:nvSpPr>
          <p:spPr>
            <a:xfrm>
              <a:off x="3860640" y="30765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5" name="Rectangle 160"/>
            <p:cNvSpPr/>
            <p:nvPr/>
          </p:nvSpPr>
          <p:spPr>
            <a:xfrm>
              <a:off x="3690720" y="30387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6" name="Rectangle 161"/>
            <p:cNvSpPr/>
            <p:nvPr/>
          </p:nvSpPr>
          <p:spPr>
            <a:xfrm>
              <a:off x="3718080" y="30387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7" name="Rectangle 162"/>
            <p:cNvSpPr/>
            <p:nvPr/>
          </p:nvSpPr>
          <p:spPr>
            <a:xfrm>
              <a:off x="3747600" y="30387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8" name="Rectangle 163"/>
            <p:cNvSpPr/>
            <p:nvPr/>
          </p:nvSpPr>
          <p:spPr>
            <a:xfrm>
              <a:off x="3774600" y="30387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09" name="Rectangle 164"/>
            <p:cNvSpPr/>
            <p:nvPr/>
          </p:nvSpPr>
          <p:spPr>
            <a:xfrm>
              <a:off x="3804120" y="30387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10" name="Rectangle 165"/>
            <p:cNvSpPr/>
            <p:nvPr/>
          </p:nvSpPr>
          <p:spPr>
            <a:xfrm>
              <a:off x="3831120" y="30387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11" name="Rectangle 166"/>
            <p:cNvSpPr/>
            <p:nvPr/>
          </p:nvSpPr>
          <p:spPr>
            <a:xfrm>
              <a:off x="3860640" y="30387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12" name="Rectangle 167"/>
            <p:cNvSpPr/>
            <p:nvPr/>
          </p:nvSpPr>
          <p:spPr>
            <a:xfrm>
              <a:off x="3888000" y="30387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13" name="Rectangle 168"/>
            <p:cNvSpPr/>
            <p:nvPr/>
          </p:nvSpPr>
          <p:spPr>
            <a:xfrm>
              <a:off x="3917160" y="30387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14" name="Group 691"/>
          <p:cNvGrpSpPr/>
          <p:nvPr/>
        </p:nvGrpSpPr>
        <p:grpSpPr>
          <a:xfrm>
            <a:off x="4044960" y="2904480"/>
            <a:ext cx="301320" cy="196560"/>
            <a:chOff x="4044960" y="2904480"/>
            <a:chExt cx="301320" cy="196560"/>
          </a:xfrm>
        </p:grpSpPr>
        <p:sp>
          <p:nvSpPr>
            <p:cNvPr id="1115" name="Freeform 169"/>
            <p:cNvSpPr/>
            <p:nvPr/>
          </p:nvSpPr>
          <p:spPr>
            <a:xfrm>
              <a:off x="4044960" y="2904480"/>
              <a:ext cx="301320" cy="19656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196560"/>
                <a:gd name="textAreaBottom" fmla="*/ 196920 h 196560"/>
                <a:gd name="GluePoint1X" fmla="*/ 128 w 144"/>
                <a:gd name="GluePoint1Y" fmla="*/ 0 h 94"/>
                <a:gd name="GluePoint2X" fmla="*/ 15 w 144"/>
                <a:gd name="GluePoint2Y" fmla="*/ 0 h 94"/>
                <a:gd name="GluePoint3X" fmla="*/ 15 w 144"/>
                <a:gd name="GluePoint3Y" fmla="*/ 76 h 94"/>
                <a:gd name="GluePoint4X" fmla="*/ 0 w 144"/>
                <a:gd name="GluePoint4Y" fmla="*/ 76 h 94"/>
                <a:gd name="GluePoint5X" fmla="*/ 0 w 144"/>
                <a:gd name="GluePoint5Y" fmla="*/ 94 h 94"/>
                <a:gd name="GluePoint6X" fmla="*/ 144 w 144"/>
                <a:gd name="GluePoint6Y" fmla="*/ 94 h 94"/>
                <a:gd name="GluePoint7X" fmla="*/ 144 w 144"/>
                <a:gd name="GluePoint7Y" fmla="*/ 76 h 94"/>
                <a:gd name="GluePoint8X" fmla="*/ 128 w 144"/>
                <a:gd name="GluePoint8Y" fmla="*/ 76 h 94"/>
                <a:gd name="GluePoint9X" fmla="*/ 128 w 144"/>
                <a:gd name="GluePoint9Y" fmla="*/ 0 h 94"/>
                <a:gd name="GluePoint10X" fmla="*/ 20 w 144"/>
                <a:gd name="GluePoint10Y" fmla="*/ 4 h 94"/>
                <a:gd name="GluePoint11X" fmla="*/ 124 w 144"/>
                <a:gd name="GluePoint11Y" fmla="*/ 4 h 94"/>
                <a:gd name="GluePoint12X" fmla="*/ 124 w 144"/>
                <a:gd name="GluePoint12Y" fmla="*/ 76 h 94"/>
                <a:gd name="GluePoint13X" fmla="*/ 20 w 144"/>
                <a:gd name="GluePoint13Y" fmla="*/ 76 h 94"/>
                <a:gd name="GluePoint14X" fmla="*/ 20 w 144"/>
                <a:gd name="GluePoint14Y" fmla="*/ 4 h 94"/>
                <a:gd name="GluePoint15X" fmla="*/ 139 w 144"/>
                <a:gd name="GluePoint15Y" fmla="*/ 81 h 94"/>
                <a:gd name="GluePoint16X" fmla="*/ 139 w 144"/>
                <a:gd name="GluePoint16Y" fmla="*/ 90 h 94"/>
                <a:gd name="GluePoint17X" fmla="*/ 4 w 144"/>
                <a:gd name="GluePoint17Y" fmla="*/ 90 h 94"/>
                <a:gd name="GluePoint18X" fmla="*/ 4 w 144"/>
                <a:gd name="GluePoint18Y" fmla="*/ 81 h 94"/>
                <a:gd name="GluePoint19X" fmla="*/ 15 w 144"/>
                <a:gd name="GluePoint19Y" fmla="*/ 81 h 94"/>
                <a:gd name="GluePoint20X" fmla="*/ 128 w 144"/>
                <a:gd name="GluePoint20Y" fmla="*/ 81 h 94"/>
                <a:gd name="GluePoint21X" fmla="*/ 139 w 144"/>
                <a:gd name="GluePoint21Y" fmla="*/ 81 h 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144" h="94">
                  <a:moveTo>
                    <a:pt x="128" y="0"/>
                  </a:moveTo>
                  <a:lnTo>
                    <a:pt x="15" y="0"/>
                  </a:lnTo>
                  <a:lnTo>
                    <a:pt x="15" y="76"/>
                  </a:lnTo>
                  <a:lnTo>
                    <a:pt x="0" y="76"/>
                  </a:lnTo>
                  <a:lnTo>
                    <a:pt x="0" y="94"/>
                  </a:lnTo>
                  <a:lnTo>
                    <a:pt x="144" y="94"/>
                  </a:lnTo>
                  <a:lnTo>
                    <a:pt x="144" y="76"/>
                  </a:lnTo>
                  <a:lnTo>
                    <a:pt x="128" y="76"/>
                  </a:lnTo>
                  <a:lnTo>
                    <a:pt x="128" y="0"/>
                  </a:lnTo>
                  <a:close/>
                  <a:moveTo>
                    <a:pt x="20" y="4"/>
                  </a:moveTo>
                  <a:lnTo>
                    <a:pt x="124" y="4"/>
                  </a:lnTo>
                  <a:lnTo>
                    <a:pt x="124" y="76"/>
                  </a:lnTo>
                  <a:lnTo>
                    <a:pt x="20" y="76"/>
                  </a:lnTo>
                  <a:lnTo>
                    <a:pt x="20" y="4"/>
                  </a:lnTo>
                  <a:close/>
                  <a:moveTo>
                    <a:pt x="139" y="81"/>
                  </a:moveTo>
                  <a:lnTo>
                    <a:pt x="139" y="90"/>
                  </a:lnTo>
                  <a:lnTo>
                    <a:pt x="4" y="90"/>
                  </a:lnTo>
                  <a:lnTo>
                    <a:pt x="4" y="81"/>
                  </a:lnTo>
                  <a:lnTo>
                    <a:pt x="15" y="81"/>
                  </a:lnTo>
                  <a:lnTo>
                    <a:pt x="128" y="81"/>
                  </a:lnTo>
                  <a:lnTo>
                    <a:pt x="139" y="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16" name="Rectangle 170"/>
            <p:cNvSpPr/>
            <p:nvPr/>
          </p:nvSpPr>
          <p:spPr>
            <a:xfrm>
              <a:off x="4185360" y="292356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117" name="Freeform 171"/>
          <p:cNvSpPr/>
          <p:nvPr/>
        </p:nvSpPr>
        <p:spPr>
          <a:xfrm>
            <a:off x="4437000" y="2852280"/>
            <a:ext cx="301320" cy="301320"/>
          </a:xfrm>
          <a:custGeom>
            <a:avLst/>
            <a:gdLst>
              <a:gd name="textAreaLeft" fmla="*/ 0 w 301320"/>
              <a:gd name="textAreaRight" fmla="*/ 301680 w 301320"/>
              <a:gd name="textAreaTop" fmla="*/ 0 h 301320"/>
              <a:gd name="textAreaBottom" fmla="*/ 301680 h 301320"/>
              <a:gd name="GluePoint1X" fmla="*/ 128 w 256"/>
              <a:gd name="GluePoint1Y" fmla="*/ 0 h 256"/>
              <a:gd name="GluePoint2X" fmla="*/ 0 w 256"/>
              <a:gd name="GluePoint2Y" fmla="*/ 128 h 256"/>
              <a:gd name="GluePoint3X" fmla="*/ 128 w 256"/>
              <a:gd name="GluePoint3Y" fmla="*/ 256 h 256"/>
              <a:gd name="GluePoint4X" fmla="*/ 256 w 256"/>
              <a:gd name="GluePoint4Y" fmla="*/ 128 h 256"/>
              <a:gd name="GluePoint5X" fmla="*/ 128 w 256"/>
              <a:gd name="GluePoint5Y" fmla="*/ 0 h 256"/>
              <a:gd name="GluePoint6X" fmla="*/ 245 w 256"/>
              <a:gd name="GluePoint6Y" fmla="*/ 100 h 256"/>
              <a:gd name="GluePoint7X" fmla="*/ 185 w 256"/>
              <a:gd name="GluePoint7Y" fmla="*/ 100 h 256"/>
              <a:gd name="GluePoint8X" fmla="*/ 156 w 256"/>
              <a:gd name="GluePoint8Y" fmla="*/ 71 h 256"/>
              <a:gd name="GluePoint9X" fmla="*/ 156 w 256"/>
              <a:gd name="GluePoint9Y" fmla="*/ 11 h 256"/>
              <a:gd name="GluePoint10X" fmla="*/ 245 w 256"/>
              <a:gd name="GluePoint10Y" fmla="*/ 100 h 256"/>
              <a:gd name="GluePoint11X" fmla="*/ 248 w 256"/>
              <a:gd name="GluePoint11Y" fmla="*/ 128 h 256"/>
              <a:gd name="GluePoint12X" fmla="*/ 246 w 256"/>
              <a:gd name="GluePoint12Y" fmla="*/ 148 h 256"/>
              <a:gd name="GluePoint13X" fmla="*/ 189 w 256"/>
              <a:gd name="GluePoint13Y" fmla="*/ 148 h 256"/>
              <a:gd name="GluePoint14X" fmla="*/ 192 w 256"/>
              <a:gd name="GluePoint14Y" fmla="*/ 128 h 256"/>
              <a:gd name="GluePoint15X" fmla="*/ 189 w 256"/>
              <a:gd name="GluePoint15Y" fmla="*/ 108 h 256"/>
              <a:gd name="GluePoint16X" fmla="*/ 246 w 256"/>
              <a:gd name="GluePoint16Y" fmla="*/ 108 h 256"/>
              <a:gd name="GluePoint17X" fmla="*/ 248 w 256"/>
              <a:gd name="GluePoint17Y" fmla="*/ 128 h 256"/>
              <a:gd name="GluePoint18X" fmla="*/ 128 w 256"/>
              <a:gd name="GluePoint18Y" fmla="*/ 184 h 256"/>
              <a:gd name="GluePoint19X" fmla="*/ 72 w 256"/>
              <a:gd name="GluePoint19Y" fmla="*/ 128 h 256"/>
              <a:gd name="GluePoint20X" fmla="*/ 128 w 256"/>
              <a:gd name="GluePoint20Y" fmla="*/ 72 h 256"/>
              <a:gd name="GluePoint21X" fmla="*/ 184 w 256"/>
              <a:gd name="GluePoint21Y" fmla="*/ 128 h 256"/>
              <a:gd name="GluePoint22X" fmla="*/ 128 w 256"/>
              <a:gd name="GluePoint22Y" fmla="*/ 184 h 256"/>
              <a:gd name="GluePoint23X" fmla="*/ 67 w 256"/>
              <a:gd name="GluePoint23Y" fmla="*/ 148 h 256"/>
              <a:gd name="GluePoint24X" fmla="*/ 10 w 256"/>
              <a:gd name="GluePoint24Y" fmla="*/ 148 h 256"/>
              <a:gd name="GluePoint25X" fmla="*/ 8 w 256"/>
              <a:gd name="GluePoint25Y" fmla="*/ 128 h 256"/>
              <a:gd name="GluePoint26X" fmla="*/ 10 w 256"/>
              <a:gd name="GluePoint26Y" fmla="*/ 108 h 256"/>
              <a:gd name="GluePoint27X" fmla="*/ 67 w 256"/>
              <a:gd name="GluePoint27Y" fmla="*/ 108 h 256"/>
              <a:gd name="GluePoint28X" fmla="*/ 64 w 256"/>
              <a:gd name="GluePoint28Y" fmla="*/ 128 h 256"/>
              <a:gd name="GluePoint29X" fmla="*/ 67 w 256"/>
              <a:gd name="GluePoint29Y" fmla="*/ 148 h 256"/>
              <a:gd name="GluePoint30X" fmla="*/ 148 w 256"/>
              <a:gd name="GluePoint30Y" fmla="*/ 10 h 256"/>
              <a:gd name="GluePoint31X" fmla="*/ 148 w 256"/>
              <a:gd name="GluePoint31Y" fmla="*/ 67 h 256"/>
              <a:gd name="GluePoint32X" fmla="*/ 128 w 256"/>
              <a:gd name="GluePoint32Y" fmla="*/ 64 h 256"/>
              <a:gd name="GluePoint33X" fmla="*/ 108 w 256"/>
              <a:gd name="GluePoint33Y" fmla="*/ 67 h 256"/>
              <a:gd name="GluePoint34X" fmla="*/ 108 w 256"/>
              <a:gd name="GluePoint34Y" fmla="*/ 10 h 256"/>
              <a:gd name="GluePoint35X" fmla="*/ 128 w 256"/>
              <a:gd name="GluePoint35Y" fmla="*/ 8 h 256"/>
              <a:gd name="GluePoint36X" fmla="*/ 148 w 256"/>
              <a:gd name="GluePoint36Y" fmla="*/ 10 h 256"/>
              <a:gd name="GluePoint37X" fmla="*/ 100 w 256"/>
              <a:gd name="GluePoint37Y" fmla="*/ 11 h 256"/>
              <a:gd name="GluePoint38X" fmla="*/ 100 w 256"/>
              <a:gd name="GluePoint38Y" fmla="*/ 71 h 256"/>
              <a:gd name="GluePoint39X" fmla="*/ 70 w 256"/>
              <a:gd name="GluePoint39Y" fmla="*/ 100 h 256"/>
              <a:gd name="GluePoint40X" fmla="*/ 11 w 256"/>
              <a:gd name="GluePoint40Y" fmla="*/ 100 h 256"/>
              <a:gd name="GluePoint41X" fmla="*/ 100 w 256"/>
              <a:gd name="GluePoint41Y" fmla="*/ 11 h 256"/>
              <a:gd name="GluePoint42X" fmla="*/ 11 w 256"/>
              <a:gd name="GluePoint42Y" fmla="*/ 156 h 256"/>
              <a:gd name="GluePoint43X" fmla="*/ 70 w 256"/>
              <a:gd name="GluePoint43Y" fmla="*/ 156 h 256"/>
              <a:gd name="GluePoint44X" fmla="*/ 100 w 256"/>
              <a:gd name="GluePoint44Y" fmla="*/ 186 h 256"/>
              <a:gd name="GluePoint45X" fmla="*/ 100 w 256"/>
              <a:gd name="GluePoint45Y" fmla="*/ 245 h 256"/>
              <a:gd name="GluePoint46X" fmla="*/ 11 w 256"/>
              <a:gd name="GluePoint46Y" fmla="*/ 156 h 256"/>
              <a:gd name="GluePoint47X" fmla="*/ 108 w 256"/>
              <a:gd name="GluePoint47Y" fmla="*/ 246 h 256"/>
              <a:gd name="GluePoint48X" fmla="*/ 108 w 256"/>
              <a:gd name="GluePoint48Y" fmla="*/ 189 h 256"/>
              <a:gd name="GluePoint49X" fmla="*/ 128 w 256"/>
              <a:gd name="GluePoint49Y" fmla="*/ 192 h 256"/>
              <a:gd name="GluePoint50X" fmla="*/ 148 w 256"/>
              <a:gd name="GluePoint50Y" fmla="*/ 189 h 256"/>
              <a:gd name="GluePoint51X" fmla="*/ 148 w 256"/>
              <a:gd name="GluePoint51Y" fmla="*/ 246 h 256"/>
              <a:gd name="GluePoint52X" fmla="*/ 128 w 256"/>
              <a:gd name="GluePoint52Y" fmla="*/ 248 h 256"/>
              <a:gd name="GluePoint53X" fmla="*/ 108 w 256"/>
              <a:gd name="GluePoint53Y" fmla="*/ 246 h 256"/>
              <a:gd name="GluePoint54X" fmla="*/ 156 w 256"/>
              <a:gd name="GluePoint54Y" fmla="*/ 245 h 256"/>
              <a:gd name="GluePoint55X" fmla="*/ 156 w 256"/>
              <a:gd name="GluePoint55Y" fmla="*/ 186 h 256"/>
              <a:gd name="GluePoint56X" fmla="*/ 185 w 256"/>
              <a:gd name="GluePoint56Y" fmla="*/ 156 h 256"/>
              <a:gd name="GluePoint57X" fmla="*/ 245 w 256"/>
              <a:gd name="GluePoint57Y" fmla="*/ 156 h 256"/>
              <a:gd name="GluePoint58X" fmla="*/ 156 w 256"/>
              <a:gd name="GluePoint58Y" fmla="*/ 245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</a:cxnLst>
            <a:rect l="textAreaLeft" t="textAreaTop" r="textAreaRight" b="textAreaBottom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9"/>
                  <a:pt x="57" y="256"/>
                  <a:pt x="128" y="256"/>
                </a:cubicBezTo>
                <a:cubicBezTo>
                  <a:pt x="199" y="256"/>
                  <a:pt x="256" y="199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lose/>
                <a:moveTo>
                  <a:pt x="245" y="100"/>
                </a:moveTo>
                <a:cubicBezTo>
                  <a:pt x="185" y="100"/>
                  <a:pt x="185" y="100"/>
                  <a:pt x="185" y="100"/>
                </a:cubicBezTo>
                <a:cubicBezTo>
                  <a:pt x="179" y="87"/>
                  <a:pt x="169" y="77"/>
                  <a:pt x="156" y="7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200" y="22"/>
                  <a:pt x="234" y="56"/>
                  <a:pt x="245" y="100"/>
                </a:cubicBezTo>
                <a:close/>
                <a:moveTo>
                  <a:pt x="248" y="128"/>
                </a:moveTo>
                <a:cubicBezTo>
                  <a:pt x="248" y="135"/>
                  <a:pt x="247" y="142"/>
                  <a:pt x="246" y="148"/>
                </a:cubicBezTo>
                <a:cubicBezTo>
                  <a:pt x="189" y="148"/>
                  <a:pt x="189" y="148"/>
                  <a:pt x="189" y="148"/>
                </a:cubicBezTo>
                <a:cubicBezTo>
                  <a:pt x="191" y="142"/>
                  <a:pt x="192" y="135"/>
                  <a:pt x="192" y="128"/>
                </a:cubicBezTo>
                <a:cubicBezTo>
                  <a:pt x="192" y="121"/>
                  <a:pt x="191" y="114"/>
                  <a:pt x="189" y="108"/>
                </a:cubicBezTo>
                <a:cubicBezTo>
                  <a:pt x="246" y="108"/>
                  <a:pt x="246" y="108"/>
                  <a:pt x="246" y="108"/>
                </a:cubicBezTo>
                <a:cubicBezTo>
                  <a:pt x="247" y="115"/>
                  <a:pt x="248" y="121"/>
                  <a:pt x="248" y="128"/>
                </a:cubicBezTo>
                <a:close/>
                <a:moveTo>
                  <a:pt x="128" y="184"/>
                </a:moveTo>
                <a:cubicBezTo>
                  <a:pt x="97" y="184"/>
                  <a:pt x="72" y="159"/>
                  <a:pt x="72" y="128"/>
                </a:cubicBezTo>
                <a:cubicBezTo>
                  <a:pt x="72" y="97"/>
                  <a:pt x="97" y="72"/>
                  <a:pt x="128" y="72"/>
                </a:cubicBezTo>
                <a:cubicBezTo>
                  <a:pt x="159" y="72"/>
                  <a:pt x="184" y="97"/>
                  <a:pt x="184" y="128"/>
                </a:cubicBezTo>
                <a:cubicBezTo>
                  <a:pt x="184" y="159"/>
                  <a:pt x="159" y="184"/>
                  <a:pt x="128" y="184"/>
                </a:cubicBezTo>
                <a:close/>
                <a:moveTo>
                  <a:pt x="67" y="148"/>
                </a:moveTo>
                <a:cubicBezTo>
                  <a:pt x="10" y="148"/>
                  <a:pt x="10" y="148"/>
                  <a:pt x="10" y="148"/>
                </a:cubicBezTo>
                <a:cubicBezTo>
                  <a:pt x="9" y="142"/>
                  <a:pt x="8" y="135"/>
                  <a:pt x="8" y="128"/>
                </a:cubicBezTo>
                <a:cubicBezTo>
                  <a:pt x="8" y="121"/>
                  <a:pt x="9" y="115"/>
                  <a:pt x="10" y="108"/>
                </a:cubicBezTo>
                <a:cubicBezTo>
                  <a:pt x="67" y="108"/>
                  <a:pt x="67" y="108"/>
                  <a:pt x="67" y="108"/>
                </a:cubicBezTo>
                <a:cubicBezTo>
                  <a:pt x="65" y="114"/>
                  <a:pt x="64" y="121"/>
                  <a:pt x="64" y="128"/>
                </a:cubicBezTo>
                <a:cubicBezTo>
                  <a:pt x="64" y="135"/>
                  <a:pt x="65" y="142"/>
                  <a:pt x="67" y="148"/>
                </a:cubicBezTo>
                <a:close/>
                <a:moveTo>
                  <a:pt x="148" y="10"/>
                </a:moveTo>
                <a:cubicBezTo>
                  <a:pt x="148" y="67"/>
                  <a:pt x="148" y="67"/>
                  <a:pt x="148" y="67"/>
                </a:cubicBezTo>
                <a:cubicBezTo>
                  <a:pt x="142" y="65"/>
                  <a:pt x="135" y="64"/>
                  <a:pt x="128" y="64"/>
                </a:cubicBezTo>
                <a:cubicBezTo>
                  <a:pt x="121" y="64"/>
                  <a:pt x="114" y="65"/>
                  <a:pt x="108" y="67"/>
                </a:cubicBezTo>
                <a:cubicBezTo>
                  <a:pt x="108" y="10"/>
                  <a:pt x="108" y="10"/>
                  <a:pt x="108" y="10"/>
                </a:cubicBezTo>
                <a:cubicBezTo>
                  <a:pt x="114" y="9"/>
                  <a:pt x="121" y="8"/>
                  <a:pt x="128" y="8"/>
                </a:cubicBezTo>
                <a:cubicBezTo>
                  <a:pt x="135" y="8"/>
                  <a:pt x="141" y="9"/>
                  <a:pt x="148" y="10"/>
                </a:cubicBezTo>
                <a:close/>
                <a:moveTo>
                  <a:pt x="100" y="11"/>
                </a:moveTo>
                <a:cubicBezTo>
                  <a:pt x="100" y="71"/>
                  <a:pt x="100" y="71"/>
                  <a:pt x="100" y="71"/>
                </a:cubicBezTo>
                <a:cubicBezTo>
                  <a:pt x="87" y="77"/>
                  <a:pt x="77" y="87"/>
                  <a:pt x="70" y="100"/>
                </a:cubicBezTo>
                <a:cubicBezTo>
                  <a:pt x="11" y="100"/>
                  <a:pt x="11" y="100"/>
                  <a:pt x="11" y="100"/>
                </a:cubicBezTo>
                <a:cubicBezTo>
                  <a:pt x="22" y="56"/>
                  <a:pt x="56" y="22"/>
                  <a:pt x="100" y="11"/>
                </a:cubicBezTo>
                <a:close/>
                <a:moveTo>
                  <a:pt x="11" y="156"/>
                </a:moveTo>
                <a:cubicBezTo>
                  <a:pt x="70" y="156"/>
                  <a:pt x="70" y="156"/>
                  <a:pt x="70" y="156"/>
                </a:cubicBezTo>
                <a:cubicBezTo>
                  <a:pt x="77" y="169"/>
                  <a:pt x="87" y="179"/>
                  <a:pt x="100" y="186"/>
                </a:cubicBezTo>
                <a:cubicBezTo>
                  <a:pt x="100" y="245"/>
                  <a:pt x="100" y="245"/>
                  <a:pt x="100" y="245"/>
                </a:cubicBezTo>
                <a:cubicBezTo>
                  <a:pt x="56" y="234"/>
                  <a:pt x="22" y="200"/>
                  <a:pt x="11" y="156"/>
                </a:cubicBezTo>
                <a:close/>
                <a:moveTo>
                  <a:pt x="108" y="246"/>
                </a:moveTo>
                <a:cubicBezTo>
                  <a:pt x="108" y="189"/>
                  <a:pt x="108" y="189"/>
                  <a:pt x="108" y="189"/>
                </a:cubicBezTo>
                <a:cubicBezTo>
                  <a:pt x="114" y="191"/>
                  <a:pt x="121" y="192"/>
                  <a:pt x="128" y="192"/>
                </a:cubicBezTo>
                <a:cubicBezTo>
                  <a:pt x="135" y="192"/>
                  <a:pt x="142" y="191"/>
                  <a:pt x="148" y="189"/>
                </a:cubicBezTo>
                <a:cubicBezTo>
                  <a:pt x="148" y="246"/>
                  <a:pt x="148" y="246"/>
                  <a:pt x="148" y="246"/>
                </a:cubicBezTo>
                <a:cubicBezTo>
                  <a:pt x="141" y="247"/>
                  <a:pt x="135" y="248"/>
                  <a:pt x="128" y="248"/>
                </a:cubicBezTo>
                <a:cubicBezTo>
                  <a:pt x="121" y="248"/>
                  <a:pt x="114" y="247"/>
                  <a:pt x="108" y="246"/>
                </a:cubicBezTo>
                <a:close/>
                <a:moveTo>
                  <a:pt x="156" y="245"/>
                </a:moveTo>
                <a:cubicBezTo>
                  <a:pt x="156" y="186"/>
                  <a:pt x="156" y="186"/>
                  <a:pt x="156" y="186"/>
                </a:cubicBezTo>
                <a:cubicBezTo>
                  <a:pt x="169" y="179"/>
                  <a:pt x="179" y="169"/>
                  <a:pt x="185" y="156"/>
                </a:cubicBezTo>
                <a:cubicBezTo>
                  <a:pt x="245" y="156"/>
                  <a:pt x="245" y="156"/>
                  <a:pt x="245" y="156"/>
                </a:cubicBezTo>
                <a:cubicBezTo>
                  <a:pt x="234" y="200"/>
                  <a:pt x="200" y="234"/>
                  <a:pt x="156" y="245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18" name="Freeform 172"/>
          <p:cNvSpPr/>
          <p:nvPr/>
        </p:nvSpPr>
        <p:spPr>
          <a:xfrm>
            <a:off x="4875120" y="2852280"/>
            <a:ext cx="207000" cy="301320"/>
          </a:xfrm>
          <a:custGeom>
            <a:avLst/>
            <a:gdLst>
              <a:gd name="textAreaLeft" fmla="*/ 0 w 207000"/>
              <a:gd name="textAreaRight" fmla="*/ 207360 w 207000"/>
              <a:gd name="textAreaTop" fmla="*/ 0 h 301320"/>
              <a:gd name="textAreaBottom" fmla="*/ 301680 h 301320"/>
              <a:gd name="GluePoint1X" fmla="*/ 120 w 176"/>
              <a:gd name="GluePoint1Y" fmla="*/ 256 h 256"/>
              <a:gd name="GluePoint2X" fmla="*/ 120 w 176"/>
              <a:gd name="GluePoint2Y" fmla="*/ 232 h 256"/>
              <a:gd name="GluePoint3X" fmla="*/ 128 w 176"/>
              <a:gd name="GluePoint3Y" fmla="*/ 232 h 256"/>
              <a:gd name="GluePoint4X" fmla="*/ 128 w 176"/>
              <a:gd name="GluePoint4Y" fmla="*/ 208 h 256"/>
              <a:gd name="GluePoint5X" fmla="*/ 136 w 176"/>
              <a:gd name="GluePoint5Y" fmla="*/ 208 h 256"/>
              <a:gd name="GluePoint6X" fmla="*/ 136 w 176"/>
              <a:gd name="GluePoint6Y" fmla="*/ 184 h 256"/>
              <a:gd name="GluePoint7X" fmla="*/ 136 w 176"/>
              <a:gd name="GluePoint7Y" fmla="*/ 162 h 256"/>
              <a:gd name="GluePoint8X" fmla="*/ 176 w 176"/>
              <a:gd name="GluePoint8Y" fmla="*/ 88 h 256"/>
              <a:gd name="GluePoint9X" fmla="*/ 88 w 176"/>
              <a:gd name="GluePoint9Y" fmla="*/ 0 h 256"/>
              <a:gd name="GluePoint10X" fmla="*/ 0 w 176"/>
              <a:gd name="GluePoint10Y" fmla="*/ 88 h 256"/>
              <a:gd name="GluePoint11X" fmla="*/ 40 w 176"/>
              <a:gd name="GluePoint11Y" fmla="*/ 162 h 256"/>
              <a:gd name="GluePoint12X" fmla="*/ 40 w 176"/>
              <a:gd name="GluePoint12Y" fmla="*/ 176 h 256"/>
              <a:gd name="GluePoint13X" fmla="*/ 40 w 176"/>
              <a:gd name="GluePoint13Y" fmla="*/ 184 h 256"/>
              <a:gd name="GluePoint14X" fmla="*/ 40 w 176"/>
              <a:gd name="GluePoint14Y" fmla="*/ 208 h 256"/>
              <a:gd name="GluePoint15X" fmla="*/ 48 w 176"/>
              <a:gd name="GluePoint15Y" fmla="*/ 208 h 256"/>
              <a:gd name="GluePoint16X" fmla="*/ 48 w 176"/>
              <a:gd name="GluePoint16Y" fmla="*/ 232 h 256"/>
              <a:gd name="GluePoint17X" fmla="*/ 56 w 176"/>
              <a:gd name="GluePoint17Y" fmla="*/ 232 h 256"/>
              <a:gd name="GluePoint18X" fmla="*/ 56 w 176"/>
              <a:gd name="GluePoint18Y" fmla="*/ 256 h 256"/>
              <a:gd name="GluePoint19X" fmla="*/ 120 w 176"/>
              <a:gd name="GluePoint19Y" fmla="*/ 256 h 256"/>
              <a:gd name="GluePoint20X" fmla="*/ 112 w 176"/>
              <a:gd name="GluePoint20Y" fmla="*/ 248 h 256"/>
              <a:gd name="GluePoint21X" fmla="*/ 64 w 176"/>
              <a:gd name="GluePoint21Y" fmla="*/ 248 h 256"/>
              <a:gd name="GluePoint22X" fmla="*/ 64 w 176"/>
              <a:gd name="GluePoint22Y" fmla="*/ 232 h 256"/>
              <a:gd name="GluePoint23X" fmla="*/ 112 w 176"/>
              <a:gd name="GluePoint23Y" fmla="*/ 232 h 256"/>
              <a:gd name="GluePoint24X" fmla="*/ 112 w 176"/>
              <a:gd name="GluePoint24Y" fmla="*/ 248 h 256"/>
              <a:gd name="GluePoint25X" fmla="*/ 46 w 176"/>
              <a:gd name="GluePoint25Y" fmla="*/ 157 h 256"/>
              <a:gd name="GluePoint26X" fmla="*/ 8 w 176"/>
              <a:gd name="GluePoint26Y" fmla="*/ 88 h 256"/>
              <a:gd name="GluePoint27X" fmla="*/ 88 w 176"/>
              <a:gd name="GluePoint27Y" fmla="*/ 8 h 256"/>
              <a:gd name="GluePoint28X" fmla="*/ 168 w 176"/>
              <a:gd name="GluePoint28Y" fmla="*/ 88 h 256"/>
              <a:gd name="GluePoint29X" fmla="*/ 130 w 176"/>
              <a:gd name="GluePoint29Y" fmla="*/ 156 h 256"/>
              <a:gd name="GluePoint30X" fmla="*/ 128 w 176"/>
              <a:gd name="GluePoint30Y" fmla="*/ 157 h 256"/>
              <a:gd name="GluePoint31X" fmla="*/ 128 w 176"/>
              <a:gd name="GluePoint31Y" fmla="*/ 176 h 256"/>
              <a:gd name="GluePoint32X" fmla="*/ 109 w 176"/>
              <a:gd name="GluePoint32Y" fmla="*/ 176 h 256"/>
              <a:gd name="GluePoint33X" fmla="*/ 120 w 176"/>
              <a:gd name="GluePoint33Y" fmla="*/ 101 h 256"/>
              <a:gd name="GluePoint34X" fmla="*/ 112 w 176"/>
              <a:gd name="GluePoint34Y" fmla="*/ 99 h 256"/>
              <a:gd name="GluePoint35X" fmla="*/ 112 w 176"/>
              <a:gd name="GluePoint35Y" fmla="*/ 102 h 256"/>
              <a:gd name="GluePoint36X" fmla="*/ 100 w 176"/>
              <a:gd name="GluePoint36Y" fmla="*/ 111 h 256"/>
              <a:gd name="GluePoint37X" fmla="*/ 88 w 176"/>
              <a:gd name="GluePoint37Y" fmla="*/ 98 h 256"/>
              <a:gd name="GluePoint38X" fmla="*/ 76 w 176"/>
              <a:gd name="GluePoint38Y" fmla="*/ 111 h 256"/>
              <a:gd name="GluePoint39X" fmla="*/ 64 w 176"/>
              <a:gd name="GluePoint39Y" fmla="*/ 102 h 256"/>
              <a:gd name="GluePoint40X" fmla="*/ 64 w 176"/>
              <a:gd name="GluePoint40Y" fmla="*/ 99 h 256"/>
              <a:gd name="GluePoint41X" fmla="*/ 56 w 176"/>
              <a:gd name="GluePoint41Y" fmla="*/ 101 h 256"/>
              <a:gd name="GluePoint42X" fmla="*/ 67 w 176"/>
              <a:gd name="GluePoint42Y" fmla="*/ 176 h 256"/>
              <a:gd name="GluePoint43X" fmla="*/ 48 w 176"/>
              <a:gd name="GluePoint43Y" fmla="*/ 176 h 256"/>
              <a:gd name="GluePoint44X" fmla="*/ 48 w 176"/>
              <a:gd name="GluePoint44Y" fmla="*/ 158 h 256"/>
              <a:gd name="GluePoint45X" fmla="*/ 46 w 176"/>
              <a:gd name="GluePoint45Y" fmla="*/ 157 h 256"/>
              <a:gd name="GluePoint46X" fmla="*/ 76 w 176"/>
              <a:gd name="GluePoint46Y" fmla="*/ 176 h 256"/>
              <a:gd name="GluePoint47X" fmla="*/ 66 w 176"/>
              <a:gd name="GluePoint47Y" fmla="*/ 114 h 256"/>
              <a:gd name="GluePoint48X" fmla="*/ 76 w 176"/>
              <a:gd name="GluePoint48Y" fmla="*/ 121 h 256"/>
              <a:gd name="GluePoint49X" fmla="*/ 88 w 176"/>
              <a:gd name="GluePoint49Y" fmla="*/ 110 h 256"/>
              <a:gd name="GluePoint50X" fmla="*/ 100 w 176"/>
              <a:gd name="GluePoint50Y" fmla="*/ 121 h 256"/>
              <a:gd name="GluePoint51X" fmla="*/ 110 w 176"/>
              <a:gd name="GluePoint51Y" fmla="*/ 114 h 256"/>
              <a:gd name="GluePoint52X" fmla="*/ 101 w 176"/>
              <a:gd name="GluePoint52Y" fmla="*/ 176 h 256"/>
              <a:gd name="GluePoint53X" fmla="*/ 76 w 176"/>
              <a:gd name="GluePoint53Y" fmla="*/ 176 h 256"/>
              <a:gd name="GluePoint54X" fmla="*/ 48 w 176"/>
              <a:gd name="GluePoint54Y" fmla="*/ 184 h 256"/>
              <a:gd name="GluePoint55X" fmla="*/ 128 w 176"/>
              <a:gd name="GluePoint55Y" fmla="*/ 184 h 256"/>
              <a:gd name="GluePoint56X" fmla="*/ 128 w 176"/>
              <a:gd name="GluePoint56Y" fmla="*/ 200 h 256"/>
              <a:gd name="GluePoint57X" fmla="*/ 48 w 176"/>
              <a:gd name="GluePoint57Y" fmla="*/ 200 h 256"/>
              <a:gd name="GluePoint58X" fmla="*/ 48 w 176"/>
              <a:gd name="GluePoint58Y" fmla="*/ 184 h 256"/>
              <a:gd name="GluePoint59X" fmla="*/ 56 w 176"/>
              <a:gd name="GluePoint59Y" fmla="*/ 208 h 256"/>
              <a:gd name="GluePoint60X" fmla="*/ 120 w 176"/>
              <a:gd name="GluePoint60Y" fmla="*/ 208 h 256"/>
              <a:gd name="GluePoint61X" fmla="*/ 120 w 176"/>
              <a:gd name="GluePoint61Y" fmla="*/ 224 h 256"/>
              <a:gd name="GluePoint62X" fmla="*/ 56 w 176"/>
              <a:gd name="GluePoint62Y" fmla="*/ 224 h 256"/>
              <a:gd name="GluePoint63X" fmla="*/ 56 w 176"/>
              <a:gd name="GluePoint63Y" fmla="*/ 20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textAreaLeft" t="textAreaTop" r="textAreaRight" b="textAreaBottom"/>
            <a:pathLst>
              <a:path w="176" h="256">
                <a:moveTo>
                  <a:pt x="120" y="256"/>
                </a:moveTo>
                <a:cubicBezTo>
                  <a:pt x="120" y="232"/>
                  <a:pt x="120" y="232"/>
                  <a:pt x="120" y="232"/>
                </a:cubicBezTo>
                <a:cubicBezTo>
                  <a:pt x="128" y="232"/>
                  <a:pt x="128" y="232"/>
                  <a:pt x="128" y="232"/>
                </a:cubicBezTo>
                <a:cubicBezTo>
                  <a:pt x="128" y="208"/>
                  <a:pt x="128" y="208"/>
                  <a:pt x="128" y="208"/>
                </a:cubicBezTo>
                <a:cubicBezTo>
                  <a:pt x="136" y="208"/>
                  <a:pt x="136" y="208"/>
                  <a:pt x="136" y="208"/>
                </a:cubicBezTo>
                <a:cubicBezTo>
                  <a:pt x="136" y="184"/>
                  <a:pt x="136" y="184"/>
                  <a:pt x="136" y="184"/>
                </a:cubicBezTo>
                <a:cubicBezTo>
                  <a:pt x="136" y="162"/>
                  <a:pt x="136" y="162"/>
                  <a:pt x="136" y="162"/>
                </a:cubicBezTo>
                <a:cubicBezTo>
                  <a:pt x="161" y="146"/>
                  <a:pt x="176" y="118"/>
                  <a:pt x="176" y="88"/>
                </a:cubicBezTo>
                <a:cubicBezTo>
                  <a:pt x="176" y="40"/>
                  <a:pt x="137" y="0"/>
                  <a:pt x="88" y="0"/>
                </a:cubicBezTo>
                <a:cubicBezTo>
                  <a:pt x="40" y="0"/>
                  <a:pt x="0" y="40"/>
                  <a:pt x="0" y="88"/>
                </a:cubicBezTo>
                <a:cubicBezTo>
                  <a:pt x="0" y="118"/>
                  <a:pt x="15" y="146"/>
                  <a:pt x="40" y="162"/>
                </a:cubicBezTo>
                <a:cubicBezTo>
                  <a:pt x="40" y="176"/>
                  <a:pt x="40" y="176"/>
                  <a:pt x="40" y="176"/>
                </a:cubicBezTo>
                <a:cubicBezTo>
                  <a:pt x="40" y="184"/>
                  <a:pt x="40" y="184"/>
                  <a:pt x="40" y="184"/>
                </a:cubicBezTo>
                <a:cubicBezTo>
                  <a:pt x="40" y="208"/>
                  <a:pt x="40" y="208"/>
                  <a:pt x="40" y="208"/>
                </a:cubicBezTo>
                <a:cubicBezTo>
                  <a:pt x="48" y="208"/>
                  <a:pt x="48" y="208"/>
                  <a:pt x="48" y="208"/>
                </a:cubicBezTo>
                <a:cubicBezTo>
                  <a:pt x="48" y="232"/>
                  <a:pt x="48" y="232"/>
                  <a:pt x="48" y="232"/>
                </a:cubicBezTo>
                <a:cubicBezTo>
                  <a:pt x="56" y="232"/>
                  <a:pt x="56" y="232"/>
                  <a:pt x="56" y="232"/>
                </a:cubicBezTo>
                <a:cubicBezTo>
                  <a:pt x="56" y="256"/>
                  <a:pt x="56" y="256"/>
                  <a:pt x="56" y="256"/>
                </a:cubicBezTo>
                <a:lnTo>
                  <a:pt x="120" y="256"/>
                </a:lnTo>
                <a:close/>
                <a:moveTo>
                  <a:pt x="112" y="248"/>
                </a:moveTo>
                <a:cubicBezTo>
                  <a:pt x="64" y="248"/>
                  <a:pt x="64" y="248"/>
                  <a:pt x="64" y="248"/>
                </a:cubicBezTo>
                <a:cubicBezTo>
                  <a:pt x="64" y="232"/>
                  <a:pt x="64" y="232"/>
                  <a:pt x="64" y="232"/>
                </a:cubicBezTo>
                <a:cubicBezTo>
                  <a:pt x="112" y="232"/>
                  <a:pt x="112" y="232"/>
                  <a:pt x="112" y="232"/>
                </a:cubicBezTo>
                <a:lnTo>
                  <a:pt x="112" y="248"/>
                </a:lnTo>
                <a:close/>
                <a:moveTo>
                  <a:pt x="46" y="157"/>
                </a:moveTo>
                <a:cubicBezTo>
                  <a:pt x="23" y="142"/>
                  <a:pt x="8" y="116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16"/>
                  <a:pt x="154" y="142"/>
                  <a:pt x="130" y="156"/>
                </a:cubicBezTo>
                <a:cubicBezTo>
                  <a:pt x="128" y="157"/>
                  <a:pt x="128" y="157"/>
                  <a:pt x="128" y="157"/>
                </a:cubicBezTo>
                <a:cubicBezTo>
                  <a:pt x="128" y="176"/>
                  <a:pt x="128" y="176"/>
                  <a:pt x="128" y="176"/>
                </a:cubicBezTo>
                <a:cubicBezTo>
                  <a:pt x="109" y="176"/>
                  <a:pt x="109" y="176"/>
                  <a:pt x="109" y="176"/>
                </a:cubicBezTo>
                <a:cubicBezTo>
                  <a:pt x="120" y="101"/>
                  <a:pt x="120" y="101"/>
                  <a:pt x="120" y="101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2" y="102"/>
                  <a:pt x="112" y="102"/>
                  <a:pt x="112" y="102"/>
                </a:cubicBezTo>
                <a:cubicBezTo>
                  <a:pt x="100" y="111"/>
                  <a:pt x="100" y="111"/>
                  <a:pt x="100" y="111"/>
                </a:cubicBezTo>
                <a:cubicBezTo>
                  <a:pt x="88" y="98"/>
                  <a:pt x="88" y="98"/>
                  <a:pt x="88" y="98"/>
                </a:cubicBezTo>
                <a:cubicBezTo>
                  <a:pt x="76" y="111"/>
                  <a:pt x="76" y="111"/>
                  <a:pt x="76" y="111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99"/>
                  <a:pt x="64" y="99"/>
                  <a:pt x="64" y="99"/>
                </a:cubicBezTo>
                <a:cubicBezTo>
                  <a:pt x="56" y="101"/>
                  <a:pt x="56" y="101"/>
                  <a:pt x="56" y="101"/>
                </a:cubicBezTo>
                <a:cubicBezTo>
                  <a:pt x="67" y="176"/>
                  <a:pt x="67" y="176"/>
                  <a:pt x="67" y="176"/>
                </a:cubicBezTo>
                <a:cubicBezTo>
                  <a:pt x="48" y="176"/>
                  <a:pt x="48" y="176"/>
                  <a:pt x="48" y="176"/>
                </a:cubicBezTo>
                <a:cubicBezTo>
                  <a:pt x="48" y="158"/>
                  <a:pt x="48" y="158"/>
                  <a:pt x="48" y="158"/>
                </a:cubicBezTo>
                <a:lnTo>
                  <a:pt x="46" y="157"/>
                </a:lnTo>
                <a:close/>
                <a:moveTo>
                  <a:pt x="76" y="176"/>
                </a:moveTo>
                <a:cubicBezTo>
                  <a:pt x="66" y="114"/>
                  <a:pt x="66" y="114"/>
                  <a:pt x="66" y="114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88" y="110"/>
                  <a:pt x="88" y="110"/>
                  <a:pt x="88" y="110"/>
                </a:cubicBezTo>
                <a:cubicBezTo>
                  <a:pt x="100" y="121"/>
                  <a:pt x="100" y="121"/>
                  <a:pt x="100" y="121"/>
                </a:cubicBezTo>
                <a:cubicBezTo>
                  <a:pt x="110" y="114"/>
                  <a:pt x="110" y="114"/>
                  <a:pt x="110" y="114"/>
                </a:cubicBezTo>
                <a:cubicBezTo>
                  <a:pt x="101" y="176"/>
                  <a:pt x="101" y="176"/>
                  <a:pt x="101" y="176"/>
                </a:cubicBezTo>
                <a:lnTo>
                  <a:pt x="76" y="176"/>
                </a:lnTo>
                <a:close/>
                <a:moveTo>
                  <a:pt x="48" y="184"/>
                </a:moveTo>
                <a:cubicBezTo>
                  <a:pt x="128" y="184"/>
                  <a:pt x="128" y="184"/>
                  <a:pt x="128" y="184"/>
                </a:cubicBezTo>
                <a:cubicBezTo>
                  <a:pt x="128" y="200"/>
                  <a:pt x="128" y="200"/>
                  <a:pt x="128" y="200"/>
                </a:cubicBezTo>
                <a:cubicBezTo>
                  <a:pt x="48" y="200"/>
                  <a:pt x="48" y="200"/>
                  <a:pt x="48" y="200"/>
                </a:cubicBezTo>
                <a:lnTo>
                  <a:pt x="48" y="184"/>
                </a:lnTo>
                <a:close/>
                <a:moveTo>
                  <a:pt x="56" y="208"/>
                </a:moveTo>
                <a:cubicBezTo>
                  <a:pt x="120" y="208"/>
                  <a:pt x="120" y="208"/>
                  <a:pt x="120" y="208"/>
                </a:cubicBezTo>
                <a:cubicBezTo>
                  <a:pt x="120" y="224"/>
                  <a:pt x="120" y="224"/>
                  <a:pt x="120" y="224"/>
                </a:cubicBezTo>
                <a:cubicBezTo>
                  <a:pt x="56" y="224"/>
                  <a:pt x="56" y="224"/>
                  <a:pt x="56" y="224"/>
                </a:cubicBezTo>
                <a:lnTo>
                  <a:pt x="56" y="20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119" name="Group 698"/>
          <p:cNvGrpSpPr/>
          <p:nvPr/>
        </p:nvGrpSpPr>
        <p:grpSpPr>
          <a:xfrm>
            <a:off x="5220720" y="2852280"/>
            <a:ext cx="301320" cy="301320"/>
            <a:chOff x="5220720" y="2852280"/>
            <a:chExt cx="301320" cy="301320"/>
          </a:xfrm>
        </p:grpSpPr>
        <p:sp>
          <p:nvSpPr>
            <p:cNvPr id="1120" name="Freeform 173"/>
            <p:cNvSpPr/>
            <p:nvPr/>
          </p:nvSpPr>
          <p:spPr>
            <a:xfrm>
              <a:off x="5361120" y="2852280"/>
              <a:ext cx="160920" cy="16092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160920"/>
                <a:gd name="textAreaBottom" fmla="*/ 161280 h 160920"/>
                <a:gd name="GluePoint1X" fmla="*/ 92 w 136"/>
                <a:gd name="GluePoint1Y" fmla="*/ 0 h 136"/>
                <a:gd name="GluePoint2X" fmla="*/ 92 w 136"/>
                <a:gd name="GluePoint2Y" fmla="*/ 0 h 136"/>
                <a:gd name="GluePoint3X" fmla="*/ 66 w 136"/>
                <a:gd name="GluePoint3Y" fmla="*/ 9 h 136"/>
                <a:gd name="GluePoint4X" fmla="*/ 13 w 136"/>
                <a:gd name="GluePoint4Y" fmla="*/ 61 h 136"/>
                <a:gd name="GluePoint5X" fmla="*/ 0 w 136"/>
                <a:gd name="GluePoint5Y" fmla="*/ 92 h 136"/>
                <a:gd name="GluePoint6X" fmla="*/ 4 w 136"/>
                <a:gd name="GluePoint6Y" fmla="*/ 110 h 136"/>
                <a:gd name="GluePoint7X" fmla="*/ 4 w 136"/>
                <a:gd name="GluePoint7Y" fmla="*/ 110 h 136"/>
                <a:gd name="GluePoint8X" fmla="*/ 5 w 136"/>
                <a:gd name="GluePoint8Y" fmla="*/ 111 h 136"/>
                <a:gd name="GluePoint9X" fmla="*/ 12 w 136"/>
                <a:gd name="GluePoint9Y" fmla="*/ 108 h 136"/>
                <a:gd name="GluePoint10X" fmla="*/ 11 w 136"/>
                <a:gd name="GluePoint10Y" fmla="*/ 106 h 136"/>
                <a:gd name="GluePoint11X" fmla="*/ 8 w 136"/>
                <a:gd name="GluePoint11Y" fmla="*/ 108 h 136"/>
                <a:gd name="GluePoint12X" fmla="*/ 11 w 136"/>
                <a:gd name="GluePoint12Y" fmla="*/ 106 h 136"/>
                <a:gd name="GluePoint13X" fmla="*/ 8 w 136"/>
                <a:gd name="GluePoint13Y" fmla="*/ 92 h 136"/>
                <a:gd name="GluePoint14X" fmla="*/ 19 w 136"/>
                <a:gd name="GluePoint14Y" fmla="*/ 67 h 136"/>
                <a:gd name="GluePoint15X" fmla="*/ 71 w 136"/>
                <a:gd name="GluePoint15Y" fmla="*/ 15 h 136"/>
                <a:gd name="GluePoint16X" fmla="*/ 92 w 136"/>
                <a:gd name="GluePoint16Y" fmla="*/ 8 h 136"/>
                <a:gd name="GluePoint17X" fmla="*/ 92 w 136"/>
                <a:gd name="GluePoint17Y" fmla="*/ 8 h 136"/>
                <a:gd name="GluePoint18X" fmla="*/ 118 w 136"/>
                <a:gd name="GluePoint18Y" fmla="*/ 19 h 136"/>
                <a:gd name="GluePoint19X" fmla="*/ 128 w 136"/>
                <a:gd name="GluePoint19Y" fmla="*/ 44 h 136"/>
                <a:gd name="GluePoint20X" fmla="*/ 121 w 136"/>
                <a:gd name="GluePoint20Y" fmla="*/ 65 h 136"/>
                <a:gd name="GluePoint21X" fmla="*/ 73 w 136"/>
                <a:gd name="GluePoint21Y" fmla="*/ 113 h 136"/>
                <a:gd name="GluePoint22X" fmla="*/ 73 w 136"/>
                <a:gd name="GluePoint22Y" fmla="*/ 114 h 136"/>
                <a:gd name="GluePoint23X" fmla="*/ 44 w 136"/>
                <a:gd name="GluePoint23Y" fmla="*/ 128 h 136"/>
                <a:gd name="GluePoint24X" fmla="*/ 44 w 136"/>
                <a:gd name="GluePoint24Y" fmla="*/ 128 h 136"/>
                <a:gd name="GluePoint25X" fmla="*/ 30 w 136"/>
                <a:gd name="GluePoint25Y" fmla="*/ 125 h 136"/>
                <a:gd name="GluePoint26X" fmla="*/ 27 w 136"/>
                <a:gd name="GluePoint26Y" fmla="*/ 132 h 136"/>
                <a:gd name="GluePoint27X" fmla="*/ 44 w 136"/>
                <a:gd name="GluePoint27Y" fmla="*/ 136 h 136"/>
                <a:gd name="GluePoint28X" fmla="*/ 44 w 136"/>
                <a:gd name="GluePoint28Y" fmla="*/ 136 h 136"/>
                <a:gd name="GluePoint29X" fmla="*/ 79 w 136"/>
                <a:gd name="GluePoint29Y" fmla="*/ 119 h 136"/>
                <a:gd name="GluePoint30X" fmla="*/ 127 w 136"/>
                <a:gd name="GluePoint30Y" fmla="*/ 71 h 136"/>
                <a:gd name="GluePoint31X" fmla="*/ 127 w 136"/>
                <a:gd name="GluePoint31Y" fmla="*/ 70 h 136"/>
                <a:gd name="GluePoint32X" fmla="*/ 136 w 136"/>
                <a:gd name="GluePoint32Y" fmla="*/ 44 h 136"/>
                <a:gd name="GluePoint33X" fmla="*/ 123 w 136"/>
                <a:gd name="GluePoint33Y" fmla="*/ 13 h 136"/>
                <a:gd name="GluePoint34X" fmla="*/ 92 w 136"/>
                <a:gd name="GluePoint34Y" fmla="*/ 0 h 1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</a:cxnLst>
              <a:rect l="textAreaLeft" t="textAreaTop" r="textAreaRight" b="textAreaBottom"/>
              <a:pathLst>
                <a:path w="136" h="136">
                  <a:moveTo>
                    <a:pt x="92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82" y="0"/>
                    <a:pt x="73" y="3"/>
                    <a:pt x="66" y="9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5" y="70"/>
                    <a:pt x="0" y="81"/>
                    <a:pt x="0" y="92"/>
                  </a:cubicBezTo>
                  <a:cubicBezTo>
                    <a:pt x="0" y="98"/>
                    <a:pt x="1" y="104"/>
                    <a:pt x="4" y="110"/>
                  </a:cubicBezTo>
                  <a:cubicBezTo>
                    <a:pt x="4" y="110"/>
                    <a:pt x="4" y="110"/>
                    <a:pt x="4" y="110"/>
                  </a:cubicBezTo>
                  <a:cubicBezTo>
                    <a:pt x="4" y="110"/>
                    <a:pt x="4" y="111"/>
                    <a:pt x="5" y="111"/>
                  </a:cubicBezTo>
                  <a:cubicBezTo>
                    <a:pt x="12" y="108"/>
                    <a:pt x="12" y="108"/>
                    <a:pt x="12" y="108"/>
                  </a:cubicBezTo>
                  <a:cubicBezTo>
                    <a:pt x="12" y="107"/>
                    <a:pt x="11" y="107"/>
                    <a:pt x="11" y="106"/>
                  </a:cubicBezTo>
                  <a:cubicBezTo>
                    <a:pt x="8" y="108"/>
                    <a:pt x="8" y="108"/>
                    <a:pt x="8" y="108"/>
                  </a:cubicBezTo>
                  <a:cubicBezTo>
                    <a:pt x="11" y="106"/>
                    <a:pt x="11" y="106"/>
                    <a:pt x="11" y="106"/>
                  </a:cubicBezTo>
                  <a:cubicBezTo>
                    <a:pt x="9" y="102"/>
                    <a:pt x="8" y="97"/>
                    <a:pt x="8" y="92"/>
                  </a:cubicBezTo>
                  <a:cubicBezTo>
                    <a:pt x="8" y="83"/>
                    <a:pt x="12" y="74"/>
                    <a:pt x="19" y="67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7" y="10"/>
                    <a:pt x="84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102" y="8"/>
                    <a:pt x="111" y="12"/>
                    <a:pt x="118" y="19"/>
                  </a:cubicBezTo>
                  <a:cubicBezTo>
                    <a:pt x="124" y="25"/>
                    <a:pt x="128" y="34"/>
                    <a:pt x="128" y="44"/>
                  </a:cubicBezTo>
                  <a:cubicBezTo>
                    <a:pt x="128" y="52"/>
                    <a:pt x="126" y="59"/>
                    <a:pt x="121" y="65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14"/>
                    <a:pt x="73" y="114"/>
                    <a:pt x="73" y="114"/>
                  </a:cubicBezTo>
                  <a:cubicBezTo>
                    <a:pt x="66" y="123"/>
                    <a:pt x="56" y="128"/>
                    <a:pt x="44" y="128"/>
                  </a:cubicBezTo>
                  <a:cubicBezTo>
                    <a:pt x="44" y="128"/>
                    <a:pt x="44" y="128"/>
                    <a:pt x="44" y="128"/>
                  </a:cubicBezTo>
                  <a:cubicBezTo>
                    <a:pt x="39" y="128"/>
                    <a:pt x="34" y="127"/>
                    <a:pt x="30" y="125"/>
                  </a:cubicBezTo>
                  <a:cubicBezTo>
                    <a:pt x="27" y="132"/>
                    <a:pt x="27" y="132"/>
                    <a:pt x="27" y="132"/>
                  </a:cubicBezTo>
                  <a:cubicBezTo>
                    <a:pt x="32" y="135"/>
                    <a:pt x="38" y="136"/>
                    <a:pt x="44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58" y="136"/>
                    <a:pt x="71" y="130"/>
                    <a:pt x="79" y="11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7" y="70"/>
                    <a:pt x="127" y="70"/>
                    <a:pt x="127" y="70"/>
                  </a:cubicBezTo>
                  <a:cubicBezTo>
                    <a:pt x="133" y="63"/>
                    <a:pt x="136" y="54"/>
                    <a:pt x="136" y="44"/>
                  </a:cubicBezTo>
                  <a:cubicBezTo>
                    <a:pt x="136" y="32"/>
                    <a:pt x="132" y="21"/>
                    <a:pt x="123" y="13"/>
                  </a:cubicBezTo>
                  <a:cubicBezTo>
                    <a:pt x="115" y="5"/>
                    <a:pt x="104" y="0"/>
                    <a:pt x="92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21" name="Freeform 174"/>
            <p:cNvSpPr/>
            <p:nvPr/>
          </p:nvSpPr>
          <p:spPr>
            <a:xfrm>
              <a:off x="5220720" y="2994840"/>
              <a:ext cx="158760" cy="15876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158760"/>
                <a:gd name="textAreaBottom" fmla="*/ 159120 h 158760"/>
                <a:gd name="GluePoint1X" fmla="*/ 125 w 136"/>
                <a:gd name="GluePoint1Y" fmla="*/ 30 h 136"/>
                <a:gd name="GluePoint2X" fmla="*/ 128 w 136"/>
                <a:gd name="GluePoint2Y" fmla="*/ 44 h 136"/>
                <a:gd name="GluePoint3X" fmla="*/ 121 w 136"/>
                <a:gd name="GluePoint3Y" fmla="*/ 65 h 136"/>
                <a:gd name="GluePoint4X" fmla="*/ 73 w 136"/>
                <a:gd name="GluePoint4Y" fmla="*/ 113 h 136"/>
                <a:gd name="GluePoint5X" fmla="*/ 73 w 136"/>
                <a:gd name="GluePoint5Y" fmla="*/ 114 h 136"/>
                <a:gd name="GluePoint6X" fmla="*/ 44 w 136"/>
                <a:gd name="GluePoint6Y" fmla="*/ 128 h 136"/>
                <a:gd name="GluePoint7X" fmla="*/ 44 w 136"/>
                <a:gd name="GluePoint7Y" fmla="*/ 128 h 136"/>
                <a:gd name="GluePoint8X" fmla="*/ 19 w 136"/>
                <a:gd name="GluePoint8Y" fmla="*/ 118 h 136"/>
                <a:gd name="GluePoint9X" fmla="*/ 8 w 136"/>
                <a:gd name="GluePoint9Y" fmla="*/ 92 h 136"/>
                <a:gd name="GluePoint10X" fmla="*/ 19 w 136"/>
                <a:gd name="GluePoint10Y" fmla="*/ 67 h 136"/>
                <a:gd name="GluePoint11X" fmla="*/ 71 w 136"/>
                <a:gd name="GluePoint11Y" fmla="*/ 15 h 136"/>
                <a:gd name="GluePoint12X" fmla="*/ 92 w 136"/>
                <a:gd name="GluePoint12Y" fmla="*/ 8 h 136"/>
                <a:gd name="GluePoint13X" fmla="*/ 92 w 136"/>
                <a:gd name="GluePoint13Y" fmla="*/ 8 h 136"/>
                <a:gd name="GluePoint14X" fmla="*/ 107 w 136"/>
                <a:gd name="GluePoint14Y" fmla="*/ 11 h 136"/>
                <a:gd name="GluePoint15X" fmla="*/ 110 w 136"/>
                <a:gd name="GluePoint15Y" fmla="*/ 4 h 136"/>
                <a:gd name="GluePoint16X" fmla="*/ 92 w 136"/>
                <a:gd name="GluePoint16Y" fmla="*/ 0 h 136"/>
                <a:gd name="GluePoint17X" fmla="*/ 92 w 136"/>
                <a:gd name="GluePoint17Y" fmla="*/ 0 h 136"/>
                <a:gd name="GluePoint18X" fmla="*/ 66 w 136"/>
                <a:gd name="GluePoint18Y" fmla="*/ 9 h 136"/>
                <a:gd name="GluePoint19X" fmla="*/ 13 w 136"/>
                <a:gd name="GluePoint19Y" fmla="*/ 61 h 136"/>
                <a:gd name="GluePoint20X" fmla="*/ 0 w 136"/>
                <a:gd name="GluePoint20Y" fmla="*/ 92 h 136"/>
                <a:gd name="GluePoint21X" fmla="*/ 13 w 136"/>
                <a:gd name="GluePoint21Y" fmla="*/ 123 h 136"/>
                <a:gd name="GluePoint22X" fmla="*/ 44 w 136"/>
                <a:gd name="GluePoint22Y" fmla="*/ 136 h 136"/>
                <a:gd name="GluePoint23X" fmla="*/ 44 w 136"/>
                <a:gd name="GluePoint23Y" fmla="*/ 136 h 136"/>
                <a:gd name="GluePoint24X" fmla="*/ 79 w 136"/>
                <a:gd name="GluePoint24Y" fmla="*/ 119 h 136"/>
                <a:gd name="GluePoint25X" fmla="*/ 127 w 136"/>
                <a:gd name="GluePoint25Y" fmla="*/ 71 h 136"/>
                <a:gd name="GluePoint26X" fmla="*/ 127 w 136"/>
                <a:gd name="GluePoint26Y" fmla="*/ 70 h 136"/>
                <a:gd name="GluePoint27X" fmla="*/ 136 w 136"/>
                <a:gd name="GluePoint27Y" fmla="*/ 44 h 136"/>
                <a:gd name="GluePoint28X" fmla="*/ 133 w 136"/>
                <a:gd name="GluePoint28Y" fmla="*/ 26 h 136"/>
                <a:gd name="GluePoint29X" fmla="*/ 125 w 136"/>
                <a:gd name="GluePoint29Y" fmla="*/ 30 h 1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6" h="136">
                  <a:moveTo>
                    <a:pt x="125" y="30"/>
                  </a:moveTo>
                  <a:cubicBezTo>
                    <a:pt x="127" y="34"/>
                    <a:pt x="128" y="39"/>
                    <a:pt x="128" y="44"/>
                  </a:cubicBezTo>
                  <a:cubicBezTo>
                    <a:pt x="128" y="52"/>
                    <a:pt x="126" y="59"/>
                    <a:pt x="121" y="65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14"/>
                    <a:pt x="73" y="114"/>
                    <a:pt x="73" y="114"/>
                  </a:cubicBezTo>
                  <a:cubicBezTo>
                    <a:pt x="66" y="123"/>
                    <a:pt x="56" y="128"/>
                    <a:pt x="44" y="128"/>
                  </a:cubicBezTo>
                  <a:cubicBezTo>
                    <a:pt x="44" y="128"/>
                    <a:pt x="44" y="128"/>
                    <a:pt x="44" y="128"/>
                  </a:cubicBezTo>
                  <a:cubicBezTo>
                    <a:pt x="35" y="128"/>
                    <a:pt x="26" y="124"/>
                    <a:pt x="19" y="118"/>
                  </a:cubicBezTo>
                  <a:cubicBezTo>
                    <a:pt x="12" y="111"/>
                    <a:pt x="8" y="102"/>
                    <a:pt x="8" y="92"/>
                  </a:cubicBezTo>
                  <a:cubicBezTo>
                    <a:pt x="8" y="83"/>
                    <a:pt x="12" y="74"/>
                    <a:pt x="19" y="67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7" y="11"/>
                    <a:pt x="84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7" y="8"/>
                    <a:pt x="102" y="9"/>
                    <a:pt x="107" y="11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4" y="1"/>
                    <a:pt x="98" y="0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83" y="0"/>
                    <a:pt x="73" y="3"/>
                    <a:pt x="66" y="9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5" y="70"/>
                    <a:pt x="0" y="81"/>
                    <a:pt x="0" y="92"/>
                  </a:cubicBezTo>
                  <a:cubicBezTo>
                    <a:pt x="0" y="104"/>
                    <a:pt x="5" y="115"/>
                    <a:pt x="13" y="123"/>
                  </a:cubicBezTo>
                  <a:cubicBezTo>
                    <a:pt x="21" y="132"/>
                    <a:pt x="32" y="136"/>
                    <a:pt x="44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58" y="136"/>
                    <a:pt x="71" y="130"/>
                    <a:pt x="79" y="11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7" y="70"/>
                    <a:pt x="127" y="70"/>
                    <a:pt x="127" y="70"/>
                  </a:cubicBezTo>
                  <a:cubicBezTo>
                    <a:pt x="133" y="63"/>
                    <a:pt x="136" y="54"/>
                    <a:pt x="136" y="44"/>
                  </a:cubicBezTo>
                  <a:cubicBezTo>
                    <a:pt x="136" y="38"/>
                    <a:pt x="135" y="32"/>
                    <a:pt x="133" y="26"/>
                  </a:cubicBezTo>
                  <a:lnTo>
                    <a:pt x="125" y="3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22" name="Freeform 175"/>
            <p:cNvSpPr/>
            <p:nvPr/>
          </p:nvSpPr>
          <p:spPr>
            <a:xfrm>
              <a:off x="5325480" y="2957040"/>
              <a:ext cx="91800" cy="9180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91800"/>
                <a:gd name="textAreaBottom" fmla="*/ 92160 h 91800"/>
                <a:gd name="GluePoint1X" fmla="*/ 44 w 44"/>
                <a:gd name="GluePoint1Y" fmla="*/ 4 h 44"/>
                <a:gd name="GluePoint2X" fmla="*/ 3 w 44"/>
                <a:gd name="GluePoint2Y" fmla="*/ 44 h 44"/>
                <a:gd name="GluePoint3X" fmla="*/ 0 w 44"/>
                <a:gd name="GluePoint3Y" fmla="*/ 41 h 44"/>
                <a:gd name="GluePoint4X" fmla="*/ 41 w 44"/>
                <a:gd name="GluePoint4Y" fmla="*/ 0 h 44"/>
                <a:gd name="GluePoint5X" fmla="*/ 44 w 44"/>
                <a:gd name="GluePoint5Y" fmla="*/ 4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4" h="44">
                  <a:moveTo>
                    <a:pt x="44" y="4"/>
                  </a:moveTo>
                  <a:lnTo>
                    <a:pt x="3" y="44"/>
                  </a:lnTo>
                  <a:lnTo>
                    <a:pt x="0" y="41"/>
                  </a:lnTo>
                  <a:lnTo>
                    <a:pt x="41" y="0"/>
                  </a:lnTo>
                  <a:lnTo>
                    <a:pt x="4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23" name="Group 706"/>
          <p:cNvGrpSpPr/>
          <p:nvPr/>
        </p:nvGrpSpPr>
        <p:grpSpPr>
          <a:xfrm>
            <a:off x="5646240" y="2852280"/>
            <a:ext cx="234360" cy="301320"/>
            <a:chOff x="5646240" y="2852280"/>
            <a:chExt cx="234360" cy="301320"/>
          </a:xfrm>
        </p:grpSpPr>
        <p:sp>
          <p:nvSpPr>
            <p:cNvPr id="1124" name="Freeform 176"/>
            <p:cNvSpPr/>
            <p:nvPr/>
          </p:nvSpPr>
          <p:spPr>
            <a:xfrm>
              <a:off x="5646240" y="2852280"/>
              <a:ext cx="234360" cy="301320"/>
            </a:xfrm>
            <a:custGeom>
              <a:avLst/>
              <a:gdLst>
                <a:gd name="textAreaLeft" fmla="*/ 0 w 234360"/>
                <a:gd name="textAreaRight" fmla="*/ 234720 w 234360"/>
                <a:gd name="textAreaTop" fmla="*/ 0 h 301320"/>
                <a:gd name="textAreaBottom" fmla="*/ 301680 h 301320"/>
                <a:gd name="GluePoint1X" fmla="*/ 168 w 200"/>
                <a:gd name="GluePoint1Y" fmla="*/ 68 h 256"/>
                <a:gd name="GluePoint2X" fmla="*/ 100 w 200"/>
                <a:gd name="GluePoint2Y" fmla="*/ 0 h 256"/>
                <a:gd name="GluePoint3X" fmla="*/ 32 w 200"/>
                <a:gd name="GluePoint3Y" fmla="*/ 68 h 256"/>
                <a:gd name="GluePoint4X" fmla="*/ 32 w 200"/>
                <a:gd name="GluePoint4Y" fmla="*/ 128 h 256"/>
                <a:gd name="GluePoint5X" fmla="*/ 0 w 200"/>
                <a:gd name="GluePoint5Y" fmla="*/ 128 h 256"/>
                <a:gd name="GluePoint6X" fmla="*/ 0 w 200"/>
                <a:gd name="GluePoint6Y" fmla="*/ 256 h 256"/>
                <a:gd name="GluePoint7X" fmla="*/ 200 w 200"/>
                <a:gd name="GluePoint7Y" fmla="*/ 256 h 256"/>
                <a:gd name="GluePoint8X" fmla="*/ 200 w 200"/>
                <a:gd name="GluePoint8Y" fmla="*/ 128 h 256"/>
                <a:gd name="GluePoint9X" fmla="*/ 168 w 200"/>
                <a:gd name="GluePoint9Y" fmla="*/ 128 h 256"/>
                <a:gd name="GluePoint10X" fmla="*/ 168 w 200"/>
                <a:gd name="GluePoint10Y" fmla="*/ 68 h 256"/>
                <a:gd name="GluePoint11X" fmla="*/ 40 w 200"/>
                <a:gd name="GluePoint11Y" fmla="*/ 68 h 256"/>
                <a:gd name="GluePoint12X" fmla="*/ 100 w 200"/>
                <a:gd name="GluePoint12Y" fmla="*/ 8 h 256"/>
                <a:gd name="GluePoint13X" fmla="*/ 160 w 200"/>
                <a:gd name="GluePoint13Y" fmla="*/ 68 h 256"/>
                <a:gd name="GluePoint14X" fmla="*/ 160 w 200"/>
                <a:gd name="GluePoint14Y" fmla="*/ 128 h 256"/>
                <a:gd name="GluePoint15X" fmla="*/ 40 w 200"/>
                <a:gd name="GluePoint15Y" fmla="*/ 128 h 256"/>
                <a:gd name="GluePoint16X" fmla="*/ 40 w 200"/>
                <a:gd name="GluePoint16Y" fmla="*/ 68 h 256"/>
                <a:gd name="GluePoint17X" fmla="*/ 192 w 200"/>
                <a:gd name="GluePoint17Y" fmla="*/ 248 h 256"/>
                <a:gd name="GluePoint18X" fmla="*/ 8 w 200"/>
                <a:gd name="GluePoint18Y" fmla="*/ 248 h 256"/>
                <a:gd name="GluePoint19X" fmla="*/ 8 w 200"/>
                <a:gd name="GluePoint19Y" fmla="*/ 136 h 256"/>
                <a:gd name="GluePoint20X" fmla="*/ 192 w 200"/>
                <a:gd name="GluePoint20Y" fmla="*/ 136 h 256"/>
                <a:gd name="GluePoint21X" fmla="*/ 192 w 200"/>
                <a:gd name="GluePoint21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00" h="256">
                  <a:moveTo>
                    <a:pt x="168" y="68"/>
                  </a:moveTo>
                  <a:cubicBezTo>
                    <a:pt x="168" y="31"/>
                    <a:pt x="138" y="0"/>
                    <a:pt x="100" y="0"/>
                  </a:cubicBezTo>
                  <a:cubicBezTo>
                    <a:pt x="63" y="0"/>
                    <a:pt x="32" y="31"/>
                    <a:pt x="32" y="6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00" y="256"/>
                    <a:pt x="200" y="256"/>
                    <a:pt x="200" y="25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168" y="128"/>
                    <a:pt x="168" y="128"/>
                    <a:pt x="168" y="128"/>
                  </a:cubicBezTo>
                  <a:lnTo>
                    <a:pt x="168" y="68"/>
                  </a:lnTo>
                  <a:close/>
                  <a:moveTo>
                    <a:pt x="40" y="68"/>
                  </a:moveTo>
                  <a:cubicBezTo>
                    <a:pt x="40" y="35"/>
                    <a:pt x="67" y="8"/>
                    <a:pt x="100" y="8"/>
                  </a:cubicBezTo>
                  <a:cubicBezTo>
                    <a:pt x="133" y="8"/>
                    <a:pt x="160" y="35"/>
                    <a:pt x="160" y="68"/>
                  </a:cubicBezTo>
                  <a:cubicBezTo>
                    <a:pt x="160" y="128"/>
                    <a:pt x="160" y="128"/>
                    <a:pt x="160" y="128"/>
                  </a:cubicBezTo>
                  <a:cubicBezTo>
                    <a:pt x="40" y="128"/>
                    <a:pt x="40" y="128"/>
                    <a:pt x="40" y="128"/>
                  </a:cubicBezTo>
                  <a:lnTo>
                    <a:pt x="40" y="68"/>
                  </a:lnTo>
                  <a:close/>
                  <a:moveTo>
                    <a:pt x="192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192" y="136"/>
                    <a:pt x="192" y="136"/>
                    <a:pt x="192" y="136"/>
                  </a:cubicBezTo>
                  <a:lnTo>
                    <a:pt x="192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25" name="Freeform 177"/>
            <p:cNvSpPr/>
            <p:nvPr/>
          </p:nvSpPr>
          <p:spPr>
            <a:xfrm>
              <a:off x="5740560" y="3051360"/>
              <a:ext cx="45720" cy="6048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60480"/>
                <a:gd name="textAreaBottom" fmla="*/ 60840 h 60480"/>
                <a:gd name="GluePoint1X" fmla="*/ 16 w 40"/>
                <a:gd name="GluePoint1Y" fmla="*/ 40 h 52"/>
                <a:gd name="GluePoint2X" fmla="*/ 16 w 40"/>
                <a:gd name="GluePoint2Y" fmla="*/ 52 h 52"/>
                <a:gd name="GluePoint3X" fmla="*/ 24 w 40"/>
                <a:gd name="GluePoint3Y" fmla="*/ 52 h 52"/>
                <a:gd name="GluePoint4X" fmla="*/ 24 w 40"/>
                <a:gd name="GluePoint4Y" fmla="*/ 40 h 52"/>
                <a:gd name="GluePoint5X" fmla="*/ 40 w 40"/>
                <a:gd name="GluePoint5Y" fmla="*/ 20 h 52"/>
                <a:gd name="GluePoint6X" fmla="*/ 20 w 40"/>
                <a:gd name="GluePoint6Y" fmla="*/ 0 h 52"/>
                <a:gd name="GluePoint7X" fmla="*/ 0 w 40"/>
                <a:gd name="GluePoint7Y" fmla="*/ 20 h 52"/>
                <a:gd name="GluePoint8X" fmla="*/ 16 w 40"/>
                <a:gd name="GluePoint8Y" fmla="*/ 40 h 52"/>
                <a:gd name="GluePoint9X" fmla="*/ 20 w 40"/>
                <a:gd name="GluePoint9Y" fmla="*/ 8 h 52"/>
                <a:gd name="GluePoint10X" fmla="*/ 32 w 40"/>
                <a:gd name="GluePoint10Y" fmla="*/ 20 h 52"/>
                <a:gd name="GluePoint11X" fmla="*/ 20 w 40"/>
                <a:gd name="GluePoint11Y" fmla="*/ 32 h 52"/>
                <a:gd name="GluePoint12X" fmla="*/ 8 w 40"/>
                <a:gd name="GluePoint12Y" fmla="*/ 20 h 52"/>
                <a:gd name="GluePoint13X" fmla="*/ 20 w 40"/>
                <a:gd name="GluePoint13Y" fmla="*/ 8 h 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0" h="52">
                  <a:moveTo>
                    <a:pt x="16" y="40"/>
                  </a:moveTo>
                  <a:cubicBezTo>
                    <a:pt x="16" y="52"/>
                    <a:pt x="16" y="52"/>
                    <a:pt x="16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33" y="38"/>
                    <a:pt x="40" y="30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0"/>
                    <a:pt x="7" y="38"/>
                    <a:pt x="16" y="40"/>
                  </a:cubicBezTo>
                  <a:close/>
                  <a:moveTo>
                    <a:pt x="20" y="8"/>
                  </a:moveTo>
                  <a:cubicBezTo>
                    <a:pt x="27" y="8"/>
                    <a:pt x="32" y="13"/>
                    <a:pt x="32" y="20"/>
                  </a:cubicBezTo>
                  <a:cubicBezTo>
                    <a:pt x="32" y="27"/>
                    <a:pt x="27" y="32"/>
                    <a:pt x="20" y="32"/>
                  </a:cubicBezTo>
                  <a:cubicBezTo>
                    <a:pt x="14" y="32"/>
                    <a:pt x="8" y="27"/>
                    <a:pt x="8" y="20"/>
                  </a:cubicBezTo>
                  <a:cubicBezTo>
                    <a:pt x="8" y="13"/>
                    <a:pt x="14" y="8"/>
                    <a:pt x="20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0240" bIns="302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26" name="Group 707"/>
          <p:cNvGrpSpPr/>
          <p:nvPr/>
        </p:nvGrpSpPr>
        <p:grpSpPr>
          <a:xfrm>
            <a:off x="6038280" y="2852280"/>
            <a:ext cx="234360" cy="301320"/>
            <a:chOff x="6038280" y="2852280"/>
            <a:chExt cx="234360" cy="301320"/>
          </a:xfrm>
        </p:grpSpPr>
        <p:sp>
          <p:nvSpPr>
            <p:cNvPr id="1127" name="Freeform 178"/>
            <p:cNvSpPr/>
            <p:nvPr/>
          </p:nvSpPr>
          <p:spPr>
            <a:xfrm>
              <a:off x="6038280" y="2852280"/>
              <a:ext cx="234360" cy="301320"/>
            </a:xfrm>
            <a:custGeom>
              <a:avLst/>
              <a:gdLst>
                <a:gd name="textAreaLeft" fmla="*/ 0 w 234360"/>
                <a:gd name="textAreaRight" fmla="*/ 234720 w 234360"/>
                <a:gd name="textAreaTop" fmla="*/ 0 h 301320"/>
                <a:gd name="textAreaBottom" fmla="*/ 301680 h 301320"/>
                <a:gd name="GluePoint1X" fmla="*/ 40 w 200"/>
                <a:gd name="GluePoint1Y" fmla="*/ 68 h 256"/>
                <a:gd name="GluePoint2X" fmla="*/ 100 w 200"/>
                <a:gd name="GluePoint2Y" fmla="*/ 8 h 256"/>
                <a:gd name="GluePoint3X" fmla="*/ 160 w 200"/>
                <a:gd name="GluePoint3Y" fmla="*/ 68 h 256"/>
                <a:gd name="GluePoint4X" fmla="*/ 160 w 200"/>
                <a:gd name="GluePoint4Y" fmla="*/ 80 h 256"/>
                <a:gd name="GluePoint5X" fmla="*/ 168 w 200"/>
                <a:gd name="GluePoint5Y" fmla="*/ 80 h 256"/>
                <a:gd name="GluePoint6X" fmla="*/ 168 w 200"/>
                <a:gd name="GluePoint6Y" fmla="*/ 68 h 256"/>
                <a:gd name="GluePoint7X" fmla="*/ 100 w 200"/>
                <a:gd name="GluePoint7Y" fmla="*/ 0 h 256"/>
                <a:gd name="GluePoint8X" fmla="*/ 32 w 200"/>
                <a:gd name="GluePoint8Y" fmla="*/ 68 h 256"/>
                <a:gd name="GluePoint9X" fmla="*/ 32 w 200"/>
                <a:gd name="GluePoint9Y" fmla="*/ 128 h 256"/>
                <a:gd name="GluePoint10X" fmla="*/ 0 w 200"/>
                <a:gd name="GluePoint10Y" fmla="*/ 128 h 256"/>
                <a:gd name="GluePoint11X" fmla="*/ 0 w 200"/>
                <a:gd name="GluePoint11Y" fmla="*/ 256 h 256"/>
                <a:gd name="GluePoint12X" fmla="*/ 200 w 200"/>
                <a:gd name="GluePoint12Y" fmla="*/ 256 h 256"/>
                <a:gd name="GluePoint13X" fmla="*/ 200 w 200"/>
                <a:gd name="GluePoint13Y" fmla="*/ 128 h 256"/>
                <a:gd name="GluePoint14X" fmla="*/ 40 w 200"/>
                <a:gd name="GluePoint14Y" fmla="*/ 128 h 256"/>
                <a:gd name="GluePoint15X" fmla="*/ 40 w 200"/>
                <a:gd name="GluePoint15Y" fmla="*/ 68 h 256"/>
                <a:gd name="GluePoint16X" fmla="*/ 192 w 200"/>
                <a:gd name="GluePoint16Y" fmla="*/ 248 h 256"/>
                <a:gd name="GluePoint17X" fmla="*/ 8 w 200"/>
                <a:gd name="GluePoint17Y" fmla="*/ 248 h 256"/>
                <a:gd name="GluePoint18X" fmla="*/ 8 w 200"/>
                <a:gd name="GluePoint18Y" fmla="*/ 136 h 256"/>
                <a:gd name="GluePoint19X" fmla="*/ 192 w 200"/>
                <a:gd name="GluePoint19Y" fmla="*/ 136 h 256"/>
                <a:gd name="GluePoint20X" fmla="*/ 192 w 200"/>
                <a:gd name="GluePoint20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00" h="256">
                  <a:moveTo>
                    <a:pt x="40" y="68"/>
                  </a:moveTo>
                  <a:cubicBezTo>
                    <a:pt x="40" y="35"/>
                    <a:pt x="67" y="8"/>
                    <a:pt x="100" y="8"/>
                  </a:cubicBezTo>
                  <a:cubicBezTo>
                    <a:pt x="134" y="8"/>
                    <a:pt x="160" y="35"/>
                    <a:pt x="160" y="68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8" y="80"/>
                    <a:pt x="168" y="80"/>
                    <a:pt x="168" y="80"/>
                  </a:cubicBezTo>
                  <a:cubicBezTo>
                    <a:pt x="168" y="68"/>
                    <a:pt x="168" y="68"/>
                    <a:pt x="168" y="68"/>
                  </a:cubicBezTo>
                  <a:cubicBezTo>
                    <a:pt x="168" y="31"/>
                    <a:pt x="138" y="0"/>
                    <a:pt x="100" y="0"/>
                  </a:cubicBezTo>
                  <a:cubicBezTo>
                    <a:pt x="63" y="0"/>
                    <a:pt x="32" y="31"/>
                    <a:pt x="32" y="6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00" y="256"/>
                    <a:pt x="200" y="256"/>
                    <a:pt x="200" y="25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40" y="128"/>
                    <a:pt x="40" y="128"/>
                    <a:pt x="40" y="128"/>
                  </a:cubicBezTo>
                  <a:lnTo>
                    <a:pt x="40" y="68"/>
                  </a:lnTo>
                  <a:close/>
                  <a:moveTo>
                    <a:pt x="192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192" y="136"/>
                    <a:pt x="192" y="136"/>
                    <a:pt x="192" y="136"/>
                  </a:cubicBezTo>
                  <a:lnTo>
                    <a:pt x="192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28" name="Freeform 179"/>
            <p:cNvSpPr/>
            <p:nvPr/>
          </p:nvSpPr>
          <p:spPr>
            <a:xfrm>
              <a:off x="6132600" y="3051360"/>
              <a:ext cx="45720" cy="6048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60480"/>
                <a:gd name="textAreaBottom" fmla="*/ 60840 h 60480"/>
                <a:gd name="GluePoint1X" fmla="*/ 16 w 40"/>
                <a:gd name="GluePoint1Y" fmla="*/ 40 h 52"/>
                <a:gd name="GluePoint2X" fmla="*/ 16 w 40"/>
                <a:gd name="GluePoint2Y" fmla="*/ 52 h 52"/>
                <a:gd name="GluePoint3X" fmla="*/ 24 w 40"/>
                <a:gd name="GluePoint3Y" fmla="*/ 52 h 52"/>
                <a:gd name="GluePoint4X" fmla="*/ 24 w 40"/>
                <a:gd name="GluePoint4Y" fmla="*/ 40 h 52"/>
                <a:gd name="GluePoint5X" fmla="*/ 40 w 40"/>
                <a:gd name="GluePoint5Y" fmla="*/ 20 h 52"/>
                <a:gd name="GluePoint6X" fmla="*/ 20 w 40"/>
                <a:gd name="GluePoint6Y" fmla="*/ 0 h 52"/>
                <a:gd name="GluePoint7X" fmla="*/ 0 w 40"/>
                <a:gd name="GluePoint7Y" fmla="*/ 20 h 52"/>
                <a:gd name="GluePoint8X" fmla="*/ 16 w 40"/>
                <a:gd name="GluePoint8Y" fmla="*/ 40 h 52"/>
                <a:gd name="GluePoint9X" fmla="*/ 20 w 40"/>
                <a:gd name="GluePoint9Y" fmla="*/ 8 h 52"/>
                <a:gd name="GluePoint10X" fmla="*/ 32 w 40"/>
                <a:gd name="GluePoint10Y" fmla="*/ 20 h 52"/>
                <a:gd name="GluePoint11X" fmla="*/ 20 w 40"/>
                <a:gd name="GluePoint11Y" fmla="*/ 32 h 52"/>
                <a:gd name="GluePoint12X" fmla="*/ 8 w 40"/>
                <a:gd name="GluePoint12Y" fmla="*/ 20 h 52"/>
                <a:gd name="GluePoint13X" fmla="*/ 20 w 40"/>
                <a:gd name="GluePoint13Y" fmla="*/ 8 h 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0" h="52">
                  <a:moveTo>
                    <a:pt x="16" y="40"/>
                  </a:moveTo>
                  <a:cubicBezTo>
                    <a:pt x="16" y="52"/>
                    <a:pt x="16" y="52"/>
                    <a:pt x="16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34" y="38"/>
                    <a:pt x="40" y="30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0"/>
                    <a:pt x="7" y="38"/>
                    <a:pt x="16" y="40"/>
                  </a:cubicBezTo>
                  <a:close/>
                  <a:moveTo>
                    <a:pt x="20" y="8"/>
                  </a:moveTo>
                  <a:cubicBezTo>
                    <a:pt x="27" y="8"/>
                    <a:pt x="32" y="13"/>
                    <a:pt x="32" y="20"/>
                  </a:cubicBezTo>
                  <a:cubicBezTo>
                    <a:pt x="32" y="27"/>
                    <a:pt x="27" y="32"/>
                    <a:pt x="20" y="32"/>
                  </a:cubicBezTo>
                  <a:cubicBezTo>
                    <a:pt x="14" y="32"/>
                    <a:pt x="8" y="27"/>
                    <a:pt x="8" y="20"/>
                  </a:cubicBezTo>
                  <a:cubicBezTo>
                    <a:pt x="8" y="13"/>
                    <a:pt x="14" y="8"/>
                    <a:pt x="20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0240" bIns="302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29" name="Group 708"/>
          <p:cNvGrpSpPr/>
          <p:nvPr/>
        </p:nvGrpSpPr>
        <p:grpSpPr>
          <a:xfrm>
            <a:off x="6467760" y="2852280"/>
            <a:ext cx="160920" cy="301320"/>
            <a:chOff x="6467760" y="2852280"/>
            <a:chExt cx="160920" cy="301320"/>
          </a:xfrm>
        </p:grpSpPr>
        <p:sp>
          <p:nvSpPr>
            <p:cNvPr id="1130" name="Freeform 180"/>
            <p:cNvSpPr/>
            <p:nvPr/>
          </p:nvSpPr>
          <p:spPr>
            <a:xfrm>
              <a:off x="6467760" y="2852280"/>
              <a:ext cx="160920" cy="30132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301320"/>
                <a:gd name="textAreaBottom" fmla="*/ 301680 h 301320"/>
                <a:gd name="GluePoint1X" fmla="*/ 68 w 136"/>
                <a:gd name="GluePoint1Y" fmla="*/ 0 h 256"/>
                <a:gd name="GluePoint2X" fmla="*/ 0 w 136"/>
                <a:gd name="GluePoint2Y" fmla="*/ 68 h 256"/>
                <a:gd name="GluePoint3X" fmla="*/ 0 w 136"/>
                <a:gd name="GluePoint3Y" fmla="*/ 188 h 256"/>
                <a:gd name="GluePoint4X" fmla="*/ 68 w 136"/>
                <a:gd name="GluePoint4Y" fmla="*/ 256 h 256"/>
                <a:gd name="GluePoint5X" fmla="*/ 136 w 136"/>
                <a:gd name="GluePoint5Y" fmla="*/ 188 h 256"/>
                <a:gd name="GluePoint6X" fmla="*/ 136 w 136"/>
                <a:gd name="GluePoint6Y" fmla="*/ 68 h 256"/>
                <a:gd name="GluePoint7X" fmla="*/ 68 w 136"/>
                <a:gd name="GluePoint7Y" fmla="*/ 0 h 256"/>
                <a:gd name="GluePoint8X" fmla="*/ 128 w 136"/>
                <a:gd name="GluePoint8Y" fmla="*/ 188 h 256"/>
                <a:gd name="GluePoint9X" fmla="*/ 68 w 136"/>
                <a:gd name="GluePoint9Y" fmla="*/ 248 h 256"/>
                <a:gd name="GluePoint10X" fmla="*/ 8 w 136"/>
                <a:gd name="GluePoint10Y" fmla="*/ 188 h 256"/>
                <a:gd name="GluePoint11X" fmla="*/ 8 w 136"/>
                <a:gd name="GluePoint11Y" fmla="*/ 68 h 256"/>
                <a:gd name="GluePoint12X" fmla="*/ 68 w 136"/>
                <a:gd name="GluePoint12Y" fmla="*/ 8 h 256"/>
                <a:gd name="GluePoint13X" fmla="*/ 128 w 136"/>
                <a:gd name="GluePoint13Y" fmla="*/ 68 h 256"/>
                <a:gd name="GluePoint14X" fmla="*/ 128 w 136"/>
                <a:gd name="GluePoint14Y" fmla="*/ 18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6" h="256">
                  <a:moveTo>
                    <a:pt x="68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26"/>
                    <a:pt x="30" y="256"/>
                    <a:pt x="68" y="256"/>
                  </a:cubicBezTo>
                  <a:cubicBezTo>
                    <a:pt x="105" y="256"/>
                    <a:pt x="136" y="226"/>
                    <a:pt x="136" y="188"/>
                  </a:cubicBezTo>
                  <a:cubicBezTo>
                    <a:pt x="136" y="68"/>
                    <a:pt x="136" y="68"/>
                    <a:pt x="136" y="68"/>
                  </a:cubicBezTo>
                  <a:cubicBezTo>
                    <a:pt x="136" y="31"/>
                    <a:pt x="105" y="0"/>
                    <a:pt x="68" y="0"/>
                  </a:cubicBezTo>
                  <a:close/>
                  <a:moveTo>
                    <a:pt x="128" y="188"/>
                  </a:moveTo>
                  <a:cubicBezTo>
                    <a:pt x="128" y="221"/>
                    <a:pt x="101" y="248"/>
                    <a:pt x="68" y="248"/>
                  </a:cubicBezTo>
                  <a:cubicBezTo>
                    <a:pt x="34" y="248"/>
                    <a:pt x="8" y="221"/>
                    <a:pt x="8" y="18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35"/>
                    <a:pt x="34" y="8"/>
                    <a:pt x="68" y="8"/>
                  </a:cubicBezTo>
                  <a:cubicBezTo>
                    <a:pt x="101" y="8"/>
                    <a:pt x="128" y="35"/>
                    <a:pt x="128" y="68"/>
                  </a:cubicBezTo>
                  <a:lnTo>
                    <a:pt x="128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31" name="Rectangle 181"/>
            <p:cNvSpPr/>
            <p:nvPr/>
          </p:nvSpPr>
          <p:spPr>
            <a:xfrm>
              <a:off x="6543360" y="2900520"/>
              <a:ext cx="10080" cy="374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720" bIns="18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132" name="Freeform 182"/>
          <p:cNvSpPr/>
          <p:nvPr/>
        </p:nvSpPr>
        <p:spPr>
          <a:xfrm>
            <a:off x="6788520" y="2850120"/>
            <a:ext cx="303480" cy="305640"/>
          </a:xfrm>
          <a:custGeom>
            <a:avLst/>
            <a:gdLst>
              <a:gd name="textAreaLeft" fmla="*/ 0 w 303480"/>
              <a:gd name="textAreaRight" fmla="*/ 303840 w 303480"/>
              <a:gd name="textAreaTop" fmla="*/ 0 h 305640"/>
              <a:gd name="textAreaBottom" fmla="*/ 306000 h 305640"/>
              <a:gd name="GluePoint1X" fmla="*/ 84 w 257"/>
              <a:gd name="GluePoint1Y" fmla="*/ 168 h 258"/>
              <a:gd name="GluePoint2X" fmla="*/ 140 w 257"/>
              <a:gd name="GluePoint2Y" fmla="*/ 146 h 258"/>
              <a:gd name="GluePoint3X" fmla="*/ 158 w 257"/>
              <a:gd name="GluePoint3Y" fmla="*/ 164 h 258"/>
              <a:gd name="GluePoint4X" fmla="*/ 146 w 257"/>
              <a:gd name="GluePoint4Y" fmla="*/ 176 h 258"/>
              <a:gd name="GluePoint5X" fmla="*/ 228 w 257"/>
              <a:gd name="GluePoint5Y" fmla="*/ 258 h 258"/>
              <a:gd name="GluePoint6X" fmla="*/ 257 w 257"/>
              <a:gd name="GluePoint6Y" fmla="*/ 228 h 258"/>
              <a:gd name="GluePoint7X" fmla="*/ 176 w 257"/>
              <a:gd name="GluePoint7Y" fmla="*/ 147 h 258"/>
              <a:gd name="GluePoint8X" fmla="*/ 164 w 257"/>
              <a:gd name="GluePoint8Y" fmla="*/ 159 h 258"/>
              <a:gd name="GluePoint9X" fmla="*/ 146 w 257"/>
              <a:gd name="GluePoint9Y" fmla="*/ 141 h 258"/>
              <a:gd name="GluePoint10X" fmla="*/ 168 w 257"/>
              <a:gd name="GluePoint10Y" fmla="*/ 84 h 258"/>
              <a:gd name="GluePoint11X" fmla="*/ 84 w 257"/>
              <a:gd name="GluePoint11Y" fmla="*/ 0 h 258"/>
              <a:gd name="GluePoint12X" fmla="*/ 0 w 257"/>
              <a:gd name="GluePoint12Y" fmla="*/ 84 h 258"/>
              <a:gd name="GluePoint13X" fmla="*/ 84 w 257"/>
              <a:gd name="GluePoint13Y" fmla="*/ 168 h 258"/>
              <a:gd name="GluePoint14X" fmla="*/ 246 w 257"/>
              <a:gd name="GluePoint14Y" fmla="*/ 228 h 258"/>
              <a:gd name="GluePoint15X" fmla="*/ 228 w 257"/>
              <a:gd name="GluePoint15Y" fmla="*/ 247 h 258"/>
              <a:gd name="GluePoint16X" fmla="*/ 157 w 257"/>
              <a:gd name="GluePoint16Y" fmla="*/ 176 h 258"/>
              <a:gd name="GluePoint17X" fmla="*/ 176 w 257"/>
              <a:gd name="GluePoint17Y" fmla="*/ 158 h 258"/>
              <a:gd name="GluePoint18X" fmla="*/ 246 w 257"/>
              <a:gd name="GluePoint18Y" fmla="*/ 228 h 258"/>
              <a:gd name="GluePoint19X" fmla="*/ 84 w 257"/>
              <a:gd name="GluePoint19Y" fmla="*/ 8 h 258"/>
              <a:gd name="GluePoint20X" fmla="*/ 160 w 257"/>
              <a:gd name="GluePoint20Y" fmla="*/ 84 h 258"/>
              <a:gd name="GluePoint21X" fmla="*/ 84 w 257"/>
              <a:gd name="GluePoint21Y" fmla="*/ 160 h 258"/>
              <a:gd name="GluePoint22X" fmla="*/ 8 w 257"/>
              <a:gd name="GluePoint22Y" fmla="*/ 84 h 258"/>
              <a:gd name="GluePoint23X" fmla="*/ 84 w 257"/>
              <a:gd name="GluePoint23Y" fmla="*/ 8 h 2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257" h="258">
                <a:moveTo>
                  <a:pt x="84" y="168"/>
                </a:moveTo>
                <a:cubicBezTo>
                  <a:pt x="106" y="168"/>
                  <a:pt x="125" y="160"/>
                  <a:pt x="140" y="146"/>
                </a:cubicBezTo>
                <a:cubicBezTo>
                  <a:pt x="158" y="164"/>
                  <a:pt x="158" y="164"/>
                  <a:pt x="158" y="164"/>
                </a:cubicBezTo>
                <a:cubicBezTo>
                  <a:pt x="146" y="176"/>
                  <a:pt x="146" y="176"/>
                  <a:pt x="146" y="176"/>
                </a:cubicBezTo>
                <a:cubicBezTo>
                  <a:pt x="228" y="258"/>
                  <a:pt x="228" y="258"/>
                  <a:pt x="228" y="258"/>
                </a:cubicBezTo>
                <a:cubicBezTo>
                  <a:pt x="257" y="228"/>
                  <a:pt x="257" y="228"/>
                  <a:pt x="257" y="228"/>
                </a:cubicBezTo>
                <a:cubicBezTo>
                  <a:pt x="176" y="147"/>
                  <a:pt x="176" y="147"/>
                  <a:pt x="176" y="147"/>
                </a:cubicBezTo>
                <a:cubicBezTo>
                  <a:pt x="164" y="159"/>
                  <a:pt x="164" y="159"/>
                  <a:pt x="164" y="159"/>
                </a:cubicBezTo>
                <a:cubicBezTo>
                  <a:pt x="146" y="141"/>
                  <a:pt x="146" y="141"/>
                  <a:pt x="146" y="141"/>
                </a:cubicBezTo>
                <a:cubicBezTo>
                  <a:pt x="159" y="126"/>
                  <a:pt x="168" y="106"/>
                  <a:pt x="168" y="84"/>
                </a:cubicBezTo>
                <a:cubicBezTo>
                  <a:pt x="168" y="38"/>
                  <a:pt x="130" y="0"/>
                  <a:pt x="84" y="0"/>
                </a:cubicBezTo>
                <a:cubicBezTo>
                  <a:pt x="38" y="0"/>
                  <a:pt x="0" y="38"/>
                  <a:pt x="0" y="84"/>
                </a:cubicBezTo>
                <a:cubicBezTo>
                  <a:pt x="0" y="131"/>
                  <a:pt x="38" y="168"/>
                  <a:pt x="84" y="168"/>
                </a:cubicBezTo>
                <a:close/>
                <a:moveTo>
                  <a:pt x="246" y="228"/>
                </a:moveTo>
                <a:cubicBezTo>
                  <a:pt x="228" y="247"/>
                  <a:pt x="228" y="247"/>
                  <a:pt x="228" y="247"/>
                </a:cubicBezTo>
                <a:cubicBezTo>
                  <a:pt x="157" y="176"/>
                  <a:pt x="157" y="176"/>
                  <a:pt x="157" y="176"/>
                </a:cubicBezTo>
                <a:cubicBezTo>
                  <a:pt x="176" y="158"/>
                  <a:pt x="176" y="158"/>
                  <a:pt x="176" y="158"/>
                </a:cubicBezTo>
                <a:lnTo>
                  <a:pt x="246" y="228"/>
                </a:lnTo>
                <a:close/>
                <a:moveTo>
                  <a:pt x="84" y="8"/>
                </a:moveTo>
                <a:cubicBezTo>
                  <a:pt x="126" y="8"/>
                  <a:pt x="160" y="42"/>
                  <a:pt x="160" y="84"/>
                </a:cubicBezTo>
                <a:cubicBezTo>
                  <a:pt x="160" y="126"/>
                  <a:pt x="126" y="160"/>
                  <a:pt x="84" y="160"/>
                </a:cubicBezTo>
                <a:cubicBezTo>
                  <a:pt x="42" y="160"/>
                  <a:pt x="8" y="126"/>
                  <a:pt x="8" y="84"/>
                </a:cubicBezTo>
                <a:cubicBezTo>
                  <a:pt x="8" y="42"/>
                  <a:pt x="42" y="8"/>
                  <a:pt x="84" y="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133" name="Group 684"/>
          <p:cNvGrpSpPr/>
          <p:nvPr/>
        </p:nvGrpSpPr>
        <p:grpSpPr>
          <a:xfrm>
            <a:off x="2081520" y="3243960"/>
            <a:ext cx="303480" cy="303480"/>
            <a:chOff x="2081520" y="3243960"/>
            <a:chExt cx="303480" cy="303480"/>
          </a:xfrm>
        </p:grpSpPr>
        <p:sp>
          <p:nvSpPr>
            <p:cNvPr id="1134" name="Rectangle 183"/>
            <p:cNvSpPr/>
            <p:nvPr/>
          </p:nvSpPr>
          <p:spPr>
            <a:xfrm>
              <a:off x="2138040" y="3338280"/>
              <a:ext cx="8568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35" name="Freeform 184"/>
            <p:cNvSpPr/>
            <p:nvPr/>
          </p:nvSpPr>
          <p:spPr>
            <a:xfrm>
              <a:off x="2081520" y="3243960"/>
              <a:ext cx="303480" cy="30348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303480"/>
                <a:gd name="textAreaBottom" fmla="*/ 303840 h 303480"/>
                <a:gd name="GluePoint1X" fmla="*/ 164 w 258"/>
                <a:gd name="GluePoint1Y" fmla="*/ 159 h 258"/>
                <a:gd name="GluePoint2X" fmla="*/ 146 w 258"/>
                <a:gd name="GluePoint2Y" fmla="*/ 141 h 258"/>
                <a:gd name="GluePoint3X" fmla="*/ 168 w 258"/>
                <a:gd name="GluePoint3Y" fmla="*/ 84 h 258"/>
                <a:gd name="GluePoint4X" fmla="*/ 84 w 258"/>
                <a:gd name="GluePoint4Y" fmla="*/ 0 h 258"/>
                <a:gd name="GluePoint5X" fmla="*/ 0 w 258"/>
                <a:gd name="GluePoint5Y" fmla="*/ 84 h 258"/>
                <a:gd name="GluePoint6X" fmla="*/ 84 w 258"/>
                <a:gd name="GluePoint6Y" fmla="*/ 168 h 258"/>
                <a:gd name="GluePoint7X" fmla="*/ 141 w 258"/>
                <a:gd name="GluePoint7Y" fmla="*/ 146 h 258"/>
                <a:gd name="GluePoint8X" fmla="*/ 159 w 258"/>
                <a:gd name="GluePoint8Y" fmla="*/ 164 h 258"/>
                <a:gd name="GluePoint9X" fmla="*/ 147 w 258"/>
                <a:gd name="GluePoint9Y" fmla="*/ 176 h 258"/>
                <a:gd name="GluePoint10X" fmla="*/ 228 w 258"/>
                <a:gd name="GluePoint10Y" fmla="*/ 258 h 258"/>
                <a:gd name="GluePoint11X" fmla="*/ 258 w 258"/>
                <a:gd name="GluePoint11Y" fmla="*/ 228 h 258"/>
                <a:gd name="GluePoint12X" fmla="*/ 176 w 258"/>
                <a:gd name="GluePoint12Y" fmla="*/ 147 h 258"/>
                <a:gd name="GluePoint13X" fmla="*/ 164 w 258"/>
                <a:gd name="GluePoint13Y" fmla="*/ 159 h 258"/>
                <a:gd name="GluePoint14X" fmla="*/ 8 w 258"/>
                <a:gd name="GluePoint14Y" fmla="*/ 84 h 258"/>
                <a:gd name="GluePoint15X" fmla="*/ 84 w 258"/>
                <a:gd name="GluePoint15Y" fmla="*/ 8 h 258"/>
                <a:gd name="GluePoint16X" fmla="*/ 160 w 258"/>
                <a:gd name="GluePoint16Y" fmla="*/ 84 h 258"/>
                <a:gd name="GluePoint17X" fmla="*/ 84 w 258"/>
                <a:gd name="GluePoint17Y" fmla="*/ 160 h 258"/>
                <a:gd name="GluePoint18X" fmla="*/ 8 w 258"/>
                <a:gd name="GluePoint18Y" fmla="*/ 84 h 258"/>
                <a:gd name="GluePoint19X" fmla="*/ 228 w 258"/>
                <a:gd name="GluePoint19Y" fmla="*/ 247 h 258"/>
                <a:gd name="GluePoint20X" fmla="*/ 158 w 258"/>
                <a:gd name="GluePoint20Y" fmla="*/ 176 h 258"/>
                <a:gd name="GluePoint21X" fmla="*/ 176 w 258"/>
                <a:gd name="GluePoint21Y" fmla="*/ 158 h 258"/>
                <a:gd name="GluePoint22X" fmla="*/ 247 w 258"/>
                <a:gd name="GluePoint22Y" fmla="*/ 228 h 258"/>
                <a:gd name="GluePoint23X" fmla="*/ 228 w 258"/>
                <a:gd name="GluePoint23Y" fmla="*/ 247 h 2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8" h="258">
                  <a:moveTo>
                    <a:pt x="164" y="159"/>
                  </a:moveTo>
                  <a:cubicBezTo>
                    <a:pt x="146" y="141"/>
                    <a:pt x="146" y="141"/>
                    <a:pt x="146" y="141"/>
                  </a:cubicBezTo>
                  <a:cubicBezTo>
                    <a:pt x="160" y="126"/>
                    <a:pt x="168" y="106"/>
                    <a:pt x="168" y="84"/>
                  </a:cubicBezTo>
                  <a:cubicBezTo>
                    <a:pt x="168" y="38"/>
                    <a:pt x="131" y="0"/>
                    <a:pt x="84" y="0"/>
                  </a:cubicBezTo>
                  <a:cubicBezTo>
                    <a:pt x="38" y="0"/>
                    <a:pt x="0" y="38"/>
                    <a:pt x="0" y="84"/>
                  </a:cubicBezTo>
                  <a:cubicBezTo>
                    <a:pt x="0" y="131"/>
                    <a:pt x="38" y="168"/>
                    <a:pt x="84" y="168"/>
                  </a:cubicBezTo>
                  <a:cubicBezTo>
                    <a:pt x="106" y="168"/>
                    <a:pt x="126" y="160"/>
                    <a:pt x="141" y="146"/>
                  </a:cubicBezTo>
                  <a:cubicBezTo>
                    <a:pt x="159" y="164"/>
                    <a:pt x="159" y="164"/>
                    <a:pt x="159" y="164"/>
                  </a:cubicBezTo>
                  <a:cubicBezTo>
                    <a:pt x="147" y="176"/>
                    <a:pt x="147" y="176"/>
                    <a:pt x="147" y="176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58" y="228"/>
                    <a:pt x="258" y="228"/>
                    <a:pt x="258" y="228"/>
                  </a:cubicBezTo>
                  <a:cubicBezTo>
                    <a:pt x="176" y="147"/>
                    <a:pt x="176" y="147"/>
                    <a:pt x="176" y="147"/>
                  </a:cubicBezTo>
                  <a:lnTo>
                    <a:pt x="164" y="159"/>
                  </a:lnTo>
                  <a:close/>
                  <a:moveTo>
                    <a:pt x="8" y="84"/>
                  </a:moveTo>
                  <a:cubicBezTo>
                    <a:pt x="8" y="42"/>
                    <a:pt x="42" y="8"/>
                    <a:pt x="84" y="8"/>
                  </a:cubicBezTo>
                  <a:cubicBezTo>
                    <a:pt x="126" y="8"/>
                    <a:pt x="160" y="42"/>
                    <a:pt x="160" y="84"/>
                  </a:cubicBezTo>
                  <a:cubicBezTo>
                    <a:pt x="160" y="126"/>
                    <a:pt x="126" y="160"/>
                    <a:pt x="84" y="160"/>
                  </a:cubicBezTo>
                  <a:cubicBezTo>
                    <a:pt x="42" y="160"/>
                    <a:pt x="8" y="126"/>
                    <a:pt x="8" y="84"/>
                  </a:cubicBezTo>
                  <a:close/>
                  <a:moveTo>
                    <a:pt x="228" y="247"/>
                  </a:moveTo>
                  <a:cubicBezTo>
                    <a:pt x="158" y="176"/>
                    <a:pt x="158" y="176"/>
                    <a:pt x="158" y="176"/>
                  </a:cubicBezTo>
                  <a:cubicBezTo>
                    <a:pt x="176" y="158"/>
                    <a:pt x="176" y="158"/>
                    <a:pt x="176" y="158"/>
                  </a:cubicBezTo>
                  <a:cubicBezTo>
                    <a:pt x="247" y="228"/>
                    <a:pt x="247" y="228"/>
                    <a:pt x="247" y="228"/>
                  </a:cubicBezTo>
                  <a:lnTo>
                    <a:pt x="228" y="2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36" name="Group 685"/>
          <p:cNvGrpSpPr/>
          <p:nvPr/>
        </p:nvGrpSpPr>
        <p:grpSpPr>
          <a:xfrm>
            <a:off x="2475360" y="3243960"/>
            <a:ext cx="303480" cy="303480"/>
            <a:chOff x="2475360" y="3243960"/>
            <a:chExt cx="303480" cy="303480"/>
          </a:xfrm>
        </p:grpSpPr>
        <p:sp>
          <p:nvSpPr>
            <p:cNvPr id="1137" name="Freeform 185"/>
            <p:cNvSpPr/>
            <p:nvPr/>
          </p:nvSpPr>
          <p:spPr>
            <a:xfrm>
              <a:off x="2531880" y="3300840"/>
              <a:ext cx="83520" cy="835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3520"/>
                <a:gd name="textAreaBottom" fmla="*/ 83880 h 83520"/>
                <a:gd name="GluePoint1X" fmla="*/ 22 w 40"/>
                <a:gd name="GluePoint1Y" fmla="*/ 0 h 40"/>
                <a:gd name="GluePoint2X" fmla="*/ 18 w 40"/>
                <a:gd name="GluePoint2Y" fmla="*/ 0 h 40"/>
                <a:gd name="GluePoint3X" fmla="*/ 18 w 40"/>
                <a:gd name="GluePoint3Y" fmla="*/ 18 h 40"/>
                <a:gd name="GluePoint4X" fmla="*/ 0 w 40"/>
                <a:gd name="GluePoint4Y" fmla="*/ 18 h 40"/>
                <a:gd name="GluePoint5X" fmla="*/ 0 w 40"/>
                <a:gd name="GluePoint5Y" fmla="*/ 22 h 40"/>
                <a:gd name="GluePoint6X" fmla="*/ 18 w 40"/>
                <a:gd name="GluePoint6Y" fmla="*/ 22 h 40"/>
                <a:gd name="GluePoint7X" fmla="*/ 18 w 40"/>
                <a:gd name="GluePoint7Y" fmla="*/ 40 h 40"/>
                <a:gd name="GluePoint8X" fmla="*/ 22 w 40"/>
                <a:gd name="GluePoint8Y" fmla="*/ 40 h 40"/>
                <a:gd name="GluePoint9X" fmla="*/ 22 w 40"/>
                <a:gd name="GluePoint9Y" fmla="*/ 22 h 40"/>
                <a:gd name="GluePoint10X" fmla="*/ 40 w 40"/>
                <a:gd name="GluePoint10Y" fmla="*/ 22 h 40"/>
                <a:gd name="GluePoint11X" fmla="*/ 40 w 40"/>
                <a:gd name="GluePoint11Y" fmla="*/ 18 h 40"/>
                <a:gd name="GluePoint12X" fmla="*/ 22 w 40"/>
                <a:gd name="GluePoint12Y" fmla="*/ 18 h 40"/>
                <a:gd name="GluePoint13X" fmla="*/ 22 w 40"/>
                <a:gd name="GluePoint13Y" fmla="*/ 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0" h="40">
                  <a:moveTo>
                    <a:pt x="22" y="0"/>
                  </a:moveTo>
                  <a:lnTo>
                    <a:pt x="18" y="0"/>
                  </a:lnTo>
                  <a:lnTo>
                    <a:pt x="18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18" y="22"/>
                  </a:lnTo>
                  <a:lnTo>
                    <a:pt x="18" y="40"/>
                  </a:lnTo>
                  <a:lnTo>
                    <a:pt x="22" y="40"/>
                  </a:lnTo>
                  <a:lnTo>
                    <a:pt x="22" y="22"/>
                  </a:lnTo>
                  <a:lnTo>
                    <a:pt x="40" y="22"/>
                  </a:lnTo>
                  <a:lnTo>
                    <a:pt x="40" y="18"/>
                  </a:lnTo>
                  <a:lnTo>
                    <a:pt x="22" y="1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38" name="Freeform 186"/>
            <p:cNvSpPr/>
            <p:nvPr/>
          </p:nvSpPr>
          <p:spPr>
            <a:xfrm>
              <a:off x="2475360" y="3243960"/>
              <a:ext cx="303480" cy="30348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303480"/>
                <a:gd name="textAreaBottom" fmla="*/ 303840 h 303480"/>
                <a:gd name="GluePoint1X" fmla="*/ 164 w 257"/>
                <a:gd name="GluePoint1Y" fmla="*/ 159 h 258"/>
                <a:gd name="GluePoint2X" fmla="*/ 146 w 257"/>
                <a:gd name="GluePoint2Y" fmla="*/ 141 h 258"/>
                <a:gd name="GluePoint3X" fmla="*/ 168 w 257"/>
                <a:gd name="GluePoint3Y" fmla="*/ 84 h 258"/>
                <a:gd name="GluePoint4X" fmla="*/ 84 w 257"/>
                <a:gd name="GluePoint4Y" fmla="*/ 0 h 258"/>
                <a:gd name="GluePoint5X" fmla="*/ 0 w 257"/>
                <a:gd name="GluePoint5Y" fmla="*/ 84 h 258"/>
                <a:gd name="GluePoint6X" fmla="*/ 84 w 257"/>
                <a:gd name="GluePoint6Y" fmla="*/ 168 h 258"/>
                <a:gd name="GluePoint7X" fmla="*/ 140 w 257"/>
                <a:gd name="GluePoint7Y" fmla="*/ 146 h 258"/>
                <a:gd name="GluePoint8X" fmla="*/ 158 w 257"/>
                <a:gd name="GluePoint8Y" fmla="*/ 164 h 258"/>
                <a:gd name="GluePoint9X" fmla="*/ 146 w 257"/>
                <a:gd name="GluePoint9Y" fmla="*/ 176 h 258"/>
                <a:gd name="GluePoint10X" fmla="*/ 228 w 257"/>
                <a:gd name="GluePoint10Y" fmla="*/ 258 h 258"/>
                <a:gd name="GluePoint11X" fmla="*/ 257 w 257"/>
                <a:gd name="GluePoint11Y" fmla="*/ 228 h 258"/>
                <a:gd name="GluePoint12X" fmla="*/ 176 w 257"/>
                <a:gd name="GluePoint12Y" fmla="*/ 147 h 258"/>
                <a:gd name="GluePoint13X" fmla="*/ 164 w 257"/>
                <a:gd name="GluePoint13Y" fmla="*/ 159 h 258"/>
                <a:gd name="GluePoint14X" fmla="*/ 8 w 257"/>
                <a:gd name="GluePoint14Y" fmla="*/ 84 h 258"/>
                <a:gd name="GluePoint15X" fmla="*/ 84 w 257"/>
                <a:gd name="GluePoint15Y" fmla="*/ 8 h 258"/>
                <a:gd name="GluePoint16X" fmla="*/ 160 w 257"/>
                <a:gd name="GluePoint16Y" fmla="*/ 84 h 258"/>
                <a:gd name="GluePoint17X" fmla="*/ 84 w 257"/>
                <a:gd name="GluePoint17Y" fmla="*/ 160 h 258"/>
                <a:gd name="GluePoint18X" fmla="*/ 8 w 257"/>
                <a:gd name="GluePoint18Y" fmla="*/ 84 h 258"/>
                <a:gd name="GluePoint19X" fmla="*/ 228 w 257"/>
                <a:gd name="GluePoint19Y" fmla="*/ 247 h 258"/>
                <a:gd name="GluePoint20X" fmla="*/ 157 w 257"/>
                <a:gd name="GluePoint20Y" fmla="*/ 176 h 258"/>
                <a:gd name="GluePoint21X" fmla="*/ 176 w 257"/>
                <a:gd name="GluePoint21Y" fmla="*/ 158 h 258"/>
                <a:gd name="GluePoint22X" fmla="*/ 246 w 257"/>
                <a:gd name="GluePoint22Y" fmla="*/ 228 h 258"/>
                <a:gd name="GluePoint23X" fmla="*/ 228 w 257"/>
                <a:gd name="GluePoint23Y" fmla="*/ 247 h 2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7" h="258">
                  <a:moveTo>
                    <a:pt x="164" y="159"/>
                  </a:moveTo>
                  <a:cubicBezTo>
                    <a:pt x="146" y="141"/>
                    <a:pt x="146" y="141"/>
                    <a:pt x="146" y="141"/>
                  </a:cubicBezTo>
                  <a:cubicBezTo>
                    <a:pt x="159" y="126"/>
                    <a:pt x="168" y="106"/>
                    <a:pt x="168" y="84"/>
                  </a:cubicBezTo>
                  <a:cubicBezTo>
                    <a:pt x="168" y="38"/>
                    <a:pt x="130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131"/>
                    <a:pt x="37" y="168"/>
                    <a:pt x="84" y="168"/>
                  </a:cubicBezTo>
                  <a:cubicBezTo>
                    <a:pt x="105" y="168"/>
                    <a:pt x="125" y="160"/>
                    <a:pt x="140" y="146"/>
                  </a:cubicBezTo>
                  <a:cubicBezTo>
                    <a:pt x="158" y="164"/>
                    <a:pt x="158" y="164"/>
                    <a:pt x="158" y="164"/>
                  </a:cubicBezTo>
                  <a:cubicBezTo>
                    <a:pt x="146" y="176"/>
                    <a:pt x="146" y="176"/>
                    <a:pt x="146" y="176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57" y="228"/>
                    <a:pt x="257" y="228"/>
                    <a:pt x="257" y="228"/>
                  </a:cubicBezTo>
                  <a:cubicBezTo>
                    <a:pt x="176" y="147"/>
                    <a:pt x="176" y="147"/>
                    <a:pt x="176" y="147"/>
                  </a:cubicBezTo>
                  <a:lnTo>
                    <a:pt x="164" y="159"/>
                  </a:lnTo>
                  <a:close/>
                  <a:moveTo>
                    <a:pt x="8" y="84"/>
                  </a:moveTo>
                  <a:cubicBezTo>
                    <a:pt x="8" y="42"/>
                    <a:pt x="42" y="8"/>
                    <a:pt x="84" y="8"/>
                  </a:cubicBezTo>
                  <a:cubicBezTo>
                    <a:pt x="125" y="8"/>
                    <a:pt x="160" y="42"/>
                    <a:pt x="160" y="84"/>
                  </a:cubicBezTo>
                  <a:cubicBezTo>
                    <a:pt x="160" y="126"/>
                    <a:pt x="125" y="160"/>
                    <a:pt x="84" y="160"/>
                  </a:cubicBezTo>
                  <a:cubicBezTo>
                    <a:pt x="42" y="160"/>
                    <a:pt x="8" y="126"/>
                    <a:pt x="8" y="84"/>
                  </a:cubicBezTo>
                  <a:close/>
                  <a:moveTo>
                    <a:pt x="228" y="247"/>
                  </a:moveTo>
                  <a:cubicBezTo>
                    <a:pt x="157" y="176"/>
                    <a:pt x="157" y="176"/>
                    <a:pt x="157" y="176"/>
                  </a:cubicBezTo>
                  <a:cubicBezTo>
                    <a:pt x="176" y="158"/>
                    <a:pt x="176" y="158"/>
                    <a:pt x="176" y="158"/>
                  </a:cubicBezTo>
                  <a:cubicBezTo>
                    <a:pt x="246" y="228"/>
                    <a:pt x="246" y="228"/>
                    <a:pt x="246" y="228"/>
                  </a:cubicBezTo>
                  <a:lnTo>
                    <a:pt x="228" y="2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139" name="Freeform 187"/>
          <p:cNvSpPr/>
          <p:nvPr/>
        </p:nvSpPr>
        <p:spPr>
          <a:xfrm>
            <a:off x="2867400" y="3302640"/>
            <a:ext cx="301320" cy="183960"/>
          </a:xfrm>
          <a:custGeom>
            <a:avLst/>
            <a:gdLst>
              <a:gd name="textAreaLeft" fmla="*/ 0 w 301320"/>
              <a:gd name="textAreaRight" fmla="*/ 301680 w 301320"/>
              <a:gd name="textAreaTop" fmla="*/ 0 h 183960"/>
              <a:gd name="textAreaBottom" fmla="*/ 184320 h 183960"/>
              <a:gd name="GluePoint1X" fmla="*/ 144 w 144"/>
              <a:gd name="GluePoint1Y" fmla="*/ 0 h 88"/>
              <a:gd name="GluePoint2X" fmla="*/ 0 w 144"/>
              <a:gd name="GluePoint2Y" fmla="*/ 0 h 88"/>
              <a:gd name="GluePoint3X" fmla="*/ 0 w 144"/>
              <a:gd name="GluePoint3Y" fmla="*/ 88 h 88"/>
              <a:gd name="GluePoint4X" fmla="*/ 144 w 144"/>
              <a:gd name="GluePoint4Y" fmla="*/ 88 h 88"/>
              <a:gd name="GluePoint5X" fmla="*/ 144 w 144"/>
              <a:gd name="GluePoint5Y" fmla="*/ 0 h 88"/>
              <a:gd name="GluePoint6X" fmla="*/ 134 w 144"/>
              <a:gd name="GluePoint6Y" fmla="*/ 5 h 88"/>
              <a:gd name="GluePoint7X" fmla="*/ 72 w 144"/>
              <a:gd name="GluePoint7Y" fmla="*/ 45 h 88"/>
              <a:gd name="GluePoint8X" fmla="*/ 10 w 144"/>
              <a:gd name="GluePoint8Y" fmla="*/ 5 h 88"/>
              <a:gd name="GluePoint9X" fmla="*/ 134 w 144"/>
              <a:gd name="GluePoint9Y" fmla="*/ 5 h 88"/>
              <a:gd name="GluePoint10X" fmla="*/ 4 w 144"/>
              <a:gd name="GluePoint10Y" fmla="*/ 84 h 88"/>
              <a:gd name="GluePoint11X" fmla="*/ 4 w 144"/>
              <a:gd name="GluePoint11Y" fmla="*/ 7 h 88"/>
              <a:gd name="GluePoint12X" fmla="*/ 72 w 144"/>
              <a:gd name="GluePoint12Y" fmla="*/ 50 h 88"/>
              <a:gd name="GluePoint13X" fmla="*/ 140 w 144"/>
              <a:gd name="GluePoint13Y" fmla="*/ 7 h 88"/>
              <a:gd name="GluePoint14X" fmla="*/ 140 w 144"/>
              <a:gd name="GluePoint14Y" fmla="*/ 84 h 88"/>
              <a:gd name="GluePoint15X" fmla="*/ 4 w 144"/>
              <a:gd name="GluePoint15Y" fmla="*/ 84 h 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144" h="88">
                <a:moveTo>
                  <a:pt x="144" y="0"/>
                </a:moveTo>
                <a:lnTo>
                  <a:pt x="0" y="0"/>
                </a:lnTo>
                <a:lnTo>
                  <a:pt x="0" y="88"/>
                </a:lnTo>
                <a:lnTo>
                  <a:pt x="144" y="88"/>
                </a:lnTo>
                <a:lnTo>
                  <a:pt x="144" y="0"/>
                </a:lnTo>
                <a:close/>
                <a:moveTo>
                  <a:pt x="134" y="5"/>
                </a:moveTo>
                <a:lnTo>
                  <a:pt x="72" y="45"/>
                </a:lnTo>
                <a:lnTo>
                  <a:pt x="10" y="5"/>
                </a:lnTo>
                <a:lnTo>
                  <a:pt x="134" y="5"/>
                </a:lnTo>
                <a:close/>
                <a:moveTo>
                  <a:pt x="4" y="84"/>
                </a:moveTo>
                <a:lnTo>
                  <a:pt x="4" y="7"/>
                </a:lnTo>
                <a:lnTo>
                  <a:pt x="72" y="50"/>
                </a:lnTo>
                <a:lnTo>
                  <a:pt x="140" y="7"/>
                </a:lnTo>
                <a:lnTo>
                  <a:pt x="140" y="84"/>
                </a:lnTo>
                <a:lnTo>
                  <a:pt x="4" y="84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140" name="Group 690"/>
          <p:cNvGrpSpPr/>
          <p:nvPr/>
        </p:nvGrpSpPr>
        <p:grpSpPr>
          <a:xfrm>
            <a:off x="3259080" y="3294360"/>
            <a:ext cx="303480" cy="203040"/>
            <a:chOff x="3259080" y="3294360"/>
            <a:chExt cx="303480" cy="203040"/>
          </a:xfrm>
        </p:grpSpPr>
        <p:sp>
          <p:nvSpPr>
            <p:cNvPr id="1141" name="Freeform 188"/>
            <p:cNvSpPr/>
            <p:nvPr/>
          </p:nvSpPr>
          <p:spPr>
            <a:xfrm>
              <a:off x="3259080" y="3336480"/>
              <a:ext cx="255240" cy="16092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160920"/>
                <a:gd name="textAreaBottom" fmla="*/ 161280 h 160920"/>
                <a:gd name="GluePoint1X" fmla="*/ 122 w 122"/>
                <a:gd name="GluePoint1Y" fmla="*/ 0 h 77"/>
                <a:gd name="GluePoint2X" fmla="*/ 0 w 122"/>
                <a:gd name="GluePoint2Y" fmla="*/ 0 h 77"/>
                <a:gd name="GluePoint3X" fmla="*/ 0 w 122"/>
                <a:gd name="GluePoint3Y" fmla="*/ 77 h 77"/>
                <a:gd name="GluePoint4X" fmla="*/ 122 w 122"/>
                <a:gd name="GluePoint4Y" fmla="*/ 77 h 77"/>
                <a:gd name="GluePoint5X" fmla="*/ 122 w 122"/>
                <a:gd name="GluePoint5Y" fmla="*/ 0 h 77"/>
                <a:gd name="GluePoint6X" fmla="*/ 111 w 122"/>
                <a:gd name="GluePoint6Y" fmla="*/ 5 h 77"/>
                <a:gd name="GluePoint7X" fmla="*/ 61 w 122"/>
                <a:gd name="GluePoint7Y" fmla="*/ 34 h 77"/>
                <a:gd name="GluePoint8X" fmla="*/ 11 w 122"/>
                <a:gd name="GluePoint8Y" fmla="*/ 5 h 77"/>
                <a:gd name="GluePoint9X" fmla="*/ 111 w 122"/>
                <a:gd name="GluePoint9Y" fmla="*/ 5 h 77"/>
                <a:gd name="GluePoint10X" fmla="*/ 5 w 122"/>
                <a:gd name="GluePoint10Y" fmla="*/ 72 h 77"/>
                <a:gd name="GluePoint11X" fmla="*/ 5 w 122"/>
                <a:gd name="GluePoint11Y" fmla="*/ 6 h 77"/>
                <a:gd name="GluePoint12X" fmla="*/ 61 w 122"/>
                <a:gd name="GluePoint12Y" fmla="*/ 39 h 77"/>
                <a:gd name="GluePoint13X" fmla="*/ 118 w 122"/>
                <a:gd name="GluePoint13Y" fmla="*/ 6 h 77"/>
                <a:gd name="GluePoint14X" fmla="*/ 118 w 122"/>
                <a:gd name="GluePoint14Y" fmla="*/ 72 h 77"/>
                <a:gd name="GluePoint15X" fmla="*/ 5 w 122"/>
                <a:gd name="GluePoint15Y" fmla="*/ 72 h 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22" h="77">
                  <a:moveTo>
                    <a:pt x="122" y="0"/>
                  </a:moveTo>
                  <a:lnTo>
                    <a:pt x="0" y="0"/>
                  </a:lnTo>
                  <a:lnTo>
                    <a:pt x="0" y="77"/>
                  </a:lnTo>
                  <a:lnTo>
                    <a:pt x="122" y="77"/>
                  </a:lnTo>
                  <a:lnTo>
                    <a:pt x="122" y="0"/>
                  </a:lnTo>
                  <a:close/>
                  <a:moveTo>
                    <a:pt x="111" y="5"/>
                  </a:moveTo>
                  <a:lnTo>
                    <a:pt x="61" y="34"/>
                  </a:lnTo>
                  <a:lnTo>
                    <a:pt x="11" y="5"/>
                  </a:lnTo>
                  <a:lnTo>
                    <a:pt x="111" y="5"/>
                  </a:lnTo>
                  <a:close/>
                  <a:moveTo>
                    <a:pt x="5" y="72"/>
                  </a:moveTo>
                  <a:lnTo>
                    <a:pt x="5" y="6"/>
                  </a:lnTo>
                  <a:lnTo>
                    <a:pt x="61" y="39"/>
                  </a:lnTo>
                  <a:lnTo>
                    <a:pt x="118" y="6"/>
                  </a:lnTo>
                  <a:lnTo>
                    <a:pt x="118" y="72"/>
                  </a:lnTo>
                  <a:lnTo>
                    <a:pt x="5" y="7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42" name="Freeform 189"/>
            <p:cNvSpPr/>
            <p:nvPr/>
          </p:nvSpPr>
          <p:spPr>
            <a:xfrm>
              <a:off x="3303000" y="3294360"/>
              <a:ext cx="259560" cy="158760"/>
            </a:xfrm>
            <a:custGeom>
              <a:avLst/>
              <a:gdLst>
                <a:gd name="textAreaLeft" fmla="*/ 0 w 259560"/>
                <a:gd name="textAreaRight" fmla="*/ 259920 w 259560"/>
                <a:gd name="textAreaTop" fmla="*/ 0 h 158760"/>
                <a:gd name="textAreaBottom" fmla="*/ 159120 h 158760"/>
                <a:gd name="GluePoint1X" fmla="*/ 0 w 124"/>
                <a:gd name="GluePoint1Y" fmla="*/ 18 h 76"/>
                <a:gd name="GluePoint2X" fmla="*/ 4 w 124"/>
                <a:gd name="GluePoint2Y" fmla="*/ 18 h 76"/>
                <a:gd name="GluePoint3X" fmla="*/ 4 w 124"/>
                <a:gd name="GluePoint3Y" fmla="*/ 4 h 76"/>
                <a:gd name="GluePoint4X" fmla="*/ 119 w 124"/>
                <a:gd name="GluePoint4Y" fmla="*/ 4 h 76"/>
                <a:gd name="GluePoint5X" fmla="*/ 119 w 124"/>
                <a:gd name="GluePoint5Y" fmla="*/ 72 h 76"/>
                <a:gd name="GluePoint6X" fmla="*/ 103 w 124"/>
                <a:gd name="GluePoint6Y" fmla="*/ 72 h 76"/>
                <a:gd name="GluePoint7X" fmla="*/ 103 w 124"/>
                <a:gd name="GluePoint7Y" fmla="*/ 76 h 76"/>
                <a:gd name="GluePoint8X" fmla="*/ 124 w 124"/>
                <a:gd name="GluePoint8Y" fmla="*/ 76 h 76"/>
                <a:gd name="GluePoint9X" fmla="*/ 124 w 124"/>
                <a:gd name="GluePoint9Y" fmla="*/ 0 h 76"/>
                <a:gd name="GluePoint10X" fmla="*/ 0 w 124"/>
                <a:gd name="GluePoint10Y" fmla="*/ 0 h 76"/>
                <a:gd name="GluePoint11X" fmla="*/ 0 w 124"/>
                <a:gd name="GluePoint11Y" fmla="*/ 18 h 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24" h="76">
                  <a:moveTo>
                    <a:pt x="0" y="18"/>
                  </a:moveTo>
                  <a:lnTo>
                    <a:pt x="4" y="18"/>
                  </a:lnTo>
                  <a:lnTo>
                    <a:pt x="4" y="4"/>
                  </a:lnTo>
                  <a:lnTo>
                    <a:pt x="119" y="4"/>
                  </a:lnTo>
                  <a:lnTo>
                    <a:pt x="119" y="72"/>
                  </a:lnTo>
                  <a:lnTo>
                    <a:pt x="103" y="72"/>
                  </a:lnTo>
                  <a:lnTo>
                    <a:pt x="103" y="76"/>
                  </a:lnTo>
                  <a:lnTo>
                    <a:pt x="124" y="76"/>
                  </a:lnTo>
                  <a:lnTo>
                    <a:pt x="124" y="0"/>
                  </a:ln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143" name="Freeform 190"/>
          <p:cNvSpPr/>
          <p:nvPr/>
        </p:nvSpPr>
        <p:spPr>
          <a:xfrm>
            <a:off x="3651120" y="3243960"/>
            <a:ext cx="303480" cy="301320"/>
          </a:xfrm>
          <a:custGeom>
            <a:avLst/>
            <a:gdLst>
              <a:gd name="textAreaLeft" fmla="*/ 0 w 303480"/>
              <a:gd name="textAreaRight" fmla="*/ 303840 w 303480"/>
              <a:gd name="textAreaTop" fmla="*/ 0 h 301320"/>
              <a:gd name="textAreaBottom" fmla="*/ 301680 h 301320"/>
              <a:gd name="GluePoint1X" fmla="*/ 122 w 145"/>
              <a:gd name="GluePoint1Y" fmla="*/ 0 h 144"/>
              <a:gd name="GluePoint2X" fmla="*/ 23 w 145"/>
              <a:gd name="GluePoint2Y" fmla="*/ 0 h 144"/>
              <a:gd name="GluePoint3X" fmla="*/ 23 w 145"/>
              <a:gd name="GluePoint3Y" fmla="*/ 48 h 144"/>
              <a:gd name="GluePoint4X" fmla="*/ 0 w 145"/>
              <a:gd name="GluePoint4Y" fmla="*/ 58 h 144"/>
              <a:gd name="GluePoint5X" fmla="*/ 0 w 145"/>
              <a:gd name="GluePoint5Y" fmla="*/ 144 h 144"/>
              <a:gd name="GluePoint6X" fmla="*/ 145 w 145"/>
              <a:gd name="GluePoint6Y" fmla="*/ 144 h 144"/>
              <a:gd name="GluePoint7X" fmla="*/ 145 w 145"/>
              <a:gd name="GluePoint7Y" fmla="*/ 58 h 144"/>
              <a:gd name="GluePoint8X" fmla="*/ 122 w 145"/>
              <a:gd name="GluePoint8Y" fmla="*/ 48 h 144"/>
              <a:gd name="GluePoint9X" fmla="*/ 122 w 145"/>
              <a:gd name="GluePoint9Y" fmla="*/ 0 h 144"/>
              <a:gd name="GluePoint10X" fmla="*/ 118 w 145"/>
              <a:gd name="GluePoint10Y" fmla="*/ 5 h 144"/>
              <a:gd name="GluePoint11X" fmla="*/ 118 w 145"/>
              <a:gd name="GluePoint11Y" fmla="*/ 72 h 144"/>
              <a:gd name="GluePoint12X" fmla="*/ 73 w 145"/>
              <a:gd name="GluePoint12Y" fmla="*/ 100 h 144"/>
              <a:gd name="GluePoint13X" fmla="*/ 28 w 145"/>
              <a:gd name="GluePoint13Y" fmla="*/ 72 h 144"/>
              <a:gd name="GluePoint14X" fmla="*/ 28 w 145"/>
              <a:gd name="GluePoint14Y" fmla="*/ 5 h 144"/>
              <a:gd name="GluePoint15X" fmla="*/ 118 w 145"/>
              <a:gd name="GluePoint15Y" fmla="*/ 5 h 144"/>
              <a:gd name="GluePoint16X" fmla="*/ 23 w 145"/>
              <a:gd name="GluePoint16Y" fmla="*/ 69 h 144"/>
              <a:gd name="GluePoint17X" fmla="*/ 7 w 145"/>
              <a:gd name="GluePoint17Y" fmla="*/ 59 h 144"/>
              <a:gd name="GluePoint18X" fmla="*/ 23 w 145"/>
              <a:gd name="GluePoint18Y" fmla="*/ 52 h 144"/>
              <a:gd name="GluePoint19X" fmla="*/ 23 w 145"/>
              <a:gd name="GluePoint19Y" fmla="*/ 69 h 144"/>
              <a:gd name="GluePoint20X" fmla="*/ 5 w 145"/>
              <a:gd name="GluePoint20Y" fmla="*/ 140 h 144"/>
              <a:gd name="GluePoint21X" fmla="*/ 5 w 145"/>
              <a:gd name="GluePoint21Y" fmla="*/ 63 h 144"/>
              <a:gd name="GluePoint22X" fmla="*/ 73 w 145"/>
              <a:gd name="GluePoint22Y" fmla="*/ 105 h 144"/>
              <a:gd name="GluePoint23X" fmla="*/ 140 w 145"/>
              <a:gd name="GluePoint23Y" fmla="*/ 63 h 144"/>
              <a:gd name="GluePoint24X" fmla="*/ 140 w 145"/>
              <a:gd name="GluePoint24Y" fmla="*/ 140 h 144"/>
              <a:gd name="GluePoint25X" fmla="*/ 5 w 145"/>
              <a:gd name="GluePoint25Y" fmla="*/ 140 h 144"/>
              <a:gd name="GluePoint26X" fmla="*/ 137 w 145"/>
              <a:gd name="GluePoint26Y" fmla="*/ 59 h 144"/>
              <a:gd name="GluePoint27X" fmla="*/ 122 w 145"/>
              <a:gd name="GluePoint27Y" fmla="*/ 69 h 144"/>
              <a:gd name="GluePoint28X" fmla="*/ 122 w 145"/>
              <a:gd name="GluePoint28Y" fmla="*/ 52 h 144"/>
              <a:gd name="GluePoint29X" fmla="*/ 137 w 145"/>
              <a:gd name="GluePoint29Y" fmla="*/ 59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</a:cxnLst>
            <a:rect l="textAreaLeft" t="textAreaTop" r="textAreaRight" b="textAreaBottom"/>
            <a:pathLst>
              <a:path w="145" h="144">
                <a:moveTo>
                  <a:pt x="122" y="0"/>
                </a:moveTo>
                <a:lnTo>
                  <a:pt x="23" y="0"/>
                </a:lnTo>
                <a:lnTo>
                  <a:pt x="23" y="48"/>
                </a:lnTo>
                <a:lnTo>
                  <a:pt x="0" y="58"/>
                </a:lnTo>
                <a:lnTo>
                  <a:pt x="0" y="144"/>
                </a:lnTo>
                <a:lnTo>
                  <a:pt x="145" y="144"/>
                </a:lnTo>
                <a:lnTo>
                  <a:pt x="145" y="58"/>
                </a:lnTo>
                <a:lnTo>
                  <a:pt x="122" y="48"/>
                </a:lnTo>
                <a:lnTo>
                  <a:pt x="122" y="0"/>
                </a:lnTo>
                <a:close/>
                <a:moveTo>
                  <a:pt x="118" y="5"/>
                </a:moveTo>
                <a:lnTo>
                  <a:pt x="118" y="72"/>
                </a:lnTo>
                <a:lnTo>
                  <a:pt x="73" y="100"/>
                </a:lnTo>
                <a:lnTo>
                  <a:pt x="28" y="72"/>
                </a:lnTo>
                <a:lnTo>
                  <a:pt x="28" y="5"/>
                </a:lnTo>
                <a:lnTo>
                  <a:pt x="118" y="5"/>
                </a:lnTo>
                <a:close/>
                <a:moveTo>
                  <a:pt x="23" y="69"/>
                </a:moveTo>
                <a:lnTo>
                  <a:pt x="7" y="59"/>
                </a:lnTo>
                <a:lnTo>
                  <a:pt x="23" y="52"/>
                </a:lnTo>
                <a:lnTo>
                  <a:pt x="23" y="69"/>
                </a:lnTo>
                <a:close/>
                <a:moveTo>
                  <a:pt x="5" y="140"/>
                </a:moveTo>
                <a:lnTo>
                  <a:pt x="5" y="63"/>
                </a:lnTo>
                <a:lnTo>
                  <a:pt x="73" y="105"/>
                </a:lnTo>
                <a:lnTo>
                  <a:pt x="140" y="63"/>
                </a:lnTo>
                <a:lnTo>
                  <a:pt x="140" y="140"/>
                </a:lnTo>
                <a:lnTo>
                  <a:pt x="5" y="140"/>
                </a:lnTo>
                <a:close/>
                <a:moveTo>
                  <a:pt x="137" y="59"/>
                </a:moveTo>
                <a:lnTo>
                  <a:pt x="122" y="69"/>
                </a:lnTo>
                <a:lnTo>
                  <a:pt x="122" y="52"/>
                </a:lnTo>
                <a:lnTo>
                  <a:pt x="137" y="59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144" name="Group 692"/>
          <p:cNvGrpSpPr/>
          <p:nvPr/>
        </p:nvGrpSpPr>
        <p:grpSpPr>
          <a:xfrm>
            <a:off x="4044960" y="3243960"/>
            <a:ext cx="301320" cy="301320"/>
            <a:chOff x="4044960" y="3243960"/>
            <a:chExt cx="301320" cy="301320"/>
          </a:xfrm>
        </p:grpSpPr>
        <p:sp>
          <p:nvSpPr>
            <p:cNvPr id="1145" name="Rectangle 191"/>
            <p:cNvSpPr/>
            <p:nvPr/>
          </p:nvSpPr>
          <p:spPr>
            <a:xfrm>
              <a:off x="4214880" y="3281760"/>
              <a:ext cx="414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46" name="Rectangle 192"/>
            <p:cNvSpPr/>
            <p:nvPr/>
          </p:nvSpPr>
          <p:spPr>
            <a:xfrm>
              <a:off x="4133160" y="3319560"/>
              <a:ext cx="12312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47" name="Rectangle 193"/>
            <p:cNvSpPr/>
            <p:nvPr/>
          </p:nvSpPr>
          <p:spPr>
            <a:xfrm>
              <a:off x="4133160" y="3357360"/>
              <a:ext cx="12312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48" name="Freeform 194"/>
            <p:cNvSpPr/>
            <p:nvPr/>
          </p:nvSpPr>
          <p:spPr>
            <a:xfrm>
              <a:off x="4044960" y="324396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21 w 144"/>
                <a:gd name="GluePoint1Y" fmla="*/ 0 h 144"/>
                <a:gd name="GluePoint2X" fmla="*/ 22 w 144"/>
                <a:gd name="GluePoint2Y" fmla="*/ 0 h 144"/>
                <a:gd name="GluePoint3X" fmla="*/ 22 w 144"/>
                <a:gd name="GluePoint3Y" fmla="*/ 48 h 144"/>
                <a:gd name="GluePoint4X" fmla="*/ 0 w 144"/>
                <a:gd name="GluePoint4Y" fmla="*/ 58 h 144"/>
                <a:gd name="GluePoint5X" fmla="*/ 0 w 144"/>
                <a:gd name="GluePoint5Y" fmla="*/ 144 h 144"/>
                <a:gd name="GluePoint6X" fmla="*/ 144 w 144"/>
                <a:gd name="GluePoint6Y" fmla="*/ 144 h 144"/>
                <a:gd name="GluePoint7X" fmla="*/ 144 w 144"/>
                <a:gd name="GluePoint7Y" fmla="*/ 58 h 144"/>
                <a:gd name="GluePoint8X" fmla="*/ 121 w 144"/>
                <a:gd name="GluePoint8Y" fmla="*/ 48 h 144"/>
                <a:gd name="GluePoint9X" fmla="*/ 121 w 144"/>
                <a:gd name="GluePoint9Y" fmla="*/ 0 h 144"/>
                <a:gd name="GluePoint10X" fmla="*/ 117 w 144"/>
                <a:gd name="GluePoint10Y" fmla="*/ 5 h 144"/>
                <a:gd name="GluePoint11X" fmla="*/ 117 w 144"/>
                <a:gd name="GluePoint11Y" fmla="*/ 72 h 144"/>
                <a:gd name="GluePoint12X" fmla="*/ 72 w 144"/>
                <a:gd name="GluePoint12Y" fmla="*/ 100 h 144"/>
                <a:gd name="GluePoint13X" fmla="*/ 27 w 144"/>
                <a:gd name="GluePoint13Y" fmla="*/ 72 h 144"/>
                <a:gd name="GluePoint14X" fmla="*/ 27 w 144"/>
                <a:gd name="GluePoint14Y" fmla="*/ 5 h 144"/>
                <a:gd name="GluePoint15X" fmla="*/ 117 w 144"/>
                <a:gd name="GluePoint15Y" fmla="*/ 5 h 144"/>
                <a:gd name="GluePoint16X" fmla="*/ 22 w 144"/>
                <a:gd name="GluePoint16Y" fmla="*/ 69 h 144"/>
                <a:gd name="GluePoint17X" fmla="*/ 6 w 144"/>
                <a:gd name="GluePoint17Y" fmla="*/ 59 h 144"/>
                <a:gd name="GluePoint18X" fmla="*/ 22 w 144"/>
                <a:gd name="GluePoint18Y" fmla="*/ 52 h 144"/>
                <a:gd name="GluePoint19X" fmla="*/ 22 w 144"/>
                <a:gd name="GluePoint19Y" fmla="*/ 69 h 144"/>
                <a:gd name="GluePoint20X" fmla="*/ 4 w 144"/>
                <a:gd name="GluePoint20Y" fmla="*/ 140 h 144"/>
                <a:gd name="GluePoint21X" fmla="*/ 4 w 144"/>
                <a:gd name="GluePoint21Y" fmla="*/ 63 h 144"/>
                <a:gd name="GluePoint22X" fmla="*/ 72 w 144"/>
                <a:gd name="GluePoint22Y" fmla="*/ 105 h 144"/>
                <a:gd name="GluePoint23X" fmla="*/ 139 w 144"/>
                <a:gd name="GluePoint23Y" fmla="*/ 63 h 144"/>
                <a:gd name="GluePoint24X" fmla="*/ 139 w 144"/>
                <a:gd name="GluePoint24Y" fmla="*/ 140 h 144"/>
                <a:gd name="GluePoint25X" fmla="*/ 4 w 144"/>
                <a:gd name="GluePoint25Y" fmla="*/ 140 h 144"/>
                <a:gd name="GluePoint26X" fmla="*/ 136 w 144"/>
                <a:gd name="GluePoint26Y" fmla="*/ 59 h 144"/>
                <a:gd name="GluePoint27X" fmla="*/ 121 w 144"/>
                <a:gd name="GluePoint27Y" fmla="*/ 69 h 144"/>
                <a:gd name="GluePoint28X" fmla="*/ 121 w 144"/>
                <a:gd name="GluePoint28Y" fmla="*/ 52 h 144"/>
                <a:gd name="GluePoint29X" fmla="*/ 136 w 144"/>
                <a:gd name="GluePoint29Y" fmla="*/ 59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44" h="144">
                  <a:moveTo>
                    <a:pt x="121" y="0"/>
                  </a:moveTo>
                  <a:lnTo>
                    <a:pt x="22" y="0"/>
                  </a:lnTo>
                  <a:lnTo>
                    <a:pt x="22" y="48"/>
                  </a:lnTo>
                  <a:lnTo>
                    <a:pt x="0" y="58"/>
                  </a:lnTo>
                  <a:lnTo>
                    <a:pt x="0" y="144"/>
                  </a:lnTo>
                  <a:lnTo>
                    <a:pt x="144" y="144"/>
                  </a:lnTo>
                  <a:lnTo>
                    <a:pt x="144" y="58"/>
                  </a:lnTo>
                  <a:lnTo>
                    <a:pt x="121" y="48"/>
                  </a:lnTo>
                  <a:lnTo>
                    <a:pt x="121" y="0"/>
                  </a:lnTo>
                  <a:close/>
                  <a:moveTo>
                    <a:pt x="117" y="5"/>
                  </a:moveTo>
                  <a:lnTo>
                    <a:pt x="117" y="72"/>
                  </a:lnTo>
                  <a:lnTo>
                    <a:pt x="72" y="100"/>
                  </a:lnTo>
                  <a:lnTo>
                    <a:pt x="27" y="72"/>
                  </a:lnTo>
                  <a:lnTo>
                    <a:pt x="27" y="5"/>
                  </a:lnTo>
                  <a:lnTo>
                    <a:pt x="117" y="5"/>
                  </a:lnTo>
                  <a:close/>
                  <a:moveTo>
                    <a:pt x="22" y="69"/>
                  </a:moveTo>
                  <a:lnTo>
                    <a:pt x="6" y="59"/>
                  </a:lnTo>
                  <a:lnTo>
                    <a:pt x="22" y="52"/>
                  </a:lnTo>
                  <a:lnTo>
                    <a:pt x="22" y="69"/>
                  </a:lnTo>
                  <a:close/>
                  <a:moveTo>
                    <a:pt x="4" y="140"/>
                  </a:moveTo>
                  <a:lnTo>
                    <a:pt x="4" y="63"/>
                  </a:lnTo>
                  <a:lnTo>
                    <a:pt x="72" y="105"/>
                  </a:lnTo>
                  <a:lnTo>
                    <a:pt x="139" y="63"/>
                  </a:lnTo>
                  <a:lnTo>
                    <a:pt x="139" y="140"/>
                  </a:lnTo>
                  <a:lnTo>
                    <a:pt x="4" y="140"/>
                  </a:lnTo>
                  <a:close/>
                  <a:moveTo>
                    <a:pt x="136" y="59"/>
                  </a:moveTo>
                  <a:lnTo>
                    <a:pt x="121" y="69"/>
                  </a:lnTo>
                  <a:lnTo>
                    <a:pt x="121" y="52"/>
                  </a:lnTo>
                  <a:lnTo>
                    <a:pt x="136" y="5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149" name="Freeform 195"/>
          <p:cNvSpPr/>
          <p:nvPr/>
        </p:nvSpPr>
        <p:spPr>
          <a:xfrm>
            <a:off x="4437000" y="3250440"/>
            <a:ext cx="301320" cy="301320"/>
          </a:xfrm>
          <a:custGeom>
            <a:avLst/>
            <a:gdLst>
              <a:gd name="textAreaLeft" fmla="*/ 0 w 301320"/>
              <a:gd name="textAreaRight" fmla="*/ 301680 w 301320"/>
              <a:gd name="textAreaTop" fmla="*/ 0 h 301320"/>
              <a:gd name="textAreaBottom" fmla="*/ 301680 h 301320"/>
              <a:gd name="GluePoint1X" fmla="*/ 180 w 256"/>
              <a:gd name="GluePoint1Y" fmla="*/ 0 h 256"/>
              <a:gd name="GluePoint2X" fmla="*/ 180 w 256"/>
              <a:gd name="GluePoint2Y" fmla="*/ 8 h 256"/>
              <a:gd name="GluePoint3X" fmla="*/ 242 w 256"/>
              <a:gd name="GluePoint3Y" fmla="*/ 8 h 256"/>
              <a:gd name="GluePoint4X" fmla="*/ 168 w 256"/>
              <a:gd name="GluePoint4Y" fmla="*/ 83 h 256"/>
              <a:gd name="GluePoint5X" fmla="*/ 100 w 256"/>
              <a:gd name="GluePoint5Y" fmla="*/ 56 h 256"/>
              <a:gd name="GluePoint6X" fmla="*/ 0 w 256"/>
              <a:gd name="GluePoint6Y" fmla="*/ 156 h 256"/>
              <a:gd name="GluePoint7X" fmla="*/ 100 w 256"/>
              <a:gd name="GluePoint7Y" fmla="*/ 256 h 256"/>
              <a:gd name="GluePoint8X" fmla="*/ 200 w 256"/>
              <a:gd name="GluePoint8Y" fmla="*/ 156 h 256"/>
              <a:gd name="GluePoint9X" fmla="*/ 173 w 256"/>
              <a:gd name="GluePoint9Y" fmla="*/ 88 h 256"/>
              <a:gd name="GluePoint10X" fmla="*/ 248 w 256"/>
              <a:gd name="GluePoint10Y" fmla="*/ 14 h 256"/>
              <a:gd name="GluePoint11X" fmla="*/ 248 w 256"/>
              <a:gd name="GluePoint11Y" fmla="*/ 76 h 256"/>
              <a:gd name="GluePoint12X" fmla="*/ 256 w 256"/>
              <a:gd name="GluePoint12Y" fmla="*/ 76 h 256"/>
              <a:gd name="GluePoint13X" fmla="*/ 256 w 256"/>
              <a:gd name="GluePoint13Y" fmla="*/ 4 h 256"/>
              <a:gd name="GluePoint14X" fmla="*/ 252 w 256"/>
              <a:gd name="GluePoint14Y" fmla="*/ 0 h 256"/>
              <a:gd name="GluePoint15X" fmla="*/ 180 w 256"/>
              <a:gd name="GluePoint15Y" fmla="*/ 0 h 256"/>
              <a:gd name="GluePoint16X" fmla="*/ 100 w 256"/>
              <a:gd name="GluePoint16Y" fmla="*/ 248 h 256"/>
              <a:gd name="GluePoint17X" fmla="*/ 8 w 256"/>
              <a:gd name="GluePoint17Y" fmla="*/ 156 h 256"/>
              <a:gd name="GluePoint18X" fmla="*/ 100 w 256"/>
              <a:gd name="GluePoint18Y" fmla="*/ 64 h 256"/>
              <a:gd name="GluePoint19X" fmla="*/ 192 w 256"/>
              <a:gd name="GluePoint19Y" fmla="*/ 156 h 256"/>
              <a:gd name="GluePoint20X" fmla="*/ 100 w 256"/>
              <a:gd name="GluePoint20Y" fmla="*/ 24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</a:cxnLst>
            <a:rect l="textAreaLeft" t="textAreaTop" r="textAreaRight" b="textAreaBottom"/>
            <a:pathLst>
              <a:path w="256" h="256">
                <a:moveTo>
                  <a:pt x="180" y="0"/>
                </a:moveTo>
                <a:cubicBezTo>
                  <a:pt x="180" y="8"/>
                  <a:pt x="180" y="8"/>
                  <a:pt x="180" y="8"/>
                </a:cubicBezTo>
                <a:cubicBezTo>
                  <a:pt x="242" y="8"/>
                  <a:pt x="242" y="8"/>
                  <a:pt x="242" y="8"/>
                </a:cubicBezTo>
                <a:cubicBezTo>
                  <a:pt x="168" y="83"/>
                  <a:pt x="168" y="83"/>
                  <a:pt x="168" y="83"/>
                </a:cubicBezTo>
                <a:cubicBezTo>
                  <a:pt x="150" y="66"/>
                  <a:pt x="126" y="56"/>
                  <a:pt x="100" y="56"/>
                </a:cubicBezTo>
                <a:cubicBezTo>
                  <a:pt x="45" y="56"/>
                  <a:pt x="0" y="101"/>
                  <a:pt x="0" y="156"/>
                </a:cubicBezTo>
                <a:cubicBezTo>
                  <a:pt x="0" y="211"/>
                  <a:pt x="45" y="256"/>
                  <a:pt x="100" y="256"/>
                </a:cubicBezTo>
                <a:cubicBezTo>
                  <a:pt x="155" y="256"/>
                  <a:pt x="200" y="211"/>
                  <a:pt x="200" y="156"/>
                </a:cubicBezTo>
                <a:cubicBezTo>
                  <a:pt x="200" y="130"/>
                  <a:pt x="190" y="106"/>
                  <a:pt x="173" y="88"/>
                </a:cubicBezTo>
                <a:cubicBezTo>
                  <a:pt x="248" y="14"/>
                  <a:pt x="248" y="14"/>
                  <a:pt x="248" y="14"/>
                </a:cubicBezTo>
                <a:cubicBezTo>
                  <a:pt x="248" y="76"/>
                  <a:pt x="248" y="76"/>
                  <a:pt x="248" y="76"/>
                </a:cubicBezTo>
                <a:cubicBezTo>
                  <a:pt x="256" y="76"/>
                  <a:pt x="256" y="76"/>
                  <a:pt x="256" y="76"/>
                </a:cubicBezTo>
                <a:cubicBezTo>
                  <a:pt x="256" y="4"/>
                  <a:pt x="256" y="4"/>
                  <a:pt x="256" y="4"/>
                </a:cubicBezTo>
                <a:cubicBezTo>
                  <a:pt x="252" y="0"/>
                  <a:pt x="252" y="0"/>
                  <a:pt x="252" y="0"/>
                </a:cubicBezTo>
                <a:lnTo>
                  <a:pt x="180" y="0"/>
                </a:lnTo>
                <a:close/>
                <a:moveTo>
                  <a:pt x="100" y="248"/>
                </a:moveTo>
                <a:cubicBezTo>
                  <a:pt x="49" y="248"/>
                  <a:pt x="8" y="207"/>
                  <a:pt x="8" y="156"/>
                </a:cubicBezTo>
                <a:cubicBezTo>
                  <a:pt x="8" y="105"/>
                  <a:pt x="49" y="64"/>
                  <a:pt x="100" y="64"/>
                </a:cubicBezTo>
                <a:cubicBezTo>
                  <a:pt x="151" y="64"/>
                  <a:pt x="192" y="105"/>
                  <a:pt x="192" y="156"/>
                </a:cubicBezTo>
                <a:cubicBezTo>
                  <a:pt x="192" y="207"/>
                  <a:pt x="151" y="248"/>
                  <a:pt x="100" y="24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50" name="Freeform 196"/>
          <p:cNvSpPr/>
          <p:nvPr/>
        </p:nvSpPr>
        <p:spPr>
          <a:xfrm>
            <a:off x="4829040" y="3260880"/>
            <a:ext cx="301320" cy="267840"/>
          </a:xfrm>
          <a:custGeom>
            <a:avLst/>
            <a:gdLst>
              <a:gd name="textAreaLeft" fmla="*/ 0 w 301320"/>
              <a:gd name="textAreaRight" fmla="*/ 301680 w 301320"/>
              <a:gd name="textAreaTop" fmla="*/ 0 h 267840"/>
              <a:gd name="textAreaBottom" fmla="*/ 268200 h 267840"/>
              <a:gd name="GluePoint1X" fmla="*/ 49 w 144"/>
              <a:gd name="GluePoint1Y" fmla="*/ 1 h 128"/>
              <a:gd name="GluePoint2X" fmla="*/ 0 w 144"/>
              <a:gd name="GluePoint2Y" fmla="*/ 20 h 128"/>
              <a:gd name="GluePoint3X" fmla="*/ 0 w 144"/>
              <a:gd name="GluePoint3Y" fmla="*/ 128 h 128"/>
              <a:gd name="GluePoint4X" fmla="*/ 49 w 144"/>
              <a:gd name="GluePoint4Y" fmla="*/ 109 h 128"/>
              <a:gd name="GluePoint5X" fmla="*/ 94 w 144"/>
              <a:gd name="GluePoint5Y" fmla="*/ 127 h 128"/>
              <a:gd name="GluePoint6X" fmla="*/ 144 w 144"/>
              <a:gd name="GluePoint6Y" fmla="*/ 109 h 128"/>
              <a:gd name="GluePoint7X" fmla="*/ 144 w 144"/>
              <a:gd name="GluePoint7Y" fmla="*/ 0 h 128"/>
              <a:gd name="GluePoint8X" fmla="*/ 94 w 144"/>
              <a:gd name="GluePoint8Y" fmla="*/ 19 h 128"/>
              <a:gd name="GluePoint9X" fmla="*/ 49 w 144"/>
              <a:gd name="GluePoint9Y" fmla="*/ 1 h 128"/>
              <a:gd name="GluePoint10X" fmla="*/ 52 w 144"/>
              <a:gd name="GluePoint10Y" fmla="*/ 7 h 128"/>
              <a:gd name="GluePoint11X" fmla="*/ 92 w 144"/>
              <a:gd name="GluePoint11Y" fmla="*/ 23 h 128"/>
              <a:gd name="GluePoint12X" fmla="*/ 92 w 144"/>
              <a:gd name="GluePoint12Y" fmla="*/ 122 h 128"/>
              <a:gd name="GluePoint13X" fmla="*/ 52 w 144"/>
              <a:gd name="GluePoint13Y" fmla="*/ 105 h 128"/>
              <a:gd name="GluePoint14X" fmla="*/ 52 w 144"/>
              <a:gd name="GluePoint14Y" fmla="*/ 7 h 128"/>
              <a:gd name="GluePoint15X" fmla="*/ 4 w 144"/>
              <a:gd name="GluePoint15Y" fmla="*/ 23 h 128"/>
              <a:gd name="GluePoint16X" fmla="*/ 47 w 144"/>
              <a:gd name="GluePoint16Y" fmla="*/ 7 h 128"/>
              <a:gd name="GluePoint17X" fmla="*/ 47 w 144"/>
              <a:gd name="GluePoint17Y" fmla="*/ 105 h 128"/>
              <a:gd name="GluePoint18X" fmla="*/ 4 w 144"/>
              <a:gd name="GluePoint18Y" fmla="*/ 122 h 128"/>
              <a:gd name="GluePoint19X" fmla="*/ 4 w 144"/>
              <a:gd name="GluePoint19Y" fmla="*/ 23 h 128"/>
              <a:gd name="GluePoint20X" fmla="*/ 139 w 144"/>
              <a:gd name="GluePoint20Y" fmla="*/ 105 h 128"/>
              <a:gd name="GluePoint21X" fmla="*/ 97 w 144"/>
              <a:gd name="GluePoint21Y" fmla="*/ 122 h 128"/>
              <a:gd name="GluePoint22X" fmla="*/ 97 w 144"/>
              <a:gd name="GluePoint22Y" fmla="*/ 23 h 128"/>
              <a:gd name="GluePoint23X" fmla="*/ 139 w 144"/>
              <a:gd name="GluePoint23Y" fmla="*/ 7 h 128"/>
              <a:gd name="GluePoint24X" fmla="*/ 139 w 144"/>
              <a:gd name="GluePoint24Y" fmla="*/ 105 h 1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</a:cxnLst>
            <a:rect l="textAreaLeft" t="textAreaTop" r="textAreaRight" b="textAreaBottom"/>
            <a:pathLst>
              <a:path w="144" h="128">
                <a:moveTo>
                  <a:pt x="49" y="1"/>
                </a:moveTo>
                <a:lnTo>
                  <a:pt x="0" y="20"/>
                </a:lnTo>
                <a:lnTo>
                  <a:pt x="0" y="128"/>
                </a:lnTo>
                <a:lnTo>
                  <a:pt x="49" y="109"/>
                </a:lnTo>
                <a:lnTo>
                  <a:pt x="94" y="127"/>
                </a:lnTo>
                <a:lnTo>
                  <a:pt x="144" y="109"/>
                </a:lnTo>
                <a:lnTo>
                  <a:pt x="144" y="0"/>
                </a:lnTo>
                <a:lnTo>
                  <a:pt x="94" y="19"/>
                </a:lnTo>
                <a:lnTo>
                  <a:pt x="49" y="1"/>
                </a:lnTo>
                <a:close/>
                <a:moveTo>
                  <a:pt x="52" y="7"/>
                </a:moveTo>
                <a:lnTo>
                  <a:pt x="92" y="23"/>
                </a:lnTo>
                <a:lnTo>
                  <a:pt x="92" y="122"/>
                </a:lnTo>
                <a:lnTo>
                  <a:pt x="52" y="105"/>
                </a:lnTo>
                <a:lnTo>
                  <a:pt x="52" y="7"/>
                </a:lnTo>
                <a:close/>
                <a:moveTo>
                  <a:pt x="4" y="23"/>
                </a:moveTo>
                <a:lnTo>
                  <a:pt x="47" y="7"/>
                </a:lnTo>
                <a:lnTo>
                  <a:pt x="47" y="105"/>
                </a:lnTo>
                <a:lnTo>
                  <a:pt x="4" y="122"/>
                </a:lnTo>
                <a:lnTo>
                  <a:pt x="4" y="23"/>
                </a:lnTo>
                <a:close/>
                <a:moveTo>
                  <a:pt x="139" y="105"/>
                </a:moveTo>
                <a:lnTo>
                  <a:pt x="97" y="122"/>
                </a:lnTo>
                <a:lnTo>
                  <a:pt x="97" y="23"/>
                </a:lnTo>
                <a:lnTo>
                  <a:pt x="139" y="7"/>
                </a:lnTo>
                <a:lnTo>
                  <a:pt x="139" y="10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51" name="Freeform 197"/>
          <p:cNvSpPr/>
          <p:nvPr/>
        </p:nvSpPr>
        <p:spPr>
          <a:xfrm>
            <a:off x="5220720" y="3260880"/>
            <a:ext cx="301320" cy="270000"/>
          </a:xfrm>
          <a:custGeom>
            <a:avLst/>
            <a:gdLst>
              <a:gd name="textAreaLeft" fmla="*/ 0 w 301320"/>
              <a:gd name="textAreaRight" fmla="*/ 301680 w 301320"/>
              <a:gd name="textAreaTop" fmla="*/ 0 h 270000"/>
              <a:gd name="textAreaBottom" fmla="*/ 270360 h 270000"/>
              <a:gd name="GluePoint1X" fmla="*/ 0 w 144"/>
              <a:gd name="GluePoint1Y" fmla="*/ 99 h 129"/>
              <a:gd name="GluePoint2X" fmla="*/ 38 w 144"/>
              <a:gd name="GluePoint2Y" fmla="*/ 99 h 129"/>
              <a:gd name="GluePoint3X" fmla="*/ 38 w 144"/>
              <a:gd name="GluePoint3Y" fmla="*/ 129 h 129"/>
              <a:gd name="GluePoint4X" fmla="*/ 73 w 144"/>
              <a:gd name="GluePoint4Y" fmla="*/ 99 h 129"/>
              <a:gd name="GluePoint5X" fmla="*/ 144 w 144"/>
              <a:gd name="GluePoint5Y" fmla="*/ 99 h 129"/>
              <a:gd name="GluePoint6X" fmla="*/ 144 w 144"/>
              <a:gd name="GluePoint6Y" fmla="*/ 0 h 129"/>
              <a:gd name="GluePoint7X" fmla="*/ 0 w 144"/>
              <a:gd name="GluePoint7Y" fmla="*/ 0 h 129"/>
              <a:gd name="GluePoint8X" fmla="*/ 0 w 144"/>
              <a:gd name="GluePoint8Y" fmla="*/ 99 h 129"/>
              <a:gd name="GluePoint9X" fmla="*/ 4 w 144"/>
              <a:gd name="GluePoint9Y" fmla="*/ 4 h 129"/>
              <a:gd name="GluePoint10X" fmla="*/ 140 w 144"/>
              <a:gd name="GluePoint10Y" fmla="*/ 4 h 129"/>
              <a:gd name="GluePoint11X" fmla="*/ 140 w 144"/>
              <a:gd name="GluePoint11Y" fmla="*/ 95 h 129"/>
              <a:gd name="GluePoint12X" fmla="*/ 71 w 144"/>
              <a:gd name="GluePoint12Y" fmla="*/ 95 h 129"/>
              <a:gd name="GluePoint13X" fmla="*/ 43 w 144"/>
              <a:gd name="GluePoint13Y" fmla="*/ 119 h 129"/>
              <a:gd name="GluePoint14X" fmla="*/ 43 w 144"/>
              <a:gd name="GluePoint14Y" fmla="*/ 95 h 129"/>
              <a:gd name="GluePoint15X" fmla="*/ 4 w 144"/>
              <a:gd name="GluePoint15Y" fmla="*/ 95 h 129"/>
              <a:gd name="GluePoint16X" fmla="*/ 4 w 144"/>
              <a:gd name="GluePoint16Y" fmla="*/ 4 h 12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textAreaLeft" t="textAreaTop" r="textAreaRight" b="textAreaBottom"/>
            <a:pathLst>
              <a:path w="144" h="129">
                <a:moveTo>
                  <a:pt x="0" y="99"/>
                </a:moveTo>
                <a:lnTo>
                  <a:pt x="38" y="99"/>
                </a:lnTo>
                <a:lnTo>
                  <a:pt x="38" y="129"/>
                </a:lnTo>
                <a:lnTo>
                  <a:pt x="73" y="99"/>
                </a:lnTo>
                <a:lnTo>
                  <a:pt x="144" y="99"/>
                </a:lnTo>
                <a:lnTo>
                  <a:pt x="144" y="0"/>
                </a:lnTo>
                <a:lnTo>
                  <a:pt x="0" y="0"/>
                </a:lnTo>
                <a:lnTo>
                  <a:pt x="0" y="99"/>
                </a:lnTo>
                <a:close/>
                <a:moveTo>
                  <a:pt x="4" y="4"/>
                </a:moveTo>
                <a:lnTo>
                  <a:pt x="140" y="4"/>
                </a:lnTo>
                <a:lnTo>
                  <a:pt x="140" y="95"/>
                </a:lnTo>
                <a:lnTo>
                  <a:pt x="71" y="95"/>
                </a:lnTo>
                <a:lnTo>
                  <a:pt x="43" y="119"/>
                </a:lnTo>
                <a:lnTo>
                  <a:pt x="43" y="95"/>
                </a:lnTo>
                <a:lnTo>
                  <a:pt x="4" y="95"/>
                </a:lnTo>
                <a:lnTo>
                  <a:pt x="4" y="4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152" name="Group 705"/>
          <p:cNvGrpSpPr/>
          <p:nvPr/>
        </p:nvGrpSpPr>
        <p:grpSpPr>
          <a:xfrm>
            <a:off x="5612760" y="3254760"/>
            <a:ext cx="301680" cy="282240"/>
            <a:chOff x="5612760" y="3254760"/>
            <a:chExt cx="301680" cy="282240"/>
          </a:xfrm>
        </p:grpSpPr>
        <p:sp>
          <p:nvSpPr>
            <p:cNvPr id="1153" name="Freeform 198"/>
            <p:cNvSpPr/>
            <p:nvPr/>
          </p:nvSpPr>
          <p:spPr>
            <a:xfrm>
              <a:off x="5612760" y="3292200"/>
              <a:ext cx="263880" cy="24480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244800"/>
                <a:gd name="textAreaBottom" fmla="*/ 245160 h 244800"/>
                <a:gd name="GluePoint1X" fmla="*/ 29 w 126"/>
                <a:gd name="GluePoint1Y" fmla="*/ 117 h 117"/>
                <a:gd name="GluePoint2X" fmla="*/ 60 w 126"/>
                <a:gd name="GluePoint2Y" fmla="*/ 90 h 117"/>
                <a:gd name="GluePoint3X" fmla="*/ 126 w 126"/>
                <a:gd name="GluePoint3Y" fmla="*/ 90 h 117"/>
                <a:gd name="GluePoint4X" fmla="*/ 126 w 126"/>
                <a:gd name="GluePoint4Y" fmla="*/ 0 h 117"/>
                <a:gd name="GluePoint5X" fmla="*/ 0 w 126"/>
                <a:gd name="GluePoint5Y" fmla="*/ 0 h 117"/>
                <a:gd name="GluePoint6X" fmla="*/ 0 w 126"/>
                <a:gd name="GluePoint6Y" fmla="*/ 90 h 117"/>
                <a:gd name="GluePoint7X" fmla="*/ 29 w 126"/>
                <a:gd name="GluePoint7Y" fmla="*/ 90 h 117"/>
                <a:gd name="GluePoint8X" fmla="*/ 29 w 126"/>
                <a:gd name="GluePoint8Y" fmla="*/ 117 h 117"/>
                <a:gd name="GluePoint9X" fmla="*/ 4 w 126"/>
                <a:gd name="GluePoint9Y" fmla="*/ 86 h 117"/>
                <a:gd name="GluePoint10X" fmla="*/ 4 w 126"/>
                <a:gd name="GluePoint10Y" fmla="*/ 5 h 117"/>
                <a:gd name="GluePoint11X" fmla="*/ 122 w 126"/>
                <a:gd name="GluePoint11Y" fmla="*/ 5 h 117"/>
                <a:gd name="GluePoint12X" fmla="*/ 122 w 126"/>
                <a:gd name="GluePoint12Y" fmla="*/ 86 h 117"/>
                <a:gd name="GluePoint13X" fmla="*/ 58 w 126"/>
                <a:gd name="GluePoint13Y" fmla="*/ 86 h 117"/>
                <a:gd name="GluePoint14X" fmla="*/ 34 w 126"/>
                <a:gd name="GluePoint14Y" fmla="*/ 107 h 117"/>
                <a:gd name="GluePoint15X" fmla="*/ 34 w 126"/>
                <a:gd name="GluePoint15Y" fmla="*/ 86 h 117"/>
                <a:gd name="GluePoint16X" fmla="*/ 4 w 126"/>
                <a:gd name="GluePoint16Y" fmla="*/ 86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26" h="117">
                  <a:moveTo>
                    <a:pt x="29" y="117"/>
                  </a:moveTo>
                  <a:lnTo>
                    <a:pt x="60" y="90"/>
                  </a:lnTo>
                  <a:lnTo>
                    <a:pt x="126" y="90"/>
                  </a:lnTo>
                  <a:lnTo>
                    <a:pt x="126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29" y="90"/>
                  </a:lnTo>
                  <a:lnTo>
                    <a:pt x="29" y="117"/>
                  </a:lnTo>
                  <a:close/>
                  <a:moveTo>
                    <a:pt x="4" y="86"/>
                  </a:moveTo>
                  <a:lnTo>
                    <a:pt x="4" y="5"/>
                  </a:lnTo>
                  <a:lnTo>
                    <a:pt x="122" y="5"/>
                  </a:lnTo>
                  <a:lnTo>
                    <a:pt x="122" y="86"/>
                  </a:lnTo>
                  <a:lnTo>
                    <a:pt x="58" y="86"/>
                  </a:lnTo>
                  <a:lnTo>
                    <a:pt x="34" y="107"/>
                  </a:lnTo>
                  <a:lnTo>
                    <a:pt x="34" y="86"/>
                  </a:lnTo>
                  <a:lnTo>
                    <a:pt x="4" y="8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54" name="Freeform 199"/>
            <p:cNvSpPr/>
            <p:nvPr/>
          </p:nvSpPr>
          <p:spPr>
            <a:xfrm>
              <a:off x="5650560" y="3254760"/>
              <a:ext cx="263880" cy="18828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188280"/>
                <a:gd name="textAreaBottom" fmla="*/ 188640 h 188280"/>
                <a:gd name="GluePoint1X" fmla="*/ 110 w 126"/>
                <a:gd name="GluePoint1Y" fmla="*/ 86 h 90"/>
                <a:gd name="GluePoint2X" fmla="*/ 110 w 126"/>
                <a:gd name="GluePoint2Y" fmla="*/ 90 h 90"/>
                <a:gd name="GluePoint3X" fmla="*/ 126 w 126"/>
                <a:gd name="GluePoint3Y" fmla="*/ 90 h 90"/>
                <a:gd name="GluePoint4X" fmla="*/ 126 w 126"/>
                <a:gd name="GluePoint4Y" fmla="*/ 0 h 90"/>
                <a:gd name="GluePoint5X" fmla="*/ 0 w 126"/>
                <a:gd name="GluePoint5Y" fmla="*/ 0 h 90"/>
                <a:gd name="GluePoint6X" fmla="*/ 0 w 126"/>
                <a:gd name="GluePoint6Y" fmla="*/ 16 h 90"/>
                <a:gd name="GluePoint7X" fmla="*/ 4 w 126"/>
                <a:gd name="GluePoint7Y" fmla="*/ 16 h 90"/>
                <a:gd name="GluePoint8X" fmla="*/ 4 w 126"/>
                <a:gd name="GluePoint8Y" fmla="*/ 5 h 90"/>
                <a:gd name="GluePoint9X" fmla="*/ 122 w 126"/>
                <a:gd name="GluePoint9Y" fmla="*/ 5 h 90"/>
                <a:gd name="GluePoint10X" fmla="*/ 122 w 126"/>
                <a:gd name="GluePoint10Y" fmla="*/ 86 h 90"/>
                <a:gd name="GluePoint11X" fmla="*/ 110 w 126"/>
                <a:gd name="GluePoint11Y" fmla="*/ 86 h 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26" h="90">
                  <a:moveTo>
                    <a:pt x="110" y="86"/>
                  </a:moveTo>
                  <a:lnTo>
                    <a:pt x="110" y="90"/>
                  </a:lnTo>
                  <a:lnTo>
                    <a:pt x="126" y="90"/>
                  </a:lnTo>
                  <a:lnTo>
                    <a:pt x="126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4" y="5"/>
                  </a:lnTo>
                  <a:lnTo>
                    <a:pt x="122" y="5"/>
                  </a:lnTo>
                  <a:lnTo>
                    <a:pt x="122" y="86"/>
                  </a:lnTo>
                  <a:lnTo>
                    <a:pt x="110" y="8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55" name="Group 702"/>
          <p:cNvGrpSpPr/>
          <p:nvPr/>
        </p:nvGrpSpPr>
        <p:grpSpPr>
          <a:xfrm>
            <a:off x="6004440" y="3260880"/>
            <a:ext cx="301320" cy="270000"/>
            <a:chOff x="6004440" y="3260880"/>
            <a:chExt cx="301320" cy="270000"/>
          </a:xfrm>
        </p:grpSpPr>
        <p:sp>
          <p:nvSpPr>
            <p:cNvPr id="1156" name="Rectangle 200"/>
            <p:cNvSpPr/>
            <p:nvPr/>
          </p:nvSpPr>
          <p:spPr>
            <a:xfrm>
              <a:off x="6050520" y="3313440"/>
              <a:ext cx="2091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57" name="Rectangle 201"/>
            <p:cNvSpPr/>
            <p:nvPr/>
          </p:nvSpPr>
          <p:spPr>
            <a:xfrm>
              <a:off x="6050520" y="3359520"/>
              <a:ext cx="2091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58" name="Rectangle 202"/>
            <p:cNvSpPr/>
            <p:nvPr/>
          </p:nvSpPr>
          <p:spPr>
            <a:xfrm>
              <a:off x="6050520" y="3407760"/>
              <a:ext cx="2091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59" name="Freeform 203"/>
            <p:cNvSpPr/>
            <p:nvPr/>
          </p:nvSpPr>
          <p:spPr>
            <a:xfrm>
              <a:off x="6004440" y="3260880"/>
              <a:ext cx="301320" cy="2700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70000"/>
                <a:gd name="textAreaBottom" fmla="*/ 270360 h 270000"/>
                <a:gd name="GluePoint1X" fmla="*/ 38 w 144"/>
                <a:gd name="GluePoint1Y" fmla="*/ 129 h 129"/>
                <a:gd name="GluePoint2X" fmla="*/ 73 w 144"/>
                <a:gd name="GluePoint2Y" fmla="*/ 99 h 129"/>
                <a:gd name="GluePoint3X" fmla="*/ 144 w 144"/>
                <a:gd name="GluePoint3Y" fmla="*/ 99 h 129"/>
                <a:gd name="GluePoint4X" fmla="*/ 144 w 144"/>
                <a:gd name="GluePoint4Y" fmla="*/ 0 h 129"/>
                <a:gd name="GluePoint5X" fmla="*/ 0 w 144"/>
                <a:gd name="GluePoint5Y" fmla="*/ 0 h 129"/>
                <a:gd name="GluePoint6X" fmla="*/ 0 w 144"/>
                <a:gd name="GluePoint6Y" fmla="*/ 99 h 129"/>
                <a:gd name="GluePoint7X" fmla="*/ 38 w 144"/>
                <a:gd name="GluePoint7Y" fmla="*/ 99 h 129"/>
                <a:gd name="GluePoint8X" fmla="*/ 38 w 144"/>
                <a:gd name="GluePoint8Y" fmla="*/ 129 h 129"/>
                <a:gd name="GluePoint9X" fmla="*/ 4 w 144"/>
                <a:gd name="GluePoint9Y" fmla="*/ 95 h 129"/>
                <a:gd name="GluePoint10X" fmla="*/ 4 w 144"/>
                <a:gd name="GluePoint10Y" fmla="*/ 4 h 129"/>
                <a:gd name="GluePoint11X" fmla="*/ 140 w 144"/>
                <a:gd name="GluePoint11Y" fmla="*/ 4 h 129"/>
                <a:gd name="GluePoint12X" fmla="*/ 140 w 144"/>
                <a:gd name="GluePoint12Y" fmla="*/ 95 h 129"/>
                <a:gd name="GluePoint13X" fmla="*/ 72 w 144"/>
                <a:gd name="GluePoint13Y" fmla="*/ 95 h 129"/>
                <a:gd name="GluePoint14X" fmla="*/ 43 w 144"/>
                <a:gd name="GluePoint14Y" fmla="*/ 119 h 129"/>
                <a:gd name="GluePoint15X" fmla="*/ 43 w 144"/>
                <a:gd name="GluePoint15Y" fmla="*/ 95 h 129"/>
                <a:gd name="GluePoint16X" fmla="*/ 4 w 144"/>
                <a:gd name="GluePoint16Y" fmla="*/ 95 h 1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44" h="129">
                  <a:moveTo>
                    <a:pt x="38" y="129"/>
                  </a:moveTo>
                  <a:lnTo>
                    <a:pt x="73" y="99"/>
                  </a:lnTo>
                  <a:lnTo>
                    <a:pt x="144" y="99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99"/>
                  </a:lnTo>
                  <a:lnTo>
                    <a:pt x="38" y="99"/>
                  </a:lnTo>
                  <a:lnTo>
                    <a:pt x="38" y="129"/>
                  </a:lnTo>
                  <a:close/>
                  <a:moveTo>
                    <a:pt x="4" y="95"/>
                  </a:moveTo>
                  <a:lnTo>
                    <a:pt x="4" y="4"/>
                  </a:lnTo>
                  <a:lnTo>
                    <a:pt x="140" y="4"/>
                  </a:lnTo>
                  <a:lnTo>
                    <a:pt x="140" y="95"/>
                  </a:lnTo>
                  <a:lnTo>
                    <a:pt x="72" y="95"/>
                  </a:lnTo>
                  <a:lnTo>
                    <a:pt x="43" y="119"/>
                  </a:lnTo>
                  <a:lnTo>
                    <a:pt x="43" y="95"/>
                  </a:lnTo>
                  <a:lnTo>
                    <a:pt x="4" y="9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60" name="Group 709"/>
          <p:cNvGrpSpPr/>
          <p:nvPr/>
        </p:nvGrpSpPr>
        <p:grpSpPr>
          <a:xfrm>
            <a:off x="6421680" y="3243960"/>
            <a:ext cx="255240" cy="301320"/>
            <a:chOff x="6421680" y="3243960"/>
            <a:chExt cx="255240" cy="301320"/>
          </a:xfrm>
        </p:grpSpPr>
        <p:sp>
          <p:nvSpPr>
            <p:cNvPr id="1161" name="Freeform 204"/>
            <p:cNvSpPr/>
            <p:nvPr/>
          </p:nvSpPr>
          <p:spPr>
            <a:xfrm>
              <a:off x="6421680" y="3243960"/>
              <a:ext cx="64440" cy="30132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301320"/>
                <a:gd name="textAreaBottom" fmla="*/ 301680 h 301320"/>
                <a:gd name="GluePoint1X" fmla="*/ 32 w 56"/>
                <a:gd name="GluePoint1Y" fmla="*/ 25 h 256"/>
                <a:gd name="GluePoint2X" fmla="*/ 32 w 56"/>
                <a:gd name="GluePoint2Y" fmla="*/ 0 h 256"/>
                <a:gd name="GluePoint3X" fmla="*/ 24 w 56"/>
                <a:gd name="GluePoint3Y" fmla="*/ 0 h 256"/>
                <a:gd name="GluePoint4X" fmla="*/ 24 w 56"/>
                <a:gd name="GluePoint4Y" fmla="*/ 25 h 256"/>
                <a:gd name="GluePoint5X" fmla="*/ 0 w 56"/>
                <a:gd name="GluePoint5Y" fmla="*/ 52 h 256"/>
                <a:gd name="GluePoint6X" fmla="*/ 24 w 56"/>
                <a:gd name="GluePoint6Y" fmla="*/ 80 h 256"/>
                <a:gd name="GluePoint7X" fmla="*/ 24 w 56"/>
                <a:gd name="GluePoint7Y" fmla="*/ 256 h 256"/>
                <a:gd name="GluePoint8X" fmla="*/ 32 w 56"/>
                <a:gd name="GluePoint8Y" fmla="*/ 256 h 256"/>
                <a:gd name="GluePoint9X" fmla="*/ 32 w 56"/>
                <a:gd name="GluePoint9Y" fmla="*/ 80 h 256"/>
                <a:gd name="GluePoint10X" fmla="*/ 56 w 56"/>
                <a:gd name="GluePoint10Y" fmla="*/ 52 h 256"/>
                <a:gd name="GluePoint11X" fmla="*/ 32 w 56"/>
                <a:gd name="GluePoint11Y" fmla="*/ 25 h 256"/>
                <a:gd name="GluePoint12X" fmla="*/ 28 w 56"/>
                <a:gd name="GluePoint12Y" fmla="*/ 72 h 256"/>
                <a:gd name="GluePoint13X" fmla="*/ 8 w 56"/>
                <a:gd name="GluePoint13Y" fmla="*/ 52 h 256"/>
                <a:gd name="GluePoint14X" fmla="*/ 28 w 56"/>
                <a:gd name="GluePoint14Y" fmla="*/ 32 h 256"/>
                <a:gd name="GluePoint15X" fmla="*/ 48 w 56"/>
                <a:gd name="GluePoint15Y" fmla="*/ 52 h 256"/>
                <a:gd name="GluePoint16X" fmla="*/ 28 w 56"/>
                <a:gd name="GluePoint16Y" fmla="*/ 7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56" h="256">
                  <a:moveTo>
                    <a:pt x="32" y="25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10" y="26"/>
                    <a:pt x="0" y="38"/>
                    <a:pt x="0" y="52"/>
                  </a:cubicBezTo>
                  <a:cubicBezTo>
                    <a:pt x="0" y="66"/>
                    <a:pt x="10" y="78"/>
                    <a:pt x="24" y="80"/>
                  </a:cubicBezTo>
                  <a:cubicBezTo>
                    <a:pt x="24" y="256"/>
                    <a:pt x="24" y="256"/>
                    <a:pt x="24" y="256"/>
                  </a:cubicBezTo>
                  <a:cubicBezTo>
                    <a:pt x="32" y="256"/>
                    <a:pt x="32" y="256"/>
                    <a:pt x="32" y="256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45" y="78"/>
                    <a:pt x="56" y="66"/>
                    <a:pt x="56" y="52"/>
                  </a:cubicBezTo>
                  <a:cubicBezTo>
                    <a:pt x="56" y="38"/>
                    <a:pt x="45" y="26"/>
                    <a:pt x="32" y="25"/>
                  </a:cubicBezTo>
                  <a:close/>
                  <a:moveTo>
                    <a:pt x="28" y="72"/>
                  </a:moveTo>
                  <a:cubicBezTo>
                    <a:pt x="17" y="72"/>
                    <a:pt x="8" y="63"/>
                    <a:pt x="8" y="52"/>
                  </a:cubicBezTo>
                  <a:cubicBezTo>
                    <a:pt x="8" y="41"/>
                    <a:pt x="17" y="32"/>
                    <a:pt x="28" y="32"/>
                  </a:cubicBezTo>
                  <a:cubicBezTo>
                    <a:pt x="39" y="32"/>
                    <a:pt x="48" y="41"/>
                    <a:pt x="48" y="52"/>
                  </a:cubicBezTo>
                  <a:cubicBezTo>
                    <a:pt x="48" y="63"/>
                    <a:pt x="39" y="72"/>
                    <a:pt x="28" y="7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62" name="Freeform 206"/>
            <p:cNvSpPr/>
            <p:nvPr/>
          </p:nvSpPr>
          <p:spPr>
            <a:xfrm>
              <a:off x="6610320" y="3243960"/>
              <a:ext cx="66600" cy="30132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301320"/>
                <a:gd name="textAreaBottom" fmla="*/ 301680 h 301320"/>
                <a:gd name="GluePoint1X" fmla="*/ 32 w 56"/>
                <a:gd name="GluePoint1Y" fmla="*/ 177 h 256"/>
                <a:gd name="GluePoint2X" fmla="*/ 32 w 56"/>
                <a:gd name="GluePoint2Y" fmla="*/ 0 h 256"/>
                <a:gd name="GluePoint3X" fmla="*/ 24 w 56"/>
                <a:gd name="GluePoint3Y" fmla="*/ 0 h 256"/>
                <a:gd name="GluePoint4X" fmla="*/ 24 w 56"/>
                <a:gd name="GluePoint4Y" fmla="*/ 177 h 256"/>
                <a:gd name="GluePoint5X" fmla="*/ 0 w 56"/>
                <a:gd name="GluePoint5Y" fmla="*/ 204 h 256"/>
                <a:gd name="GluePoint6X" fmla="*/ 24 w 56"/>
                <a:gd name="GluePoint6Y" fmla="*/ 232 h 256"/>
                <a:gd name="GluePoint7X" fmla="*/ 24 w 56"/>
                <a:gd name="GluePoint7Y" fmla="*/ 256 h 256"/>
                <a:gd name="GluePoint8X" fmla="*/ 32 w 56"/>
                <a:gd name="GluePoint8Y" fmla="*/ 256 h 256"/>
                <a:gd name="GluePoint9X" fmla="*/ 32 w 56"/>
                <a:gd name="GluePoint9Y" fmla="*/ 232 h 256"/>
                <a:gd name="GluePoint10X" fmla="*/ 56 w 56"/>
                <a:gd name="GluePoint10Y" fmla="*/ 204 h 256"/>
                <a:gd name="GluePoint11X" fmla="*/ 32 w 56"/>
                <a:gd name="GluePoint11Y" fmla="*/ 177 h 256"/>
                <a:gd name="GluePoint12X" fmla="*/ 28 w 56"/>
                <a:gd name="GluePoint12Y" fmla="*/ 224 h 256"/>
                <a:gd name="GluePoint13X" fmla="*/ 8 w 56"/>
                <a:gd name="GluePoint13Y" fmla="*/ 204 h 256"/>
                <a:gd name="GluePoint14X" fmla="*/ 28 w 56"/>
                <a:gd name="GluePoint14Y" fmla="*/ 184 h 256"/>
                <a:gd name="GluePoint15X" fmla="*/ 48 w 56"/>
                <a:gd name="GluePoint15Y" fmla="*/ 204 h 256"/>
                <a:gd name="GluePoint16X" fmla="*/ 28 w 56"/>
                <a:gd name="GluePoint16Y" fmla="*/ 224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56" h="256">
                  <a:moveTo>
                    <a:pt x="32" y="177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10" y="178"/>
                    <a:pt x="0" y="190"/>
                    <a:pt x="0" y="204"/>
                  </a:cubicBezTo>
                  <a:cubicBezTo>
                    <a:pt x="0" y="218"/>
                    <a:pt x="10" y="230"/>
                    <a:pt x="24" y="232"/>
                  </a:cubicBezTo>
                  <a:cubicBezTo>
                    <a:pt x="24" y="256"/>
                    <a:pt x="24" y="256"/>
                    <a:pt x="24" y="256"/>
                  </a:cubicBezTo>
                  <a:cubicBezTo>
                    <a:pt x="32" y="256"/>
                    <a:pt x="32" y="256"/>
                    <a:pt x="32" y="256"/>
                  </a:cubicBezTo>
                  <a:cubicBezTo>
                    <a:pt x="32" y="232"/>
                    <a:pt x="32" y="232"/>
                    <a:pt x="32" y="232"/>
                  </a:cubicBezTo>
                  <a:cubicBezTo>
                    <a:pt x="45" y="230"/>
                    <a:pt x="56" y="218"/>
                    <a:pt x="56" y="204"/>
                  </a:cubicBezTo>
                  <a:cubicBezTo>
                    <a:pt x="56" y="190"/>
                    <a:pt x="45" y="178"/>
                    <a:pt x="32" y="177"/>
                  </a:cubicBezTo>
                  <a:close/>
                  <a:moveTo>
                    <a:pt x="28" y="224"/>
                  </a:moveTo>
                  <a:cubicBezTo>
                    <a:pt x="17" y="224"/>
                    <a:pt x="8" y="215"/>
                    <a:pt x="8" y="204"/>
                  </a:cubicBezTo>
                  <a:cubicBezTo>
                    <a:pt x="8" y="193"/>
                    <a:pt x="17" y="184"/>
                    <a:pt x="28" y="184"/>
                  </a:cubicBezTo>
                  <a:cubicBezTo>
                    <a:pt x="39" y="184"/>
                    <a:pt x="48" y="193"/>
                    <a:pt x="48" y="204"/>
                  </a:cubicBezTo>
                  <a:cubicBezTo>
                    <a:pt x="48" y="215"/>
                    <a:pt x="39" y="224"/>
                    <a:pt x="28" y="22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63" name="Freeform 207"/>
            <p:cNvSpPr/>
            <p:nvPr/>
          </p:nvSpPr>
          <p:spPr>
            <a:xfrm>
              <a:off x="6516000" y="3243960"/>
              <a:ext cx="64440" cy="30132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301320"/>
                <a:gd name="textAreaBottom" fmla="*/ 301680 h 301320"/>
                <a:gd name="GluePoint1X" fmla="*/ 32 w 56"/>
                <a:gd name="GluePoint1Y" fmla="*/ 101 h 256"/>
                <a:gd name="GluePoint2X" fmla="*/ 32 w 56"/>
                <a:gd name="GluePoint2Y" fmla="*/ 0 h 256"/>
                <a:gd name="GluePoint3X" fmla="*/ 24 w 56"/>
                <a:gd name="GluePoint3Y" fmla="*/ 0 h 256"/>
                <a:gd name="GluePoint4X" fmla="*/ 24 w 56"/>
                <a:gd name="GluePoint4Y" fmla="*/ 101 h 256"/>
                <a:gd name="GluePoint5X" fmla="*/ 0 w 56"/>
                <a:gd name="GluePoint5Y" fmla="*/ 128 h 256"/>
                <a:gd name="GluePoint6X" fmla="*/ 24 w 56"/>
                <a:gd name="GluePoint6Y" fmla="*/ 156 h 256"/>
                <a:gd name="GluePoint7X" fmla="*/ 24 w 56"/>
                <a:gd name="GluePoint7Y" fmla="*/ 256 h 256"/>
                <a:gd name="GluePoint8X" fmla="*/ 32 w 56"/>
                <a:gd name="GluePoint8Y" fmla="*/ 256 h 256"/>
                <a:gd name="GluePoint9X" fmla="*/ 32 w 56"/>
                <a:gd name="GluePoint9Y" fmla="*/ 156 h 256"/>
                <a:gd name="GluePoint10X" fmla="*/ 56 w 56"/>
                <a:gd name="GluePoint10Y" fmla="*/ 128 h 256"/>
                <a:gd name="GluePoint11X" fmla="*/ 32 w 56"/>
                <a:gd name="GluePoint11Y" fmla="*/ 101 h 256"/>
                <a:gd name="GluePoint12X" fmla="*/ 28 w 56"/>
                <a:gd name="GluePoint12Y" fmla="*/ 148 h 256"/>
                <a:gd name="GluePoint13X" fmla="*/ 8 w 56"/>
                <a:gd name="GluePoint13Y" fmla="*/ 128 h 256"/>
                <a:gd name="GluePoint14X" fmla="*/ 28 w 56"/>
                <a:gd name="GluePoint14Y" fmla="*/ 108 h 256"/>
                <a:gd name="GluePoint15X" fmla="*/ 48 w 56"/>
                <a:gd name="GluePoint15Y" fmla="*/ 128 h 256"/>
                <a:gd name="GluePoint16X" fmla="*/ 28 w 56"/>
                <a:gd name="GluePoint16Y" fmla="*/ 1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56" h="256">
                  <a:moveTo>
                    <a:pt x="32" y="101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101"/>
                    <a:pt x="24" y="101"/>
                    <a:pt x="24" y="101"/>
                  </a:cubicBezTo>
                  <a:cubicBezTo>
                    <a:pt x="10" y="102"/>
                    <a:pt x="0" y="114"/>
                    <a:pt x="0" y="128"/>
                  </a:cubicBezTo>
                  <a:cubicBezTo>
                    <a:pt x="0" y="142"/>
                    <a:pt x="10" y="154"/>
                    <a:pt x="24" y="156"/>
                  </a:cubicBezTo>
                  <a:cubicBezTo>
                    <a:pt x="24" y="256"/>
                    <a:pt x="24" y="256"/>
                    <a:pt x="24" y="256"/>
                  </a:cubicBezTo>
                  <a:cubicBezTo>
                    <a:pt x="32" y="256"/>
                    <a:pt x="32" y="256"/>
                    <a:pt x="32" y="256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45" y="154"/>
                    <a:pt x="56" y="142"/>
                    <a:pt x="56" y="128"/>
                  </a:cubicBezTo>
                  <a:cubicBezTo>
                    <a:pt x="56" y="114"/>
                    <a:pt x="45" y="102"/>
                    <a:pt x="32" y="101"/>
                  </a:cubicBezTo>
                  <a:close/>
                  <a:moveTo>
                    <a:pt x="28" y="148"/>
                  </a:moveTo>
                  <a:cubicBezTo>
                    <a:pt x="17" y="148"/>
                    <a:pt x="8" y="139"/>
                    <a:pt x="8" y="128"/>
                  </a:cubicBezTo>
                  <a:cubicBezTo>
                    <a:pt x="8" y="117"/>
                    <a:pt x="17" y="108"/>
                    <a:pt x="28" y="108"/>
                  </a:cubicBezTo>
                  <a:cubicBezTo>
                    <a:pt x="39" y="108"/>
                    <a:pt x="48" y="117"/>
                    <a:pt x="48" y="128"/>
                  </a:cubicBezTo>
                  <a:cubicBezTo>
                    <a:pt x="48" y="139"/>
                    <a:pt x="39" y="148"/>
                    <a:pt x="28" y="1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164" name="Freeform 208"/>
          <p:cNvSpPr/>
          <p:nvPr/>
        </p:nvSpPr>
        <p:spPr>
          <a:xfrm>
            <a:off x="6859800" y="3243960"/>
            <a:ext cx="160920" cy="301320"/>
          </a:xfrm>
          <a:custGeom>
            <a:avLst/>
            <a:gdLst>
              <a:gd name="textAreaLeft" fmla="*/ 0 w 160920"/>
              <a:gd name="textAreaRight" fmla="*/ 161280 w 160920"/>
              <a:gd name="textAreaTop" fmla="*/ 0 h 301320"/>
              <a:gd name="textAreaBottom" fmla="*/ 301680 h 301320"/>
              <a:gd name="GluePoint1X" fmla="*/ 68 w 136"/>
              <a:gd name="GluePoint1Y" fmla="*/ 0 h 256"/>
              <a:gd name="GluePoint2X" fmla="*/ 0 w 136"/>
              <a:gd name="GluePoint2Y" fmla="*/ 68 h 256"/>
              <a:gd name="GluePoint3X" fmla="*/ 0 w 136"/>
              <a:gd name="GluePoint3Y" fmla="*/ 188 h 256"/>
              <a:gd name="GluePoint4X" fmla="*/ 68 w 136"/>
              <a:gd name="GluePoint4Y" fmla="*/ 256 h 256"/>
              <a:gd name="GluePoint5X" fmla="*/ 136 w 136"/>
              <a:gd name="GluePoint5Y" fmla="*/ 188 h 256"/>
              <a:gd name="GluePoint6X" fmla="*/ 136 w 136"/>
              <a:gd name="GluePoint6Y" fmla="*/ 68 h 256"/>
              <a:gd name="GluePoint7X" fmla="*/ 68 w 136"/>
              <a:gd name="GluePoint7Y" fmla="*/ 0 h 256"/>
              <a:gd name="GluePoint8X" fmla="*/ 64 w 136"/>
              <a:gd name="GluePoint8Y" fmla="*/ 8 h 256"/>
              <a:gd name="GluePoint9X" fmla="*/ 64 w 136"/>
              <a:gd name="GluePoint9Y" fmla="*/ 80 h 256"/>
              <a:gd name="GluePoint10X" fmla="*/ 8 w 136"/>
              <a:gd name="GluePoint10Y" fmla="*/ 80 h 256"/>
              <a:gd name="GluePoint11X" fmla="*/ 8 w 136"/>
              <a:gd name="GluePoint11Y" fmla="*/ 68 h 256"/>
              <a:gd name="GluePoint12X" fmla="*/ 64 w 136"/>
              <a:gd name="GluePoint12Y" fmla="*/ 8 h 256"/>
              <a:gd name="GluePoint13X" fmla="*/ 68 w 136"/>
              <a:gd name="GluePoint13Y" fmla="*/ 248 h 256"/>
              <a:gd name="GluePoint14X" fmla="*/ 8 w 136"/>
              <a:gd name="GluePoint14Y" fmla="*/ 188 h 256"/>
              <a:gd name="GluePoint15X" fmla="*/ 8 w 136"/>
              <a:gd name="GluePoint15Y" fmla="*/ 88 h 256"/>
              <a:gd name="GluePoint16X" fmla="*/ 128 w 136"/>
              <a:gd name="GluePoint16Y" fmla="*/ 88 h 256"/>
              <a:gd name="GluePoint17X" fmla="*/ 128 w 136"/>
              <a:gd name="GluePoint17Y" fmla="*/ 188 h 256"/>
              <a:gd name="GluePoint18X" fmla="*/ 68 w 136"/>
              <a:gd name="GluePoint18Y" fmla="*/ 248 h 256"/>
              <a:gd name="GluePoint19X" fmla="*/ 128 w 136"/>
              <a:gd name="GluePoint19Y" fmla="*/ 80 h 256"/>
              <a:gd name="GluePoint20X" fmla="*/ 72 w 136"/>
              <a:gd name="GluePoint20Y" fmla="*/ 80 h 256"/>
              <a:gd name="GluePoint21X" fmla="*/ 72 w 136"/>
              <a:gd name="GluePoint21Y" fmla="*/ 8 h 256"/>
              <a:gd name="GluePoint22X" fmla="*/ 128 w 136"/>
              <a:gd name="GluePoint22Y" fmla="*/ 68 h 256"/>
              <a:gd name="GluePoint23X" fmla="*/ 128 w 136"/>
              <a:gd name="GluePoint23Y" fmla="*/ 80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136" h="256">
                <a:moveTo>
                  <a:pt x="68" y="0"/>
                </a:moveTo>
                <a:cubicBezTo>
                  <a:pt x="30" y="0"/>
                  <a:pt x="0" y="31"/>
                  <a:pt x="0" y="68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26"/>
                  <a:pt x="30" y="256"/>
                  <a:pt x="68" y="256"/>
                </a:cubicBezTo>
                <a:cubicBezTo>
                  <a:pt x="105" y="256"/>
                  <a:pt x="136" y="226"/>
                  <a:pt x="136" y="188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36" y="31"/>
                  <a:pt x="105" y="0"/>
                  <a:pt x="68" y="0"/>
                </a:cubicBezTo>
                <a:close/>
                <a:moveTo>
                  <a:pt x="64" y="8"/>
                </a:moveTo>
                <a:cubicBezTo>
                  <a:pt x="64" y="80"/>
                  <a:pt x="64" y="80"/>
                  <a:pt x="64" y="80"/>
                </a:cubicBezTo>
                <a:cubicBezTo>
                  <a:pt x="8" y="80"/>
                  <a:pt x="8" y="80"/>
                  <a:pt x="8" y="80"/>
                </a:cubicBezTo>
                <a:cubicBezTo>
                  <a:pt x="8" y="68"/>
                  <a:pt x="8" y="68"/>
                  <a:pt x="8" y="68"/>
                </a:cubicBezTo>
                <a:cubicBezTo>
                  <a:pt x="8" y="36"/>
                  <a:pt x="32" y="10"/>
                  <a:pt x="64" y="8"/>
                </a:cubicBezTo>
                <a:close/>
                <a:moveTo>
                  <a:pt x="68" y="248"/>
                </a:moveTo>
                <a:cubicBezTo>
                  <a:pt x="35" y="248"/>
                  <a:pt x="8" y="221"/>
                  <a:pt x="8" y="188"/>
                </a:cubicBezTo>
                <a:cubicBezTo>
                  <a:pt x="8" y="88"/>
                  <a:pt x="8" y="88"/>
                  <a:pt x="8" y="88"/>
                </a:cubicBezTo>
                <a:cubicBezTo>
                  <a:pt x="128" y="88"/>
                  <a:pt x="128" y="88"/>
                  <a:pt x="128" y="88"/>
                </a:cubicBezTo>
                <a:cubicBezTo>
                  <a:pt x="128" y="188"/>
                  <a:pt x="128" y="188"/>
                  <a:pt x="128" y="188"/>
                </a:cubicBezTo>
                <a:cubicBezTo>
                  <a:pt x="128" y="221"/>
                  <a:pt x="101" y="248"/>
                  <a:pt x="68" y="248"/>
                </a:cubicBezTo>
                <a:close/>
                <a:moveTo>
                  <a:pt x="128" y="80"/>
                </a:moveTo>
                <a:cubicBezTo>
                  <a:pt x="72" y="80"/>
                  <a:pt x="72" y="80"/>
                  <a:pt x="72" y="80"/>
                </a:cubicBezTo>
                <a:cubicBezTo>
                  <a:pt x="72" y="8"/>
                  <a:pt x="72" y="8"/>
                  <a:pt x="72" y="8"/>
                </a:cubicBezTo>
                <a:cubicBezTo>
                  <a:pt x="103" y="10"/>
                  <a:pt x="128" y="36"/>
                  <a:pt x="128" y="68"/>
                </a:cubicBezTo>
                <a:lnTo>
                  <a:pt x="128" y="8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165" name="Freeform 209"/>
          <p:cNvSpPr/>
          <p:nvPr/>
        </p:nvSpPr>
        <p:spPr>
          <a:xfrm>
            <a:off x="2123280" y="3636000"/>
            <a:ext cx="221760" cy="301320"/>
          </a:xfrm>
          <a:custGeom>
            <a:avLst/>
            <a:gdLst>
              <a:gd name="textAreaLeft" fmla="*/ 0 w 221760"/>
              <a:gd name="textAreaRight" fmla="*/ 222120 w 221760"/>
              <a:gd name="textAreaTop" fmla="*/ 0 h 301320"/>
              <a:gd name="textAreaBottom" fmla="*/ 301680 h 301320"/>
              <a:gd name="GluePoint1X" fmla="*/ 106 w 106"/>
              <a:gd name="GluePoint1Y" fmla="*/ 0 h 144"/>
              <a:gd name="GluePoint2X" fmla="*/ 7 w 106"/>
              <a:gd name="GluePoint2Y" fmla="*/ 16 h 144"/>
              <a:gd name="GluePoint3X" fmla="*/ 0 w 106"/>
              <a:gd name="GluePoint3Y" fmla="*/ 20 h 144"/>
              <a:gd name="GluePoint4X" fmla="*/ 7 w 106"/>
              <a:gd name="GluePoint4Y" fmla="*/ 34 h 144"/>
              <a:gd name="GluePoint5X" fmla="*/ 0 w 106"/>
              <a:gd name="GluePoint5Y" fmla="*/ 38 h 144"/>
              <a:gd name="GluePoint6X" fmla="*/ 7 w 106"/>
              <a:gd name="GluePoint6Y" fmla="*/ 52 h 144"/>
              <a:gd name="GluePoint7X" fmla="*/ 0 w 106"/>
              <a:gd name="GluePoint7Y" fmla="*/ 56 h 144"/>
              <a:gd name="GluePoint8X" fmla="*/ 7 w 106"/>
              <a:gd name="GluePoint8Y" fmla="*/ 70 h 144"/>
              <a:gd name="GluePoint9X" fmla="*/ 0 w 106"/>
              <a:gd name="GluePoint9Y" fmla="*/ 74 h 144"/>
              <a:gd name="GluePoint10X" fmla="*/ 7 w 106"/>
              <a:gd name="GluePoint10Y" fmla="*/ 88 h 144"/>
              <a:gd name="GluePoint11X" fmla="*/ 0 w 106"/>
              <a:gd name="GluePoint11Y" fmla="*/ 92 h 144"/>
              <a:gd name="GluePoint12X" fmla="*/ 7 w 106"/>
              <a:gd name="GluePoint12Y" fmla="*/ 106 h 144"/>
              <a:gd name="GluePoint13X" fmla="*/ 0 w 106"/>
              <a:gd name="GluePoint13Y" fmla="*/ 111 h 144"/>
              <a:gd name="GluePoint14X" fmla="*/ 7 w 106"/>
              <a:gd name="GluePoint14Y" fmla="*/ 124 h 144"/>
              <a:gd name="GluePoint15X" fmla="*/ 0 w 106"/>
              <a:gd name="GluePoint15Y" fmla="*/ 129 h 144"/>
              <a:gd name="GluePoint16X" fmla="*/ 7 w 106"/>
              <a:gd name="GluePoint16Y" fmla="*/ 144 h 144"/>
              <a:gd name="GluePoint17X" fmla="*/ 101 w 106"/>
              <a:gd name="GluePoint17Y" fmla="*/ 140 h 144"/>
              <a:gd name="GluePoint18X" fmla="*/ 79 w 106"/>
              <a:gd name="GluePoint18Y" fmla="*/ 5 h 144"/>
              <a:gd name="GluePoint19X" fmla="*/ 101 w 106"/>
              <a:gd name="GluePoint19Y" fmla="*/ 140 h 144"/>
              <a:gd name="GluePoint20X" fmla="*/ 18 w 106"/>
              <a:gd name="GluePoint20Y" fmla="*/ 111 h 144"/>
              <a:gd name="GluePoint21X" fmla="*/ 11 w 106"/>
              <a:gd name="GluePoint21Y" fmla="*/ 106 h 144"/>
              <a:gd name="GluePoint22X" fmla="*/ 18 w 106"/>
              <a:gd name="GluePoint22Y" fmla="*/ 92 h 144"/>
              <a:gd name="GluePoint23X" fmla="*/ 11 w 106"/>
              <a:gd name="GluePoint23Y" fmla="*/ 88 h 144"/>
              <a:gd name="GluePoint24X" fmla="*/ 18 w 106"/>
              <a:gd name="GluePoint24Y" fmla="*/ 74 h 144"/>
              <a:gd name="GluePoint25X" fmla="*/ 11 w 106"/>
              <a:gd name="GluePoint25Y" fmla="*/ 70 h 144"/>
              <a:gd name="GluePoint26X" fmla="*/ 18 w 106"/>
              <a:gd name="GluePoint26Y" fmla="*/ 56 h 144"/>
              <a:gd name="GluePoint27X" fmla="*/ 11 w 106"/>
              <a:gd name="GluePoint27Y" fmla="*/ 52 h 144"/>
              <a:gd name="GluePoint28X" fmla="*/ 18 w 106"/>
              <a:gd name="GluePoint28Y" fmla="*/ 38 h 144"/>
              <a:gd name="GluePoint29X" fmla="*/ 11 w 106"/>
              <a:gd name="GluePoint29Y" fmla="*/ 34 h 144"/>
              <a:gd name="GluePoint30X" fmla="*/ 18 w 106"/>
              <a:gd name="GluePoint30Y" fmla="*/ 20 h 144"/>
              <a:gd name="GluePoint31X" fmla="*/ 11 w 106"/>
              <a:gd name="GluePoint31Y" fmla="*/ 16 h 144"/>
              <a:gd name="GluePoint32X" fmla="*/ 74 w 106"/>
              <a:gd name="GluePoint32Y" fmla="*/ 5 h 144"/>
              <a:gd name="GluePoint33X" fmla="*/ 11 w 106"/>
              <a:gd name="GluePoint33Y" fmla="*/ 140 h 144"/>
              <a:gd name="GluePoint34X" fmla="*/ 18 w 106"/>
              <a:gd name="GluePoint34Y" fmla="*/ 129 h 144"/>
              <a:gd name="GluePoint35X" fmla="*/ 11 w 106"/>
              <a:gd name="GluePoint35Y" fmla="*/ 124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</a:cxnLst>
            <a:rect l="textAreaLeft" t="textAreaTop" r="textAreaRight" b="textAreaBottom"/>
            <a:pathLst>
              <a:path w="106" h="144">
                <a:moveTo>
                  <a:pt x="106" y="144"/>
                </a:moveTo>
                <a:lnTo>
                  <a:pt x="106" y="0"/>
                </a:lnTo>
                <a:lnTo>
                  <a:pt x="7" y="0"/>
                </a:lnTo>
                <a:lnTo>
                  <a:pt x="7" y="16"/>
                </a:lnTo>
                <a:lnTo>
                  <a:pt x="0" y="16"/>
                </a:lnTo>
                <a:lnTo>
                  <a:pt x="0" y="20"/>
                </a:lnTo>
                <a:lnTo>
                  <a:pt x="7" y="20"/>
                </a:lnTo>
                <a:lnTo>
                  <a:pt x="7" y="34"/>
                </a:lnTo>
                <a:lnTo>
                  <a:pt x="0" y="34"/>
                </a:lnTo>
                <a:lnTo>
                  <a:pt x="0" y="38"/>
                </a:lnTo>
                <a:lnTo>
                  <a:pt x="7" y="38"/>
                </a:lnTo>
                <a:lnTo>
                  <a:pt x="7" y="52"/>
                </a:lnTo>
                <a:lnTo>
                  <a:pt x="0" y="52"/>
                </a:lnTo>
                <a:lnTo>
                  <a:pt x="0" y="56"/>
                </a:lnTo>
                <a:lnTo>
                  <a:pt x="7" y="56"/>
                </a:lnTo>
                <a:lnTo>
                  <a:pt x="7" y="70"/>
                </a:lnTo>
                <a:lnTo>
                  <a:pt x="0" y="70"/>
                </a:lnTo>
                <a:lnTo>
                  <a:pt x="0" y="74"/>
                </a:lnTo>
                <a:lnTo>
                  <a:pt x="7" y="74"/>
                </a:lnTo>
                <a:lnTo>
                  <a:pt x="7" y="88"/>
                </a:lnTo>
                <a:lnTo>
                  <a:pt x="0" y="88"/>
                </a:lnTo>
                <a:lnTo>
                  <a:pt x="0" y="92"/>
                </a:lnTo>
                <a:lnTo>
                  <a:pt x="7" y="92"/>
                </a:lnTo>
                <a:lnTo>
                  <a:pt x="7" y="106"/>
                </a:lnTo>
                <a:lnTo>
                  <a:pt x="0" y="106"/>
                </a:lnTo>
                <a:lnTo>
                  <a:pt x="0" y="111"/>
                </a:lnTo>
                <a:lnTo>
                  <a:pt x="7" y="111"/>
                </a:lnTo>
                <a:lnTo>
                  <a:pt x="7" y="124"/>
                </a:lnTo>
                <a:lnTo>
                  <a:pt x="0" y="124"/>
                </a:lnTo>
                <a:lnTo>
                  <a:pt x="0" y="129"/>
                </a:lnTo>
                <a:lnTo>
                  <a:pt x="7" y="129"/>
                </a:lnTo>
                <a:lnTo>
                  <a:pt x="7" y="144"/>
                </a:lnTo>
                <a:lnTo>
                  <a:pt x="106" y="144"/>
                </a:lnTo>
                <a:close/>
                <a:moveTo>
                  <a:pt x="101" y="140"/>
                </a:moveTo>
                <a:lnTo>
                  <a:pt x="79" y="140"/>
                </a:lnTo>
                <a:lnTo>
                  <a:pt x="79" y="5"/>
                </a:lnTo>
                <a:lnTo>
                  <a:pt x="101" y="5"/>
                </a:lnTo>
                <a:lnTo>
                  <a:pt x="101" y="140"/>
                </a:lnTo>
                <a:close/>
                <a:moveTo>
                  <a:pt x="11" y="111"/>
                </a:moveTo>
                <a:lnTo>
                  <a:pt x="18" y="111"/>
                </a:lnTo>
                <a:lnTo>
                  <a:pt x="18" y="106"/>
                </a:lnTo>
                <a:lnTo>
                  <a:pt x="11" y="106"/>
                </a:lnTo>
                <a:lnTo>
                  <a:pt x="11" y="92"/>
                </a:lnTo>
                <a:lnTo>
                  <a:pt x="18" y="92"/>
                </a:lnTo>
                <a:lnTo>
                  <a:pt x="18" y="88"/>
                </a:lnTo>
                <a:lnTo>
                  <a:pt x="11" y="88"/>
                </a:lnTo>
                <a:lnTo>
                  <a:pt x="11" y="74"/>
                </a:lnTo>
                <a:lnTo>
                  <a:pt x="18" y="74"/>
                </a:lnTo>
                <a:lnTo>
                  <a:pt x="18" y="70"/>
                </a:lnTo>
                <a:lnTo>
                  <a:pt x="11" y="70"/>
                </a:lnTo>
                <a:lnTo>
                  <a:pt x="11" y="56"/>
                </a:lnTo>
                <a:lnTo>
                  <a:pt x="18" y="56"/>
                </a:lnTo>
                <a:lnTo>
                  <a:pt x="18" y="52"/>
                </a:lnTo>
                <a:lnTo>
                  <a:pt x="11" y="52"/>
                </a:lnTo>
                <a:lnTo>
                  <a:pt x="11" y="38"/>
                </a:lnTo>
                <a:lnTo>
                  <a:pt x="18" y="38"/>
                </a:lnTo>
                <a:lnTo>
                  <a:pt x="18" y="34"/>
                </a:lnTo>
                <a:lnTo>
                  <a:pt x="11" y="34"/>
                </a:lnTo>
                <a:lnTo>
                  <a:pt x="11" y="20"/>
                </a:lnTo>
                <a:lnTo>
                  <a:pt x="18" y="20"/>
                </a:lnTo>
                <a:lnTo>
                  <a:pt x="18" y="16"/>
                </a:lnTo>
                <a:lnTo>
                  <a:pt x="11" y="16"/>
                </a:lnTo>
                <a:lnTo>
                  <a:pt x="11" y="5"/>
                </a:lnTo>
                <a:lnTo>
                  <a:pt x="74" y="5"/>
                </a:lnTo>
                <a:lnTo>
                  <a:pt x="74" y="140"/>
                </a:lnTo>
                <a:lnTo>
                  <a:pt x="11" y="140"/>
                </a:lnTo>
                <a:lnTo>
                  <a:pt x="11" y="129"/>
                </a:lnTo>
                <a:lnTo>
                  <a:pt x="18" y="129"/>
                </a:lnTo>
                <a:lnTo>
                  <a:pt x="18" y="124"/>
                </a:lnTo>
                <a:lnTo>
                  <a:pt x="11" y="124"/>
                </a:lnTo>
                <a:lnTo>
                  <a:pt x="11" y="111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166" name="Group 696"/>
          <p:cNvGrpSpPr/>
          <p:nvPr/>
        </p:nvGrpSpPr>
        <p:grpSpPr>
          <a:xfrm>
            <a:off x="2475360" y="3642480"/>
            <a:ext cx="301320" cy="288720"/>
            <a:chOff x="2475360" y="3642480"/>
            <a:chExt cx="301320" cy="288720"/>
          </a:xfrm>
        </p:grpSpPr>
        <p:sp>
          <p:nvSpPr>
            <p:cNvPr id="1167" name="Freeform 210"/>
            <p:cNvSpPr/>
            <p:nvPr/>
          </p:nvSpPr>
          <p:spPr>
            <a:xfrm>
              <a:off x="2710080" y="3642480"/>
              <a:ext cx="66600" cy="28872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288720"/>
                <a:gd name="textAreaBottom" fmla="*/ 289080 h 288720"/>
                <a:gd name="GluePoint1X" fmla="*/ 9 w 32"/>
                <a:gd name="GluePoint1Y" fmla="*/ 9 h 138"/>
                <a:gd name="GluePoint2X" fmla="*/ 0 w 32"/>
                <a:gd name="GluePoint2Y" fmla="*/ 9 h 138"/>
                <a:gd name="GluePoint3X" fmla="*/ 0 w 32"/>
                <a:gd name="GluePoint3Y" fmla="*/ 34 h 138"/>
                <a:gd name="GluePoint4X" fmla="*/ 5 w 32"/>
                <a:gd name="GluePoint4Y" fmla="*/ 34 h 138"/>
                <a:gd name="GluePoint5X" fmla="*/ 5 w 32"/>
                <a:gd name="GluePoint5Y" fmla="*/ 14 h 138"/>
                <a:gd name="GluePoint6X" fmla="*/ 9 w 32"/>
                <a:gd name="GluePoint6Y" fmla="*/ 14 h 138"/>
                <a:gd name="GluePoint7X" fmla="*/ 9 w 32"/>
                <a:gd name="GluePoint7Y" fmla="*/ 116 h 138"/>
                <a:gd name="GluePoint8X" fmla="*/ 21 w 32"/>
                <a:gd name="GluePoint8Y" fmla="*/ 138 h 138"/>
                <a:gd name="GluePoint9X" fmla="*/ 32 w 32"/>
                <a:gd name="GluePoint9Y" fmla="*/ 116 h 138"/>
                <a:gd name="GluePoint10X" fmla="*/ 32 w 32"/>
                <a:gd name="GluePoint10Y" fmla="*/ 0 h 138"/>
                <a:gd name="GluePoint11X" fmla="*/ 9 w 32"/>
                <a:gd name="GluePoint11Y" fmla="*/ 0 h 138"/>
                <a:gd name="GluePoint12X" fmla="*/ 9 w 32"/>
                <a:gd name="GluePoint12Y" fmla="*/ 9 h 138"/>
                <a:gd name="GluePoint13X" fmla="*/ 14 w 32"/>
                <a:gd name="GluePoint13Y" fmla="*/ 5 h 138"/>
                <a:gd name="GluePoint14X" fmla="*/ 27 w 32"/>
                <a:gd name="GluePoint14Y" fmla="*/ 5 h 138"/>
                <a:gd name="GluePoint15X" fmla="*/ 27 w 32"/>
                <a:gd name="GluePoint15Y" fmla="*/ 115 h 138"/>
                <a:gd name="GluePoint16X" fmla="*/ 21 w 32"/>
                <a:gd name="GluePoint16Y" fmla="*/ 128 h 138"/>
                <a:gd name="GluePoint17X" fmla="*/ 14 w 32"/>
                <a:gd name="GluePoint17Y" fmla="*/ 115 h 138"/>
                <a:gd name="GluePoint18X" fmla="*/ 14 w 32"/>
                <a:gd name="GluePoint18Y" fmla="*/ 5 h 1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" h="138">
                  <a:moveTo>
                    <a:pt x="9" y="9"/>
                  </a:move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9" y="14"/>
                  </a:lnTo>
                  <a:lnTo>
                    <a:pt x="9" y="116"/>
                  </a:lnTo>
                  <a:lnTo>
                    <a:pt x="21" y="138"/>
                  </a:lnTo>
                  <a:lnTo>
                    <a:pt x="32" y="116"/>
                  </a:lnTo>
                  <a:lnTo>
                    <a:pt x="32" y="0"/>
                  </a:lnTo>
                  <a:lnTo>
                    <a:pt x="9" y="0"/>
                  </a:lnTo>
                  <a:lnTo>
                    <a:pt x="9" y="9"/>
                  </a:lnTo>
                  <a:close/>
                  <a:moveTo>
                    <a:pt x="14" y="5"/>
                  </a:moveTo>
                  <a:lnTo>
                    <a:pt x="27" y="5"/>
                  </a:lnTo>
                  <a:lnTo>
                    <a:pt x="27" y="115"/>
                  </a:lnTo>
                  <a:lnTo>
                    <a:pt x="21" y="128"/>
                  </a:lnTo>
                  <a:lnTo>
                    <a:pt x="14" y="11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68" name="Freeform 211"/>
            <p:cNvSpPr/>
            <p:nvPr/>
          </p:nvSpPr>
          <p:spPr>
            <a:xfrm>
              <a:off x="2475360" y="3642480"/>
              <a:ext cx="211320" cy="284760"/>
            </a:xfrm>
            <a:custGeom>
              <a:avLst/>
              <a:gdLst>
                <a:gd name="textAreaLeft" fmla="*/ 0 w 211320"/>
                <a:gd name="textAreaRight" fmla="*/ 211680 w 211320"/>
                <a:gd name="textAreaTop" fmla="*/ 0 h 284760"/>
                <a:gd name="textAreaBottom" fmla="*/ 285120 h 284760"/>
                <a:gd name="GluePoint1X" fmla="*/ 101 w 101"/>
                <a:gd name="GluePoint1Y" fmla="*/ 136 h 136"/>
                <a:gd name="GluePoint2X" fmla="*/ 6 w 101"/>
                <a:gd name="GluePoint2Y" fmla="*/ 0 h 136"/>
                <a:gd name="GluePoint3X" fmla="*/ 0 w 101"/>
                <a:gd name="GluePoint3Y" fmla="*/ 12 h 136"/>
                <a:gd name="GluePoint4X" fmla="*/ 6 w 101"/>
                <a:gd name="GluePoint4Y" fmla="*/ 16 h 136"/>
                <a:gd name="GluePoint5X" fmla="*/ 0 w 101"/>
                <a:gd name="GluePoint5Y" fmla="*/ 30 h 136"/>
                <a:gd name="GluePoint6X" fmla="*/ 6 w 101"/>
                <a:gd name="GluePoint6Y" fmla="*/ 34 h 136"/>
                <a:gd name="GluePoint7X" fmla="*/ 0 w 101"/>
                <a:gd name="GluePoint7Y" fmla="*/ 48 h 136"/>
                <a:gd name="GluePoint8X" fmla="*/ 6 w 101"/>
                <a:gd name="GluePoint8Y" fmla="*/ 52 h 136"/>
                <a:gd name="GluePoint9X" fmla="*/ 0 w 101"/>
                <a:gd name="GluePoint9Y" fmla="*/ 66 h 136"/>
                <a:gd name="GluePoint10X" fmla="*/ 6 w 101"/>
                <a:gd name="GluePoint10Y" fmla="*/ 70 h 136"/>
                <a:gd name="GluePoint11X" fmla="*/ 0 w 101"/>
                <a:gd name="GluePoint11Y" fmla="*/ 84 h 136"/>
                <a:gd name="GluePoint12X" fmla="*/ 6 w 101"/>
                <a:gd name="GluePoint12Y" fmla="*/ 88 h 136"/>
                <a:gd name="GluePoint13X" fmla="*/ 0 w 101"/>
                <a:gd name="GluePoint13Y" fmla="*/ 102 h 136"/>
                <a:gd name="GluePoint14X" fmla="*/ 6 w 101"/>
                <a:gd name="GluePoint14Y" fmla="*/ 106 h 136"/>
                <a:gd name="GluePoint15X" fmla="*/ 0 w 101"/>
                <a:gd name="GluePoint15Y" fmla="*/ 120 h 136"/>
                <a:gd name="GluePoint16X" fmla="*/ 6 w 101"/>
                <a:gd name="GluePoint16Y" fmla="*/ 124 h 136"/>
                <a:gd name="GluePoint17X" fmla="*/ 97 w 101"/>
                <a:gd name="GluePoint17Y" fmla="*/ 131 h 136"/>
                <a:gd name="GluePoint18X" fmla="*/ 79 w 101"/>
                <a:gd name="GluePoint18Y" fmla="*/ 5 h 136"/>
                <a:gd name="GluePoint19X" fmla="*/ 97 w 101"/>
                <a:gd name="GluePoint19Y" fmla="*/ 131 h 136"/>
                <a:gd name="GluePoint20X" fmla="*/ 18 w 101"/>
                <a:gd name="GluePoint20Y" fmla="*/ 106 h 136"/>
                <a:gd name="GluePoint21X" fmla="*/ 11 w 101"/>
                <a:gd name="GluePoint21Y" fmla="*/ 102 h 136"/>
                <a:gd name="GluePoint22X" fmla="*/ 18 w 101"/>
                <a:gd name="GluePoint22Y" fmla="*/ 88 h 136"/>
                <a:gd name="GluePoint23X" fmla="*/ 11 w 101"/>
                <a:gd name="GluePoint23Y" fmla="*/ 84 h 136"/>
                <a:gd name="GluePoint24X" fmla="*/ 18 w 101"/>
                <a:gd name="GluePoint24Y" fmla="*/ 70 h 136"/>
                <a:gd name="GluePoint25X" fmla="*/ 11 w 101"/>
                <a:gd name="GluePoint25Y" fmla="*/ 66 h 136"/>
                <a:gd name="GluePoint26X" fmla="*/ 18 w 101"/>
                <a:gd name="GluePoint26Y" fmla="*/ 52 h 136"/>
                <a:gd name="GluePoint27X" fmla="*/ 11 w 101"/>
                <a:gd name="GluePoint27Y" fmla="*/ 48 h 136"/>
                <a:gd name="GluePoint28X" fmla="*/ 18 w 101"/>
                <a:gd name="GluePoint28Y" fmla="*/ 34 h 136"/>
                <a:gd name="GluePoint29X" fmla="*/ 11 w 101"/>
                <a:gd name="GluePoint29Y" fmla="*/ 30 h 136"/>
                <a:gd name="GluePoint30X" fmla="*/ 18 w 101"/>
                <a:gd name="GluePoint30Y" fmla="*/ 16 h 136"/>
                <a:gd name="GluePoint31X" fmla="*/ 11 w 101"/>
                <a:gd name="GluePoint31Y" fmla="*/ 12 h 136"/>
                <a:gd name="GluePoint32X" fmla="*/ 74 w 101"/>
                <a:gd name="GluePoint32Y" fmla="*/ 5 h 136"/>
                <a:gd name="GluePoint33X" fmla="*/ 11 w 101"/>
                <a:gd name="GluePoint33Y" fmla="*/ 131 h 136"/>
                <a:gd name="GluePoint34X" fmla="*/ 18 w 101"/>
                <a:gd name="GluePoint34Y" fmla="*/ 124 h 136"/>
                <a:gd name="GluePoint35X" fmla="*/ 11 w 101"/>
                <a:gd name="GluePoint35Y" fmla="*/ 120 h 1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</a:cxnLst>
              <a:rect l="textAreaLeft" t="textAreaTop" r="textAreaRight" b="textAreaBottom"/>
              <a:pathLst>
                <a:path w="101" h="136">
                  <a:moveTo>
                    <a:pt x="6" y="136"/>
                  </a:moveTo>
                  <a:lnTo>
                    <a:pt x="101" y="136"/>
                  </a:lnTo>
                  <a:lnTo>
                    <a:pt x="101" y="0"/>
                  </a:lnTo>
                  <a:lnTo>
                    <a:pt x="6" y="0"/>
                  </a:lnTo>
                  <a:lnTo>
                    <a:pt x="6" y="12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6" y="16"/>
                  </a:lnTo>
                  <a:lnTo>
                    <a:pt x="6" y="30"/>
                  </a:lnTo>
                  <a:lnTo>
                    <a:pt x="0" y="30"/>
                  </a:lnTo>
                  <a:lnTo>
                    <a:pt x="0" y="34"/>
                  </a:lnTo>
                  <a:lnTo>
                    <a:pt x="6" y="34"/>
                  </a:lnTo>
                  <a:lnTo>
                    <a:pt x="6" y="48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6" y="52"/>
                  </a:lnTo>
                  <a:lnTo>
                    <a:pt x="6" y="66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6" y="70"/>
                  </a:lnTo>
                  <a:lnTo>
                    <a:pt x="6" y="84"/>
                  </a:lnTo>
                  <a:lnTo>
                    <a:pt x="0" y="84"/>
                  </a:lnTo>
                  <a:lnTo>
                    <a:pt x="0" y="88"/>
                  </a:lnTo>
                  <a:lnTo>
                    <a:pt x="6" y="88"/>
                  </a:lnTo>
                  <a:lnTo>
                    <a:pt x="6" y="102"/>
                  </a:lnTo>
                  <a:lnTo>
                    <a:pt x="0" y="102"/>
                  </a:lnTo>
                  <a:lnTo>
                    <a:pt x="0" y="106"/>
                  </a:lnTo>
                  <a:lnTo>
                    <a:pt x="6" y="106"/>
                  </a:lnTo>
                  <a:lnTo>
                    <a:pt x="6" y="120"/>
                  </a:lnTo>
                  <a:lnTo>
                    <a:pt x="0" y="120"/>
                  </a:lnTo>
                  <a:lnTo>
                    <a:pt x="0" y="124"/>
                  </a:lnTo>
                  <a:lnTo>
                    <a:pt x="6" y="124"/>
                  </a:lnTo>
                  <a:lnTo>
                    <a:pt x="6" y="136"/>
                  </a:lnTo>
                  <a:close/>
                  <a:moveTo>
                    <a:pt x="97" y="131"/>
                  </a:moveTo>
                  <a:lnTo>
                    <a:pt x="79" y="131"/>
                  </a:lnTo>
                  <a:lnTo>
                    <a:pt x="79" y="5"/>
                  </a:lnTo>
                  <a:lnTo>
                    <a:pt x="97" y="5"/>
                  </a:lnTo>
                  <a:lnTo>
                    <a:pt x="97" y="131"/>
                  </a:lnTo>
                  <a:close/>
                  <a:moveTo>
                    <a:pt x="11" y="106"/>
                  </a:moveTo>
                  <a:lnTo>
                    <a:pt x="18" y="106"/>
                  </a:lnTo>
                  <a:lnTo>
                    <a:pt x="18" y="102"/>
                  </a:lnTo>
                  <a:lnTo>
                    <a:pt x="11" y="102"/>
                  </a:lnTo>
                  <a:lnTo>
                    <a:pt x="11" y="88"/>
                  </a:lnTo>
                  <a:lnTo>
                    <a:pt x="18" y="88"/>
                  </a:lnTo>
                  <a:lnTo>
                    <a:pt x="18" y="84"/>
                  </a:lnTo>
                  <a:lnTo>
                    <a:pt x="11" y="84"/>
                  </a:lnTo>
                  <a:lnTo>
                    <a:pt x="11" y="70"/>
                  </a:lnTo>
                  <a:lnTo>
                    <a:pt x="18" y="70"/>
                  </a:lnTo>
                  <a:lnTo>
                    <a:pt x="18" y="66"/>
                  </a:lnTo>
                  <a:lnTo>
                    <a:pt x="11" y="66"/>
                  </a:lnTo>
                  <a:lnTo>
                    <a:pt x="11" y="52"/>
                  </a:lnTo>
                  <a:lnTo>
                    <a:pt x="18" y="52"/>
                  </a:lnTo>
                  <a:lnTo>
                    <a:pt x="18" y="48"/>
                  </a:lnTo>
                  <a:lnTo>
                    <a:pt x="11" y="48"/>
                  </a:lnTo>
                  <a:lnTo>
                    <a:pt x="11" y="34"/>
                  </a:lnTo>
                  <a:lnTo>
                    <a:pt x="18" y="34"/>
                  </a:lnTo>
                  <a:lnTo>
                    <a:pt x="18" y="30"/>
                  </a:lnTo>
                  <a:lnTo>
                    <a:pt x="11" y="30"/>
                  </a:lnTo>
                  <a:lnTo>
                    <a:pt x="11" y="16"/>
                  </a:lnTo>
                  <a:lnTo>
                    <a:pt x="18" y="16"/>
                  </a:lnTo>
                  <a:lnTo>
                    <a:pt x="18" y="12"/>
                  </a:lnTo>
                  <a:lnTo>
                    <a:pt x="11" y="12"/>
                  </a:lnTo>
                  <a:lnTo>
                    <a:pt x="11" y="5"/>
                  </a:lnTo>
                  <a:lnTo>
                    <a:pt x="74" y="5"/>
                  </a:lnTo>
                  <a:lnTo>
                    <a:pt x="74" y="131"/>
                  </a:lnTo>
                  <a:lnTo>
                    <a:pt x="11" y="131"/>
                  </a:lnTo>
                  <a:lnTo>
                    <a:pt x="11" y="124"/>
                  </a:lnTo>
                  <a:lnTo>
                    <a:pt x="18" y="124"/>
                  </a:lnTo>
                  <a:lnTo>
                    <a:pt x="18" y="120"/>
                  </a:lnTo>
                  <a:lnTo>
                    <a:pt x="11" y="120"/>
                  </a:lnTo>
                  <a:lnTo>
                    <a:pt x="11" y="10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69" name="Group 695"/>
          <p:cNvGrpSpPr/>
          <p:nvPr/>
        </p:nvGrpSpPr>
        <p:grpSpPr>
          <a:xfrm>
            <a:off x="2867400" y="3636000"/>
            <a:ext cx="301320" cy="303480"/>
            <a:chOff x="2867400" y="3636000"/>
            <a:chExt cx="301320" cy="303480"/>
          </a:xfrm>
        </p:grpSpPr>
        <p:sp>
          <p:nvSpPr>
            <p:cNvPr id="1170" name="Freeform 212"/>
            <p:cNvSpPr/>
            <p:nvPr/>
          </p:nvSpPr>
          <p:spPr>
            <a:xfrm>
              <a:off x="2867400" y="3646440"/>
              <a:ext cx="211320" cy="282600"/>
            </a:xfrm>
            <a:custGeom>
              <a:avLst/>
              <a:gdLst>
                <a:gd name="textAreaLeft" fmla="*/ 0 w 211320"/>
                <a:gd name="textAreaRight" fmla="*/ 211680 w 211320"/>
                <a:gd name="textAreaTop" fmla="*/ 0 h 282600"/>
                <a:gd name="textAreaBottom" fmla="*/ 282960 h 282600"/>
                <a:gd name="GluePoint1X" fmla="*/ 101 w 101"/>
                <a:gd name="GluePoint1Y" fmla="*/ 135 h 135"/>
                <a:gd name="GluePoint2X" fmla="*/ 7 w 101"/>
                <a:gd name="GluePoint2Y" fmla="*/ 0 h 135"/>
                <a:gd name="GluePoint3X" fmla="*/ 0 w 101"/>
                <a:gd name="GluePoint3Y" fmla="*/ 11 h 135"/>
                <a:gd name="GluePoint4X" fmla="*/ 7 w 101"/>
                <a:gd name="GluePoint4Y" fmla="*/ 15 h 135"/>
                <a:gd name="GluePoint5X" fmla="*/ 0 w 101"/>
                <a:gd name="GluePoint5Y" fmla="*/ 29 h 135"/>
                <a:gd name="GluePoint6X" fmla="*/ 7 w 101"/>
                <a:gd name="GluePoint6Y" fmla="*/ 33 h 135"/>
                <a:gd name="GluePoint7X" fmla="*/ 0 w 101"/>
                <a:gd name="GluePoint7Y" fmla="*/ 47 h 135"/>
                <a:gd name="GluePoint8X" fmla="*/ 7 w 101"/>
                <a:gd name="GluePoint8Y" fmla="*/ 51 h 135"/>
                <a:gd name="GluePoint9X" fmla="*/ 0 w 101"/>
                <a:gd name="GluePoint9Y" fmla="*/ 65 h 135"/>
                <a:gd name="GluePoint10X" fmla="*/ 7 w 101"/>
                <a:gd name="GluePoint10Y" fmla="*/ 69 h 135"/>
                <a:gd name="GluePoint11X" fmla="*/ 0 w 101"/>
                <a:gd name="GluePoint11Y" fmla="*/ 83 h 135"/>
                <a:gd name="GluePoint12X" fmla="*/ 7 w 101"/>
                <a:gd name="GluePoint12Y" fmla="*/ 87 h 135"/>
                <a:gd name="GluePoint13X" fmla="*/ 0 w 101"/>
                <a:gd name="GluePoint13Y" fmla="*/ 101 h 135"/>
                <a:gd name="GluePoint14X" fmla="*/ 7 w 101"/>
                <a:gd name="GluePoint14Y" fmla="*/ 106 h 135"/>
                <a:gd name="GluePoint15X" fmla="*/ 0 w 101"/>
                <a:gd name="GluePoint15Y" fmla="*/ 119 h 135"/>
                <a:gd name="GluePoint16X" fmla="*/ 7 w 101"/>
                <a:gd name="GluePoint16Y" fmla="*/ 124 h 135"/>
                <a:gd name="GluePoint17X" fmla="*/ 97 w 101"/>
                <a:gd name="GluePoint17Y" fmla="*/ 130 h 135"/>
                <a:gd name="GluePoint18X" fmla="*/ 79 w 101"/>
                <a:gd name="GluePoint18Y" fmla="*/ 4 h 135"/>
                <a:gd name="GluePoint19X" fmla="*/ 97 w 101"/>
                <a:gd name="GluePoint19Y" fmla="*/ 130 h 135"/>
                <a:gd name="GluePoint20X" fmla="*/ 18 w 101"/>
                <a:gd name="GluePoint20Y" fmla="*/ 106 h 135"/>
                <a:gd name="GluePoint21X" fmla="*/ 11 w 101"/>
                <a:gd name="GluePoint21Y" fmla="*/ 101 h 135"/>
                <a:gd name="GluePoint22X" fmla="*/ 18 w 101"/>
                <a:gd name="GluePoint22Y" fmla="*/ 87 h 135"/>
                <a:gd name="GluePoint23X" fmla="*/ 11 w 101"/>
                <a:gd name="GluePoint23Y" fmla="*/ 83 h 135"/>
                <a:gd name="GluePoint24X" fmla="*/ 18 w 101"/>
                <a:gd name="GluePoint24Y" fmla="*/ 69 h 135"/>
                <a:gd name="GluePoint25X" fmla="*/ 11 w 101"/>
                <a:gd name="GluePoint25Y" fmla="*/ 65 h 135"/>
                <a:gd name="GluePoint26X" fmla="*/ 18 w 101"/>
                <a:gd name="GluePoint26Y" fmla="*/ 51 h 135"/>
                <a:gd name="GluePoint27X" fmla="*/ 11 w 101"/>
                <a:gd name="GluePoint27Y" fmla="*/ 47 h 135"/>
                <a:gd name="GluePoint28X" fmla="*/ 18 w 101"/>
                <a:gd name="GluePoint28Y" fmla="*/ 33 h 135"/>
                <a:gd name="GluePoint29X" fmla="*/ 11 w 101"/>
                <a:gd name="GluePoint29Y" fmla="*/ 29 h 135"/>
                <a:gd name="GluePoint30X" fmla="*/ 18 w 101"/>
                <a:gd name="GluePoint30Y" fmla="*/ 15 h 135"/>
                <a:gd name="GluePoint31X" fmla="*/ 11 w 101"/>
                <a:gd name="GluePoint31Y" fmla="*/ 11 h 135"/>
                <a:gd name="GluePoint32X" fmla="*/ 74 w 101"/>
                <a:gd name="GluePoint32Y" fmla="*/ 4 h 135"/>
                <a:gd name="GluePoint33X" fmla="*/ 11 w 101"/>
                <a:gd name="GluePoint33Y" fmla="*/ 130 h 135"/>
                <a:gd name="GluePoint34X" fmla="*/ 18 w 101"/>
                <a:gd name="GluePoint34Y" fmla="*/ 124 h 135"/>
                <a:gd name="GluePoint35X" fmla="*/ 11 w 101"/>
                <a:gd name="GluePoint35Y" fmla="*/ 119 h 1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</a:cxnLst>
              <a:rect l="textAreaLeft" t="textAreaTop" r="textAreaRight" b="textAreaBottom"/>
              <a:pathLst>
                <a:path w="101" h="135">
                  <a:moveTo>
                    <a:pt x="7" y="135"/>
                  </a:moveTo>
                  <a:lnTo>
                    <a:pt x="101" y="135"/>
                  </a:lnTo>
                  <a:lnTo>
                    <a:pt x="101" y="0"/>
                  </a:lnTo>
                  <a:lnTo>
                    <a:pt x="7" y="0"/>
                  </a:lnTo>
                  <a:lnTo>
                    <a:pt x="7" y="11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7" y="15"/>
                  </a:lnTo>
                  <a:lnTo>
                    <a:pt x="7" y="29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7" y="33"/>
                  </a:lnTo>
                  <a:lnTo>
                    <a:pt x="7" y="47"/>
                  </a:lnTo>
                  <a:lnTo>
                    <a:pt x="0" y="47"/>
                  </a:lnTo>
                  <a:lnTo>
                    <a:pt x="0" y="51"/>
                  </a:lnTo>
                  <a:lnTo>
                    <a:pt x="7" y="51"/>
                  </a:lnTo>
                  <a:lnTo>
                    <a:pt x="7" y="65"/>
                  </a:lnTo>
                  <a:lnTo>
                    <a:pt x="0" y="65"/>
                  </a:lnTo>
                  <a:lnTo>
                    <a:pt x="0" y="69"/>
                  </a:lnTo>
                  <a:lnTo>
                    <a:pt x="7" y="69"/>
                  </a:lnTo>
                  <a:lnTo>
                    <a:pt x="7" y="83"/>
                  </a:lnTo>
                  <a:lnTo>
                    <a:pt x="0" y="83"/>
                  </a:lnTo>
                  <a:lnTo>
                    <a:pt x="0" y="87"/>
                  </a:lnTo>
                  <a:lnTo>
                    <a:pt x="7" y="87"/>
                  </a:lnTo>
                  <a:lnTo>
                    <a:pt x="7" y="101"/>
                  </a:lnTo>
                  <a:lnTo>
                    <a:pt x="0" y="101"/>
                  </a:lnTo>
                  <a:lnTo>
                    <a:pt x="0" y="106"/>
                  </a:lnTo>
                  <a:lnTo>
                    <a:pt x="7" y="106"/>
                  </a:lnTo>
                  <a:lnTo>
                    <a:pt x="7" y="119"/>
                  </a:lnTo>
                  <a:lnTo>
                    <a:pt x="0" y="119"/>
                  </a:lnTo>
                  <a:lnTo>
                    <a:pt x="0" y="124"/>
                  </a:lnTo>
                  <a:lnTo>
                    <a:pt x="7" y="124"/>
                  </a:lnTo>
                  <a:lnTo>
                    <a:pt x="7" y="135"/>
                  </a:lnTo>
                  <a:close/>
                  <a:moveTo>
                    <a:pt x="97" y="130"/>
                  </a:moveTo>
                  <a:lnTo>
                    <a:pt x="79" y="130"/>
                  </a:lnTo>
                  <a:lnTo>
                    <a:pt x="79" y="4"/>
                  </a:lnTo>
                  <a:lnTo>
                    <a:pt x="97" y="4"/>
                  </a:lnTo>
                  <a:lnTo>
                    <a:pt x="97" y="130"/>
                  </a:lnTo>
                  <a:close/>
                  <a:moveTo>
                    <a:pt x="11" y="106"/>
                  </a:moveTo>
                  <a:lnTo>
                    <a:pt x="18" y="106"/>
                  </a:lnTo>
                  <a:lnTo>
                    <a:pt x="18" y="101"/>
                  </a:lnTo>
                  <a:lnTo>
                    <a:pt x="11" y="101"/>
                  </a:lnTo>
                  <a:lnTo>
                    <a:pt x="11" y="87"/>
                  </a:lnTo>
                  <a:lnTo>
                    <a:pt x="18" y="87"/>
                  </a:lnTo>
                  <a:lnTo>
                    <a:pt x="18" y="83"/>
                  </a:lnTo>
                  <a:lnTo>
                    <a:pt x="11" y="83"/>
                  </a:lnTo>
                  <a:lnTo>
                    <a:pt x="11" y="69"/>
                  </a:lnTo>
                  <a:lnTo>
                    <a:pt x="18" y="69"/>
                  </a:lnTo>
                  <a:lnTo>
                    <a:pt x="18" y="65"/>
                  </a:lnTo>
                  <a:lnTo>
                    <a:pt x="11" y="65"/>
                  </a:lnTo>
                  <a:lnTo>
                    <a:pt x="11" y="51"/>
                  </a:lnTo>
                  <a:lnTo>
                    <a:pt x="18" y="51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29"/>
                  </a:lnTo>
                  <a:lnTo>
                    <a:pt x="11" y="29"/>
                  </a:lnTo>
                  <a:lnTo>
                    <a:pt x="11" y="15"/>
                  </a:lnTo>
                  <a:lnTo>
                    <a:pt x="18" y="1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11" y="4"/>
                  </a:lnTo>
                  <a:lnTo>
                    <a:pt x="74" y="4"/>
                  </a:lnTo>
                  <a:lnTo>
                    <a:pt x="74" y="130"/>
                  </a:lnTo>
                  <a:lnTo>
                    <a:pt x="11" y="130"/>
                  </a:lnTo>
                  <a:lnTo>
                    <a:pt x="11" y="124"/>
                  </a:lnTo>
                  <a:lnTo>
                    <a:pt x="18" y="124"/>
                  </a:lnTo>
                  <a:lnTo>
                    <a:pt x="18" y="119"/>
                  </a:lnTo>
                  <a:lnTo>
                    <a:pt x="11" y="119"/>
                  </a:lnTo>
                  <a:lnTo>
                    <a:pt x="11" y="10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71" name="Freeform 213"/>
            <p:cNvSpPr/>
            <p:nvPr/>
          </p:nvSpPr>
          <p:spPr>
            <a:xfrm>
              <a:off x="3120840" y="3636000"/>
              <a:ext cx="47880" cy="30348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303480"/>
                <a:gd name="textAreaBottom" fmla="*/ 303840 h 303480"/>
                <a:gd name="GluePoint1X" fmla="*/ 0 w 23"/>
                <a:gd name="GluePoint1Y" fmla="*/ 122 h 145"/>
                <a:gd name="GluePoint2X" fmla="*/ 12 w 23"/>
                <a:gd name="GluePoint2Y" fmla="*/ 145 h 145"/>
                <a:gd name="GluePoint3X" fmla="*/ 23 w 23"/>
                <a:gd name="GluePoint3Y" fmla="*/ 122 h 145"/>
                <a:gd name="GluePoint4X" fmla="*/ 23 w 23"/>
                <a:gd name="GluePoint4Y" fmla="*/ 0 h 145"/>
                <a:gd name="GluePoint5X" fmla="*/ 0 w 23"/>
                <a:gd name="GluePoint5Y" fmla="*/ 0 h 145"/>
                <a:gd name="GluePoint6X" fmla="*/ 0 w 23"/>
                <a:gd name="GluePoint6Y" fmla="*/ 122 h 145"/>
                <a:gd name="GluePoint7X" fmla="*/ 12 w 23"/>
                <a:gd name="GluePoint7Y" fmla="*/ 135 h 145"/>
                <a:gd name="GluePoint8X" fmla="*/ 5 w 23"/>
                <a:gd name="GluePoint8Y" fmla="*/ 121 h 145"/>
                <a:gd name="GluePoint9X" fmla="*/ 5 w 23"/>
                <a:gd name="GluePoint9Y" fmla="*/ 27 h 145"/>
                <a:gd name="GluePoint10X" fmla="*/ 19 w 23"/>
                <a:gd name="GluePoint10Y" fmla="*/ 27 h 145"/>
                <a:gd name="GluePoint11X" fmla="*/ 19 w 23"/>
                <a:gd name="GluePoint11Y" fmla="*/ 121 h 145"/>
                <a:gd name="GluePoint12X" fmla="*/ 12 w 23"/>
                <a:gd name="GluePoint12Y" fmla="*/ 135 h 145"/>
                <a:gd name="GluePoint13X" fmla="*/ 19 w 23"/>
                <a:gd name="GluePoint13Y" fmla="*/ 5 h 145"/>
                <a:gd name="GluePoint14X" fmla="*/ 19 w 23"/>
                <a:gd name="GluePoint14Y" fmla="*/ 23 h 145"/>
                <a:gd name="GluePoint15X" fmla="*/ 5 w 23"/>
                <a:gd name="GluePoint15Y" fmla="*/ 23 h 145"/>
                <a:gd name="GluePoint16X" fmla="*/ 5 w 23"/>
                <a:gd name="GluePoint16Y" fmla="*/ 5 h 145"/>
                <a:gd name="GluePoint17X" fmla="*/ 19 w 23"/>
                <a:gd name="GluePoint17Y" fmla="*/ 5 h 1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3" h="145">
                  <a:moveTo>
                    <a:pt x="0" y="122"/>
                  </a:moveTo>
                  <a:lnTo>
                    <a:pt x="12" y="145"/>
                  </a:lnTo>
                  <a:lnTo>
                    <a:pt x="23" y="122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22"/>
                  </a:lnTo>
                  <a:close/>
                  <a:moveTo>
                    <a:pt x="12" y="135"/>
                  </a:moveTo>
                  <a:lnTo>
                    <a:pt x="5" y="121"/>
                  </a:lnTo>
                  <a:lnTo>
                    <a:pt x="5" y="27"/>
                  </a:lnTo>
                  <a:lnTo>
                    <a:pt x="19" y="27"/>
                  </a:lnTo>
                  <a:lnTo>
                    <a:pt x="19" y="121"/>
                  </a:lnTo>
                  <a:lnTo>
                    <a:pt x="12" y="135"/>
                  </a:lnTo>
                  <a:close/>
                  <a:moveTo>
                    <a:pt x="19" y="5"/>
                  </a:moveTo>
                  <a:lnTo>
                    <a:pt x="19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9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172" name="Freeform 214"/>
          <p:cNvSpPr/>
          <p:nvPr/>
        </p:nvSpPr>
        <p:spPr>
          <a:xfrm>
            <a:off x="3261240" y="3638160"/>
            <a:ext cx="299160" cy="299160"/>
          </a:xfrm>
          <a:custGeom>
            <a:avLst/>
            <a:gdLst>
              <a:gd name="textAreaLeft" fmla="*/ 0 w 299160"/>
              <a:gd name="textAreaRight" fmla="*/ 299520 w 299160"/>
              <a:gd name="textAreaTop" fmla="*/ 0 h 299160"/>
              <a:gd name="textAreaBottom" fmla="*/ 299520 h 299160"/>
              <a:gd name="GluePoint1X" fmla="*/ 0 w 143"/>
              <a:gd name="GluePoint1Y" fmla="*/ 66 h 143"/>
              <a:gd name="GluePoint2X" fmla="*/ 0 w 143"/>
              <a:gd name="GluePoint2Y" fmla="*/ 70 h 143"/>
              <a:gd name="GluePoint3X" fmla="*/ 49 w 143"/>
              <a:gd name="GluePoint3Y" fmla="*/ 94 h 143"/>
              <a:gd name="GluePoint4X" fmla="*/ 73 w 143"/>
              <a:gd name="GluePoint4Y" fmla="*/ 143 h 143"/>
              <a:gd name="GluePoint5X" fmla="*/ 77 w 143"/>
              <a:gd name="GluePoint5Y" fmla="*/ 143 h 143"/>
              <a:gd name="GluePoint6X" fmla="*/ 143 w 143"/>
              <a:gd name="GluePoint6Y" fmla="*/ 3 h 143"/>
              <a:gd name="GluePoint7X" fmla="*/ 141 w 143"/>
              <a:gd name="GluePoint7Y" fmla="*/ 2 h 143"/>
              <a:gd name="GluePoint8X" fmla="*/ 140 w 143"/>
              <a:gd name="GluePoint8Y" fmla="*/ 0 h 143"/>
              <a:gd name="GluePoint9X" fmla="*/ 0 w 143"/>
              <a:gd name="GluePoint9Y" fmla="*/ 66 h 143"/>
              <a:gd name="GluePoint10X" fmla="*/ 130 w 143"/>
              <a:gd name="GluePoint10Y" fmla="*/ 9 h 143"/>
              <a:gd name="GluePoint11X" fmla="*/ 50 w 143"/>
              <a:gd name="GluePoint11Y" fmla="*/ 89 h 143"/>
              <a:gd name="GluePoint12X" fmla="*/ 6 w 143"/>
              <a:gd name="GluePoint12Y" fmla="*/ 67 h 143"/>
              <a:gd name="GluePoint13X" fmla="*/ 130 w 143"/>
              <a:gd name="GluePoint13Y" fmla="*/ 9 h 143"/>
              <a:gd name="GluePoint14X" fmla="*/ 75 w 143"/>
              <a:gd name="GluePoint14Y" fmla="*/ 137 h 143"/>
              <a:gd name="GluePoint15X" fmla="*/ 54 w 143"/>
              <a:gd name="GluePoint15Y" fmla="*/ 93 h 143"/>
              <a:gd name="GluePoint16X" fmla="*/ 133 w 143"/>
              <a:gd name="GluePoint16Y" fmla="*/ 13 h 143"/>
              <a:gd name="GluePoint17X" fmla="*/ 75 w 143"/>
              <a:gd name="GluePoint17Y" fmla="*/ 137 h 1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textAreaLeft" t="textAreaTop" r="textAreaRight" b="textAreaBottom"/>
            <a:pathLst>
              <a:path w="143" h="143">
                <a:moveTo>
                  <a:pt x="0" y="66"/>
                </a:moveTo>
                <a:lnTo>
                  <a:pt x="0" y="70"/>
                </a:lnTo>
                <a:lnTo>
                  <a:pt x="49" y="94"/>
                </a:lnTo>
                <a:lnTo>
                  <a:pt x="73" y="143"/>
                </a:lnTo>
                <a:lnTo>
                  <a:pt x="77" y="143"/>
                </a:lnTo>
                <a:lnTo>
                  <a:pt x="143" y="3"/>
                </a:lnTo>
                <a:lnTo>
                  <a:pt x="141" y="2"/>
                </a:lnTo>
                <a:lnTo>
                  <a:pt x="140" y="0"/>
                </a:lnTo>
                <a:lnTo>
                  <a:pt x="0" y="66"/>
                </a:lnTo>
                <a:close/>
                <a:moveTo>
                  <a:pt x="130" y="9"/>
                </a:moveTo>
                <a:lnTo>
                  <a:pt x="50" y="89"/>
                </a:lnTo>
                <a:lnTo>
                  <a:pt x="6" y="67"/>
                </a:lnTo>
                <a:lnTo>
                  <a:pt x="130" y="9"/>
                </a:lnTo>
                <a:close/>
                <a:moveTo>
                  <a:pt x="75" y="137"/>
                </a:moveTo>
                <a:lnTo>
                  <a:pt x="54" y="93"/>
                </a:lnTo>
                <a:lnTo>
                  <a:pt x="133" y="13"/>
                </a:lnTo>
                <a:lnTo>
                  <a:pt x="75" y="137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173" name="Group 694"/>
          <p:cNvGrpSpPr/>
          <p:nvPr/>
        </p:nvGrpSpPr>
        <p:grpSpPr>
          <a:xfrm>
            <a:off x="3651120" y="3636000"/>
            <a:ext cx="303480" cy="303480"/>
            <a:chOff x="3651120" y="3636000"/>
            <a:chExt cx="303480" cy="303480"/>
          </a:xfrm>
        </p:grpSpPr>
        <p:sp>
          <p:nvSpPr>
            <p:cNvPr id="1174" name="Freeform 215"/>
            <p:cNvSpPr/>
            <p:nvPr/>
          </p:nvSpPr>
          <p:spPr>
            <a:xfrm>
              <a:off x="3651120" y="3636000"/>
              <a:ext cx="303480" cy="30348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303480"/>
                <a:gd name="textAreaBottom" fmla="*/ 303840 h 303480"/>
                <a:gd name="GluePoint1X" fmla="*/ 0 w 145"/>
                <a:gd name="GluePoint1Y" fmla="*/ 145 h 145"/>
                <a:gd name="GluePoint2X" fmla="*/ 145 w 145"/>
                <a:gd name="GluePoint2Y" fmla="*/ 145 h 145"/>
                <a:gd name="GluePoint3X" fmla="*/ 0 w 145"/>
                <a:gd name="GluePoint3Y" fmla="*/ 0 h 145"/>
                <a:gd name="GluePoint4X" fmla="*/ 0 w 145"/>
                <a:gd name="GluePoint4Y" fmla="*/ 145 h 145"/>
                <a:gd name="GluePoint5X" fmla="*/ 4 w 145"/>
                <a:gd name="GluePoint5Y" fmla="*/ 125 h 145"/>
                <a:gd name="GluePoint6X" fmla="*/ 18 w 145"/>
                <a:gd name="GluePoint6Y" fmla="*/ 125 h 145"/>
                <a:gd name="GluePoint7X" fmla="*/ 18 w 145"/>
                <a:gd name="GluePoint7Y" fmla="*/ 120 h 145"/>
                <a:gd name="GluePoint8X" fmla="*/ 4 w 145"/>
                <a:gd name="GluePoint8Y" fmla="*/ 120 h 145"/>
                <a:gd name="GluePoint9X" fmla="*/ 4 w 145"/>
                <a:gd name="GluePoint9Y" fmla="*/ 107 h 145"/>
                <a:gd name="GluePoint10X" fmla="*/ 13 w 145"/>
                <a:gd name="GluePoint10Y" fmla="*/ 107 h 145"/>
                <a:gd name="GluePoint11X" fmla="*/ 13 w 145"/>
                <a:gd name="GluePoint11Y" fmla="*/ 102 h 145"/>
                <a:gd name="GluePoint12X" fmla="*/ 4 w 145"/>
                <a:gd name="GluePoint12Y" fmla="*/ 102 h 145"/>
                <a:gd name="GluePoint13X" fmla="*/ 4 w 145"/>
                <a:gd name="GluePoint13Y" fmla="*/ 89 h 145"/>
                <a:gd name="GluePoint14X" fmla="*/ 18 w 145"/>
                <a:gd name="GluePoint14Y" fmla="*/ 89 h 145"/>
                <a:gd name="GluePoint15X" fmla="*/ 18 w 145"/>
                <a:gd name="GluePoint15Y" fmla="*/ 84 h 145"/>
                <a:gd name="GluePoint16X" fmla="*/ 4 w 145"/>
                <a:gd name="GluePoint16Y" fmla="*/ 84 h 145"/>
                <a:gd name="GluePoint17X" fmla="*/ 4 w 145"/>
                <a:gd name="GluePoint17Y" fmla="*/ 71 h 145"/>
                <a:gd name="GluePoint18X" fmla="*/ 13 w 145"/>
                <a:gd name="GluePoint18Y" fmla="*/ 71 h 145"/>
                <a:gd name="GluePoint19X" fmla="*/ 13 w 145"/>
                <a:gd name="GluePoint19Y" fmla="*/ 66 h 145"/>
                <a:gd name="GluePoint20X" fmla="*/ 4 w 145"/>
                <a:gd name="GluePoint20Y" fmla="*/ 66 h 145"/>
                <a:gd name="GluePoint21X" fmla="*/ 4 w 145"/>
                <a:gd name="GluePoint21Y" fmla="*/ 52 h 145"/>
                <a:gd name="GluePoint22X" fmla="*/ 18 w 145"/>
                <a:gd name="GluePoint22Y" fmla="*/ 52 h 145"/>
                <a:gd name="GluePoint23X" fmla="*/ 18 w 145"/>
                <a:gd name="GluePoint23Y" fmla="*/ 48 h 145"/>
                <a:gd name="GluePoint24X" fmla="*/ 4 w 145"/>
                <a:gd name="GluePoint24Y" fmla="*/ 48 h 145"/>
                <a:gd name="GluePoint25X" fmla="*/ 4 w 145"/>
                <a:gd name="GluePoint25Y" fmla="*/ 11 h 145"/>
                <a:gd name="GluePoint26X" fmla="*/ 134 w 145"/>
                <a:gd name="GluePoint26Y" fmla="*/ 140 h 145"/>
                <a:gd name="GluePoint27X" fmla="*/ 4 w 145"/>
                <a:gd name="GluePoint27Y" fmla="*/ 140 h 145"/>
                <a:gd name="GluePoint28X" fmla="*/ 4 w 145"/>
                <a:gd name="GluePoint28Y" fmla="*/ 125 h 1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</a:cxnLst>
              <a:rect l="textAreaLeft" t="textAreaTop" r="textAreaRight" b="textAreaBottom"/>
              <a:pathLst>
                <a:path w="145" h="145">
                  <a:moveTo>
                    <a:pt x="0" y="145"/>
                  </a:moveTo>
                  <a:lnTo>
                    <a:pt x="145" y="145"/>
                  </a:lnTo>
                  <a:lnTo>
                    <a:pt x="0" y="0"/>
                  </a:lnTo>
                  <a:lnTo>
                    <a:pt x="0" y="145"/>
                  </a:lnTo>
                  <a:close/>
                  <a:moveTo>
                    <a:pt x="4" y="125"/>
                  </a:moveTo>
                  <a:lnTo>
                    <a:pt x="18" y="125"/>
                  </a:lnTo>
                  <a:lnTo>
                    <a:pt x="18" y="120"/>
                  </a:lnTo>
                  <a:lnTo>
                    <a:pt x="4" y="120"/>
                  </a:lnTo>
                  <a:lnTo>
                    <a:pt x="4" y="107"/>
                  </a:lnTo>
                  <a:lnTo>
                    <a:pt x="13" y="107"/>
                  </a:lnTo>
                  <a:lnTo>
                    <a:pt x="13" y="102"/>
                  </a:lnTo>
                  <a:lnTo>
                    <a:pt x="4" y="102"/>
                  </a:lnTo>
                  <a:lnTo>
                    <a:pt x="4" y="89"/>
                  </a:lnTo>
                  <a:lnTo>
                    <a:pt x="18" y="89"/>
                  </a:lnTo>
                  <a:lnTo>
                    <a:pt x="18" y="84"/>
                  </a:lnTo>
                  <a:lnTo>
                    <a:pt x="4" y="84"/>
                  </a:lnTo>
                  <a:lnTo>
                    <a:pt x="4" y="71"/>
                  </a:lnTo>
                  <a:lnTo>
                    <a:pt x="13" y="71"/>
                  </a:lnTo>
                  <a:lnTo>
                    <a:pt x="13" y="66"/>
                  </a:lnTo>
                  <a:lnTo>
                    <a:pt x="4" y="66"/>
                  </a:lnTo>
                  <a:lnTo>
                    <a:pt x="4" y="52"/>
                  </a:lnTo>
                  <a:lnTo>
                    <a:pt x="18" y="52"/>
                  </a:lnTo>
                  <a:lnTo>
                    <a:pt x="18" y="48"/>
                  </a:lnTo>
                  <a:lnTo>
                    <a:pt x="4" y="48"/>
                  </a:lnTo>
                  <a:lnTo>
                    <a:pt x="4" y="11"/>
                  </a:lnTo>
                  <a:lnTo>
                    <a:pt x="134" y="140"/>
                  </a:lnTo>
                  <a:lnTo>
                    <a:pt x="4" y="140"/>
                  </a:lnTo>
                  <a:lnTo>
                    <a:pt x="4" y="12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75" name="Freeform 216"/>
            <p:cNvSpPr/>
            <p:nvPr/>
          </p:nvSpPr>
          <p:spPr>
            <a:xfrm>
              <a:off x="3711960" y="3768120"/>
              <a:ext cx="129600" cy="129600"/>
            </a:xfrm>
            <a:custGeom>
              <a:avLst/>
              <a:gdLst>
                <a:gd name="textAreaLeft" fmla="*/ 0 w 129600"/>
                <a:gd name="textAreaRight" fmla="*/ 129960 w 129600"/>
                <a:gd name="textAreaTop" fmla="*/ 0 h 129600"/>
                <a:gd name="textAreaBottom" fmla="*/ 129960 h 129600"/>
                <a:gd name="GluePoint1X" fmla="*/ 0 w 62"/>
                <a:gd name="GluePoint1Y" fmla="*/ 0 h 62"/>
                <a:gd name="GluePoint2X" fmla="*/ 0 w 62"/>
                <a:gd name="GluePoint2Y" fmla="*/ 62 h 62"/>
                <a:gd name="GluePoint3X" fmla="*/ 62 w 62"/>
                <a:gd name="GluePoint3Y" fmla="*/ 62 h 62"/>
                <a:gd name="GluePoint4X" fmla="*/ 0 w 62"/>
                <a:gd name="GluePoint4Y" fmla="*/ 0 h 62"/>
                <a:gd name="GluePoint5X" fmla="*/ 5 w 62"/>
                <a:gd name="GluePoint5Y" fmla="*/ 11 h 62"/>
                <a:gd name="GluePoint6X" fmla="*/ 51 w 62"/>
                <a:gd name="GluePoint6Y" fmla="*/ 57 h 62"/>
                <a:gd name="GluePoint7X" fmla="*/ 5 w 62"/>
                <a:gd name="GluePoint7Y" fmla="*/ 57 h 62"/>
                <a:gd name="GluePoint8X" fmla="*/ 5 w 62"/>
                <a:gd name="GluePoint8Y" fmla="*/ 11 h 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62" h="62">
                  <a:moveTo>
                    <a:pt x="0" y="0"/>
                  </a:moveTo>
                  <a:lnTo>
                    <a:pt x="0" y="62"/>
                  </a:lnTo>
                  <a:lnTo>
                    <a:pt x="62" y="62"/>
                  </a:lnTo>
                  <a:lnTo>
                    <a:pt x="0" y="0"/>
                  </a:lnTo>
                  <a:close/>
                  <a:moveTo>
                    <a:pt x="5" y="11"/>
                  </a:moveTo>
                  <a:lnTo>
                    <a:pt x="51" y="57"/>
                  </a:lnTo>
                  <a:lnTo>
                    <a:pt x="5" y="57"/>
                  </a:lnTo>
                  <a:lnTo>
                    <a:pt x="5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76" name="Freeform 217"/>
            <p:cNvSpPr/>
            <p:nvPr/>
          </p:nvSpPr>
          <p:spPr>
            <a:xfrm>
              <a:off x="3732840" y="3636000"/>
              <a:ext cx="221760" cy="21960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219600"/>
                <a:gd name="textAreaBottom" fmla="*/ 219960 h 219600"/>
                <a:gd name="GluePoint1X" fmla="*/ 106 w 106"/>
                <a:gd name="GluePoint1Y" fmla="*/ 105 h 105"/>
                <a:gd name="GluePoint2X" fmla="*/ 100 w 106"/>
                <a:gd name="GluePoint2Y" fmla="*/ 83 h 105"/>
                <a:gd name="GluePoint3X" fmla="*/ 17 w 106"/>
                <a:gd name="GluePoint3Y" fmla="*/ 0 h 105"/>
                <a:gd name="GluePoint4X" fmla="*/ 0 w 106"/>
                <a:gd name="GluePoint4Y" fmla="*/ 16 h 105"/>
                <a:gd name="GluePoint5X" fmla="*/ 84 w 106"/>
                <a:gd name="GluePoint5Y" fmla="*/ 100 h 105"/>
                <a:gd name="GluePoint6X" fmla="*/ 106 w 106"/>
                <a:gd name="GluePoint6Y" fmla="*/ 105 h 105"/>
                <a:gd name="GluePoint7X" fmla="*/ 100 w 106"/>
                <a:gd name="GluePoint7Y" fmla="*/ 99 h 105"/>
                <a:gd name="GluePoint8X" fmla="*/ 86 w 106"/>
                <a:gd name="GluePoint8Y" fmla="*/ 96 h 105"/>
                <a:gd name="GluePoint9X" fmla="*/ 21 w 106"/>
                <a:gd name="GluePoint9Y" fmla="*/ 30 h 105"/>
                <a:gd name="GluePoint10X" fmla="*/ 31 w 106"/>
                <a:gd name="GluePoint10Y" fmla="*/ 20 h 105"/>
                <a:gd name="GluePoint11X" fmla="*/ 96 w 106"/>
                <a:gd name="GluePoint11Y" fmla="*/ 85 h 105"/>
                <a:gd name="GluePoint12X" fmla="*/ 100 w 106"/>
                <a:gd name="GluePoint12Y" fmla="*/ 99 h 105"/>
                <a:gd name="GluePoint13X" fmla="*/ 17 w 106"/>
                <a:gd name="GluePoint13Y" fmla="*/ 6 h 105"/>
                <a:gd name="GluePoint14X" fmla="*/ 27 w 106"/>
                <a:gd name="GluePoint14Y" fmla="*/ 16 h 105"/>
                <a:gd name="GluePoint15X" fmla="*/ 17 w 106"/>
                <a:gd name="GluePoint15Y" fmla="*/ 27 h 105"/>
                <a:gd name="GluePoint16X" fmla="*/ 7 w 106"/>
                <a:gd name="GluePoint16Y" fmla="*/ 16 h 105"/>
                <a:gd name="GluePoint17X" fmla="*/ 17 w 106"/>
                <a:gd name="GluePoint17Y" fmla="*/ 6 h 10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6" h="105">
                  <a:moveTo>
                    <a:pt x="106" y="105"/>
                  </a:moveTo>
                  <a:lnTo>
                    <a:pt x="100" y="83"/>
                  </a:lnTo>
                  <a:lnTo>
                    <a:pt x="17" y="0"/>
                  </a:lnTo>
                  <a:lnTo>
                    <a:pt x="0" y="16"/>
                  </a:lnTo>
                  <a:lnTo>
                    <a:pt x="84" y="100"/>
                  </a:lnTo>
                  <a:lnTo>
                    <a:pt x="106" y="105"/>
                  </a:lnTo>
                  <a:close/>
                  <a:moveTo>
                    <a:pt x="100" y="99"/>
                  </a:moveTo>
                  <a:lnTo>
                    <a:pt x="86" y="96"/>
                  </a:lnTo>
                  <a:lnTo>
                    <a:pt x="21" y="30"/>
                  </a:lnTo>
                  <a:lnTo>
                    <a:pt x="31" y="20"/>
                  </a:lnTo>
                  <a:lnTo>
                    <a:pt x="96" y="85"/>
                  </a:lnTo>
                  <a:lnTo>
                    <a:pt x="100" y="99"/>
                  </a:lnTo>
                  <a:close/>
                  <a:moveTo>
                    <a:pt x="17" y="6"/>
                  </a:moveTo>
                  <a:lnTo>
                    <a:pt x="27" y="16"/>
                  </a:lnTo>
                  <a:lnTo>
                    <a:pt x="17" y="27"/>
                  </a:lnTo>
                  <a:lnTo>
                    <a:pt x="7" y="16"/>
                  </a:lnTo>
                  <a:lnTo>
                    <a:pt x="17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77" name="Group 693"/>
          <p:cNvGrpSpPr/>
          <p:nvPr/>
        </p:nvGrpSpPr>
        <p:grpSpPr>
          <a:xfrm>
            <a:off x="4076640" y="3636000"/>
            <a:ext cx="236160" cy="303480"/>
            <a:chOff x="4076640" y="3636000"/>
            <a:chExt cx="236160" cy="303480"/>
          </a:xfrm>
        </p:grpSpPr>
        <p:sp>
          <p:nvSpPr>
            <p:cNvPr id="1178" name="Freeform 218"/>
            <p:cNvSpPr/>
            <p:nvPr/>
          </p:nvSpPr>
          <p:spPr>
            <a:xfrm>
              <a:off x="4143600" y="3638160"/>
              <a:ext cx="83520" cy="3013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301320"/>
                <a:gd name="textAreaBottom" fmla="*/ 301680 h 301320"/>
                <a:gd name="GluePoint1X" fmla="*/ 40 w 40"/>
                <a:gd name="GluePoint1Y" fmla="*/ 144 h 144"/>
                <a:gd name="GluePoint2X" fmla="*/ 40 w 40"/>
                <a:gd name="GluePoint2Y" fmla="*/ 0 h 144"/>
                <a:gd name="GluePoint3X" fmla="*/ 0 w 40"/>
                <a:gd name="GluePoint3Y" fmla="*/ 0 h 144"/>
                <a:gd name="GluePoint4X" fmla="*/ 0 w 40"/>
                <a:gd name="GluePoint4Y" fmla="*/ 144 h 144"/>
                <a:gd name="GluePoint5X" fmla="*/ 40 w 40"/>
                <a:gd name="GluePoint5Y" fmla="*/ 144 h 144"/>
                <a:gd name="GluePoint6X" fmla="*/ 4 w 40"/>
                <a:gd name="GluePoint6Y" fmla="*/ 4 h 144"/>
                <a:gd name="GluePoint7X" fmla="*/ 36 w 40"/>
                <a:gd name="GluePoint7Y" fmla="*/ 4 h 144"/>
                <a:gd name="GluePoint8X" fmla="*/ 36 w 40"/>
                <a:gd name="GluePoint8Y" fmla="*/ 24 h 144"/>
                <a:gd name="GluePoint9X" fmla="*/ 22 w 40"/>
                <a:gd name="GluePoint9Y" fmla="*/ 24 h 144"/>
                <a:gd name="GluePoint10X" fmla="*/ 22 w 40"/>
                <a:gd name="GluePoint10Y" fmla="*/ 29 h 144"/>
                <a:gd name="GluePoint11X" fmla="*/ 36 w 40"/>
                <a:gd name="GluePoint11Y" fmla="*/ 29 h 144"/>
                <a:gd name="GluePoint12X" fmla="*/ 36 w 40"/>
                <a:gd name="GluePoint12Y" fmla="*/ 47 h 144"/>
                <a:gd name="GluePoint13X" fmla="*/ 31 w 40"/>
                <a:gd name="GluePoint13Y" fmla="*/ 47 h 144"/>
                <a:gd name="GluePoint14X" fmla="*/ 31 w 40"/>
                <a:gd name="GluePoint14Y" fmla="*/ 51 h 144"/>
                <a:gd name="GluePoint15X" fmla="*/ 36 w 40"/>
                <a:gd name="GluePoint15Y" fmla="*/ 51 h 144"/>
                <a:gd name="GluePoint16X" fmla="*/ 36 w 40"/>
                <a:gd name="GluePoint16Y" fmla="*/ 70 h 144"/>
                <a:gd name="GluePoint17X" fmla="*/ 22 w 40"/>
                <a:gd name="GluePoint17Y" fmla="*/ 70 h 144"/>
                <a:gd name="GluePoint18X" fmla="*/ 22 w 40"/>
                <a:gd name="GluePoint18Y" fmla="*/ 74 h 144"/>
                <a:gd name="GluePoint19X" fmla="*/ 36 w 40"/>
                <a:gd name="GluePoint19Y" fmla="*/ 74 h 144"/>
                <a:gd name="GluePoint20X" fmla="*/ 36 w 40"/>
                <a:gd name="GluePoint20Y" fmla="*/ 92 h 144"/>
                <a:gd name="GluePoint21X" fmla="*/ 31 w 40"/>
                <a:gd name="GluePoint21Y" fmla="*/ 92 h 144"/>
                <a:gd name="GluePoint22X" fmla="*/ 31 w 40"/>
                <a:gd name="GluePoint22Y" fmla="*/ 97 h 144"/>
                <a:gd name="GluePoint23X" fmla="*/ 36 w 40"/>
                <a:gd name="GluePoint23Y" fmla="*/ 97 h 144"/>
                <a:gd name="GluePoint24X" fmla="*/ 36 w 40"/>
                <a:gd name="GluePoint24Y" fmla="*/ 115 h 144"/>
                <a:gd name="GluePoint25X" fmla="*/ 22 w 40"/>
                <a:gd name="GluePoint25Y" fmla="*/ 115 h 144"/>
                <a:gd name="GluePoint26X" fmla="*/ 22 w 40"/>
                <a:gd name="GluePoint26Y" fmla="*/ 119 h 144"/>
                <a:gd name="GluePoint27X" fmla="*/ 36 w 40"/>
                <a:gd name="GluePoint27Y" fmla="*/ 119 h 144"/>
                <a:gd name="GluePoint28X" fmla="*/ 36 w 40"/>
                <a:gd name="GluePoint28Y" fmla="*/ 139 h 144"/>
                <a:gd name="GluePoint29X" fmla="*/ 4 w 40"/>
                <a:gd name="GluePoint29Y" fmla="*/ 139 h 144"/>
                <a:gd name="GluePoint30X" fmla="*/ 4 w 40"/>
                <a:gd name="GluePoint30Y" fmla="*/ 4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40" h="144">
                  <a:moveTo>
                    <a:pt x="40" y="144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0" y="144"/>
                  </a:lnTo>
                  <a:lnTo>
                    <a:pt x="40" y="144"/>
                  </a:lnTo>
                  <a:close/>
                  <a:moveTo>
                    <a:pt x="4" y="4"/>
                  </a:moveTo>
                  <a:lnTo>
                    <a:pt x="36" y="4"/>
                  </a:lnTo>
                  <a:lnTo>
                    <a:pt x="36" y="24"/>
                  </a:lnTo>
                  <a:lnTo>
                    <a:pt x="22" y="24"/>
                  </a:lnTo>
                  <a:lnTo>
                    <a:pt x="22" y="29"/>
                  </a:lnTo>
                  <a:lnTo>
                    <a:pt x="36" y="29"/>
                  </a:lnTo>
                  <a:lnTo>
                    <a:pt x="36" y="47"/>
                  </a:lnTo>
                  <a:lnTo>
                    <a:pt x="31" y="47"/>
                  </a:lnTo>
                  <a:lnTo>
                    <a:pt x="31" y="51"/>
                  </a:lnTo>
                  <a:lnTo>
                    <a:pt x="36" y="51"/>
                  </a:lnTo>
                  <a:lnTo>
                    <a:pt x="36" y="70"/>
                  </a:lnTo>
                  <a:lnTo>
                    <a:pt x="22" y="70"/>
                  </a:lnTo>
                  <a:lnTo>
                    <a:pt x="22" y="74"/>
                  </a:lnTo>
                  <a:lnTo>
                    <a:pt x="36" y="74"/>
                  </a:lnTo>
                  <a:lnTo>
                    <a:pt x="36" y="92"/>
                  </a:lnTo>
                  <a:lnTo>
                    <a:pt x="31" y="92"/>
                  </a:lnTo>
                  <a:lnTo>
                    <a:pt x="31" y="97"/>
                  </a:lnTo>
                  <a:lnTo>
                    <a:pt x="36" y="97"/>
                  </a:lnTo>
                  <a:lnTo>
                    <a:pt x="36" y="115"/>
                  </a:lnTo>
                  <a:lnTo>
                    <a:pt x="22" y="115"/>
                  </a:lnTo>
                  <a:lnTo>
                    <a:pt x="22" y="119"/>
                  </a:lnTo>
                  <a:lnTo>
                    <a:pt x="36" y="119"/>
                  </a:lnTo>
                  <a:lnTo>
                    <a:pt x="36" y="139"/>
                  </a:lnTo>
                  <a:lnTo>
                    <a:pt x="4" y="139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79" name="Freeform 219"/>
            <p:cNvSpPr/>
            <p:nvPr/>
          </p:nvSpPr>
          <p:spPr>
            <a:xfrm>
              <a:off x="4076640" y="3636000"/>
              <a:ext cx="47880" cy="30348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303480"/>
                <a:gd name="textAreaBottom" fmla="*/ 303840 h 303480"/>
                <a:gd name="GluePoint1X" fmla="*/ 23 w 23"/>
                <a:gd name="GluePoint1Y" fmla="*/ 23 h 145"/>
                <a:gd name="GluePoint2X" fmla="*/ 12 w 23"/>
                <a:gd name="GluePoint2Y" fmla="*/ 0 h 145"/>
                <a:gd name="GluePoint3X" fmla="*/ 0 w 23"/>
                <a:gd name="GluePoint3Y" fmla="*/ 23 h 145"/>
                <a:gd name="GluePoint4X" fmla="*/ 0 w 23"/>
                <a:gd name="GluePoint4Y" fmla="*/ 145 h 145"/>
                <a:gd name="GluePoint5X" fmla="*/ 23 w 23"/>
                <a:gd name="GluePoint5Y" fmla="*/ 145 h 145"/>
                <a:gd name="GluePoint6X" fmla="*/ 23 w 23"/>
                <a:gd name="GluePoint6Y" fmla="*/ 23 h 145"/>
                <a:gd name="GluePoint7X" fmla="*/ 12 w 23"/>
                <a:gd name="GluePoint7Y" fmla="*/ 10 h 145"/>
                <a:gd name="GluePoint8X" fmla="*/ 18 w 23"/>
                <a:gd name="GluePoint8Y" fmla="*/ 24 h 145"/>
                <a:gd name="GluePoint9X" fmla="*/ 18 w 23"/>
                <a:gd name="GluePoint9Y" fmla="*/ 118 h 145"/>
                <a:gd name="GluePoint10X" fmla="*/ 5 w 23"/>
                <a:gd name="GluePoint10Y" fmla="*/ 118 h 145"/>
                <a:gd name="GluePoint11X" fmla="*/ 5 w 23"/>
                <a:gd name="GluePoint11Y" fmla="*/ 24 h 145"/>
                <a:gd name="GluePoint12X" fmla="*/ 12 w 23"/>
                <a:gd name="GluePoint12Y" fmla="*/ 10 h 145"/>
                <a:gd name="GluePoint13X" fmla="*/ 5 w 23"/>
                <a:gd name="GluePoint13Y" fmla="*/ 140 h 145"/>
                <a:gd name="GluePoint14X" fmla="*/ 5 w 23"/>
                <a:gd name="GluePoint14Y" fmla="*/ 122 h 145"/>
                <a:gd name="GluePoint15X" fmla="*/ 18 w 23"/>
                <a:gd name="GluePoint15Y" fmla="*/ 122 h 145"/>
                <a:gd name="GluePoint16X" fmla="*/ 18 w 23"/>
                <a:gd name="GluePoint16Y" fmla="*/ 140 h 145"/>
                <a:gd name="GluePoint17X" fmla="*/ 5 w 23"/>
                <a:gd name="GluePoint17Y" fmla="*/ 140 h 1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3" h="145">
                  <a:moveTo>
                    <a:pt x="23" y="23"/>
                  </a:moveTo>
                  <a:lnTo>
                    <a:pt x="12" y="0"/>
                  </a:lnTo>
                  <a:lnTo>
                    <a:pt x="0" y="23"/>
                  </a:lnTo>
                  <a:lnTo>
                    <a:pt x="0" y="145"/>
                  </a:lnTo>
                  <a:lnTo>
                    <a:pt x="23" y="145"/>
                  </a:lnTo>
                  <a:lnTo>
                    <a:pt x="23" y="23"/>
                  </a:lnTo>
                  <a:close/>
                  <a:moveTo>
                    <a:pt x="12" y="10"/>
                  </a:moveTo>
                  <a:lnTo>
                    <a:pt x="18" y="24"/>
                  </a:lnTo>
                  <a:lnTo>
                    <a:pt x="18" y="118"/>
                  </a:lnTo>
                  <a:lnTo>
                    <a:pt x="5" y="118"/>
                  </a:lnTo>
                  <a:lnTo>
                    <a:pt x="5" y="24"/>
                  </a:lnTo>
                  <a:lnTo>
                    <a:pt x="12" y="10"/>
                  </a:lnTo>
                  <a:close/>
                  <a:moveTo>
                    <a:pt x="5" y="140"/>
                  </a:moveTo>
                  <a:lnTo>
                    <a:pt x="5" y="122"/>
                  </a:lnTo>
                  <a:lnTo>
                    <a:pt x="18" y="122"/>
                  </a:lnTo>
                  <a:lnTo>
                    <a:pt x="18" y="140"/>
                  </a:lnTo>
                  <a:lnTo>
                    <a:pt x="5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80" name="Freeform 220"/>
            <p:cNvSpPr/>
            <p:nvPr/>
          </p:nvSpPr>
          <p:spPr>
            <a:xfrm>
              <a:off x="4246200" y="3646440"/>
              <a:ext cx="66600" cy="28872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288720"/>
                <a:gd name="textAreaBottom" fmla="*/ 289080 h 288720"/>
                <a:gd name="GluePoint1X" fmla="*/ 21 w 32"/>
                <a:gd name="GluePoint1Y" fmla="*/ 138 h 138"/>
                <a:gd name="GluePoint2X" fmla="*/ 32 w 32"/>
                <a:gd name="GluePoint2Y" fmla="*/ 116 h 138"/>
                <a:gd name="GluePoint3X" fmla="*/ 32 w 32"/>
                <a:gd name="GluePoint3Y" fmla="*/ 0 h 138"/>
                <a:gd name="GluePoint4X" fmla="*/ 10 w 32"/>
                <a:gd name="GluePoint4Y" fmla="*/ 0 h 138"/>
                <a:gd name="GluePoint5X" fmla="*/ 10 w 32"/>
                <a:gd name="GluePoint5Y" fmla="*/ 9 h 138"/>
                <a:gd name="GluePoint6X" fmla="*/ 0 w 32"/>
                <a:gd name="GluePoint6Y" fmla="*/ 9 h 138"/>
                <a:gd name="GluePoint7X" fmla="*/ 0 w 32"/>
                <a:gd name="GluePoint7Y" fmla="*/ 34 h 138"/>
                <a:gd name="GluePoint8X" fmla="*/ 5 w 32"/>
                <a:gd name="GluePoint8Y" fmla="*/ 34 h 138"/>
                <a:gd name="GluePoint9X" fmla="*/ 5 w 32"/>
                <a:gd name="GluePoint9Y" fmla="*/ 14 h 138"/>
                <a:gd name="GluePoint10X" fmla="*/ 10 w 32"/>
                <a:gd name="GluePoint10Y" fmla="*/ 14 h 138"/>
                <a:gd name="GluePoint11X" fmla="*/ 10 w 32"/>
                <a:gd name="GluePoint11Y" fmla="*/ 116 h 138"/>
                <a:gd name="GluePoint12X" fmla="*/ 21 w 32"/>
                <a:gd name="GluePoint12Y" fmla="*/ 138 h 138"/>
                <a:gd name="GluePoint13X" fmla="*/ 14 w 32"/>
                <a:gd name="GluePoint13Y" fmla="*/ 5 h 138"/>
                <a:gd name="GluePoint14X" fmla="*/ 28 w 32"/>
                <a:gd name="GluePoint14Y" fmla="*/ 5 h 138"/>
                <a:gd name="GluePoint15X" fmla="*/ 28 w 32"/>
                <a:gd name="GluePoint15Y" fmla="*/ 115 h 138"/>
                <a:gd name="GluePoint16X" fmla="*/ 21 w 32"/>
                <a:gd name="GluePoint16Y" fmla="*/ 128 h 138"/>
                <a:gd name="GluePoint17X" fmla="*/ 14 w 32"/>
                <a:gd name="GluePoint17Y" fmla="*/ 115 h 138"/>
                <a:gd name="GluePoint18X" fmla="*/ 14 w 32"/>
                <a:gd name="GluePoint18Y" fmla="*/ 5 h 1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" h="138">
                  <a:moveTo>
                    <a:pt x="21" y="138"/>
                  </a:moveTo>
                  <a:lnTo>
                    <a:pt x="32" y="116"/>
                  </a:lnTo>
                  <a:lnTo>
                    <a:pt x="32" y="0"/>
                  </a:lnTo>
                  <a:lnTo>
                    <a:pt x="10" y="0"/>
                  </a:lnTo>
                  <a:lnTo>
                    <a:pt x="10" y="9"/>
                  </a:ln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10" y="14"/>
                  </a:lnTo>
                  <a:lnTo>
                    <a:pt x="10" y="116"/>
                  </a:lnTo>
                  <a:lnTo>
                    <a:pt x="21" y="138"/>
                  </a:lnTo>
                  <a:close/>
                  <a:moveTo>
                    <a:pt x="14" y="5"/>
                  </a:moveTo>
                  <a:lnTo>
                    <a:pt x="28" y="5"/>
                  </a:lnTo>
                  <a:lnTo>
                    <a:pt x="28" y="115"/>
                  </a:lnTo>
                  <a:lnTo>
                    <a:pt x="21" y="128"/>
                  </a:lnTo>
                  <a:lnTo>
                    <a:pt x="14" y="11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81" name="Group 697"/>
          <p:cNvGrpSpPr/>
          <p:nvPr/>
        </p:nvGrpSpPr>
        <p:grpSpPr>
          <a:xfrm>
            <a:off x="4437000" y="3684240"/>
            <a:ext cx="301320" cy="207000"/>
            <a:chOff x="4437000" y="3684240"/>
            <a:chExt cx="301320" cy="207000"/>
          </a:xfrm>
        </p:grpSpPr>
        <p:sp>
          <p:nvSpPr>
            <p:cNvPr id="1182" name="Freeform 221"/>
            <p:cNvSpPr/>
            <p:nvPr/>
          </p:nvSpPr>
          <p:spPr>
            <a:xfrm>
              <a:off x="4437000" y="3684240"/>
              <a:ext cx="301320" cy="2070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07000"/>
                <a:gd name="textAreaBottom" fmla="*/ 207360 h 207000"/>
                <a:gd name="GluePoint1X" fmla="*/ 86 w 144"/>
                <a:gd name="GluePoint1Y" fmla="*/ 0 h 99"/>
                <a:gd name="GluePoint2X" fmla="*/ 57 w 144"/>
                <a:gd name="GluePoint2Y" fmla="*/ 0 h 99"/>
                <a:gd name="GluePoint3X" fmla="*/ 39 w 144"/>
                <a:gd name="GluePoint3Y" fmla="*/ 22 h 99"/>
                <a:gd name="GluePoint4X" fmla="*/ 0 w 144"/>
                <a:gd name="GluePoint4Y" fmla="*/ 22 h 99"/>
                <a:gd name="GluePoint5X" fmla="*/ 0 w 144"/>
                <a:gd name="GluePoint5Y" fmla="*/ 99 h 99"/>
                <a:gd name="GluePoint6X" fmla="*/ 144 w 144"/>
                <a:gd name="GluePoint6Y" fmla="*/ 99 h 99"/>
                <a:gd name="GluePoint7X" fmla="*/ 144 w 144"/>
                <a:gd name="GluePoint7Y" fmla="*/ 22 h 99"/>
                <a:gd name="GluePoint8X" fmla="*/ 104 w 144"/>
                <a:gd name="GluePoint8Y" fmla="*/ 22 h 99"/>
                <a:gd name="GluePoint9X" fmla="*/ 86 w 144"/>
                <a:gd name="GluePoint9Y" fmla="*/ 0 h 99"/>
                <a:gd name="GluePoint10X" fmla="*/ 4 w 144"/>
                <a:gd name="GluePoint10Y" fmla="*/ 27 h 99"/>
                <a:gd name="GluePoint11X" fmla="*/ 18 w 144"/>
                <a:gd name="GluePoint11Y" fmla="*/ 27 h 99"/>
                <a:gd name="GluePoint12X" fmla="*/ 18 w 144"/>
                <a:gd name="GluePoint12Y" fmla="*/ 94 h 99"/>
                <a:gd name="GluePoint13X" fmla="*/ 4 w 144"/>
                <a:gd name="GluePoint13Y" fmla="*/ 94 h 99"/>
                <a:gd name="GluePoint14X" fmla="*/ 4 w 144"/>
                <a:gd name="GluePoint14Y" fmla="*/ 27 h 99"/>
                <a:gd name="GluePoint15X" fmla="*/ 139 w 144"/>
                <a:gd name="GluePoint15Y" fmla="*/ 94 h 99"/>
                <a:gd name="GluePoint16X" fmla="*/ 22 w 144"/>
                <a:gd name="GluePoint16Y" fmla="*/ 94 h 99"/>
                <a:gd name="GluePoint17X" fmla="*/ 22 w 144"/>
                <a:gd name="GluePoint17Y" fmla="*/ 27 h 99"/>
                <a:gd name="GluePoint18X" fmla="*/ 41 w 144"/>
                <a:gd name="GluePoint18Y" fmla="*/ 27 h 99"/>
                <a:gd name="GluePoint19X" fmla="*/ 59 w 144"/>
                <a:gd name="GluePoint19Y" fmla="*/ 4 h 99"/>
                <a:gd name="GluePoint20X" fmla="*/ 84 w 144"/>
                <a:gd name="GluePoint20Y" fmla="*/ 4 h 99"/>
                <a:gd name="GluePoint21X" fmla="*/ 102 w 144"/>
                <a:gd name="GluePoint21Y" fmla="*/ 27 h 99"/>
                <a:gd name="GluePoint22X" fmla="*/ 139 w 144"/>
                <a:gd name="GluePoint22Y" fmla="*/ 27 h 99"/>
                <a:gd name="GluePoint23X" fmla="*/ 139 w 144"/>
                <a:gd name="GluePoint23Y" fmla="*/ 94 h 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144" h="99">
                  <a:moveTo>
                    <a:pt x="86" y="0"/>
                  </a:moveTo>
                  <a:lnTo>
                    <a:pt x="57" y="0"/>
                  </a:lnTo>
                  <a:lnTo>
                    <a:pt x="39" y="22"/>
                  </a:lnTo>
                  <a:lnTo>
                    <a:pt x="0" y="22"/>
                  </a:lnTo>
                  <a:lnTo>
                    <a:pt x="0" y="99"/>
                  </a:lnTo>
                  <a:lnTo>
                    <a:pt x="144" y="99"/>
                  </a:lnTo>
                  <a:lnTo>
                    <a:pt x="144" y="22"/>
                  </a:lnTo>
                  <a:lnTo>
                    <a:pt x="104" y="22"/>
                  </a:lnTo>
                  <a:lnTo>
                    <a:pt x="86" y="0"/>
                  </a:lnTo>
                  <a:close/>
                  <a:moveTo>
                    <a:pt x="4" y="27"/>
                  </a:moveTo>
                  <a:lnTo>
                    <a:pt x="18" y="27"/>
                  </a:lnTo>
                  <a:lnTo>
                    <a:pt x="18" y="94"/>
                  </a:lnTo>
                  <a:lnTo>
                    <a:pt x="4" y="94"/>
                  </a:lnTo>
                  <a:lnTo>
                    <a:pt x="4" y="27"/>
                  </a:lnTo>
                  <a:close/>
                  <a:moveTo>
                    <a:pt x="139" y="94"/>
                  </a:moveTo>
                  <a:lnTo>
                    <a:pt x="22" y="94"/>
                  </a:lnTo>
                  <a:lnTo>
                    <a:pt x="22" y="27"/>
                  </a:lnTo>
                  <a:lnTo>
                    <a:pt x="41" y="27"/>
                  </a:lnTo>
                  <a:lnTo>
                    <a:pt x="59" y="4"/>
                  </a:lnTo>
                  <a:lnTo>
                    <a:pt x="84" y="4"/>
                  </a:lnTo>
                  <a:lnTo>
                    <a:pt x="102" y="27"/>
                  </a:lnTo>
                  <a:lnTo>
                    <a:pt x="139" y="27"/>
                  </a:lnTo>
                  <a:lnTo>
                    <a:pt x="139" y="9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83" name="Freeform 222"/>
            <p:cNvSpPr/>
            <p:nvPr/>
          </p:nvSpPr>
          <p:spPr>
            <a:xfrm>
              <a:off x="4543920" y="3768120"/>
              <a:ext cx="85680" cy="8568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85680"/>
                <a:gd name="textAreaBottom" fmla="*/ 86040 h 85680"/>
                <a:gd name="GluePoint1X" fmla="*/ 36 w 72"/>
                <a:gd name="GluePoint1Y" fmla="*/ 0 h 72"/>
                <a:gd name="GluePoint2X" fmla="*/ 0 w 72"/>
                <a:gd name="GluePoint2Y" fmla="*/ 36 h 72"/>
                <a:gd name="GluePoint3X" fmla="*/ 36 w 72"/>
                <a:gd name="GluePoint3Y" fmla="*/ 72 h 72"/>
                <a:gd name="GluePoint4X" fmla="*/ 72 w 72"/>
                <a:gd name="GluePoint4Y" fmla="*/ 36 h 72"/>
                <a:gd name="GluePoint5X" fmla="*/ 36 w 72"/>
                <a:gd name="GluePoint5Y" fmla="*/ 0 h 72"/>
                <a:gd name="GluePoint6X" fmla="*/ 36 w 72"/>
                <a:gd name="GluePoint6Y" fmla="*/ 64 h 72"/>
                <a:gd name="GluePoint7X" fmla="*/ 8 w 72"/>
                <a:gd name="GluePoint7Y" fmla="*/ 36 h 72"/>
                <a:gd name="GluePoint8X" fmla="*/ 36 w 72"/>
                <a:gd name="GluePoint8Y" fmla="*/ 8 h 72"/>
                <a:gd name="GluePoint9X" fmla="*/ 64 w 72"/>
                <a:gd name="GluePoint9Y" fmla="*/ 36 h 72"/>
                <a:gd name="GluePoint10X" fmla="*/ 36 w 72"/>
                <a:gd name="GluePoint10Y" fmla="*/ 64 h 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72" h="72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56" y="72"/>
                    <a:pt x="72" y="56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36" y="64"/>
                  </a:moveTo>
                  <a:cubicBezTo>
                    <a:pt x="21" y="64"/>
                    <a:pt x="8" y="52"/>
                    <a:pt x="8" y="36"/>
                  </a:cubicBezTo>
                  <a:cubicBezTo>
                    <a:pt x="8" y="21"/>
                    <a:pt x="21" y="8"/>
                    <a:pt x="36" y="8"/>
                  </a:cubicBezTo>
                  <a:cubicBezTo>
                    <a:pt x="51" y="8"/>
                    <a:pt x="64" y="21"/>
                    <a:pt x="64" y="36"/>
                  </a:cubicBezTo>
                  <a:cubicBezTo>
                    <a:pt x="64" y="52"/>
                    <a:pt x="51" y="64"/>
                    <a:pt x="36" y="6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84" name="Group 700"/>
          <p:cNvGrpSpPr/>
          <p:nvPr/>
        </p:nvGrpSpPr>
        <p:grpSpPr>
          <a:xfrm>
            <a:off x="4829040" y="3684240"/>
            <a:ext cx="301320" cy="207000"/>
            <a:chOff x="4829040" y="3684240"/>
            <a:chExt cx="301320" cy="207000"/>
          </a:xfrm>
        </p:grpSpPr>
        <p:sp>
          <p:nvSpPr>
            <p:cNvPr id="1185" name="Freeform 223"/>
            <p:cNvSpPr/>
            <p:nvPr/>
          </p:nvSpPr>
          <p:spPr>
            <a:xfrm>
              <a:off x="4829040" y="3684240"/>
              <a:ext cx="301320" cy="2070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07000"/>
                <a:gd name="textAreaBottom" fmla="*/ 207360 h 207000"/>
                <a:gd name="GluePoint1X" fmla="*/ 0 w 144"/>
                <a:gd name="GluePoint1Y" fmla="*/ 99 h 99"/>
                <a:gd name="GluePoint2X" fmla="*/ 144 w 144"/>
                <a:gd name="GluePoint2Y" fmla="*/ 99 h 99"/>
                <a:gd name="GluePoint3X" fmla="*/ 144 w 144"/>
                <a:gd name="GluePoint3Y" fmla="*/ 0 h 99"/>
                <a:gd name="GluePoint4X" fmla="*/ 0 w 144"/>
                <a:gd name="GluePoint4Y" fmla="*/ 0 h 99"/>
                <a:gd name="GluePoint5X" fmla="*/ 0 w 144"/>
                <a:gd name="GluePoint5Y" fmla="*/ 99 h 99"/>
                <a:gd name="GluePoint6X" fmla="*/ 4 w 144"/>
                <a:gd name="GluePoint6Y" fmla="*/ 94 h 99"/>
                <a:gd name="GluePoint7X" fmla="*/ 4 w 144"/>
                <a:gd name="GluePoint7Y" fmla="*/ 84 h 99"/>
                <a:gd name="GluePoint8X" fmla="*/ 54 w 144"/>
                <a:gd name="GluePoint8Y" fmla="*/ 41 h 99"/>
                <a:gd name="GluePoint9X" fmla="*/ 81 w 144"/>
                <a:gd name="GluePoint9Y" fmla="*/ 68 h 99"/>
                <a:gd name="GluePoint10X" fmla="*/ 95 w 144"/>
                <a:gd name="GluePoint10Y" fmla="*/ 50 h 99"/>
                <a:gd name="GluePoint11X" fmla="*/ 139 w 144"/>
                <a:gd name="GluePoint11Y" fmla="*/ 89 h 99"/>
                <a:gd name="GluePoint12X" fmla="*/ 139 w 144"/>
                <a:gd name="GluePoint12Y" fmla="*/ 94 h 99"/>
                <a:gd name="GluePoint13X" fmla="*/ 4 w 144"/>
                <a:gd name="GluePoint13Y" fmla="*/ 94 h 99"/>
                <a:gd name="GluePoint14X" fmla="*/ 139 w 144"/>
                <a:gd name="GluePoint14Y" fmla="*/ 4 h 99"/>
                <a:gd name="GluePoint15X" fmla="*/ 139 w 144"/>
                <a:gd name="GluePoint15Y" fmla="*/ 83 h 99"/>
                <a:gd name="GluePoint16X" fmla="*/ 94 w 144"/>
                <a:gd name="GluePoint16Y" fmla="*/ 44 h 99"/>
                <a:gd name="GluePoint17X" fmla="*/ 81 w 144"/>
                <a:gd name="GluePoint17Y" fmla="*/ 62 h 99"/>
                <a:gd name="GluePoint18X" fmla="*/ 54 w 144"/>
                <a:gd name="GluePoint18Y" fmla="*/ 35 h 99"/>
                <a:gd name="GluePoint19X" fmla="*/ 4 w 144"/>
                <a:gd name="GluePoint19Y" fmla="*/ 78 h 99"/>
                <a:gd name="GluePoint20X" fmla="*/ 4 w 144"/>
                <a:gd name="GluePoint20Y" fmla="*/ 4 h 99"/>
                <a:gd name="GluePoint21X" fmla="*/ 139 w 144"/>
                <a:gd name="GluePoint21Y" fmla="*/ 4 h 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144" h="99">
                  <a:moveTo>
                    <a:pt x="0" y="99"/>
                  </a:moveTo>
                  <a:lnTo>
                    <a:pt x="144" y="99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99"/>
                  </a:lnTo>
                  <a:close/>
                  <a:moveTo>
                    <a:pt x="4" y="94"/>
                  </a:moveTo>
                  <a:lnTo>
                    <a:pt x="4" y="84"/>
                  </a:lnTo>
                  <a:lnTo>
                    <a:pt x="54" y="41"/>
                  </a:lnTo>
                  <a:lnTo>
                    <a:pt x="81" y="68"/>
                  </a:lnTo>
                  <a:lnTo>
                    <a:pt x="95" y="50"/>
                  </a:lnTo>
                  <a:lnTo>
                    <a:pt x="139" y="89"/>
                  </a:lnTo>
                  <a:lnTo>
                    <a:pt x="139" y="94"/>
                  </a:lnTo>
                  <a:lnTo>
                    <a:pt x="4" y="94"/>
                  </a:lnTo>
                  <a:close/>
                  <a:moveTo>
                    <a:pt x="139" y="4"/>
                  </a:moveTo>
                  <a:lnTo>
                    <a:pt x="139" y="83"/>
                  </a:lnTo>
                  <a:lnTo>
                    <a:pt x="94" y="44"/>
                  </a:lnTo>
                  <a:lnTo>
                    <a:pt x="81" y="62"/>
                  </a:lnTo>
                  <a:lnTo>
                    <a:pt x="54" y="35"/>
                  </a:lnTo>
                  <a:lnTo>
                    <a:pt x="4" y="78"/>
                  </a:lnTo>
                  <a:lnTo>
                    <a:pt x="4" y="4"/>
                  </a:lnTo>
                  <a:lnTo>
                    <a:pt x="139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86" name="Freeform 224"/>
            <p:cNvSpPr/>
            <p:nvPr/>
          </p:nvSpPr>
          <p:spPr>
            <a:xfrm>
              <a:off x="5040720" y="3711600"/>
              <a:ext cx="56160" cy="5616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6160"/>
                <a:gd name="textAreaBottom" fmla="*/ 56520 h 56160"/>
                <a:gd name="GluePoint1X" fmla="*/ 24 w 48"/>
                <a:gd name="GluePoint1Y" fmla="*/ 48 h 48"/>
                <a:gd name="GluePoint2X" fmla="*/ 48 w 48"/>
                <a:gd name="GluePoint2Y" fmla="*/ 24 h 48"/>
                <a:gd name="GluePoint3X" fmla="*/ 24 w 48"/>
                <a:gd name="GluePoint3Y" fmla="*/ 0 h 48"/>
                <a:gd name="GluePoint4X" fmla="*/ 0 w 48"/>
                <a:gd name="GluePoint4Y" fmla="*/ 24 h 48"/>
                <a:gd name="GluePoint5X" fmla="*/ 24 w 48"/>
                <a:gd name="GluePoint5Y" fmla="*/ 48 h 48"/>
                <a:gd name="GluePoint6X" fmla="*/ 24 w 48"/>
                <a:gd name="GluePoint6Y" fmla="*/ 8 h 48"/>
                <a:gd name="GluePoint7X" fmla="*/ 40 w 48"/>
                <a:gd name="GluePoint7Y" fmla="*/ 24 h 48"/>
                <a:gd name="GluePoint8X" fmla="*/ 24 w 48"/>
                <a:gd name="GluePoint8Y" fmla="*/ 40 h 48"/>
                <a:gd name="GluePoint9X" fmla="*/ 8 w 48"/>
                <a:gd name="GluePoint9Y" fmla="*/ 24 h 48"/>
                <a:gd name="GluePoint10X" fmla="*/ 24 w 48"/>
                <a:gd name="GluePoint10Y" fmla="*/ 8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8" h="48">
                  <a:moveTo>
                    <a:pt x="24" y="48"/>
                  </a:moveTo>
                  <a:cubicBezTo>
                    <a:pt x="37" y="48"/>
                    <a:pt x="48" y="38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lose/>
                  <a:moveTo>
                    <a:pt x="24" y="8"/>
                  </a:move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ubicBezTo>
                    <a:pt x="15" y="40"/>
                    <a:pt x="8" y="33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87" name="Group 699"/>
          <p:cNvGrpSpPr/>
          <p:nvPr/>
        </p:nvGrpSpPr>
        <p:grpSpPr>
          <a:xfrm>
            <a:off x="5220720" y="3669480"/>
            <a:ext cx="301680" cy="236520"/>
            <a:chOff x="5220720" y="3669480"/>
            <a:chExt cx="301680" cy="236520"/>
          </a:xfrm>
        </p:grpSpPr>
        <p:sp>
          <p:nvSpPr>
            <p:cNvPr id="1188" name="Freeform 225"/>
            <p:cNvSpPr/>
            <p:nvPr/>
          </p:nvSpPr>
          <p:spPr>
            <a:xfrm>
              <a:off x="5220720" y="3707280"/>
              <a:ext cx="255240" cy="19872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198720"/>
                <a:gd name="textAreaBottom" fmla="*/ 199080 h 198720"/>
                <a:gd name="GluePoint1X" fmla="*/ 122 w 122"/>
                <a:gd name="GluePoint1Y" fmla="*/ 0 h 95"/>
                <a:gd name="GluePoint2X" fmla="*/ 0 w 122"/>
                <a:gd name="GluePoint2Y" fmla="*/ 0 h 95"/>
                <a:gd name="GluePoint3X" fmla="*/ 0 w 122"/>
                <a:gd name="GluePoint3Y" fmla="*/ 95 h 95"/>
                <a:gd name="GluePoint4X" fmla="*/ 122 w 122"/>
                <a:gd name="GluePoint4Y" fmla="*/ 95 h 95"/>
                <a:gd name="GluePoint5X" fmla="*/ 122 w 122"/>
                <a:gd name="GluePoint5Y" fmla="*/ 0 h 95"/>
                <a:gd name="GluePoint6X" fmla="*/ 117 w 122"/>
                <a:gd name="GluePoint6Y" fmla="*/ 4 h 95"/>
                <a:gd name="GluePoint7X" fmla="*/ 117 w 122"/>
                <a:gd name="GluePoint7Y" fmla="*/ 83 h 95"/>
                <a:gd name="GluePoint8X" fmla="*/ 88 w 122"/>
                <a:gd name="GluePoint8Y" fmla="*/ 58 h 95"/>
                <a:gd name="GluePoint9X" fmla="*/ 66 w 122"/>
                <a:gd name="GluePoint9Y" fmla="*/ 71 h 95"/>
                <a:gd name="GluePoint10X" fmla="*/ 34 w 122"/>
                <a:gd name="GluePoint10Y" fmla="*/ 35 h 95"/>
                <a:gd name="GluePoint11X" fmla="*/ 4 w 122"/>
                <a:gd name="GluePoint11Y" fmla="*/ 65 h 95"/>
                <a:gd name="GluePoint12X" fmla="*/ 4 w 122"/>
                <a:gd name="GluePoint12Y" fmla="*/ 4 h 95"/>
                <a:gd name="GluePoint13X" fmla="*/ 117 w 122"/>
                <a:gd name="GluePoint13Y" fmla="*/ 4 h 95"/>
                <a:gd name="GluePoint14X" fmla="*/ 4 w 122"/>
                <a:gd name="GluePoint14Y" fmla="*/ 90 h 95"/>
                <a:gd name="GluePoint15X" fmla="*/ 4 w 122"/>
                <a:gd name="GluePoint15Y" fmla="*/ 71 h 95"/>
                <a:gd name="GluePoint16X" fmla="*/ 34 w 122"/>
                <a:gd name="GluePoint16Y" fmla="*/ 42 h 95"/>
                <a:gd name="GluePoint17X" fmla="*/ 65 w 122"/>
                <a:gd name="GluePoint17Y" fmla="*/ 77 h 95"/>
                <a:gd name="GluePoint18X" fmla="*/ 88 w 122"/>
                <a:gd name="GluePoint18Y" fmla="*/ 64 h 95"/>
                <a:gd name="GluePoint19X" fmla="*/ 117 w 122"/>
                <a:gd name="GluePoint19Y" fmla="*/ 89 h 95"/>
                <a:gd name="GluePoint20X" fmla="*/ 117 w 122"/>
                <a:gd name="GluePoint20Y" fmla="*/ 90 h 95"/>
                <a:gd name="GluePoint21X" fmla="*/ 4 w 122"/>
                <a:gd name="GluePoint21Y" fmla="*/ 90 h 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122" h="95">
                  <a:moveTo>
                    <a:pt x="122" y="0"/>
                  </a:moveTo>
                  <a:lnTo>
                    <a:pt x="0" y="0"/>
                  </a:lnTo>
                  <a:lnTo>
                    <a:pt x="0" y="95"/>
                  </a:lnTo>
                  <a:lnTo>
                    <a:pt x="122" y="95"/>
                  </a:lnTo>
                  <a:lnTo>
                    <a:pt x="122" y="0"/>
                  </a:lnTo>
                  <a:close/>
                  <a:moveTo>
                    <a:pt x="117" y="4"/>
                  </a:moveTo>
                  <a:lnTo>
                    <a:pt x="117" y="83"/>
                  </a:lnTo>
                  <a:lnTo>
                    <a:pt x="88" y="58"/>
                  </a:lnTo>
                  <a:lnTo>
                    <a:pt x="66" y="71"/>
                  </a:lnTo>
                  <a:lnTo>
                    <a:pt x="34" y="35"/>
                  </a:lnTo>
                  <a:lnTo>
                    <a:pt x="4" y="65"/>
                  </a:lnTo>
                  <a:lnTo>
                    <a:pt x="4" y="4"/>
                  </a:lnTo>
                  <a:lnTo>
                    <a:pt x="117" y="4"/>
                  </a:lnTo>
                  <a:close/>
                  <a:moveTo>
                    <a:pt x="4" y="90"/>
                  </a:moveTo>
                  <a:lnTo>
                    <a:pt x="4" y="71"/>
                  </a:lnTo>
                  <a:lnTo>
                    <a:pt x="34" y="42"/>
                  </a:lnTo>
                  <a:lnTo>
                    <a:pt x="65" y="77"/>
                  </a:lnTo>
                  <a:lnTo>
                    <a:pt x="88" y="64"/>
                  </a:lnTo>
                  <a:lnTo>
                    <a:pt x="117" y="89"/>
                  </a:lnTo>
                  <a:lnTo>
                    <a:pt x="117" y="90"/>
                  </a:lnTo>
                  <a:lnTo>
                    <a:pt x="4" y="9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89" name="Freeform 226"/>
            <p:cNvSpPr/>
            <p:nvPr/>
          </p:nvSpPr>
          <p:spPr>
            <a:xfrm>
              <a:off x="5262840" y="3669480"/>
              <a:ext cx="259560" cy="198720"/>
            </a:xfrm>
            <a:custGeom>
              <a:avLst/>
              <a:gdLst>
                <a:gd name="textAreaLeft" fmla="*/ 0 w 259560"/>
                <a:gd name="textAreaRight" fmla="*/ 259920 w 259560"/>
                <a:gd name="textAreaTop" fmla="*/ 0 h 198720"/>
                <a:gd name="textAreaBottom" fmla="*/ 199080 h 198720"/>
                <a:gd name="GluePoint1X" fmla="*/ 0 w 124"/>
                <a:gd name="GluePoint1Y" fmla="*/ 16 h 95"/>
                <a:gd name="GluePoint2X" fmla="*/ 5 w 124"/>
                <a:gd name="GluePoint2Y" fmla="*/ 16 h 95"/>
                <a:gd name="GluePoint3X" fmla="*/ 5 w 124"/>
                <a:gd name="GluePoint3Y" fmla="*/ 4 h 95"/>
                <a:gd name="GluePoint4X" fmla="*/ 120 w 124"/>
                <a:gd name="GluePoint4Y" fmla="*/ 4 h 95"/>
                <a:gd name="GluePoint5X" fmla="*/ 120 w 124"/>
                <a:gd name="GluePoint5Y" fmla="*/ 90 h 95"/>
                <a:gd name="GluePoint6X" fmla="*/ 104 w 124"/>
                <a:gd name="GluePoint6Y" fmla="*/ 90 h 95"/>
                <a:gd name="GluePoint7X" fmla="*/ 104 w 124"/>
                <a:gd name="GluePoint7Y" fmla="*/ 95 h 95"/>
                <a:gd name="GluePoint8X" fmla="*/ 124 w 124"/>
                <a:gd name="GluePoint8Y" fmla="*/ 95 h 95"/>
                <a:gd name="GluePoint9X" fmla="*/ 124 w 124"/>
                <a:gd name="GluePoint9Y" fmla="*/ 0 h 95"/>
                <a:gd name="GluePoint10X" fmla="*/ 0 w 124"/>
                <a:gd name="GluePoint10Y" fmla="*/ 0 h 95"/>
                <a:gd name="GluePoint11X" fmla="*/ 0 w 124"/>
                <a:gd name="GluePoint11Y" fmla="*/ 16 h 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24" h="95">
                  <a:moveTo>
                    <a:pt x="0" y="16"/>
                  </a:moveTo>
                  <a:lnTo>
                    <a:pt x="5" y="16"/>
                  </a:lnTo>
                  <a:lnTo>
                    <a:pt x="5" y="4"/>
                  </a:lnTo>
                  <a:lnTo>
                    <a:pt x="120" y="4"/>
                  </a:lnTo>
                  <a:lnTo>
                    <a:pt x="120" y="90"/>
                  </a:lnTo>
                  <a:lnTo>
                    <a:pt x="104" y="90"/>
                  </a:lnTo>
                  <a:lnTo>
                    <a:pt x="104" y="95"/>
                  </a:lnTo>
                  <a:lnTo>
                    <a:pt x="124" y="95"/>
                  </a:lnTo>
                  <a:lnTo>
                    <a:pt x="124" y="0"/>
                  </a:lnTo>
                  <a:lnTo>
                    <a:pt x="0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90" name="Freeform 227"/>
            <p:cNvSpPr/>
            <p:nvPr/>
          </p:nvSpPr>
          <p:spPr>
            <a:xfrm>
              <a:off x="5380200" y="3745080"/>
              <a:ext cx="56160" cy="5616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6160"/>
                <a:gd name="textAreaBottom" fmla="*/ 56520 h 56160"/>
                <a:gd name="GluePoint1X" fmla="*/ 24 w 48"/>
                <a:gd name="GluePoint1Y" fmla="*/ 48 h 48"/>
                <a:gd name="GluePoint2X" fmla="*/ 48 w 48"/>
                <a:gd name="GluePoint2Y" fmla="*/ 24 h 48"/>
                <a:gd name="GluePoint3X" fmla="*/ 24 w 48"/>
                <a:gd name="GluePoint3Y" fmla="*/ 0 h 48"/>
                <a:gd name="GluePoint4X" fmla="*/ 0 w 48"/>
                <a:gd name="GluePoint4Y" fmla="*/ 24 h 48"/>
                <a:gd name="GluePoint5X" fmla="*/ 24 w 48"/>
                <a:gd name="GluePoint5Y" fmla="*/ 48 h 48"/>
                <a:gd name="GluePoint6X" fmla="*/ 24 w 48"/>
                <a:gd name="GluePoint6Y" fmla="*/ 8 h 48"/>
                <a:gd name="GluePoint7X" fmla="*/ 40 w 48"/>
                <a:gd name="GluePoint7Y" fmla="*/ 24 h 48"/>
                <a:gd name="GluePoint8X" fmla="*/ 24 w 48"/>
                <a:gd name="GluePoint8Y" fmla="*/ 40 h 48"/>
                <a:gd name="GluePoint9X" fmla="*/ 8 w 48"/>
                <a:gd name="GluePoint9Y" fmla="*/ 24 h 48"/>
                <a:gd name="GluePoint10X" fmla="*/ 24 w 48"/>
                <a:gd name="GluePoint10Y" fmla="*/ 8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8" h="48">
                  <a:moveTo>
                    <a:pt x="24" y="48"/>
                  </a:moveTo>
                  <a:cubicBezTo>
                    <a:pt x="37" y="48"/>
                    <a:pt x="48" y="38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lose/>
                  <a:moveTo>
                    <a:pt x="24" y="8"/>
                  </a:move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ubicBezTo>
                    <a:pt x="15" y="40"/>
                    <a:pt x="8" y="33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191" name="Group 701"/>
          <p:cNvGrpSpPr/>
          <p:nvPr/>
        </p:nvGrpSpPr>
        <p:grpSpPr>
          <a:xfrm>
            <a:off x="5688000" y="3636000"/>
            <a:ext cx="150480" cy="301320"/>
            <a:chOff x="5688000" y="3636000"/>
            <a:chExt cx="150480" cy="301320"/>
          </a:xfrm>
        </p:grpSpPr>
        <p:sp>
          <p:nvSpPr>
            <p:cNvPr id="1192" name="Freeform 228"/>
            <p:cNvSpPr/>
            <p:nvPr/>
          </p:nvSpPr>
          <p:spPr>
            <a:xfrm>
              <a:off x="5713200" y="3661200"/>
              <a:ext cx="50040" cy="5004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50040"/>
                <a:gd name="textAreaBottom" fmla="*/ 50400 h 50040"/>
                <a:gd name="GluePoint1X" fmla="*/ 43 w 43"/>
                <a:gd name="GluePoint1Y" fmla="*/ 0 h 43"/>
                <a:gd name="GluePoint2X" fmla="*/ 0 w 43"/>
                <a:gd name="GluePoint2Y" fmla="*/ 43 h 43"/>
                <a:gd name="GluePoint3X" fmla="*/ 8 w 43"/>
                <a:gd name="GluePoint3Y" fmla="*/ 43 h 43"/>
                <a:gd name="GluePoint4X" fmla="*/ 43 w 43"/>
                <a:gd name="GluePoint4Y" fmla="*/ 8 h 43"/>
                <a:gd name="GluePoint5X" fmla="*/ 43 w 43"/>
                <a:gd name="GluePoint5Y" fmla="*/ 0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3" h="43">
                  <a:moveTo>
                    <a:pt x="43" y="0"/>
                  </a:moveTo>
                  <a:cubicBezTo>
                    <a:pt x="19" y="0"/>
                    <a:pt x="0" y="19"/>
                    <a:pt x="0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24"/>
                    <a:pt x="24" y="8"/>
                    <a:pt x="43" y="8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200" bIns="25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93" name="Freeform 229"/>
            <p:cNvSpPr/>
            <p:nvPr/>
          </p:nvSpPr>
          <p:spPr>
            <a:xfrm>
              <a:off x="5688000" y="3636000"/>
              <a:ext cx="150480" cy="30132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301320"/>
                <a:gd name="textAreaBottom" fmla="*/ 301680 h 301320"/>
                <a:gd name="GluePoint1X" fmla="*/ 68 w 128"/>
                <a:gd name="GluePoint1Y" fmla="*/ 256 h 256"/>
                <a:gd name="GluePoint2X" fmla="*/ 68 w 128"/>
                <a:gd name="GluePoint2Y" fmla="*/ 128 h 256"/>
                <a:gd name="GluePoint3X" fmla="*/ 128 w 128"/>
                <a:gd name="GluePoint3Y" fmla="*/ 64 h 256"/>
                <a:gd name="GluePoint4X" fmla="*/ 64 w 128"/>
                <a:gd name="GluePoint4Y" fmla="*/ 0 h 256"/>
                <a:gd name="GluePoint5X" fmla="*/ 0 w 128"/>
                <a:gd name="GluePoint5Y" fmla="*/ 64 h 256"/>
                <a:gd name="GluePoint6X" fmla="*/ 60 w 128"/>
                <a:gd name="GluePoint6Y" fmla="*/ 128 h 256"/>
                <a:gd name="GluePoint7X" fmla="*/ 60 w 128"/>
                <a:gd name="GluePoint7Y" fmla="*/ 256 h 256"/>
                <a:gd name="GluePoint8X" fmla="*/ 68 w 128"/>
                <a:gd name="GluePoint8Y" fmla="*/ 256 h 256"/>
                <a:gd name="GluePoint9X" fmla="*/ 8 w 128"/>
                <a:gd name="GluePoint9Y" fmla="*/ 64 h 256"/>
                <a:gd name="GluePoint10X" fmla="*/ 64 w 128"/>
                <a:gd name="GluePoint10Y" fmla="*/ 8 h 256"/>
                <a:gd name="GluePoint11X" fmla="*/ 120 w 128"/>
                <a:gd name="GluePoint11Y" fmla="*/ 64 h 256"/>
                <a:gd name="GluePoint12X" fmla="*/ 64 w 128"/>
                <a:gd name="GluePoint12Y" fmla="*/ 120 h 256"/>
                <a:gd name="GluePoint13X" fmla="*/ 8 w 128"/>
                <a:gd name="GluePoint13Y" fmla="*/ 64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28" h="256">
                  <a:moveTo>
                    <a:pt x="68" y="256"/>
                  </a:moveTo>
                  <a:cubicBezTo>
                    <a:pt x="68" y="128"/>
                    <a:pt x="68" y="128"/>
                    <a:pt x="68" y="128"/>
                  </a:cubicBezTo>
                  <a:cubicBezTo>
                    <a:pt x="102" y="126"/>
                    <a:pt x="128" y="98"/>
                    <a:pt x="128" y="64"/>
                  </a:cubicBezTo>
                  <a:cubicBezTo>
                    <a:pt x="128" y="29"/>
                    <a:pt x="100" y="0"/>
                    <a:pt x="64" y="0"/>
                  </a:cubicBezTo>
                  <a:cubicBezTo>
                    <a:pt x="29" y="0"/>
                    <a:pt x="0" y="29"/>
                    <a:pt x="0" y="64"/>
                  </a:cubicBezTo>
                  <a:cubicBezTo>
                    <a:pt x="0" y="98"/>
                    <a:pt x="27" y="126"/>
                    <a:pt x="60" y="128"/>
                  </a:cubicBezTo>
                  <a:cubicBezTo>
                    <a:pt x="60" y="256"/>
                    <a:pt x="60" y="256"/>
                    <a:pt x="60" y="256"/>
                  </a:cubicBezTo>
                  <a:lnTo>
                    <a:pt x="68" y="256"/>
                  </a:lnTo>
                  <a:close/>
                  <a:moveTo>
                    <a:pt x="8" y="64"/>
                  </a:moveTo>
                  <a:cubicBezTo>
                    <a:pt x="8" y="33"/>
                    <a:pt x="33" y="8"/>
                    <a:pt x="64" y="8"/>
                  </a:cubicBezTo>
                  <a:cubicBezTo>
                    <a:pt x="95" y="8"/>
                    <a:pt x="120" y="33"/>
                    <a:pt x="120" y="64"/>
                  </a:cubicBezTo>
                  <a:cubicBezTo>
                    <a:pt x="120" y="95"/>
                    <a:pt x="95" y="120"/>
                    <a:pt x="64" y="120"/>
                  </a:cubicBezTo>
                  <a:cubicBezTo>
                    <a:pt x="33" y="120"/>
                    <a:pt x="8" y="95"/>
                    <a:pt x="8" y="6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194" name="Freeform 230"/>
          <p:cNvSpPr/>
          <p:nvPr/>
        </p:nvSpPr>
        <p:spPr>
          <a:xfrm>
            <a:off x="6071760" y="3636000"/>
            <a:ext cx="169560" cy="301320"/>
          </a:xfrm>
          <a:custGeom>
            <a:avLst/>
            <a:gdLst>
              <a:gd name="textAreaLeft" fmla="*/ 0 w 169560"/>
              <a:gd name="textAreaRight" fmla="*/ 169920 w 169560"/>
              <a:gd name="textAreaTop" fmla="*/ 0 h 301320"/>
              <a:gd name="textAreaBottom" fmla="*/ 301680 h 301320"/>
              <a:gd name="GluePoint1X" fmla="*/ 2 w 81"/>
              <a:gd name="GluePoint1Y" fmla="*/ 67 h 144"/>
              <a:gd name="GluePoint2X" fmla="*/ 0 w 81"/>
              <a:gd name="GluePoint2Y" fmla="*/ 83 h 144"/>
              <a:gd name="GluePoint3X" fmla="*/ 38 w 81"/>
              <a:gd name="GluePoint3Y" fmla="*/ 83 h 144"/>
              <a:gd name="GluePoint4X" fmla="*/ 38 w 81"/>
              <a:gd name="GluePoint4Y" fmla="*/ 144 h 144"/>
              <a:gd name="GluePoint5X" fmla="*/ 42 w 81"/>
              <a:gd name="GluePoint5Y" fmla="*/ 144 h 144"/>
              <a:gd name="GluePoint6X" fmla="*/ 42 w 81"/>
              <a:gd name="GluePoint6Y" fmla="*/ 83 h 144"/>
              <a:gd name="GluePoint7X" fmla="*/ 81 w 81"/>
              <a:gd name="GluePoint7Y" fmla="*/ 83 h 144"/>
              <a:gd name="GluePoint8X" fmla="*/ 78 w 81"/>
              <a:gd name="GluePoint8Y" fmla="*/ 67 h 144"/>
              <a:gd name="GluePoint9X" fmla="*/ 58 w 81"/>
              <a:gd name="GluePoint9Y" fmla="*/ 58 h 144"/>
              <a:gd name="GluePoint10X" fmla="*/ 54 w 81"/>
              <a:gd name="GluePoint10Y" fmla="*/ 22 h 144"/>
              <a:gd name="GluePoint11X" fmla="*/ 65 w 81"/>
              <a:gd name="GluePoint11Y" fmla="*/ 12 h 144"/>
              <a:gd name="GluePoint12X" fmla="*/ 65 w 81"/>
              <a:gd name="GluePoint12Y" fmla="*/ 0 h 144"/>
              <a:gd name="GluePoint13X" fmla="*/ 40 w 81"/>
              <a:gd name="GluePoint13Y" fmla="*/ 0 h 144"/>
              <a:gd name="GluePoint14X" fmla="*/ 15 w 81"/>
              <a:gd name="GluePoint14Y" fmla="*/ 0 h 144"/>
              <a:gd name="GluePoint15X" fmla="*/ 15 w 81"/>
              <a:gd name="GluePoint15Y" fmla="*/ 12 h 144"/>
              <a:gd name="GluePoint16X" fmla="*/ 27 w 81"/>
              <a:gd name="GluePoint16Y" fmla="*/ 22 h 144"/>
              <a:gd name="GluePoint17X" fmla="*/ 23 w 81"/>
              <a:gd name="GluePoint17Y" fmla="*/ 58 h 144"/>
              <a:gd name="GluePoint18X" fmla="*/ 2 w 81"/>
              <a:gd name="GluePoint18Y" fmla="*/ 67 h 144"/>
              <a:gd name="GluePoint19X" fmla="*/ 32 w 81"/>
              <a:gd name="GluePoint19Y" fmla="*/ 20 h 144"/>
              <a:gd name="GluePoint20X" fmla="*/ 20 w 81"/>
              <a:gd name="GluePoint20Y" fmla="*/ 10 h 144"/>
              <a:gd name="GluePoint21X" fmla="*/ 20 w 81"/>
              <a:gd name="GluePoint21Y" fmla="*/ 5 h 144"/>
              <a:gd name="GluePoint22X" fmla="*/ 40 w 81"/>
              <a:gd name="GluePoint22Y" fmla="*/ 5 h 144"/>
              <a:gd name="GluePoint23X" fmla="*/ 60 w 81"/>
              <a:gd name="GluePoint23Y" fmla="*/ 5 h 144"/>
              <a:gd name="GluePoint24X" fmla="*/ 60 w 81"/>
              <a:gd name="GluePoint24Y" fmla="*/ 10 h 144"/>
              <a:gd name="GluePoint25X" fmla="*/ 49 w 81"/>
              <a:gd name="GluePoint25Y" fmla="*/ 20 h 144"/>
              <a:gd name="GluePoint26X" fmla="*/ 54 w 81"/>
              <a:gd name="GluePoint26Y" fmla="*/ 60 h 144"/>
              <a:gd name="GluePoint27X" fmla="*/ 74 w 81"/>
              <a:gd name="GluePoint27Y" fmla="*/ 69 h 144"/>
              <a:gd name="GluePoint28X" fmla="*/ 76 w 81"/>
              <a:gd name="GluePoint28Y" fmla="*/ 79 h 144"/>
              <a:gd name="GluePoint29X" fmla="*/ 40 w 81"/>
              <a:gd name="GluePoint29Y" fmla="*/ 79 h 144"/>
              <a:gd name="GluePoint30X" fmla="*/ 5 w 81"/>
              <a:gd name="GluePoint30Y" fmla="*/ 79 h 144"/>
              <a:gd name="GluePoint31X" fmla="*/ 6 w 81"/>
              <a:gd name="GluePoint31Y" fmla="*/ 69 h 144"/>
              <a:gd name="GluePoint32X" fmla="*/ 27 w 81"/>
              <a:gd name="GluePoint32Y" fmla="*/ 60 h 144"/>
              <a:gd name="GluePoint33X" fmla="*/ 32 w 81"/>
              <a:gd name="GluePoint33Y" fmla="*/ 20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</a:cxnLst>
            <a:rect l="textAreaLeft" t="textAreaTop" r="textAreaRight" b="textAreaBottom"/>
            <a:pathLst>
              <a:path w="81" h="144">
                <a:moveTo>
                  <a:pt x="2" y="67"/>
                </a:moveTo>
                <a:lnTo>
                  <a:pt x="0" y="83"/>
                </a:lnTo>
                <a:lnTo>
                  <a:pt x="38" y="83"/>
                </a:lnTo>
                <a:lnTo>
                  <a:pt x="38" y="144"/>
                </a:lnTo>
                <a:lnTo>
                  <a:pt x="42" y="144"/>
                </a:lnTo>
                <a:lnTo>
                  <a:pt x="42" y="83"/>
                </a:lnTo>
                <a:lnTo>
                  <a:pt x="81" y="83"/>
                </a:lnTo>
                <a:lnTo>
                  <a:pt x="78" y="67"/>
                </a:lnTo>
                <a:lnTo>
                  <a:pt x="58" y="58"/>
                </a:lnTo>
                <a:lnTo>
                  <a:pt x="54" y="22"/>
                </a:lnTo>
                <a:lnTo>
                  <a:pt x="65" y="12"/>
                </a:lnTo>
                <a:lnTo>
                  <a:pt x="65" y="0"/>
                </a:lnTo>
                <a:lnTo>
                  <a:pt x="40" y="0"/>
                </a:lnTo>
                <a:lnTo>
                  <a:pt x="15" y="0"/>
                </a:lnTo>
                <a:lnTo>
                  <a:pt x="15" y="12"/>
                </a:lnTo>
                <a:lnTo>
                  <a:pt x="27" y="22"/>
                </a:lnTo>
                <a:lnTo>
                  <a:pt x="23" y="58"/>
                </a:lnTo>
                <a:lnTo>
                  <a:pt x="2" y="67"/>
                </a:lnTo>
                <a:close/>
                <a:moveTo>
                  <a:pt x="32" y="20"/>
                </a:moveTo>
                <a:lnTo>
                  <a:pt x="20" y="10"/>
                </a:lnTo>
                <a:lnTo>
                  <a:pt x="20" y="5"/>
                </a:lnTo>
                <a:lnTo>
                  <a:pt x="40" y="5"/>
                </a:lnTo>
                <a:lnTo>
                  <a:pt x="60" y="5"/>
                </a:lnTo>
                <a:lnTo>
                  <a:pt x="60" y="10"/>
                </a:lnTo>
                <a:lnTo>
                  <a:pt x="49" y="20"/>
                </a:lnTo>
                <a:lnTo>
                  <a:pt x="54" y="60"/>
                </a:lnTo>
                <a:lnTo>
                  <a:pt x="74" y="69"/>
                </a:lnTo>
                <a:lnTo>
                  <a:pt x="76" y="79"/>
                </a:lnTo>
                <a:lnTo>
                  <a:pt x="40" y="79"/>
                </a:lnTo>
                <a:lnTo>
                  <a:pt x="5" y="79"/>
                </a:lnTo>
                <a:lnTo>
                  <a:pt x="6" y="69"/>
                </a:lnTo>
                <a:lnTo>
                  <a:pt x="27" y="60"/>
                </a:lnTo>
                <a:lnTo>
                  <a:pt x="32" y="2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195" name="Group 704"/>
          <p:cNvGrpSpPr/>
          <p:nvPr/>
        </p:nvGrpSpPr>
        <p:grpSpPr>
          <a:xfrm>
            <a:off x="6398640" y="3686400"/>
            <a:ext cx="301320" cy="203040"/>
            <a:chOff x="6398640" y="3686400"/>
            <a:chExt cx="301320" cy="203040"/>
          </a:xfrm>
        </p:grpSpPr>
        <p:sp>
          <p:nvSpPr>
            <p:cNvPr id="1196" name="Freeform 231"/>
            <p:cNvSpPr/>
            <p:nvPr/>
          </p:nvSpPr>
          <p:spPr>
            <a:xfrm>
              <a:off x="6398640" y="3686400"/>
              <a:ext cx="301320" cy="20304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03040"/>
                <a:gd name="textAreaBottom" fmla="*/ 203400 h 203040"/>
                <a:gd name="GluePoint1X" fmla="*/ 144 w 144"/>
                <a:gd name="GluePoint1Y" fmla="*/ 0 h 97"/>
                <a:gd name="GluePoint2X" fmla="*/ 0 w 144"/>
                <a:gd name="GluePoint2Y" fmla="*/ 0 h 97"/>
                <a:gd name="GluePoint3X" fmla="*/ 0 w 144"/>
                <a:gd name="GluePoint3Y" fmla="*/ 97 h 97"/>
                <a:gd name="GluePoint4X" fmla="*/ 144 w 144"/>
                <a:gd name="GluePoint4Y" fmla="*/ 97 h 97"/>
                <a:gd name="GluePoint5X" fmla="*/ 144 w 144"/>
                <a:gd name="GluePoint5Y" fmla="*/ 0 h 97"/>
                <a:gd name="GluePoint6X" fmla="*/ 139 w 144"/>
                <a:gd name="GluePoint6Y" fmla="*/ 92 h 97"/>
                <a:gd name="GluePoint7X" fmla="*/ 4 w 144"/>
                <a:gd name="GluePoint7Y" fmla="*/ 92 h 97"/>
                <a:gd name="GluePoint8X" fmla="*/ 4 w 144"/>
                <a:gd name="GluePoint8Y" fmla="*/ 4 h 97"/>
                <a:gd name="GluePoint9X" fmla="*/ 139 w 144"/>
                <a:gd name="GluePoint9Y" fmla="*/ 4 h 97"/>
                <a:gd name="GluePoint10X" fmla="*/ 139 w 144"/>
                <a:gd name="GluePoint10Y" fmla="*/ 92 h 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4" h="97">
                  <a:moveTo>
                    <a:pt x="144" y="0"/>
                  </a:moveTo>
                  <a:lnTo>
                    <a:pt x="0" y="0"/>
                  </a:lnTo>
                  <a:lnTo>
                    <a:pt x="0" y="97"/>
                  </a:lnTo>
                  <a:lnTo>
                    <a:pt x="144" y="97"/>
                  </a:lnTo>
                  <a:lnTo>
                    <a:pt x="144" y="0"/>
                  </a:lnTo>
                  <a:close/>
                  <a:moveTo>
                    <a:pt x="13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139" y="4"/>
                  </a:lnTo>
                  <a:lnTo>
                    <a:pt x="139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97" name="Freeform 232"/>
            <p:cNvSpPr/>
            <p:nvPr/>
          </p:nvSpPr>
          <p:spPr>
            <a:xfrm>
              <a:off x="6625080" y="3713400"/>
              <a:ext cx="45720" cy="5616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56160"/>
                <a:gd name="textAreaBottom" fmla="*/ 56520 h 56160"/>
                <a:gd name="GluePoint1X" fmla="*/ 22 w 22"/>
                <a:gd name="GluePoint1Y" fmla="*/ 0 h 27"/>
                <a:gd name="GluePoint2X" fmla="*/ 0 w 22"/>
                <a:gd name="GluePoint2Y" fmla="*/ 0 h 27"/>
                <a:gd name="GluePoint3X" fmla="*/ 0 w 22"/>
                <a:gd name="GluePoint3Y" fmla="*/ 27 h 27"/>
                <a:gd name="GluePoint4X" fmla="*/ 22 w 22"/>
                <a:gd name="GluePoint4Y" fmla="*/ 27 h 27"/>
                <a:gd name="GluePoint5X" fmla="*/ 22 w 22"/>
                <a:gd name="GluePoint5Y" fmla="*/ 0 h 27"/>
                <a:gd name="GluePoint6X" fmla="*/ 18 w 22"/>
                <a:gd name="GluePoint6Y" fmla="*/ 23 h 27"/>
                <a:gd name="GluePoint7X" fmla="*/ 4 w 22"/>
                <a:gd name="GluePoint7Y" fmla="*/ 23 h 27"/>
                <a:gd name="GluePoint8X" fmla="*/ 4 w 22"/>
                <a:gd name="GluePoint8Y" fmla="*/ 5 h 27"/>
                <a:gd name="GluePoint9X" fmla="*/ 18 w 22"/>
                <a:gd name="GluePoint9Y" fmla="*/ 5 h 27"/>
                <a:gd name="GluePoint10X" fmla="*/ 18 w 22"/>
                <a:gd name="GluePoint10Y" fmla="*/ 23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2" h="27">
                  <a:moveTo>
                    <a:pt x="22" y="0"/>
                  </a:moveTo>
                  <a:lnTo>
                    <a:pt x="0" y="0"/>
                  </a:lnTo>
                  <a:lnTo>
                    <a:pt x="0" y="27"/>
                  </a:lnTo>
                  <a:lnTo>
                    <a:pt x="22" y="27"/>
                  </a:lnTo>
                  <a:lnTo>
                    <a:pt x="22" y="0"/>
                  </a:lnTo>
                  <a:close/>
                  <a:moveTo>
                    <a:pt x="18" y="23"/>
                  </a:moveTo>
                  <a:lnTo>
                    <a:pt x="4" y="23"/>
                  </a:lnTo>
                  <a:lnTo>
                    <a:pt x="4" y="5"/>
                  </a:lnTo>
                  <a:lnTo>
                    <a:pt x="18" y="5"/>
                  </a:lnTo>
                  <a:lnTo>
                    <a:pt x="18" y="2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98" name="Rectangle 233"/>
            <p:cNvSpPr/>
            <p:nvPr/>
          </p:nvSpPr>
          <p:spPr>
            <a:xfrm>
              <a:off x="6576840" y="3713400"/>
              <a:ext cx="10080" cy="1465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199" name="Rectangle 234"/>
            <p:cNvSpPr/>
            <p:nvPr/>
          </p:nvSpPr>
          <p:spPr>
            <a:xfrm>
              <a:off x="6426000" y="3724200"/>
              <a:ext cx="131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00" name="Rectangle 235"/>
            <p:cNvSpPr/>
            <p:nvPr/>
          </p:nvSpPr>
          <p:spPr>
            <a:xfrm>
              <a:off x="6426000" y="3751200"/>
              <a:ext cx="11268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01" name="Rectangle 236"/>
            <p:cNvSpPr/>
            <p:nvPr/>
          </p:nvSpPr>
          <p:spPr>
            <a:xfrm>
              <a:off x="6426000" y="3780720"/>
              <a:ext cx="1231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202" name="Group 703"/>
          <p:cNvGrpSpPr/>
          <p:nvPr/>
        </p:nvGrpSpPr>
        <p:grpSpPr>
          <a:xfrm>
            <a:off x="6790320" y="3682080"/>
            <a:ext cx="301680" cy="211680"/>
            <a:chOff x="6790320" y="3682080"/>
            <a:chExt cx="301680" cy="211680"/>
          </a:xfrm>
        </p:grpSpPr>
        <p:sp>
          <p:nvSpPr>
            <p:cNvPr id="1203" name="Freeform 237"/>
            <p:cNvSpPr/>
            <p:nvPr/>
          </p:nvSpPr>
          <p:spPr>
            <a:xfrm>
              <a:off x="6790320" y="3724200"/>
              <a:ext cx="259560" cy="169560"/>
            </a:xfrm>
            <a:custGeom>
              <a:avLst/>
              <a:gdLst>
                <a:gd name="textAreaLeft" fmla="*/ 0 w 259560"/>
                <a:gd name="textAreaRight" fmla="*/ 259920 w 259560"/>
                <a:gd name="textAreaTop" fmla="*/ 0 h 169560"/>
                <a:gd name="textAreaBottom" fmla="*/ 169920 h 169560"/>
                <a:gd name="GluePoint1X" fmla="*/ 124 w 124"/>
                <a:gd name="GluePoint1Y" fmla="*/ 0 h 81"/>
                <a:gd name="GluePoint2X" fmla="*/ 0 w 124"/>
                <a:gd name="GluePoint2Y" fmla="*/ 0 h 81"/>
                <a:gd name="GluePoint3X" fmla="*/ 0 w 124"/>
                <a:gd name="GluePoint3Y" fmla="*/ 81 h 81"/>
                <a:gd name="GluePoint4X" fmla="*/ 124 w 124"/>
                <a:gd name="GluePoint4Y" fmla="*/ 81 h 81"/>
                <a:gd name="GluePoint5X" fmla="*/ 124 w 124"/>
                <a:gd name="GluePoint5Y" fmla="*/ 0 h 81"/>
                <a:gd name="GluePoint6X" fmla="*/ 119 w 124"/>
                <a:gd name="GluePoint6Y" fmla="*/ 76 h 81"/>
                <a:gd name="GluePoint7X" fmla="*/ 4 w 124"/>
                <a:gd name="GluePoint7Y" fmla="*/ 76 h 81"/>
                <a:gd name="GluePoint8X" fmla="*/ 4 w 124"/>
                <a:gd name="GluePoint8Y" fmla="*/ 4 h 81"/>
                <a:gd name="GluePoint9X" fmla="*/ 119 w 124"/>
                <a:gd name="GluePoint9Y" fmla="*/ 4 h 81"/>
                <a:gd name="GluePoint10X" fmla="*/ 119 w 124"/>
                <a:gd name="GluePoint10Y" fmla="*/ 76 h 8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24" h="81">
                  <a:moveTo>
                    <a:pt x="124" y="0"/>
                  </a:moveTo>
                  <a:lnTo>
                    <a:pt x="0" y="0"/>
                  </a:lnTo>
                  <a:lnTo>
                    <a:pt x="0" y="81"/>
                  </a:lnTo>
                  <a:lnTo>
                    <a:pt x="124" y="81"/>
                  </a:lnTo>
                  <a:lnTo>
                    <a:pt x="124" y="0"/>
                  </a:lnTo>
                  <a:close/>
                  <a:moveTo>
                    <a:pt x="119" y="76"/>
                  </a:moveTo>
                  <a:lnTo>
                    <a:pt x="4" y="76"/>
                  </a:lnTo>
                  <a:lnTo>
                    <a:pt x="4" y="4"/>
                  </a:lnTo>
                  <a:lnTo>
                    <a:pt x="119" y="4"/>
                  </a:lnTo>
                  <a:lnTo>
                    <a:pt x="119" y="7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04" name="Freeform 238"/>
            <p:cNvSpPr/>
            <p:nvPr/>
          </p:nvSpPr>
          <p:spPr>
            <a:xfrm>
              <a:off x="6832440" y="3682080"/>
              <a:ext cx="259560" cy="169560"/>
            </a:xfrm>
            <a:custGeom>
              <a:avLst/>
              <a:gdLst>
                <a:gd name="textAreaLeft" fmla="*/ 0 w 259560"/>
                <a:gd name="textAreaRight" fmla="*/ 259920 w 259560"/>
                <a:gd name="textAreaTop" fmla="*/ 0 h 169560"/>
                <a:gd name="textAreaBottom" fmla="*/ 169920 h 169560"/>
                <a:gd name="GluePoint1X" fmla="*/ 4 w 124"/>
                <a:gd name="GluePoint1Y" fmla="*/ 4 h 81"/>
                <a:gd name="GluePoint2X" fmla="*/ 119 w 124"/>
                <a:gd name="GluePoint2Y" fmla="*/ 4 h 81"/>
                <a:gd name="GluePoint3X" fmla="*/ 119 w 124"/>
                <a:gd name="GluePoint3Y" fmla="*/ 76 h 81"/>
                <a:gd name="GluePoint4X" fmla="*/ 108 w 124"/>
                <a:gd name="GluePoint4Y" fmla="*/ 76 h 81"/>
                <a:gd name="GluePoint5X" fmla="*/ 108 w 124"/>
                <a:gd name="GluePoint5Y" fmla="*/ 81 h 81"/>
                <a:gd name="GluePoint6X" fmla="*/ 124 w 124"/>
                <a:gd name="GluePoint6Y" fmla="*/ 81 h 81"/>
                <a:gd name="GluePoint7X" fmla="*/ 124 w 124"/>
                <a:gd name="GluePoint7Y" fmla="*/ 0 h 81"/>
                <a:gd name="GluePoint8X" fmla="*/ 0 w 124"/>
                <a:gd name="GluePoint8Y" fmla="*/ 0 h 81"/>
                <a:gd name="GluePoint9X" fmla="*/ 0 w 124"/>
                <a:gd name="GluePoint9Y" fmla="*/ 15 h 81"/>
                <a:gd name="GluePoint10X" fmla="*/ 4 w 124"/>
                <a:gd name="GluePoint10Y" fmla="*/ 15 h 81"/>
                <a:gd name="GluePoint11X" fmla="*/ 4 w 124"/>
                <a:gd name="GluePoint11Y" fmla="*/ 4 h 8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24" h="81">
                  <a:moveTo>
                    <a:pt x="4" y="4"/>
                  </a:moveTo>
                  <a:lnTo>
                    <a:pt x="119" y="4"/>
                  </a:lnTo>
                  <a:lnTo>
                    <a:pt x="119" y="76"/>
                  </a:lnTo>
                  <a:lnTo>
                    <a:pt x="108" y="76"/>
                  </a:lnTo>
                  <a:lnTo>
                    <a:pt x="108" y="81"/>
                  </a:lnTo>
                  <a:lnTo>
                    <a:pt x="124" y="81"/>
                  </a:lnTo>
                  <a:lnTo>
                    <a:pt x="124" y="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05" name="Freeform 239"/>
            <p:cNvSpPr/>
            <p:nvPr/>
          </p:nvSpPr>
          <p:spPr>
            <a:xfrm>
              <a:off x="6983280" y="3747240"/>
              <a:ext cx="41400" cy="478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7880"/>
                <a:gd name="textAreaBottom" fmla="*/ 48240 h 47880"/>
                <a:gd name="GluePoint1X" fmla="*/ 20 w 20"/>
                <a:gd name="GluePoint1Y" fmla="*/ 0 h 23"/>
                <a:gd name="GluePoint2X" fmla="*/ 0 w 20"/>
                <a:gd name="GluePoint2Y" fmla="*/ 0 h 23"/>
                <a:gd name="GluePoint3X" fmla="*/ 0 w 20"/>
                <a:gd name="GluePoint3Y" fmla="*/ 23 h 23"/>
                <a:gd name="GluePoint4X" fmla="*/ 20 w 20"/>
                <a:gd name="GluePoint4Y" fmla="*/ 23 h 23"/>
                <a:gd name="GluePoint5X" fmla="*/ 20 w 20"/>
                <a:gd name="GluePoint5Y" fmla="*/ 0 h 23"/>
                <a:gd name="GluePoint6X" fmla="*/ 16 w 20"/>
                <a:gd name="GluePoint6Y" fmla="*/ 18 h 23"/>
                <a:gd name="GluePoint7X" fmla="*/ 5 w 20"/>
                <a:gd name="GluePoint7Y" fmla="*/ 18 h 23"/>
                <a:gd name="GluePoint8X" fmla="*/ 5 w 20"/>
                <a:gd name="GluePoint8Y" fmla="*/ 5 h 23"/>
                <a:gd name="GluePoint9X" fmla="*/ 16 w 20"/>
                <a:gd name="GluePoint9Y" fmla="*/ 5 h 23"/>
                <a:gd name="GluePoint10X" fmla="*/ 16 w 20"/>
                <a:gd name="GluePoint10Y" fmla="*/ 18 h 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0" h="23">
                  <a:moveTo>
                    <a:pt x="20" y="0"/>
                  </a:moveTo>
                  <a:lnTo>
                    <a:pt x="0" y="0"/>
                  </a:lnTo>
                  <a:lnTo>
                    <a:pt x="0" y="23"/>
                  </a:lnTo>
                  <a:lnTo>
                    <a:pt x="20" y="23"/>
                  </a:lnTo>
                  <a:lnTo>
                    <a:pt x="20" y="0"/>
                  </a:lnTo>
                  <a:close/>
                  <a:moveTo>
                    <a:pt x="16" y="18"/>
                  </a:moveTo>
                  <a:lnTo>
                    <a:pt x="5" y="18"/>
                  </a:lnTo>
                  <a:lnTo>
                    <a:pt x="5" y="5"/>
                  </a:lnTo>
                  <a:lnTo>
                    <a:pt x="16" y="5"/>
                  </a:lnTo>
                  <a:lnTo>
                    <a:pt x="16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4120" bIns="24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06" name="Rectangle 240"/>
            <p:cNvSpPr/>
            <p:nvPr/>
          </p:nvSpPr>
          <p:spPr>
            <a:xfrm>
              <a:off x="6941520" y="3747240"/>
              <a:ext cx="7920" cy="1231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07" name="Rectangle 241"/>
            <p:cNvSpPr/>
            <p:nvPr/>
          </p:nvSpPr>
          <p:spPr>
            <a:xfrm>
              <a:off x="6813720" y="3757680"/>
              <a:ext cx="11268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08" name="Rectangle 242"/>
            <p:cNvSpPr/>
            <p:nvPr/>
          </p:nvSpPr>
          <p:spPr>
            <a:xfrm>
              <a:off x="6813720" y="3780720"/>
              <a:ext cx="9828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09" name="Rectangle 243"/>
            <p:cNvSpPr/>
            <p:nvPr/>
          </p:nvSpPr>
          <p:spPr>
            <a:xfrm>
              <a:off x="6813720" y="3803760"/>
              <a:ext cx="1044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210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Basic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1" name="Group 1"/>
          <p:cNvGrpSpPr/>
          <p:nvPr/>
        </p:nvGrpSpPr>
        <p:grpSpPr>
          <a:xfrm>
            <a:off x="2082240" y="1258920"/>
            <a:ext cx="301320" cy="301320"/>
            <a:chOff x="2082240" y="1258920"/>
            <a:chExt cx="301320" cy="301320"/>
          </a:xfrm>
        </p:grpSpPr>
        <p:sp>
          <p:nvSpPr>
            <p:cNvPr id="1212" name="Freeform 244"/>
            <p:cNvSpPr/>
            <p:nvPr/>
          </p:nvSpPr>
          <p:spPr>
            <a:xfrm>
              <a:off x="2082240" y="125892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10 w 144"/>
                <a:gd name="GluePoint1Y" fmla="*/ 0 h 144"/>
                <a:gd name="GluePoint2X" fmla="*/ 33 w 144"/>
                <a:gd name="GluePoint2Y" fmla="*/ 0 h 144"/>
                <a:gd name="GluePoint3X" fmla="*/ 33 w 144"/>
                <a:gd name="GluePoint3Y" fmla="*/ 43 h 144"/>
                <a:gd name="GluePoint4X" fmla="*/ 0 w 144"/>
                <a:gd name="GluePoint4Y" fmla="*/ 43 h 144"/>
                <a:gd name="GluePoint5X" fmla="*/ 0 w 144"/>
                <a:gd name="GluePoint5Y" fmla="*/ 120 h 144"/>
                <a:gd name="GluePoint6X" fmla="*/ 33 w 144"/>
                <a:gd name="GluePoint6Y" fmla="*/ 120 h 144"/>
                <a:gd name="GluePoint7X" fmla="*/ 33 w 144"/>
                <a:gd name="GluePoint7Y" fmla="*/ 144 h 144"/>
                <a:gd name="GluePoint8X" fmla="*/ 110 w 144"/>
                <a:gd name="GluePoint8Y" fmla="*/ 144 h 144"/>
                <a:gd name="GluePoint9X" fmla="*/ 110 w 144"/>
                <a:gd name="GluePoint9Y" fmla="*/ 120 h 144"/>
                <a:gd name="GluePoint10X" fmla="*/ 144 w 144"/>
                <a:gd name="GluePoint10Y" fmla="*/ 120 h 144"/>
                <a:gd name="GluePoint11X" fmla="*/ 144 w 144"/>
                <a:gd name="GluePoint11Y" fmla="*/ 43 h 144"/>
                <a:gd name="GluePoint12X" fmla="*/ 110 w 144"/>
                <a:gd name="GluePoint12Y" fmla="*/ 43 h 144"/>
                <a:gd name="GluePoint13X" fmla="*/ 110 w 144"/>
                <a:gd name="GluePoint13Y" fmla="*/ 0 h 144"/>
                <a:gd name="GluePoint14X" fmla="*/ 38 w 144"/>
                <a:gd name="GluePoint14Y" fmla="*/ 5 h 144"/>
                <a:gd name="GluePoint15X" fmla="*/ 106 w 144"/>
                <a:gd name="GluePoint15Y" fmla="*/ 5 h 144"/>
                <a:gd name="GluePoint16X" fmla="*/ 106 w 144"/>
                <a:gd name="GluePoint16Y" fmla="*/ 43 h 144"/>
                <a:gd name="GluePoint17X" fmla="*/ 38 w 144"/>
                <a:gd name="GluePoint17Y" fmla="*/ 43 h 144"/>
                <a:gd name="GluePoint18X" fmla="*/ 38 w 144"/>
                <a:gd name="GluePoint18Y" fmla="*/ 5 h 144"/>
                <a:gd name="GluePoint19X" fmla="*/ 106 w 144"/>
                <a:gd name="GluePoint19Y" fmla="*/ 140 h 144"/>
                <a:gd name="GluePoint20X" fmla="*/ 38 w 144"/>
                <a:gd name="GluePoint20Y" fmla="*/ 140 h 144"/>
                <a:gd name="GluePoint21X" fmla="*/ 38 w 144"/>
                <a:gd name="GluePoint21Y" fmla="*/ 90 h 144"/>
                <a:gd name="GluePoint22X" fmla="*/ 106 w 144"/>
                <a:gd name="GluePoint22Y" fmla="*/ 90 h 144"/>
                <a:gd name="GluePoint23X" fmla="*/ 106 w 144"/>
                <a:gd name="GluePoint23Y" fmla="*/ 140 h 144"/>
                <a:gd name="GluePoint24X" fmla="*/ 139 w 144"/>
                <a:gd name="GluePoint24Y" fmla="*/ 47 h 144"/>
                <a:gd name="GluePoint25X" fmla="*/ 139 w 144"/>
                <a:gd name="GluePoint25Y" fmla="*/ 115 h 144"/>
                <a:gd name="GluePoint26X" fmla="*/ 110 w 144"/>
                <a:gd name="GluePoint26Y" fmla="*/ 115 h 144"/>
                <a:gd name="GluePoint27X" fmla="*/ 110 w 144"/>
                <a:gd name="GluePoint27Y" fmla="*/ 86 h 144"/>
                <a:gd name="GluePoint28X" fmla="*/ 33 w 144"/>
                <a:gd name="GluePoint28Y" fmla="*/ 86 h 144"/>
                <a:gd name="GluePoint29X" fmla="*/ 33 w 144"/>
                <a:gd name="GluePoint29Y" fmla="*/ 115 h 144"/>
                <a:gd name="GluePoint30X" fmla="*/ 4 w 144"/>
                <a:gd name="GluePoint30Y" fmla="*/ 115 h 144"/>
                <a:gd name="GluePoint31X" fmla="*/ 4 w 144"/>
                <a:gd name="GluePoint31Y" fmla="*/ 47 h 144"/>
                <a:gd name="GluePoint32X" fmla="*/ 33 w 144"/>
                <a:gd name="GluePoint32Y" fmla="*/ 47 h 144"/>
                <a:gd name="GluePoint33X" fmla="*/ 110 w 144"/>
                <a:gd name="GluePoint33Y" fmla="*/ 47 h 144"/>
                <a:gd name="GluePoint34X" fmla="*/ 139 w 144"/>
                <a:gd name="GluePoint34Y" fmla="*/ 47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</a:cxnLst>
              <a:rect l="textAreaLeft" t="textAreaTop" r="textAreaRight" b="textAreaBottom"/>
              <a:pathLst>
                <a:path w="144" h="144">
                  <a:moveTo>
                    <a:pt x="110" y="0"/>
                  </a:moveTo>
                  <a:lnTo>
                    <a:pt x="33" y="0"/>
                  </a:lnTo>
                  <a:lnTo>
                    <a:pt x="33" y="43"/>
                  </a:lnTo>
                  <a:lnTo>
                    <a:pt x="0" y="43"/>
                  </a:lnTo>
                  <a:lnTo>
                    <a:pt x="0" y="120"/>
                  </a:lnTo>
                  <a:lnTo>
                    <a:pt x="33" y="120"/>
                  </a:lnTo>
                  <a:lnTo>
                    <a:pt x="33" y="144"/>
                  </a:lnTo>
                  <a:lnTo>
                    <a:pt x="110" y="144"/>
                  </a:lnTo>
                  <a:lnTo>
                    <a:pt x="110" y="120"/>
                  </a:lnTo>
                  <a:lnTo>
                    <a:pt x="144" y="120"/>
                  </a:lnTo>
                  <a:lnTo>
                    <a:pt x="144" y="43"/>
                  </a:lnTo>
                  <a:lnTo>
                    <a:pt x="110" y="43"/>
                  </a:lnTo>
                  <a:lnTo>
                    <a:pt x="110" y="0"/>
                  </a:lnTo>
                  <a:close/>
                  <a:moveTo>
                    <a:pt x="38" y="5"/>
                  </a:moveTo>
                  <a:lnTo>
                    <a:pt x="106" y="5"/>
                  </a:lnTo>
                  <a:lnTo>
                    <a:pt x="106" y="43"/>
                  </a:lnTo>
                  <a:lnTo>
                    <a:pt x="38" y="43"/>
                  </a:lnTo>
                  <a:lnTo>
                    <a:pt x="38" y="5"/>
                  </a:lnTo>
                  <a:close/>
                  <a:moveTo>
                    <a:pt x="106" y="140"/>
                  </a:moveTo>
                  <a:lnTo>
                    <a:pt x="38" y="140"/>
                  </a:lnTo>
                  <a:lnTo>
                    <a:pt x="38" y="90"/>
                  </a:lnTo>
                  <a:lnTo>
                    <a:pt x="106" y="90"/>
                  </a:lnTo>
                  <a:lnTo>
                    <a:pt x="106" y="140"/>
                  </a:lnTo>
                  <a:close/>
                  <a:moveTo>
                    <a:pt x="139" y="47"/>
                  </a:moveTo>
                  <a:lnTo>
                    <a:pt x="139" y="115"/>
                  </a:lnTo>
                  <a:lnTo>
                    <a:pt x="110" y="115"/>
                  </a:lnTo>
                  <a:lnTo>
                    <a:pt x="110" y="86"/>
                  </a:lnTo>
                  <a:lnTo>
                    <a:pt x="33" y="86"/>
                  </a:lnTo>
                  <a:lnTo>
                    <a:pt x="33" y="115"/>
                  </a:lnTo>
                  <a:lnTo>
                    <a:pt x="4" y="115"/>
                  </a:lnTo>
                  <a:lnTo>
                    <a:pt x="4" y="47"/>
                  </a:lnTo>
                  <a:lnTo>
                    <a:pt x="33" y="47"/>
                  </a:lnTo>
                  <a:lnTo>
                    <a:pt x="110" y="47"/>
                  </a:lnTo>
                  <a:lnTo>
                    <a:pt x="139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13" name="Rectangle 245"/>
            <p:cNvSpPr/>
            <p:nvPr/>
          </p:nvSpPr>
          <p:spPr>
            <a:xfrm>
              <a:off x="2109600" y="138240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14" name="Rectangle 246"/>
            <p:cNvSpPr/>
            <p:nvPr/>
          </p:nvSpPr>
          <p:spPr>
            <a:xfrm>
              <a:off x="2139120" y="138240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15" name="Rectangle 247"/>
            <p:cNvSpPr/>
            <p:nvPr/>
          </p:nvSpPr>
          <p:spPr>
            <a:xfrm>
              <a:off x="2185200" y="1476720"/>
              <a:ext cx="939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16" name="Rectangle 248"/>
            <p:cNvSpPr/>
            <p:nvPr/>
          </p:nvSpPr>
          <p:spPr>
            <a:xfrm>
              <a:off x="2185200" y="1514520"/>
              <a:ext cx="939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217" name="Group 9"/>
          <p:cNvGrpSpPr/>
          <p:nvPr/>
        </p:nvGrpSpPr>
        <p:grpSpPr>
          <a:xfrm>
            <a:off x="2474280" y="1258920"/>
            <a:ext cx="301320" cy="301320"/>
            <a:chOff x="2474280" y="1258920"/>
            <a:chExt cx="301320" cy="301320"/>
          </a:xfrm>
        </p:grpSpPr>
        <p:sp>
          <p:nvSpPr>
            <p:cNvPr id="1218" name="Freeform 249"/>
            <p:cNvSpPr/>
            <p:nvPr/>
          </p:nvSpPr>
          <p:spPr>
            <a:xfrm>
              <a:off x="2474280" y="125892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28 w 256"/>
                <a:gd name="GluePoint1Y" fmla="*/ 0 h 256"/>
                <a:gd name="GluePoint2X" fmla="*/ 38 w 256"/>
                <a:gd name="GluePoint2Y" fmla="*/ 38 h 256"/>
                <a:gd name="GluePoint3X" fmla="*/ 0 w 256"/>
                <a:gd name="GluePoint3Y" fmla="*/ 128 h 256"/>
                <a:gd name="GluePoint4X" fmla="*/ 38 w 256"/>
                <a:gd name="GluePoint4Y" fmla="*/ 219 h 256"/>
                <a:gd name="GluePoint5X" fmla="*/ 128 w 256"/>
                <a:gd name="GluePoint5Y" fmla="*/ 256 h 256"/>
                <a:gd name="GluePoint6X" fmla="*/ 219 w 256"/>
                <a:gd name="GluePoint6Y" fmla="*/ 219 h 256"/>
                <a:gd name="GluePoint7X" fmla="*/ 256 w 256"/>
                <a:gd name="GluePoint7Y" fmla="*/ 128 h 256"/>
                <a:gd name="GluePoint8X" fmla="*/ 219 w 256"/>
                <a:gd name="GluePoint8Y" fmla="*/ 38 h 256"/>
                <a:gd name="GluePoint9X" fmla="*/ 128 w 256"/>
                <a:gd name="GluePoint9Y" fmla="*/ 0 h 256"/>
                <a:gd name="GluePoint10X" fmla="*/ 213 w 256"/>
                <a:gd name="GluePoint10Y" fmla="*/ 213 h 256"/>
                <a:gd name="GluePoint11X" fmla="*/ 128 w 256"/>
                <a:gd name="GluePoint11Y" fmla="*/ 248 h 256"/>
                <a:gd name="GluePoint12X" fmla="*/ 43 w 256"/>
                <a:gd name="GluePoint12Y" fmla="*/ 213 h 256"/>
                <a:gd name="GluePoint13X" fmla="*/ 8 w 256"/>
                <a:gd name="GluePoint13Y" fmla="*/ 128 h 256"/>
                <a:gd name="GluePoint14X" fmla="*/ 43 w 256"/>
                <a:gd name="GluePoint14Y" fmla="*/ 44 h 256"/>
                <a:gd name="GluePoint15X" fmla="*/ 128 w 256"/>
                <a:gd name="GluePoint15Y" fmla="*/ 8 h 256"/>
                <a:gd name="GluePoint16X" fmla="*/ 213 w 256"/>
                <a:gd name="GluePoint16Y" fmla="*/ 44 h 256"/>
                <a:gd name="GluePoint17X" fmla="*/ 248 w 256"/>
                <a:gd name="GluePoint17Y" fmla="*/ 128 h 256"/>
                <a:gd name="GluePoint18X" fmla="*/ 213 w 256"/>
                <a:gd name="GluePoint18Y" fmla="*/ 21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4"/>
                    <a:pt x="38" y="38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3"/>
                    <a:pt x="14" y="195"/>
                    <a:pt x="38" y="219"/>
                  </a:cubicBezTo>
                  <a:cubicBezTo>
                    <a:pt x="62" y="243"/>
                    <a:pt x="94" y="256"/>
                    <a:pt x="128" y="256"/>
                  </a:cubicBezTo>
                  <a:cubicBezTo>
                    <a:pt x="163" y="256"/>
                    <a:pt x="195" y="243"/>
                    <a:pt x="219" y="219"/>
                  </a:cubicBezTo>
                  <a:cubicBezTo>
                    <a:pt x="243" y="195"/>
                    <a:pt x="256" y="163"/>
                    <a:pt x="256" y="128"/>
                  </a:cubicBezTo>
                  <a:cubicBezTo>
                    <a:pt x="256" y="94"/>
                    <a:pt x="243" y="62"/>
                    <a:pt x="219" y="38"/>
                  </a:cubicBezTo>
                  <a:cubicBezTo>
                    <a:pt x="195" y="14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6"/>
                    <a:pt x="160" y="248"/>
                    <a:pt x="128" y="248"/>
                  </a:cubicBezTo>
                  <a:cubicBezTo>
                    <a:pt x="96" y="248"/>
                    <a:pt x="66" y="236"/>
                    <a:pt x="43" y="213"/>
                  </a:cubicBezTo>
                  <a:cubicBezTo>
                    <a:pt x="21" y="191"/>
                    <a:pt x="8" y="160"/>
                    <a:pt x="8" y="128"/>
                  </a:cubicBezTo>
                  <a:cubicBezTo>
                    <a:pt x="8" y="96"/>
                    <a:pt x="21" y="66"/>
                    <a:pt x="43" y="44"/>
                  </a:cubicBez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1" y="21"/>
                    <a:pt x="213" y="44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1"/>
                    <a:pt x="213" y="21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grpSp>
          <p:nvGrpSpPr>
            <p:cNvPr id="1219" name="Group 8"/>
            <p:cNvGrpSpPr/>
            <p:nvPr/>
          </p:nvGrpSpPr>
          <p:grpSpPr>
            <a:xfrm>
              <a:off x="2583360" y="1330200"/>
              <a:ext cx="83520" cy="150120"/>
              <a:chOff x="2583360" y="1330200"/>
              <a:chExt cx="83520" cy="150120"/>
            </a:xfrm>
          </p:grpSpPr>
          <p:sp>
            <p:nvSpPr>
              <p:cNvPr id="1220" name="Rectangle 250"/>
              <p:cNvSpPr/>
              <p:nvPr/>
            </p:nvSpPr>
            <p:spPr>
              <a:xfrm>
                <a:off x="2610360" y="1461960"/>
                <a:ext cx="10080" cy="18360"/>
              </a:xfrm>
              <a:prstGeom prst="rect">
                <a:avLst/>
              </a:prstGeom>
              <a:solidFill>
                <a:schemeClr val="tx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tIns="9360" bIns="9360" anchor="t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uk-UA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  <p:sp>
            <p:nvSpPr>
              <p:cNvPr id="1221" name="Freeform 251"/>
              <p:cNvSpPr/>
              <p:nvPr/>
            </p:nvSpPr>
            <p:spPr>
              <a:xfrm>
                <a:off x="2583360" y="1330200"/>
                <a:ext cx="83520" cy="112680"/>
              </a:xfrm>
              <a:custGeom>
                <a:avLst/>
                <a:gdLst>
                  <a:gd name="textAreaLeft" fmla="*/ 0 w 83520"/>
                  <a:gd name="textAreaRight" fmla="*/ 83880 w 83520"/>
                  <a:gd name="textAreaTop" fmla="*/ 0 h 112680"/>
                  <a:gd name="textAreaBottom" fmla="*/ 113040 h 112680"/>
                  <a:gd name="GluePoint1X" fmla="*/ 36 w 72"/>
                  <a:gd name="GluePoint1Y" fmla="*/ 0 h 96"/>
                  <a:gd name="GluePoint2X" fmla="*/ 0 w 72"/>
                  <a:gd name="GluePoint2Y" fmla="*/ 24 h 96"/>
                  <a:gd name="GluePoint3X" fmla="*/ 8 w 72"/>
                  <a:gd name="GluePoint3Y" fmla="*/ 24 h 96"/>
                  <a:gd name="GluePoint4X" fmla="*/ 36 w 72"/>
                  <a:gd name="GluePoint4Y" fmla="*/ 8 h 96"/>
                  <a:gd name="GluePoint5X" fmla="*/ 64 w 72"/>
                  <a:gd name="GluePoint5Y" fmla="*/ 32 h 96"/>
                  <a:gd name="GluePoint6X" fmla="*/ 43 w 72"/>
                  <a:gd name="GluePoint6Y" fmla="*/ 57 h 96"/>
                  <a:gd name="GluePoint7X" fmla="*/ 24 w 72"/>
                  <a:gd name="GluePoint7Y" fmla="*/ 92 h 96"/>
                  <a:gd name="GluePoint8X" fmla="*/ 24 w 72"/>
                  <a:gd name="GluePoint8Y" fmla="*/ 96 h 96"/>
                  <a:gd name="GluePoint9X" fmla="*/ 32 w 72"/>
                  <a:gd name="GluePoint9Y" fmla="*/ 96 h 96"/>
                  <a:gd name="GluePoint10X" fmla="*/ 32 w 72"/>
                  <a:gd name="GluePoint10Y" fmla="*/ 92 h 96"/>
                  <a:gd name="GluePoint11X" fmla="*/ 46 w 72"/>
                  <a:gd name="GluePoint11Y" fmla="*/ 64 h 96"/>
                  <a:gd name="GluePoint12X" fmla="*/ 72 w 72"/>
                  <a:gd name="GluePoint12Y" fmla="*/ 32 h 96"/>
                  <a:gd name="GluePoint13X" fmla="*/ 36 w 72"/>
                  <a:gd name="GluePoint13Y" fmla="*/ 0 h 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72" h="96">
                    <a:moveTo>
                      <a:pt x="36" y="0"/>
                    </a:moveTo>
                    <a:cubicBezTo>
                      <a:pt x="12" y="0"/>
                      <a:pt x="0" y="9"/>
                      <a:pt x="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17"/>
                      <a:pt x="12" y="8"/>
                      <a:pt x="36" y="8"/>
                    </a:cubicBezTo>
                    <a:cubicBezTo>
                      <a:pt x="53" y="8"/>
                      <a:pt x="64" y="18"/>
                      <a:pt x="64" y="32"/>
                    </a:cubicBezTo>
                    <a:cubicBezTo>
                      <a:pt x="64" y="44"/>
                      <a:pt x="49" y="54"/>
                      <a:pt x="43" y="57"/>
                    </a:cubicBezTo>
                    <a:cubicBezTo>
                      <a:pt x="42" y="57"/>
                      <a:pt x="24" y="66"/>
                      <a:pt x="24" y="92"/>
                    </a:cubicBezTo>
                    <a:cubicBezTo>
                      <a:pt x="24" y="96"/>
                      <a:pt x="24" y="96"/>
                      <a:pt x="24" y="96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2" y="92"/>
                      <a:pt x="32" y="92"/>
                      <a:pt x="32" y="92"/>
                    </a:cubicBezTo>
                    <a:cubicBezTo>
                      <a:pt x="32" y="71"/>
                      <a:pt x="46" y="64"/>
                      <a:pt x="46" y="64"/>
                    </a:cubicBezTo>
                    <a:cubicBezTo>
                      <a:pt x="47" y="63"/>
                      <a:pt x="72" y="51"/>
                      <a:pt x="72" y="32"/>
                    </a:cubicBezTo>
                    <a:cubicBezTo>
                      <a:pt x="72" y="14"/>
                      <a:pt x="58" y="0"/>
                      <a:pt x="36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uk-UA" sz="1800" strike="noStrike" u="none">
                  <a:solidFill>
                    <a:schemeClr val="dk1"/>
                  </a:solidFill>
                  <a:effectLst/>
                  <a:uFillTx/>
                  <a:latin typeface="KareliaWeb Regular"/>
                </a:endParaRPr>
              </a:p>
            </p:txBody>
          </p:sp>
        </p:grpSp>
      </p:grpSp>
      <p:grpSp>
        <p:nvGrpSpPr>
          <p:cNvPr id="1222" name="Group 10"/>
          <p:cNvGrpSpPr/>
          <p:nvPr/>
        </p:nvGrpSpPr>
        <p:grpSpPr>
          <a:xfrm>
            <a:off x="2866320" y="1258920"/>
            <a:ext cx="303120" cy="303120"/>
            <a:chOff x="2866320" y="1258920"/>
            <a:chExt cx="303120" cy="303120"/>
          </a:xfrm>
        </p:grpSpPr>
        <p:sp>
          <p:nvSpPr>
            <p:cNvPr id="1223" name="Freeform 252"/>
            <p:cNvSpPr/>
            <p:nvPr/>
          </p:nvSpPr>
          <p:spPr>
            <a:xfrm>
              <a:off x="2903760" y="1258920"/>
              <a:ext cx="265680" cy="263880"/>
            </a:xfrm>
            <a:custGeom>
              <a:avLst/>
              <a:gdLst>
                <a:gd name="textAreaLeft" fmla="*/ 0 w 265680"/>
                <a:gd name="textAreaRight" fmla="*/ 266040 w 265680"/>
                <a:gd name="textAreaTop" fmla="*/ 0 h 263880"/>
                <a:gd name="textAreaBottom" fmla="*/ 264240 h 263880"/>
                <a:gd name="GluePoint1X" fmla="*/ 0 w 225"/>
                <a:gd name="GluePoint1Y" fmla="*/ 0 h 224"/>
                <a:gd name="GluePoint2X" fmla="*/ 0 w 225"/>
                <a:gd name="GluePoint2Y" fmla="*/ 8 h 224"/>
                <a:gd name="GluePoint3X" fmla="*/ 166 w 225"/>
                <a:gd name="GluePoint3Y" fmla="*/ 86 h 224"/>
                <a:gd name="GluePoint4X" fmla="*/ 217 w 225"/>
                <a:gd name="GluePoint4Y" fmla="*/ 224 h 224"/>
                <a:gd name="GluePoint5X" fmla="*/ 225 w 225"/>
                <a:gd name="GluePoint5Y" fmla="*/ 224 h 224"/>
                <a:gd name="GluePoint6X" fmla="*/ 172 w 225"/>
                <a:gd name="GluePoint6Y" fmla="*/ 81 h 224"/>
                <a:gd name="GluePoint7X" fmla="*/ 0 w 225"/>
                <a:gd name="GluePoint7Y" fmla="*/ 0 h 2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225" h="224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64" y="8"/>
                    <a:pt x="125" y="37"/>
                    <a:pt x="166" y="86"/>
                  </a:cubicBezTo>
                  <a:cubicBezTo>
                    <a:pt x="199" y="125"/>
                    <a:pt x="217" y="174"/>
                    <a:pt x="217" y="224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25" y="172"/>
                    <a:pt x="206" y="121"/>
                    <a:pt x="172" y="81"/>
                  </a:cubicBezTo>
                  <a:cubicBezTo>
                    <a:pt x="130" y="30"/>
                    <a:pt x="68" y="0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24" name="Freeform 253"/>
            <p:cNvSpPr/>
            <p:nvPr/>
          </p:nvSpPr>
          <p:spPr>
            <a:xfrm>
              <a:off x="2903760" y="1311120"/>
              <a:ext cx="211320" cy="211320"/>
            </a:xfrm>
            <a:custGeom>
              <a:avLst/>
              <a:gdLst>
                <a:gd name="textAreaLeft" fmla="*/ 0 w 211320"/>
                <a:gd name="textAreaRight" fmla="*/ 211680 w 211320"/>
                <a:gd name="textAreaTop" fmla="*/ 0 h 211320"/>
                <a:gd name="textAreaBottom" fmla="*/ 211680 h 211320"/>
                <a:gd name="GluePoint1X" fmla="*/ 171 w 179"/>
                <a:gd name="GluePoint1Y" fmla="*/ 179 h 179"/>
                <a:gd name="GluePoint2X" fmla="*/ 179 w 179"/>
                <a:gd name="GluePoint2Y" fmla="*/ 179 h 179"/>
                <a:gd name="GluePoint3X" fmla="*/ 0 w 179"/>
                <a:gd name="GluePoint3Y" fmla="*/ 0 h 179"/>
                <a:gd name="GluePoint4X" fmla="*/ 0 w 179"/>
                <a:gd name="GluePoint4Y" fmla="*/ 8 h 179"/>
                <a:gd name="GluePoint5X" fmla="*/ 171 w 179"/>
                <a:gd name="GluePoint5Y" fmla="*/ 179 h 1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9" h="179">
                  <a:moveTo>
                    <a:pt x="171" y="179"/>
                  </a:moveTo>
                  <a:cubicBezTo>
                    <a:pt x="179" y="179"/>
                    <a:pt x="179" y="179"/>
                    <a:pt x="179" y="179"/>
                  </a:cubicBezTo>
                  <a:cubicBezTo>
                    <a:pt x="179" y="81"/>
                    <a:pt x="10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96" y="8"/>
                    <a:pt x="171" y="85"/>
                    <a:pt x="171" y="17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25" name="Freeform 254"/>
            <p:cNvSpPr/>
            <p:nvPr/>
          </p:nvSpPr>
          <p:spPr>
            <a:xfrm>
              <a:off x="2903760" y="136584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  <a:gd name="GluePoint1X" fmla="*/ 0 w 134"/>
                <a:gd name="GluePoint1Y" fmla="*/ 0 h 133"/>
                <a:gd name="GluePoint2X" fmla="*/ 0 w 134"/>
                <a:gd name="GluePoint2Y" fmla="*/ 8 h 133"/>
                <a:gd name="GluePoint3X" fmla="*/ 126 w 134"/>
                <a:gd name="GluePoint3Y" fmla="*/ 133 h 133"/>
                <a:gd name="GluePoint4X" fmla="*/ 134 w 134"/>
                <a:gd name="GluePoint4Y" fmla="*/ 133 h 133"/>
                <a:gd name="GluePoint5X" fmla="*/ 0 w 134"/>
                <a:gd name="GluePoint5Y" fmla="*/ 0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4" h="133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68" y="8"/>
                    <a:pt x="126" y="64"/>
                    <a:pt x="126" y="133"/>
                  </a:cubicBezTo>
                  <a:cubicBezTo>
                    <a:pt x="134" y="133"/>
                    <a:pt x="134" y="133"/>
                    <a:pt x="134" y="133"/>
                  </a:cubicBezTo>
                  <a:cubicBezTo>
                    <a:pt x="134" y="60"/>
                    <a:pt x="72" y="0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26" name="Freeform 255"/>
            <p:cNvSpPr/>
            <p:nvPr/>
          </p:nvSpPr>
          <p:spPr>
            <a:xfrm>
              <a:off x="2903760" y="1420200"/>
              <a:ext cx="104400" cy="10224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02240"/>
                <a:gd name="textAreaBottom" fmla="*/ 102600 h 102240"/>
                <a:gd name="GluePoint1X" fmla="*/ 89 w 89"/>
                <a:gd name="GluePoint1Y" fmla="*/ 88 h 88"/>
                <a:gd name="GluePoint2X" fmla="*/ 0 w 89"/>
                <a:gd name="GluePoint2Y" fmla="*/ 0 h 88"/>
                <a:gd name="GluePoint3X" fmla="*/ 0 w 89"/>
                <a:gd name="GluePoint3Y" fmla="*/ 8 h 88"/>
                <a:gd name="GluePoint4X" fmla="*/ 81 w 89"/>
                <a:gd name="GluePoint4Y" fmla="*/ 88 h 88"/>
                <a:gd name="GluePoint5X" fmla="*/ 89 w 89"/>
                <a:gd name="GluePoint5Y" fmla="*/ 88 h 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89" h="88">
                  <a:moveTo>
                    <a:pt x="89" y="88"/>
                  </a:moveTo>
                  <a:cubicBezTo>
                    <a:pt x="89" y="39"/>
                    <a:pt x="48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4" y="8"/>
                    <a:pt x="81" y="44"/>
                    <a:pt x="81" y="88"/>
                  </a:cubicBezTo>
                  <a:lnTo>
                    <a:pt x="89" y="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27" name="Freeform 256"/>
            <p:cNvSpPr/>
            <p:nvPr/>
          </p:nvSpPr>
          <p:spPr>
            <a:xfrm>
              <a:off x="2866320" y="1485000"/>
              <a:ext cx="75240" cy="7704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77040"/>
                <a:gd name="textAreaBottom" fmla="*/ 77400 h 77040"/>
                <a:gd name="GluePoint1X" fmla="*/ 65 w 65"/>
                <a:gd name="GluePoint1Y" fmla="*/ 32 h 65"/>
                <a:gd name="GluePoint2X" fmla="*/ 33 w 65"/>
                <a:gd name="GluePoint2Y" fmla="*/ 0 h 65"/>
                <a:gd name="GluePoint3X" fmla="*/ 0 w 65"/>
                <a:gd name="GluePoint3Y" fmla="*/ 32 h 65"/>
                <a:gd name="GluePoint4X" fmla="*/ 33 w 65"/>
                <a:gd name="GluePoint4Y" fmla="*/ 65 h 65"/>
                <a:gd name="GluePoint5X" fmla="*/ 65 w 65"/>
                <a:gd name="GluePoint5Y" fmla="*/ 32 h 65"/>
                <a:gd name="GluePoint6X" fmla="*/ 8 w 65"/>
                <a:gd name="GluePoint6Y" fmla="*/ 32 h 65"/>
                <a:gd name="GluePoint7X" fmla="*/ 33 w 65"/>
                <a:gd name="GluePoint7Y" fmla="*/ 8 h 65"/>
                <a:gd name="GluePoint8X" fmla="*/ 57 w 65"/>
                <a:gd name="GluePoint8Y" fmla="*/ 32 h 65"/>
                <a:gd name="GluePoint9X" fmla="*/ 33 w 65"/>
                <a:gd name="GluePoint9Y" fmla="*/ 57 h 65"/>
                <a:gd name="GluePoint10X" fmla="*/ 8 w 65"/>
                <a:gd name="GluePoint10Y" fmla="*/ 32 h 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65" h="65">
                  <a:moveTo>
                    <a:pt x="65" y="32"/>
                  </a:moveTo>
                  <a:cubicBezTo>
                    <a:pt x="65" y="15"/>
                    <a:pt x="50" y="0"/>
                    <a:pt x="33" y="0"/>
                  </a:cubicBezTo>
                  <a:cubicBezTo>
                    <a:pt x="15" y="0"/>
                    <a:pt x="0" y="15"/>
                    <a:pt x="0" y="32"/>
                  </a:cubicBezTo>
                  <a:cubicBezTo>
                    <a:pt x="0" y="50"/>
                    <a:pt x="15" y="65"/>
                    <a:pt x="33" y="65"/>
                  </a:cubicBezTo>
                  <a:cubicBezTo>
                    <a:pt x="50" y="65"/>
                    <a:pt x="65" y="50"/>
                    <a:pt x="65" y="32"/>
                  </a:cubicBezTo>
                  <a:close/>
                  <a:moveTo>
                    <a:pt x="8" y="32"/>
                  </a:moveTo>
                  <a:cubicBezTo>
                    <a:pt x="8" y="19"/>
                    <a:pt x="19" y="8"/>
                    <a:pt x="33" y="8"/>
                  </a:cubicBezTo>
                  <a:cubicBezTo>
                    <a:pt x="46" y="8"/>
                    <a:pt x="57" y="19"/>
                    <a:pt x="57" y="32"/>
                  </a:cubicBezTo>
                  <a:cubicBezTo>
                    <a:pt x="57" y="46"/>
                    <a:pt x="46" y="57"/>
                    <a:pt x="33" y="57"/>
                  </a:cubicBezTo>
                  <a:cubicBezTo>
                    <a:pt x="19" y="57"/>
                    <a:pt x="8" y="46"/>
                    <a:pt x="8" y="3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8520" bIns="38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228" name="Group 16"/>
          <p:cNvGrpSpPr/>
          <p:nvPr/>
        </p:nvGrpSpPr>
        <p:grpSpPr>
          <a:xfrm>
            <a:off x="3277080" y="1258920"/>
            <a:ext cx="265680" cy="301320"/>
            <a:chOff x="3277080" y="1258920"/>
            <a:chExt cx="265680" cy="301320"/>
          </a:xfrm>
        </p:grpSpPr>
        <p:sp>
          <p:nvSpPr>
            <p:cNvPr id="1229" name="Freeform 257"/>
            <p:cNvSpPr/>
            <p:nvPr/>
          </p:nvSpPr>
          <p:spPr>
            <a:xfrm>
              <a:off x="3277080" y="1258920"/>
              <a:ext cx="265680" cy="301320"/>
            </a:xfrm>
            <a:custGeom>
              <a:avLst/>
              <a:gdLst>
                <a:gd name="textAreaLeft" fmla="*/ 0 w 265680"/>
                <a:gd name="textAreaRight" fmla="*/ 266040 w 265680"/>
                <a:gd name="textAreaTop" fmla="*/ 0 h 301320"/>
                <a:gd name="textAreaBottom" fmla="*/ 301680 h 301320"/>
                <a:gd name="GluePoint1X" fmla="*/ 113 w 127"/>
                <a:gd name="GluePoint1Y" fmla="*/ 0 h 144"/>
                <a:gd name="GluePoint2X" fmla="*/ 14 w 127"/>
                <a:gd name="GluePoint2Y" fmla="*/ 0 h 144"/>
                <a:gd name="GluePoint3X" fmla="*/ 0 w 127"/>
                <a:gd name="GluePoint3Y" fmla="*/ 90 h 144"/>
                <a:gd name="GluePoint4X" fmla="*/ 0 w 127"/>
                <a:gd name="GluePoint4Y" fmla="*/ 90 h 144"/>
                <a:gd name="GluePoint5X" fmla="*/ 0 w 127"/>
                <a:gd name="GluePoint5Y" fmla="*/ 144 h 144"/>
                <a:gd name="GluePoint6X" fmla="*/ 127 w 127"/>
                <a:gd name="GluePoint6Y" fmla="*/ 144 h 144"/>
                <a:gd name="GluePoint7X" fmla="*/ 127 w 127"/>
                <a:gd name="GluePoint7Y" fmla="*/ 90 h 144"/>
                <a:gd name="GluePoint8X" fmla="*/ 126 w 127"/>
                <a:gd name="GluePoint8Y" fmla="*/ 90 h 144"/>
                <a:gd name="GluePoint9X" fmla="*/ 113 w 127"/>
                <a:gd name="GluePoint9Y" fmla="*/ 0 h 144"/>
                <a:gd name="GluePoint10X" fmla="*/ 18 w 127"/>
                <a:gd name="GluePoint10Y" fmla="*/ 5 h 144"/>
                <a:gd name="GluePoint11X" fmla="*/ 109 w 127"/>
                <a:gd name="GluePoint11Y" fmla="*/ 5 h 144"/>
                <a:gd name="GluePoint12X" fmla="*/ 122 w 127"/>
                <a:gd name="GluePoint12Y" fmla="*/ 90 h 144"/>
                <a:gd name="GluePoint13X" fmla="*/ 5 w 127"/>
                <a:gd name="GluePoint13Y" fmla="*/ 90 h 144"/>
                <a:gd name="GluePoint14X" fmla="*/ 18 w 127"/>
                <a:gd name="GluePoint14Y" fmla="*/ 5 h 144"/>
                <a:gd name="GluePoint15X" fmla="*/ 122 w 127"/>
                <a:gd name="GluePoint15Y" fmla="*/ 140 h 144"/>
                <a:gd name="GluePoint16X" fmla="*/ 5 w 127"/>
                <a:gd name="GluePoint16Y" fmla="*/ 140 h 144"/>
                <a:gd name="GluePoint17X" fmla="*/ 5 w 127"/>
                <a:gd name="GluePoint17Y" fmla="*/ 95 h 144"/>
                <a:gd name="GluePoint18X" fmla="*/ 122 w 127"/>
                <a:gd name="GluePoint18Y" fmla="*/ 95 h 144"/>
                <a:gd name="GluePoint19X" fmla="*/ 122 w 127"/>
                <a:gd name="GluePoint19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27" h="144">
                  <a:moveTo>
                    <a:pt x="113" y="0"/>
                  </a:moveTo>
                  <a:lnTo>
                    <a:pt x="14" y="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144"/>
                  </a:lnTo>
                  <a:lnTo>
                    <a:pt x="127" y="144"/>
                  </a:lnTo>
                  <a:lnTo>
                    <a:pt x="127" y="90"/>
                  </a:lnTo>
                  <a:lnTo>
                    <a:pt x="126" y="90"/>
                  </a:lnTo>
                  <a:lnTo>
                    <a:pt x="113" y="0"/>
                  </a:lnTo>
                  <a:close/>
                  <a:moveTo>
                    <a:pt x="18" y="5"/>
                  </a:moveTo>
                  <a:lnTo>
                    <a:pt x="109" y="5"/>
                  </a:lnTo>
                  <a:lnTo>
                    <a:pt x="122" y="90"/>
                  </a:lnTo>
                  <a:lnTo>
                    <a:pt x="5" y="90"/>
                  </a:lnTo>
                  <a:lnTo>
                    <a:pt x="18" y="5"/>
                  </a:lnTo>
                  <a:close/>
                  <a:moveTo>
                    <a:pt x="122" y="140"/>
                  </a:moveTo>
                  <a:lnTo>
                    <a:pt x="5" y="140"/>
                  </a:lnTo>
                  <a:lnTo>
                    <a:pt x="5" y="95"/>
                  </a:lnTo>
                  <a:lnTo>
                    <a:pt x="122" y="95"/>
                  </a:lnTo>
                  <a:lnTo>
                    <a:pt x="122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30" name="Freeform 258"/>
            <p:cNvSpPr/>
            <p:nvPr/>
          </p:nvSpPr>
          <p:spPr>
            <a:xfrm>
              <a:off x="3467520" y="1485000"/>
              <a:ext cx="37440" cy="374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440"/>
                <a:gd name="textAreaBottom" fmla="*/ 37800 h 37440"/>
                <a:gd name="GluePoint1X" fmla="*/ 16 w 32"/>
                <a:gd name="GluePoint1Y" fmla="*/ 32 h 32"/>
                <a:gd name="GluePoint2X" fmla="*/ 32 w 32"/>
                <a:gd name="GluePoint2Y" fmla="*/ 16 h 32"/>
                <a:gd name="GluePoint3X" fmla="*/ 16 w 32"/>
                <a:gd name="GluePoint3Y" fmla="*/ 0 h 32"/>
                <a:gd name="GluePoint4X" fmla="*/ 0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24 w 32"/>
                <a:gd name="GluePoint7Y" fmla="*/ 16 h 32"/>
                <a:gd name="GluePoint8X" fmla="*/ 16 w 32"/>
                <a:gd name="GluePoint8Y" fmla="*/ 24 h 32"/>
                <a:gd name="GluePoint9X" fmla="*/ 8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24" y="32"/>
                    <a:pt x="32" y="25"/>
                    <a:pt x="32" y="16"/>
                  </a:cubicBezTo>
                  <a:cubicBezTo>
                    <a:pt x="32" y="8"/>
                    <a:pt x="24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lose/>
                  <a:moveTo>
                    <a:pt x="16" y="8"/>
                  </a:moveTo>
                  <a:cubicBezTo>
                    <a:pt x="20" y="8"/>
                    <a:pt x="24" y="12"/>
                    <a:pt x="24" y="16"/>
                  </a:cubicBezTo>
                  <a:cubicBezTo>
                    <a:pt x="24" y="21"/>
                    <a:pt x="20" y="24"/>
                    <a:pt x="16" y="24"/>
                  </a:cubicBezTo>
                  <a:cubicBezTo>
                    <a:pt x="11" y="24"/>
                    <a:pt x="8" y="21"/>
                    <a:pt x="8" y="16"/>
                  </a:cubicBezTo>
                  <a:cubicBezTo>
                    <a:pt x="8" y="12"/>
                    <a:pt x="11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720" bIns="18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231" name="Group 17"/>
          <p:cNvGrpSpPr/>
          <p:nvPr/>
        </p:nvGrpSpPr>
        <p:grpSpPr>
          <a:xfrm>
            <a:off x="3670920" y="1258920"/>
            <a:ext cx="263880" cy="301320"/>
            <a:chOff x="3670920" y="1258920"/>
            <a:chExt cx="263880" cy="301320"/>
          </a:xfrm>
        </p:grpSpPr>
        <p:sp>
          <p:nvSpPr>
            <p:cNvPr id="1232" name="Freeform 259"/>
            <p:cNvSpPr/>
            <p:nvPr/>
          </p:nvSpPr>
          <p:spPr>
            <a:xfrm>
              <a:off x="3670920" y="1258920"/>
              <a:ext cx="263880" cy="30132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301320"/>
                <a:gd name="textAreaBottom" fmla="*/ 301680 h 301320"/>
                <a:gd name="GluePoint1X" fmla="*/ 112 w 126"/>
                <a:gd name="GluePoint1Y" fmla="*/ 0 h 144"/>
                <a:gd name="GluePoint2X" fmla="*/ 13 w 126"/>
                <a:gd name="GluePoint2Y" fmla="*/ 0 h 144"/>
                <a:gd name="GluePoint3X" fmla="*/ 0 w 126"/>
                <a:gd name="GluePoint3Y" fmla="*/ 90 h 144"/>
                <a:gd name="GluePoint4X" fmla="*/ 0 w 126"/>
                <a:gd name="GluePoint4Y" fmla="*/ 90 h 144"/>
                <a:gd name="GluePoint5X" fmla="*/ 0 w 126"/>
                <a:gd name="GluePoint5Y" fmla="*/ 144 h 144"/>
                <a:gd name="GluePoint6X" fmla="*/ 126 w 126"/>
                <a:gd name="GluePoint6Y" fmla="*/ 144 h 144"/>
                <a:gd name="GluePoint7X" fmla="*/ 126 w 126"/>
                <a:gd name="GluePoint7Y" fmla="*/ 90 h 144"/>
                <a:gd name="GluePoint8X" fmla="*/ 125 w 126"/>
                <a:gd name="GluePoint8Y" fmla="*/ 90 h 144"/>
                <a:gd name="GluePoint9X" fmla="*/ 112 w 126"/>
                <a:gd name="GluePoint9Y" fmla="*/ 0 h 144"/>
                <a:gd name="GluePoint10X" fmla="*/ 17 w 126"/>
                <a:gd name="GluePoint10Y" fmla="*/ 5 h 144"/>
                <a:gd name="GluePoint11X" fmla="*/ 108 w 126"/>
                <a:gd name="GluePoint11Y" fmla="*/ 5 h 144"/>
                <a:gd name="GluePoint12X" fmla="*/ 121 w 126"/>
                <a:gd name="GluePoint12Y" fmla="*/ 90 h 144"/>
                <a:gd name="GluePoint13X" fmla="*/ 4 w 126"/>
                <a:gd name="GluePoint13Y" fmla="*/ 90 h 144"/>
                <a:gd name="GluePoint14X" fmla="*/ 17 w 126"/>
                <a:gd name="GluePoint14Y" fmla="*/ 5 h 144"/>
                <a:gd name="GluePoint15X" fmla="*/ 121 w 126"/>
                <a:gd name="GluePoint15Y" fmla="*/ 140 h 144"/>
                <a:gd name="GluePoint16X" fmla="*/ 4 w 126"/>
                <a:gd name="GluePoint16Y" fmla="*/ 140 h 144"/>
                <a:gd name="GluePoint17X" fmla="*/ 4 w 126"/>
                <a:gd name="GluePoint17Y" fmla="*/ 95 h 144"/>
                <a:gd name="GluePoint18X" fmla="*/ 121 w 126"/>
                <a:gd name="GluePoint18Y" fmla="*/ 95 h 144"/>
                <a:gd name="GluePoint19X" fmla="*/ 121 w 126"/>
                <a:gd name="GluePoint19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26" h="144">
                  <a:moveTo>
                    <a:pt x="112" y="0"/>
                  </a:moveTo>
                  <a:lnTo>
                    <a:pt x="13" y="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144"/>
                  </a:lnTo>
                  <a:lnTo>
                    <a:pt x="126" y="144"/>
                  </a:lnTo>
                  <a:lnTo>
                    <a:pt x="126" y="90"/>
                  </a:lnTo>
                  <a:lnTo>
                    <a:pt x="125" y="90"/>
                  </a:lnTo>
                  <a:lnTo>
                    <a:pt x="112" y="0"/>
                  </a:lnTo>
                  <a:close/>
                  <a:moveTo>
                    <a:pt x="17" y="5"/>
                  </a:moveTo>
                  <a:lnTo>
                    <a:pt x="108" y="5"/>
                  </a:lnTo>
                  <a:lnTo>
                    <a:pt x="121" y="90"/>
                  </a:lnTo>
                  <a:lnTo>
                    <a:pt x="4" y="90"/>
                  </a:lnTo>
                  <a:lnTo>
                    <a:pt x="17" y="5"/>
                  </a:lnTo>
                  <a:close/>
                  <a:moveTo>
                    <a:pt x="121" y="140"/>
                  </a:moveTo>
                  <a:lnTo>
                    <a:pt x="4" y="140"/>
                  </a:lnTo>
                  <a:lnTo>
                    <a:pt x="4" y="95"/>
                  </a:lnTo>
                  <a:lnTo>
                    <a:pt x="121" y="95"/>
                  </a:lnTo>
                  <a:lnTo>
                    <a:pt x="121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33" name="Freeform 260"/>
            <p:cNvSpPr/>
            <p:nvPr/>
          </p:nvSpPr>
          <p:spPr>
            <a:xfrm>
              <a:off x="3859560" y="1485000"/>
              <a:ext cx="37440" cy="374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440"/>
                <a:gd name="textAreaBottom" fmla="*/ 37800 h 37440"/>
                <a:gd name="GluePoint1X" fmla="*/ 16 w 32"/>
                <a:gd name="GluePoint1Y" fmla="*/ 32 h 32"/>
                <a:gd name="GluePoint2X" fmla="*/ 32 w 32"/>
                <a:gd name="GluePoint2Y" fmla="*/ 16 h 32"/>
                <a:gd name="GluePoint3X" fmla="*/ 16 w 32"/>
                <a:gd name="GluePoint3Y" fmla="*/ 0 h 32"/>
                <a:gd name="GluePoint4X" fmla="*/ 0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24 w 32"/>
                <a:gd name="GluePoint7Y" fmla="*/ 16 h 32"/>
                <a:gd name="GluePoint8X" fmla="*/ 16 w 32"/>
                <a:gd name="GluePoint8Y" fmla="*/ 24 h 32"/>
                <a:gd name="GluePoint9X" fmla="*/ 8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25" y="32"/>
                    <a:pt x="32" y="25"/>
                    <a:pt x="32" y="16"/>
                  </a:cubicBezTo>
                  <a:cubicBezTo>
                    <a:pt x="32" y="8"/>
                    <a:pt x="25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lose/>
                  <a:moveTo>
                    <a:pt x="16" y="8"/>
                  </a:moveTo>
                  <a:cubicBezTo>
                    <a:pt x="20" y="8"/>
                    <a:pt x="24" y="12"/>
                    <a:pt x="24" y="16"/>
                  </a:cubicBezTo>
                  <a:cubicBezTo>
                    <a:pt x="24" y="21"/>
                    <a:pt x="20" y="24"/>
                    <a:pt x="16" y="24"/>
                  </a:cubicBezTo>
                  <a:cubicBezTo>
                    <a:pt x="11" y="24"/>
                    <a:pt x="8" y="21"/>
                    <a:pt x="8" y="16"/>
                  </a:cubicBezTo>
                  <a:cubicBezTo>
                    <a:pt x="8" y="12"/>
                    <a:pt x="11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720" bIns="18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34" name="Freeform 261"/>
            <p:cNvSpPr/>
            <p:nvPr/>
          </p:nvSpPr>
          <p:spPr>
            <a:xfrm>
              <a:off x="3750480" y="1325880"/>
              <a:ext cx="102240" cy="6444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64440"/>
                <a:gd name="textAreaBottom" fmla="*/ 64800 h 64440"/>
                <a:gd name="GluePoint1X" fmla="*/ 75 w 88"/>
                <a:gd name="GluePoint1Y" fmla="*/ 25 h 56"/>
                <a:gd name="GluePoint2X" fmla="*/ 44 w 88"/>
                <a:gd name="GluePoint2Y" fmla="*/ 0 h 56"/>
                <a:gd name="GluePoint3X" fmla="*/ 13 w 88"/>
                <a:gd name="GluePoint3Y" fmla="*/ 25 h 56"/>
                <a:gd name="GluePoint4X" fmla="*/ 0 w 88"/>
                <a:gd name="GluePoint4Y" fmla="*/ 40 h 56"/>
                <a:gd name="GluePoint5X" fmla="*/ 16 w 88"/>
                <a:gd name="GluePoint5Y" fmla="*/ 56 h 56"/>
                <a:gd name="GluePoint6X" fmla="*/ 72 w 88"/>
                <a:gd name="GluePoint6Y" fmla="*/ 56 h 56"/>
                <a:gd name="GluePoint7X" fmla="*/ 88 w 88"/>
                <a:gd name="GluePoint7Y" fmla="*/ 40 h 56"/>
                <a:gd name="GluePoint8X" fmla="*/ 75 w 88"/>
                <a:gd name="GluePoint8Y" fmla="*/ 25 h 56"/>
                <a:gd name="GluePoint9X" fmla="*/ 72 w 88"/>
                <a:gd name="GluePoint9Y" fmla="*/ 48 h 56"/>
                <a:gd name="GluePoint10X" fmla="*/ 16 w 88"/>
                <a:gd name="GluePoint10Y" fmla="*/ 48 h 56"/>
                <a:gd name="GluePoint11X" fmla="*/ 8 w 88"/>
                <a:gd name="GluePoint11Y" fmla="*/ 40 h 56"/>
                <a:gd name="GluePoint12X" fmla="*/ 16 w 88"/>
                <a:gd name="GluePoint12Y" fmla="*/ 32 h 56"/>
                <a:gd name="GluePoint13X" fmla="*/ 19 w 88"/>
                <a:gd name="GluePoint13Y" fmla="*/ 32 h 56"/>
                <a:gd name="GluePoint14X" fmla="*/ 20 w 88"/>
                <a:gd name="GluePoint14Y" fmla="*/ 29 h 56"/>
                <a:gd name="GluePoint15X" fmla="*/ 44 w 88"/>
                <a:gd name="GluePoint15Y" fmla="*/ 8 h 56"/>
                <a:gd name="GluePoint16X" fmla="*/ 68 w 88"/>
                <a:gd name="GluePoint16Y" fmla="*/ 28 h 56"/>
                <a:gd name="GluePoint17X" fmla="*/ 68 w 88"/>
                <a:gd name="GluePoint17Y" fmla="*/ 32 h 56"/>
                <a:gd name="GluePoint18X" fmla="*/ 72 w 88"/>
                <a:gd name="GluePoint18Y" fmla="*/ 32 h 56"/>
                <a:gd name="GluePoint19X" fmla="*/ 80 w 88"/>
                <a:gd name="GluePoint19Y" fmla="*/ 40 h 56"/>
                <a:gd name="GluePoint20X" fmla="*/ 72 w 88"/>
                <a:gd name="GluePoint20Y" fmla="*/ 4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75" y="25"/>
                  </a:moveTo>
                  <a:cubicBezTo>
                    <a:pt x="74" y="11"/>
                    <a:pt x="61" y="0"/>
                    <a:pt x="44" y="0"/>
                  </a:cubicBezTo>
                  <a:cubicBezTo>
                    <a:pt x="29" y="0"/>
                    <a:pt x="16" y="13"/>
                    <a:pt x="13" y="25"/>
                  </a:cubicBezTo>
                  <a:cubicBezTo>
                    <a:pt x="4" y="27"/>
                    <a:pt x="0" y="35"/>
                    <a:pt x="0" y="40"/>
                  </a:cubicBezTo>
                  <a:cubicBezTo>
                    <a:pt x="0" y="51"/>
                    <a:pt x="6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4" y="27"/>
                    <a:pt x="75" y="25"/>
                  </a:cubicBezTo>
                  <a:close/>
                  <a:moveTo>
                    <a:pt x="72" y="4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9"/>
                    <a:pt x="10" y="32"/>
                    <a:pt x="16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2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9"/>
                    <a:pt x="80" y="40"/>
                  </a:cubicBezTo>
                  <a:cubicBezTo>
                    <a:pt x="80" y="46"/>
                    <a:pt x="77" y="48"/>
                    <a:pt x="72" y="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400" bIns="32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235" name="Group 18"/>
          <p:cNvGrpSpPr/>
          <p:nvPr/>
        </p:nvGrpSpPr>
        <p:grpSpPr>
          <a:xfrm>
            <a:off x="4062960" y="1258920"/>
            <a:ext cx="263880" cy="301320"/>
            <a:chOff x="4062960" y="1258920"/>
            <a:chExt cx="263880" cy="301320"/>
          </a:xfrm>
        </p:grpSpPr>
        <p:sp>
          <p:nvSpPr>
            <p:cNvPr id="1236" name="Freeform 262"/>
            <p:cNvSpPr/>
            <p:nvPr/>
          </p:nvSpPr>
          <p:spPr>
            <a:xfrm>
              <a:off x="4062960" y="1258920"/>
              <a:ext cx="263880" cy="30132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301320"/>
                <a:gd name="textAreaBottom" fmla="*/ 301680 h 301320"/>
                <a:gd name="GluePoint1X" fmla="*/ 112 w 126"/>
                <a:gd name="GluePoint1Y" fmla="*/ 0 h 144"/>
                <a:gd name="GluePoint2X" fmla="*/ 13 w 126"/>
                <a:gd name="GluePoint2Y" fmla="*/ 0 h 144"/>
                <a:gd name="GluePoint3X" fmla="*/ 0 w 126"/>
                <a:gd name="GluePoint3Y" fmla="*/ 90 h 144"/>
                <a:gd name="GluePoint4X" fmla="*/ 0 w 126"/>
                <a:gd name="GluePoint4Y" fmla="*/ 90 h 144"/>
                <a:gd name="GluePoint5X" fmla="*/ 0 w 126"/>
                <a:gd name="GluePoint5Y" fmla="*/ 144 h 144"/>
                <a:gd name="GluePoint6X" fmla="*/ 126 w 126"/>
                <a:gd name="GluePoint6Y" fmla="*/ 144 h 144"/>
                <a:gd name="GluePoint7X" fmla="*/ 126 w 126"/>
                <a:gd name="GluePoint7Y" fmla="*/ 90 h 144"/>
                <a:gd name="GluePoint8X" fmla="*/ 125 w 126"/>
                <a:gd name="GluePoint8Y" fmla="*/ 90 h 144"/>
                <a:gd name="GluePoint9X" fmla="*/ 112 w 126"/>
                <a:gd name="GluePoint9Y" fmla="*/ 0 h 144"/>
                <a:gd name="GluePoint10X" fmla="*/ 17 w 126"/>
                <a:gd name="GluePoint10Y" fmla="*/ 5 h 144"/>
                <a:gd name="GluePoint11X" fmla="*/ 108 w 126"/>
                <a:gd name="GluePoint11Y" fmla="*/ 5 h 144"/>
                <a:gd name="GluePoint12X" fmla="*/ 121 w 126"/>
                <a:gd name="GluePoint12Y" fmla="*/ 90 h 144"/>
                <a:gd name="GluePoint13X" fmla="*/ 4 w 126"/>
                <a:gd name="GluePoint13Y" fmla="*/ 90 h 144"/>
                <a:gd name="GluePoint14X" fmla="*/ 17 w 126"/>
                <a:gd name="GluePoint14Y" fmla="*/ 5 h 144"/>
                <a:gd name="GluePoint15X" fmla="*/ 121 w 126"/>
                <a:gd name="GluePoint15Y" fmla="*/ 140 h 144"/>
                <a:gd name="GluePoint16X" fmla="*/ 4 w 126"/>
                <a:gd name="GluePoint16Y" fmla="*/ 140 h 144"/>
                <a:gd name="GluePoint17X" fmla="*/ 4 w 126"/>
                <a:gd name="GluePoint17Y" fmla="*/ 95 h 144"/>
                <a:gd name="GluePoint18X" fmla="*/ 121 w 126"/>
                <a:gd name="GluePoint18Y" fmla="*/ 95 h 144"/>
                <a:gd name="GluePoint19X" fmla="*/ 121 w 126"/>
                <a:gd name="GluePoint19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26" h="144">
                  <a:moveTo>
                    <a:pt x="112" y="0"/>
                  </a:moveTo>
                  <a:lnTo>
                    <a:pt x="13" y="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144"/>
                  </a:lnTo>
                  <a:lnTo>
                    <a:pt x="126" y="144"/>
                  </a:lnTo>
                  <a:lnTo>
                    <a:pt x="126" y="90"/>
                  </a:lnTo>
                  <a:lnTo>
                    <a:pt x="125" y="90"/>
                  </a:lnTo>
                  <a:lnTo>
                    <a:pt x="112" y="0"/>
                  </a:lnTo>
                  <a:close/>
                  <a:moveTo>
                    <a:pt x="17" y="5"/>
                  </a:moveTo>
                  <a:lnTo>
                    <a:pt x="108" y="5"/>
                  </a:lnTo>
                  <a:lnTo>
                    <a:pt x="121" y="90"/>
                  </a:lnTo>
                  <a:lnTo>
                    <a:pt x="4" y="90"/>
                  </a:lnTo>
                  <a:lnTo>
                    <a:pt x="17" y="5"/>
                  </a:lnTo>
                  <a:close/>
                  <a:moveTo>
                    <a:pt x="121" y="140"/>
                  </a:moveTo>
                  <a:lnTo>
                    <a:pt x="4" y="140"/>
                  </a:lnTo>
                  <a:lnTo>
                    <a:pt x="4" y="95"/>
                  </a:lnTo>
                  <a:lnTo>
                    <a:pt x="121" y="95"/>
                  </a:lnTo>
                  <a:lnTo>
                    <a:pt x="121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37" name="Freeform 263"/>
            <p:cNvSpPr/>
            <p:nvPr/>
          </p:nvSpPr>
          <p:spPr>
            <a:xfrm>
              <a:off x="4251600" y="1485000"/>
              <a:ext cx="37440" cy="374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440"/>
                <a:gd name="textAreaBottom" fmla="*/ 37800 h 37440"/>
                <a:gd name="GluePoint1X" fmla="*/ 16 w 32"/>
                <a:gd name="GluePoint1Y" fmla="*/ 32 h 32"/>
                <a:gd name="GluePoint2X" fmla="*/ 32 w 32"/>
                <a:gd name="GluePoint2Y" fmla="*/ 16 h 32"/>
                <a:gd name="GluePoint3X" fmla="*/ 16 w 32"/>
                <a:gd name="GluePoint3Y" fmla="*/ 0 h 32"/>
                <a:gd name="GluePoint4X" fmla="*/ 0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24 w 32"/>
                <a:gd name="GluePoint7Y" fmla="*/ 16 h 32"/>
                <a:gd name="GluePoint8X" fmla="*/ 16 w 32"/>
                <a:gd name="GluePoint8Y" fmla="*/ 24 h 32"/>
                <a:gd name="GluePoint9X" fmla="*/ 8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25" y="32"/>
                    <a:pt x="32" y="25"/>
                    <a:pt x="32" y="16"/>
                  </a:cubicBezTo>
                  <a:cubicBezTo>
                    <a:pt x="32" y="8"/>
                    <a:pt x="25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lose/>
                  <a:moveTo>
                    <a:pt x="16" y="8"/>
                  </a:moveTo>
                  <a:cubicBezTo>
                    <a:pt x="20" y="8"/>
                    <a:pt x="24" y="12"/>
                    <a:pt x="24" y="16"/>
                  </a:cubicBezTo>
                  <a:cubicBezTo>
                    <a:pt x="24" y="21"/>
                    <a:pt x="20" y="24"/>
                    <a:pt x="16" y="24"/>
                  </a:cubicBezTo>
                  <a:cubicBezTo>
                    <a:pt x="11" y="24"/>
                    <a:pt x="8" y="21"/>
                    <a:pt x="8" y="16"/>
                  </a:cubicBezTo>
                  <a:cubicBezTo>
                    <a:pt x="8" y="12"/>
                    <a:pt x="11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720" bIns="18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38" name="Freeform 264"/>
            <p:cNvSpPr/>
            <p:nvPr/>
          </p:nvSpPr>
          <p:spPr>
            <a:xfrm>
              <a:off x="4152960" y="1311120"/>
              <a:ext cx="81360" cy="9828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98280"/>
                <a:gd name="textAreaBottom" fmla="*/ 98640 h 98280"/>
                <a:gd name="GluePoint1X" fmla="*/ 22 w 39"/>
                <a:gd name="GluePoint1Y" fmla="*/ 40 h 47"/>
                <a:gd name="GluePoint2X" fmla="*/ 22 w 39"/>
                <a:gd name="GluePoint2Y" fmla="*/ 0 h 47"/>
                <a:gd name="GluePoint3X" fmla="*/ 17 w 39"/>
                <a:gd name="GluePoint3Y" fmla="*/ 0 h 47"/>
                <a:gd name="GluePoint4X" fmla="*/ 17 w 39"/>
                <a:gd name="GluePoint4Y" fmla="*/ 40 h 47"/>
                <a:gd name="GluePoint5X" fmla="*/ 3 w 39"/>
                <a:gd name="GluePoint5Y" fmla="*/ 26 h 47"/>
                <a:gd name="GluePoint6X" fmla="*/ 0 w 39"/>
                <a:gd name="GluePoint6Y" fmla="*/ 29 h 47"/>
                <a:gd name="GluePoint7X" fmla="*/ 18 w 39"/>
                <a:gd name="GluePoint7Y" fmla="*/ 47 h 47"/>
                <a:gd name="GluePoint8X" fmla="*/ 21 w 39"/>
                <a:gd name="GluePoint8Y" fmla="*/ 47 h 47"/>
                <a:gd name="GluePoint9X" fmla="*/ 39 w 39"/>
                <a:gd name="GluePoint9Y" fmla="*/ 29 h 47"/>
                <a:gd name="GluePoint10X" fmla="*/ 36 w 39"/>
                <a:gd name="GluePoint10Y" fmla="*/ 26 h 47"/>
                <a:gd name="GluePoint11X" fmla="*/ 22 w 39"/>
                <a:gd name="GluePoint11Y" fmla="*/ 40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9" h="47">
                  <a:moveTo>
                    <a:pt x="22" y="40"/>
                  </a:moveTo>
                  <a:lnTo>
                    <a:pt x="22" y="0"/>
                  </a:lnTo>
                  <a:lnTo>
                    <a:pt x="17" y="0"/>
                  </a:lnTo>
                  <a:lnTo>
                    <a:pt x="17" y="40"/>
                  </a:lnTo>
                  <a:lnTo>
                    <a:pt x="3" y="26"/>
                  </a:lnTo>
                  <a:lnTo>
                    <a:pt x="0" y="29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22" y="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239" name="Group 19"/>
          <p:cNvGrpSpPr/>
          <p:nvPr/>
        </p:nvGrpSpPr>
        <p:grpSpPr>
          <a:xfrm>
            <a:off x="4454640" y="1258920"/>
            <a:ext cx="263880" cy="301320"/>
            <a:chOff x="4454640" y="1258920"/>
            <a:chExt cx="263880" cy="301320"/>
          </a:xfrm>
        </p:grpSpPr>
        <p:sp>
          <p:nvSpPr>
            <p:cNvPr id="1240" name="Freeform 265"/>
            <p:cNvSpPr/>
            <p:nvPr/>
          </p:nvSpPr>
          <p:spPr>
            <a:xfrm>
              <a:off x="4454640" y="1258920"/>
              <a:ext cx="263880" cy="30132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301320"/>
                <a:gd name="textAreaBottom" fmla="*/ 301680 h 301320"/>
                <a:gd name="GluePoint1X" fmla="*/ 112 w 126"/>
                <a:gd name="GluePoint1Y" fmla="*/ 0 h 144"/>
                <a:gd name="GluePoint2X" fmla="*/ 13 w 126"/>
                <a:gd name="GluePoint2Y" fmla="*/ 0 h 144"/>
                <a:gd name="GluePoint3X" fmla="*/ 0 w 126"/>
                <a:gd name="GluePoint3Y" fmla="*/ 90 h 144"/>
                <a:gd name="GluePoint4X" fmla="*/ 0 w 126"/>
                <a:gd name="GluePoint4Y" fmla="*/ 90 h 144"/>
                <a:gd name="GluePoint5X" fmla="*/ 0 w 126"/>
                <a:gd name="GluePoint5Y" fmla="*/ 144 h 144"/>
                <a:gd name="GluePoint6X" fmla="*/ 126 w 126"/>
                <a:gd name="GluePoint6Y" fmla="*/ 144 h 144"/>
                <a:gd name="GluePoint7X" fmla="*/ 126 w 126"/>
                <a:gd name="GluePoint7Y" fmla="*/ 90 h 144"/>
                <a:gd name="GluePoint8X" fmla="*/ 125 w 126"/>
                <a:gd name="GluePoint8Y" fmla="*/ 90 h 144"/>
                <a:gd name="GluePoint9X" fmla="*/ 112 w 126"/>
                <a:gd name="GluePoint9Y" fmla="*/ 0 h 144"/>
                <a:gd name="GluePoint10X" fmla="*/ 17 w 126"/>
                <a:gd name="GluePoint10Y" fmla="*/ 5 h 144"/>
                <a:gd name="GluePoint11X" fmla="*/ 108 w 126"/>
                <a:gd name="GluePoint11Y" fmla="*/ 5 h 144"/>
                <a:gd name="GluePoint12X" fmla="*/ 121 w 126"/>
                <a:gd name="GluePoint12Y" fmla="*/ 90 h 144"/>
                <a:gd name="GluePoint13X" fmla="*/ 5 w 126"/>
                <a:gd name="GluePoint13Y" fmla="*/ 90 h 144"/>
                <a:gd name="GluePoint14X" fmla="*/ 17 w 126"/>
                <a:gd name="GluePoint14Y" fmla="*/ 5 h 144"/>
                <a:gd name="GluePoint15X" fmla="*/ 121 w 126"/>
                <a:gd name="GluePoint15Y" fmla="*/ 140 h 144"/>
                <a:gd name="GluePoint16X" fmla="*/ 4 w 126"/>
                <a:gd name="GluePoint16Y" fmla="*/ 140 h 144"/>
                <a:gd name="GluePoint17X" fmla="*/ 4 w 126"/>
                <a:gd name="GluePoint17Y" fmla="*/ 95 h 144"/>
                <a:gd name="GluePoint18X" fmla="*/ 121 w 126"/>
                <a:gd name="GluePoint18Y" fmla="*/ 95 h 144"/>
                <a:gd name="GluePoint19X" fmla="*/ 121 w 126"/>
                <a:gd name="GluePoint19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26" h="144">
                  <a:moveTo>
                    <a:pt x="112" y="0"/>
                  </a:moveTo>
                  <a:lnTo>
                    <a:pt x="13" y="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144"/>
                  </a:lnTo>
                  <a:lnTo>
                    <a:pt x="126" y="144"/>
                  </a:lnTo>
                  <a:lnTo>
                    <a:pt x="126" y="90"/>
                  </a:lnTo>
                  <a:lnTo>
                    <a:pt x="125" y="90"/>
                  </a:lnTo>
                  <a:lnTo>
                    <a:pt x="112" y="0"/>
                  </a:lnTo>
                  <a:close/>
                  <a:moveTo>
                    <a:pt x="17" y="5"/>
                  </a:moveTo>
                  <a:lnTo>
                    <a:pt x="108" y="5"/>
                  </a:lnTo>
                  <a:lnTo>
                    <a:pt x="121" y="90"/>
                  </a:lnTo>
                  <a:lnTo>
                    <a:pt x="5" y="90"/>
                  </a:lnTo>
                  <a:lnTo>
                    <a:pt x="17" y="5"/>
                  </a:lnTo>
                  <a:close/>
                  <a:moveTo>
                    <a:pt x="121" y="140"/>
                  </a:moveTo>
                  <a:lnTo>
                    <a:pt x="4" y="140"/>
                  </a:lnTo>
                  <a:lnTo>
                    <a:pt x="4" y="95"/>
                  </a:lnTo>
                  <a:lnTo>
                    <a:pt x="121" y="95"/>
                  </a:lnTo>
                  <a:lnTo>
                    <a:pt x="121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41" name="Freeform 266"/>
            <p:cNvSpPr/>
            <p:nvPr/>
          </p:nvSpPr>
          <p:spPr>
            <a:xfrm>
              <a:off x="4643280" y="1485000"/>
              <a:ext cx="37440" cy="374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440"/>
                <a:gd name="textAreaBottom" fmla="*/ 37800 h 37440"/>
                <a:gd name="GluePoint1X" fmla="*/ 16 w 32"/>
                <a:gd name="GluePoint1Y" fmla="*/ 32 h 32"/>
                <a:gd name="GluePoint2X" fmla="*/ 32 w 32"/>
                <a:gd name="GluePoint2Y" fmla="*/ 16 h 32"/>
                <a:gd name="GluePoint3X" fmla="*/ 16 w 32"/>
                <a:gd name="GluePoint3Y" fmla="*/ 0 h 32"/>
                <a:gd name="GluePoint4X" fmla="*/ 0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24 w 32"/>
                <a:gd name="GluePoint7Y" fmla="*/ 16 h 32"/>
                <a:gd name="GluePoint8X" fmla="*/ 16 w 32"/>
                <a:gd name="GluePoint8Y" fmla="*/ 24 h 32"/>
                <a:gd name="GluePoint9X" fmla="*/ 8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25" y="32"/>
                    <a:pt x="32" y="25"/>
                    <a:pt x="32" y="16"/>
                  </a:cubicBezTo>
                  <a:cubicBezTo>
                    <a:pt x="32" y="8"/>
                    <a:pt x="25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lose/>
                  <a:moveTo>
                    <a:pt x="16" y="8"/>
                  </a:moveTo>
                  <a:cubicBezTo>
                    <a:pt x="20" y="8"/>
                    <a:pt x="24" y="12"/>
                    <a:pt x="24" y="16"/>
                  </a:cubicBezTo>
                  <a:cubicBezTo>
                    <a:pt x="24" y="21"/>
                    <a:pt x="20" y="24"/>
                    <a:pt x="16" y="24"/>
                  </a:cubicBezTo>
                  <a:cubicBezTo>
                    <a:pt x="12" y="24"/>
                    <a:pt x="8" y="21"/>
                    <a:pt x="8" y="16"/>
                  </a:cubicBezTo>
                  <a:cubicBezTo>
                    <a:pt x="8" y="12"/>
                    <a:pt x="12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720" bIns="18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42" name="Freeform 267"/>
            <p:cNvSpPr/>
            <p:nvPr/>
          </p:nvSpPr>
          <p:spPr>
            <a:xfrm>
              <a:off x="4545000" y="1311120"/>
              <a:ext cx="81360" cy="9828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98280"/>
                <a:gd name="textAreaBottom" fmla="*/ 98640 h 98280"/>
                <a:gd name="GluePoint1X" fmla="*/ 18 w 39"/>
                <a:gd name="GluePoint1Y" fmla="*/ 0 h 47"/>
                <a:gd name="GluePoint2X" fmla="*/ 0 w 39"/>
                <a:gd name="GluePoint2Y" fmla="*/ 18 h 47"/>
                <a:gd name="GluePoint3X" fmla="*/ 3 w 39"/>
                <a:gd name="GluePoint3Y" fmla="*/ 22 h 47"/>
                <a:gd name="GluePoint4X" fmla="*/ 18 w 39"/>
                <a:gd name="GluePoint4Y" fmla="*/ 8 h 47"/>
                <a:gd name="GluePoint5X" fmla="*/ 18 w 39"/>
                <a:gd name="GluePoint5Y" fmla="*/ 47 h 47"/>
                <a:gd name="GluePoint6X" fmla="*/ 22 w 39"/>
                <a:gd name="GluePoint6Y" fmla="*/ 47 h 47"/>
                <a:gd name="GluePoint7X" fmla="*/ 22 w 39"/>
                <a:gd name="GluePoint7Y" fmla="*/ 8 h 47"/>
                <a:gd name="GluePoint8X" fmla="*/ 36 w 39"/>
                <a:gd name="GluePoint8Y" fmla="*/ 22 h 47"/>
                <a:gd name="GluePoint9X" fmla="*/ 39 w 39"/>
                <a:gd name="GluePoint9Y" fmla="*/ 18 h 47"/>
                <a:gd name="GluePoint10X" fmla="*/ 21 w 39"/>
                <a:gd name="GluePoint10Y" fmla="*/ 0 h 47"/>
                <a:gd name="GluePoint11X" fmla="*/ 18 w 39"/>
                <a:gd name="GluePoint11Y" fmla="*/ 0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9" h="47">
                  <a:moveTo>
                    <a:pt x="18" y="0"/>
                  </a:moveTo>
                  <a:lnTo>
                    <a:pt x="0" y="18"/>
                  </a:lnTo>
                  <a:lnTo>
                    <a:pt x="3" y="22"/>
                  </a:lnTo>
                  <a:lnTo>
                    <a:pt x="18" y="8"/>
                  </a:lnTo>
                  <a:lnTo>
                    <a:pt x="18" y="47"/>
                  </a:lnTo>
                  <a:lnTo>
                    <a:pt x="22" y="47"/>
                  </a:lnTo>
                  <a:lnTo>
                    <a:pt x="22" y="8"/>
                  </a:lnTo>
                  <a:lnTo>
                    <a:pt x="36" y="22"/>
                  </a:lnTo>
                  <a:lnTo>
                    <a:pt x="39" y="18"/>
                  </a:lnTo>
                  <a:lnTo>
                    <a:pt x="21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243" name="Freeform 268"/>
          <p:cNvSpPr/>
          <p:nvPr/>
        </p:nvSpPr>
        <p:spPr>
          <a:xfrm>
            <a:off x="4851000" y="1258920"/>
            <a:ext cx="255240" cy="301320"/>
          </a:xfrm>
          <a:custGeom>
            <a:avLst/>
            <a:gdLst>
              <a:gd name="textAreaLeft" fmla="*/ 0 w 255240"/>
              <a:gd name="textAreaRight" fmla="*/ 255600 w 255240"/>
              <a:gd name="textAreaTop" fmla="*/ 0 h 301320"/>
              <a:gd name="textAreaBottom" fmla="*/ 301680 h 301320"/>
              <a:gd name="GluePoint1X" fmla="*/ 108 w 216"/>
              <a:gd name="GluePoint1Y" fmla="*/ 0 h 256"/>
              <a:gd name="GluePoint2X" fmla="*/ 0 w 216"/>
              <a:gd name="GluePoint2Y" fmla="*/ 32 h 256"/>
              <a:gd name="GluePoint3X" fmla="*/ 0 w 216"/>
              <a:gd name="GluePoint3Y" fmla="*/ 224 h 256"/>
              <a:gd name="GluePoint4X" fmla="*/ 108 w 216"/>
              <a:gd name="GluePoint4Y" fmla="*/ 256 h 256"/>
              <a:gd name="GluePoint5X" fmla="*/ 216 w 216"/>
              <a:gd name="GluePoint5Y" fmla="*/ 224 h 256"/>
              <a:gd name="GluePoint6X" fmla="*/ 216 w 216"/>
              <a:gd name="GluePoint6Y" fmla="*/ 32 h 256"/>
              <a:gd name="GluePoint7X" fmla="*/ 108 w 216"/>
              <a:gd name="GluePoint7Y" fmla="*/ 0 h 256"/>
              <a:gd name="GluePoint8X" fmla="*/ 108 w 216"/>
              <a:gd name="GluePoint8Y" fmla="*/ 248 h 256"/>
              <a:gd name="GluePoint9X" fmla="*/ 8 w 216"/>
              <a:gd name="GluePoint9Y" fmla="*/ 224 h 256"/>
              <a:gd name="GluePoint10X" fmla="*/ 8 w 216"/>
              <a:gd name="GluePoint10Y" fmla="*/ 173 h 256"/>
              <a:gd name="GluePoint11X" fmla="*/ 108 w 216"/>
              <a:gd name="GluePoint11Y" fmla="*/ 192 h 256"/>
              <a:gd name="GluePoint12X" fmla="*/ 208 w 216"/>
              <a:gd name="GluePoint12Y" fmla="*/ 173 h 256"/>
              <a:gd name="GluePoint13X" fmla="*/ 208 w 216"/>
              <a:gd name="GluePoint13Y" fmla="*/ 224 h 256"/>
              <a:gd name="GluePoint14X" fmla="*/ 108 w 216"/>
              <a:gd name="GluePoint14Y" fmla="*/ 248 h 256"/>
              <a:gd name="GluePoint15X" fmla="*/ 108 w 216"/>
              <a:gd name="GluePoint15Y" fmla="*/ 184 h 256"/>
              <a:gd name="GluePoint16X" fmla="*/ 8 w 216"/>
              <a:gd name="GluePoint16Y" fmla="*/ 160 h 256"/>
              <a:gd name="GluePoint17X" fmla="*/ 8 w 216"/>
              <a:gd name="GluePoint17Y" fmla="*/ 109 h 256"/>
              <a:gd name="GluePoint18X" fmla="*/ 108 w 216"/>
              <a:gd name="GluePoint18Y" fmla="*/ 128 h 256"/>
              <a:gd name="GluePoint19X" fmla="*/ 208 w 216"/>
              <a:gd name="GluePoint19Y" fmla="*/ 109 h 256"/>
              <a:gd name="GluePoint20X" fmla="*/ 208 w 216"/>
              <a:gd name="GluePoint20Y" fmla="*/ 160 h 256"/>
              <a:gd name="GluePoint21X" fmla="*/ 108 w 216"/>
              <a:gd name="GluePoint21Y" fmla="*/ 184 h 256"/>
              <a:gd name="GluePoint22X" fmla="*/ 108 w 216"/>
              <a:gd name="GluePoint22Y" fmla="*/ 120 h 256"/>
              <a:gd name="GluePoint23X" fmla="*/ 8 w 216"/>
              <a:gd name="GluePoint23Y" fmla="*/ 96 h 256"/>
              <a:gd name="GluePoint24X" fmla="*/ 8 w 216"/>
              <a:gd name="GluePoint24Y" fmla="*/ 45 h 256"/>
              <a:gd name="GluePoint25X" fmla="*/ 108 w 216"/>
              <a:gd name="GluePoint25Y" fmla="*/ 64 h 256"/>
              <a:gd name="GluePoint26X" fmla="*/ 208 w 216"/>
              <a:gd name="GluePoint26Y" fmla="*/ 45 h 256"/>
              <a:gd name="GluePoint27X" fmla="*/ 208 w 216"/>
              <a:gd name="GluePoint27Y" fmla="*/ 96 h 256"/>
              <a:gd name="GluePoint28X" fmla="*/ 108 w 216"/>
              <a:gd name="GluePoint28Y" fmla="*/ 120 h 256"/>
              <a:gd name="GluePoint29X" fmla="*/ 108 w 216"/>
              <a:gd name="GluePoint29Y" fmla="*/ 56 h 256"/>
              <a:gd name="GluePoint30X" fmla="*/ 8 w 216"/>
              <a:gd name="GluePoint30Y" fmla="*/ 32 h 256"/>
              <a:gd name="GluePoint31X" fmla="*/ 108 w 216"/>
              <a:gd name="GluePoint31Y" fmla="*/ 8 h 256"/>
              <a:gd name="GluePoint32X" fmla="*/ 208 w 216"/>
              <a:gd name="GluePoint32Y" fmla="*/ 32 h 256"/>
              <a:gd name="GluePoint33X" fmla="*/ 108 w 216"/>
              <a:gd name="GluePoint33Y" fmla="*/ 56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</a:cxnLst>
            <a:rect l="textAreaLeft" t="textAreaTop" r="textAreaRight" b="textAreaBottom"/>
            <a:pathLst>
              <a:path w="216" h="256">
                <a:moveTo>
                  <a:pt x="108" y="0"/>
                </a:moveTo>
                <a:cubicBezTo>
                  <a:pt x="54" y="0"/>
                  <a:pt x="0" y="11"/>
                  <a:pt x="0" y="32"/>
                </a:cubicBezTo>
                <a:cubicBezTo>
                  <a:pt x="0" y="224"/>
                  <a:pt x="0" y="224"/>
                  <a:pt x="0" y="224"/>
                </a:cubicBezTo>
                <a:cubicBezTo>
                  <a:pt x="0" y="245"/>
                  <a:pt x="54" y="256"/>
                  <a:pt x="108" y="256"/>
                </a:cubicBezTo>
                <a:cubicBezTo>
                  <a:pt x="162" y="256"/>
                  <a:pt x="216" y="245"/>
                  <a:pt x="216" y="224"/>
                </a:cubicBezTo>
                <a:cubicBezTo>
                  <a:pt x="216" y="32"/>
                  <a:pt x="216" y="32"/>
                  <a:pt x="216" y="32"/>
                </a:cubicBezTo>
                <a:cubicBezTo>
                  <a:pt x="216" y="11"/>
                  <a:pt x="162" y="0"/>
                  <a:pt x="108" y="0"/>
                </a:cubicBezTo>
                <a:close/>
                <a:moveTo>
                  <a:pt x="108" y="248"/>
                </a:moveTo>
                <a:cubicBezTo>
                  <a:pt x="46" y="248"/>
                  <a:pt x="8" y="234"/>
                  <a:pt x="8" y="224"/>
                </a:cubicBezTo>
                <a:cubicBezTo>
                  <a:pt x="8" y="173"/>
                  <a:pt x="8" y="173"/>
                  <a:pt x="8" y="173"/>
                </a:cubicBezTo>
                <a:cubicBezTo>
                  <a:pt x="25" y="186"/>
                  <a:pt x="67" y="192"/>
                  <a:pt x="108" y="192"/>
                </a:cubicBezTo>
                <a:cubicBezTo>
                  <a:pt x="149" y="192"/>
                  <a:pt x="191" y="186"/>
                  <a:pt x="208" y="173"/>
                </a:cubicBezTo>
                <a:cubicBezTo>
                  <a:pt x="208" y="224"/>
                  <a:pt x="208" y="224"/>
                  <a:pt x="208" y="224"/>
                </a:cubicBezTo>
                <a:cubicBezTo>
                  <a:pt x="208" y="234"/>
                  <a:pt x="170" y="248"/>
                  <a:pt x="108" y="248"/>
                </a:cubicBezTo>
                <a:close/>
                <a:moveTo>
                  <a:pt x="108" y="184"/>
                </a:moveTo>
                <a:cubicBezTo>
                  <a:pt x="46" y="184"/>
                  <a:pt x="8" y="170"/>
                  <a:pt x="8" y="160"/>
                </a:cubicBezTo>
                <a:cubicBezTo>
                  <a:pt x="8" y="109"/>
                  <a:pt x="8" y="109"/>
                  <a:pt x="8" y="109"/>
                </a:cubicBezTo>
                <a:cubicBezTo>
                  <a:pt x="25" y="122"/>
                  <a:pt x="67" y="128"/>
                  <a:pt x="108" y="128"/>
                </a:cubicBezTo>
                <a:cubicBezTo>
                  <a:pt x="149" y="128"/>
                  <a:pt x="191" y="122"/>
                  <a:pt x="208" y="109"/>
                </a:cubicBezTo>
                <a:cubicBezTo>
                  <a:pt x="208" y="160"/>
                  <a:pt x="208" y="160"/>
                  <a:pt x="208" y="160"/>
                </a:cubicBezTo>
                <a:cubicBezTo>
                  <a:pt x="208" y="170"/>
                  <a:pt x="170" y="184"/>
                  <a:pt x="108" y="184"/>
                </a:cubicBezTo>
                <a:close/>
                <a:moveTo>
                  <a:pt x="108" y="120"/>
                </a:moveTo>
                <a:cubicBezTo>
                  <a:pt x="46" y="120"/>
                  <a:pt x="8" y="106"/>
                  <a:pt x="8" y="96"/>
                </a:cubicBezTo>
                <a:cubicBezTo>
                  <a:pt x="8" y="45"/>
                  <a:pt x="8" y="45"/>
                  <a:pt x="8" y="45"/>
                </a:cubicBezTo>
                <a:cubicBezTo>
                  <a:pt x="25" y="58"/>
                  <a:pt x="67" y="64"/>
                  <a:pt x="108" y="64"/>
                </a:cubicBezTo>
                <a:cubicBezTo>
                  <a:pt x="149" y="64"/>
                  <a:pt x="191" y="58"/>
                  <a:pt x="208" y="45"/>
                </a:cubicBezTo>
                <a:cubicBezTo>
                  <a:pt x="208" y="96"/>
                  <a:pt x="208" y="96"/>
                  <a:pt x="208" y="96"/>
                </a:cubicBezTo>
                <a:cubicBezTo>
                  <a:pt x="208" y="106"/>
                  <a:pt x="170" y="120"/>
                  <a:pt x="108" y="120"/>
                </a:cubicBezTo>
                <a:close/>
                <a:moveTo>
                  <a:pt x="108" y="56"/>
                </a:moveTo>
                <a:cubicBezTo>
                  <a:pt x="46" y="56"/>
                  <a:pt x="8" y="42"/>
                  <a:pt x="8" y="32"/>
                </a:cubicBezTo>
                <a:cubicBezTo>
                  <a:pt x="8" y="22"/>
                  <a:pt x="46" y="8"/>
                  <a:pt x="108" y="8"/>
                </a:cubicBezTo>
                <a:cubicBezTo>
                  <a:pt x="170" y="8"/>
                  <a:pt x="208" y="22"/>
                  <a:pt x="208" y="32"/>
                </a:cubicBezTo>
                <a:cubicBezTo>
                  <a:pt x="208" y="42"/>
                  <a:pt x="170" y="56"/>
                  <a:pt x="108" y="56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44" name="Freeform 269"/>
          <p:cNvSpPr/>
          <p:nvPr/>
        </p:nvSpPr>
        <p:spPr>
          <a:xfrm>
            <a:off x="5219640" y="1269360"/>
            <a:ext cx="301320" cy="282600"/>
          </a:xfrm>
          <a:custGeom>
            <a:avLst/>
            <a:gdLst>
              <a:gd name="textAreaLeft" fmla="*/ 0 w 301320"/>
              <a:gd name="textAreaRight" fmla="*/ 301680 w 301320"/>
              <a:gd name="textAreaTop" fmla="*/ 0 h 282600"/>
              <a:gd name="textAreaBottom" fmla="*/ 282960 h 282600"/>
              <a:gd name="GluePoint1X" fmla="*/ 161 w 255"/>
              <a:gd name="GluePoint1Y" fmla="*/ 139 h 239"/>
              <a:gd name="GluePoint2X" fmla="*/ 145 w 255"/>
              <a:gd name="GluePoint2Y" fmla="*/ 123 h 239"/>
              <a:gd name="GluePoint3X" fmla="*/ 175 w 255"/>
              <a:gd name="GluePoint3Y" fmla="*/ 93 h 239"/>
              <a:gd name="GluePoint4X" fmla="*/ 189 w 255"/>
              <a:gd name="GluePoint4Y" fmla="*/ 93 h 239"/>
              <a:gd name="GluePoint5X" fmla="*/ 233 w 255"/>
              <a:gd name="GluePoint5Y" fmla="*/ 39 h 239"/>
              <a:gd name="GluePoint6X" fmla="*/ 233 w 255"/>
              <a:gd name="GluePoint6Y" fmla="*/ 33 h 239"/>
              <a:gd name="GluePoint7X" fmla="*/ 198 w 255"/>
              <a:gd name="GluePoint7Y" fmla="*/ 49 h 239"/>
              <a:gd name="GluePoint8X" fmla="*/ 186 w 255"/>
              <a:gd name="GluePoint8Y" fmla="*/ 37 h 239"/>
              <a:gd name="GluePoint9X" fmla="*/ 201 w 255"/>
              <a:gd name="GluePoint9Y" fmla="*/ 1 h 239"/>
              <a:gd name="GluePoint10X" fmla="*/ 195 w 255"/>
              <a:gd name="GluePoint10Y" fmla="*/ 1 h 239"/>
              <a:gd name="GluePoint11X" fmla="*/ 141 w 255"/>
              <a:gd name="GluePoint11Y" fmla="*/ 45 h 239"/>
              <a:gd name="GluePoint12X" fmla="*/ 141 w 255"/>
              <a:gd name="GluePoint12Y" fmla="*/ 59 h 239"/>
              <a:gd name="GluePoint13X" fmla="*/ 111 w 255"/>
              <a:gd name="GluePoint13Y" fmla="*/ 90 h 239"/>
              <a:gd name="GluePoint14X" fmla="*/ 63 w 255"/>
              <a:gd name="GluePoint14Y" fmla="*/ 41 h 239"/>
              <a:gd name="GluePoint15X" fmla="*/ 76 w 255"/>
              <a:gd name="GluePoint15Y" fmla="*/ 28 h 239"/>
              <a:gd name="GluePoint16X" fmla="*/ 29 w 255"/>
              <a:gd name="GluePoint16Y" fmla="*/ 0 h 239"/>
              <a:gd name="GluePoint17X" fmla="*/ 16 w 255"/>
              <a:gd name="GluePoint17Y" fmla="*/ 13 h 239"/>
              <a:gd name="GluePoint18X" fmla="*/ 44 w 255"/>
              <a:gd name="GluePoint18Y" fmla="*/ 60 h 239"/>
              <a:gd name="GluePoint19X" fmla="*/ 57 w 255"/>
              <a:gd name="GluePoint19Y" fmla="*/ 47 h 239"/>
              <a:gd name="GluePoint20X" fmla="*/ 106 w 255"/>
              <a:gd name="GluePoint20Y" fmla="*/ 95 h 239"/>
              <a:gd name="GluePoint21X" fmla="*/ 8 w 255"/>
              <a:gd name="GluePoint21Y" fmla="*/ 194 h 239"/>
              <a:gd name="GluePoint22X" fmla="*/ 8 w 255"/>
              <a:gd name="GluePoint22Y" fmla="*/ 195 h 239"/>
              <a:gd name="GluePoint23X" fmla="*/ 0 w 255"/>
              <a:gd name="GluePoint23Y" fmla="*/ 222 h 239"/>
              <a:gd name="GluePoint24X" fmla="*/ 11 w 255"/>
              <a:gd name="GluePoint24Y" fmla="*/ 234 h 239"/>
              <a:gd name="GluePoint25X" fmla="*/ 39 w 255"/>
              <a:gd name="GluePoint25Y" fmla="*/ 227 h 239"/>
              <a:gd name="GluePoint26X" fmla="*/ 139 w 255"/>
              <a:gd name="GluePoint26Y" fmla="*/ 128 h 239"/>
              <a:gd name="GluePoint27X" fmla="*/ 155 w 255"/>
              <a:gd name="GluePoint27Y" fmla="*/ 145 h 239"/>
              <a:gd name="GluePoint28X" fmla="*/ 143 w 255"/>
              <a:gd name="GluePoint28Y" fmla="*/ 157 h 239"/>
              <a:gd name="GluePoint29X" fmla="*/ 225 w 255"/>
              <a:gd name="GluePoint29Y" fmla="*/ 239 h 239"/>
              <a:gd name="GluePoint30X" fmla="*/ 255 w 255"/>
              <a:gd name="GluePoint30Y" fmla="*/ 209 h 239"/>
              <a:gd name="GluePoint31X" fmla="*/ 173 w 255"/>
              <a:gd name="GluePoint31Y" fmla="*/ 127 h 239"/>
              <a:gd name="GluePoint32X" fmla="*/ 161 w 255"/>
              <a:gd name="GluePoint32Y" fmla="*/ 139 h 239"/>
              <a:gd name="GluePoint33X" fmla="*/ 26 w 255"/>
              <a:gd name="GluePoint33Y" fmla="*/ 14 h 239"/>
              <a:gd name="GluePoint34X" fmla="*/ 30 w 255"/>
              <a:gd name="GluePoint34Y" fmla="*/ 10 h 239"/>
              <a:gd name="GluePoint35X" fmla="*/ 63 w 255"/>
              <a:gd name="GluePoint35Y" fmla="*/ 30 h 239"/>
              <a:gd name="GluePoint36X" fmla="*/ 46 w 255"/>
              <a:gd name="GluePoint36Y" fmla="*/ 47 h 239"/>
              <a:gd name="GluePoint37X" fmla="*/ 26 w 255"/>
              <a:gd name="GluePoint37Y" fmla="*/ 14 h 239"/>
              <a:gd name="GluePoint38X" fmla="*/ 35 w 255"/>
              <a:gd name="GluePoint38Y" fmla="*/ 220 h 239"/>
              <a:gd name="GluePoint39X" fmla="*/ 14 w 255"/>
              <a:gd name="GluePoint39Y" fmla="*/ 225 h 239"/>
              <a:gd name="GluePoint40X" fmla="*/ 9 w 255"/>
              <a:gd name="GluePoint40Y" fmla="*/ 220 h 239"/>
              <a:gd name="GluePoint41X" fmla="*/ 15 w 255"/>
              <a:gd name="GluePoint41Y" fmla="*/ 199 h 239"/>
              <a:gd name="GluePoint42X" fmla="*/ 149 w 255"/>
              <a:gd name="GluePoint42Y" fmla="*/ 63 h 239"/>
              <a:gd name="GluePoint43X" fmla="*/ 149 w 255"/>
              <a:gd name="GluePoint43Y" fmla="*/ 45 h 239"/>
              <a:gd name="GluePoint44X" fmla="*/ 189 w 255"/>
              <a:gd name="GluePoint44Y" fmla="*/ 10 h 239"/>
              <a:gd name="GluePoint45X" fmla="*/ 176 w 255"/>
              <a:gd name="GluePoint45Y" fmla="*/ 38 h 239"/>
              <a:gd name="GluePoint46X" fmla="*/ 196 w 255"/>
              <a:gd name="GluePoint46Y" fmla="*/ 59 h 239"/>
              <a:gd name="GluePoint47X" fmla="*/ 225 w 255"/>
              <a:gd name="GluePoint47Y" fmla="*/ 46 h 239"/>
              <a:gd name="GluePoint48X" fmla="*/ 189 w 255"/>
              <a:gd name="GluePoint48Y" fmla="*/ 85 h 239"/>
              <a:gd name="GluePoint49X" fmla="*/ 171 w 255"/>
              <a:gd name="GluePoint49Y" fmla="*/ 85 h 239"/>
              <a:gd name="GluePoint50X" fmla="*/ 35 w 255"/>
              <a:gd name="GluePoint50Y" fmla="*/ 220 h 239"/>
              <a:gd name="GluePoint51X" fmla="*/ 225 w 255"/>
              <a:gd name="GluePoint51Y" fmla="*/ 227 h 239"/>
              <a:gd name="GluePoint52X" fmla="*/ 155 w 255"/>
              <a:gd name="GluePoint52Y" fmla="*/ 157 h 239"/>
              <a:gd name="GluePoint53X" fmla="*/ 173 w 255"/>
              <a:gd name="GluePoint53Y" fmla="*/ 139 h 239"/>
              <a:gd name="GluePoint54X" fmla="*/ 243 w 255"/>
              <a:gd name="GluePoint54Y" fmla="*/ 209 h 239"/>
              <a:gd name="GluePoint55X" fmla="*/ 225 w 255"/>
              <a:gd name="GluePoint55Y" fmla="*/ 227 h 23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</a:cxnLst>
            <a:rect l="textAreaLeft" t="textAreaTop" r="textAreaRight" b="textAreaBottom"/>
            <a:pathLst>
              <a:path w="255" h="239">
                <a:moveTo>
                  <a:pt x="161" y="139"/>
                </a:moveTo>
                <a:cubicBezTo>
                  <a:pt x="145" y="123"/>
                  <a:pt x="145" y="123"/>
                  <a:pt x="145" y="123"/>
                </a:cubicBezTo>
                <a:cubicBezTo>
                  <a:pt x="175" y="93"/>
                  <a:pt x="175" y="93"/>
                  <a:pt x="175" y="93"/>
                </a:cubicBezTo>
                <a:cubicBezTo>
                  <a:pt x="189" y="93"/>
                  <a:pt x="189" y="93"/>
                  <a:pt x="189" y="93"/>
                </a:cubicBezTo>
                <a:cubicBezTo>
                  <a:pt x="209" y="93"/>
                  <a:pt x="233" y="84"/>
                  <a:pt x="233" y="39"/>
                </a:cubicBezTo>
                <a:cubicBezTo>
                  <a:pt x="233" y="33"/>
                  <a:pt x="233" y="33"/>
                  <a:pt x="233" y="33"/>
                </a:cubicBezTo>
                <a:cubicBezTo>
                  <a:pt x="198" y="49"/>
                  <a:pt x="198" y="49"/>
                  <a:pt x="198" y="49"/>
                </a:cubicBezTo>
                <a:cubicBezTo>
                  <a:pt x="186" y="37"/>
                  <a:pt x="186" y="37"/>
                  <a:pt x="186" y="37"/>
                </a:cubicBezTo>
                <a:cubicBezTo>
                  <a:pt x="201" y="1"/>
                  <a:pt x="201" y="1"/>
                  <a:pt x="201" y="1"/>
                </a:cubicBezTo>
                <a:cubicBezTo>
                  <a:pt x="195" y="1"/>
                  <a:pt x="195" y="1"/>
                  <a:pt x="195" y="1"/>
                </a:cubicBezTo>
                <a:cubicBezTo>
                  <a:pt x="150" y="1"/>
                  <a:pt x="141" y="25"/>
                  <a:pt x="141" y="45"/>
                </a:cubicBezTo>
                <a:cubicBezTo>
                  <a:pt x="141" y="59"/>
                  <a:pt x="141" y="59"/>
                  <a:pt x="141" y="59"/>
                </a:cubicBezTo>
                <a:cubicBezTo>
                  <a:pt x="111" y="90"/>
                  <a:pt x="111" y="90"/>
                  <a:pt x="111" y="90"/>
                </a:cubicBezTo>
                <a:cubicBezTo>
                  <a:pt x="63" y="41"/>
                  <a:pt x="63" y="41"/>
                  <a:pt x="63" y="41"/>
                </a:cubicBezTo>
                <a:cubicBezTo>
                  <a:pt x="76" y="28"/>
                  <a:pt x="76" y="28"/>
                  <a:pt x="76" y="28"/>
                </a:cubicBezTo>
                <a:cubicBezTo>
                  <a:pt x="29" y="0"/>
                  <a:pt x="29" y="0"/>
                  <a:pt x="29" y="0"/>
                </a:cubicBezTo>
                <a:cubicBezTo>
                  <a:pt x="16" y="13"/>
                  <a:pt x="16" y="13"/>
                  <a:pt x="16" y="13"/>
                </a:cubicBezTo>
                <a:cubicBezTo>
                  <a:pt x="44" y="60"/>
                  <a:pt x="44" y="60"/>
                  <a:pt x="44" y="60"/>
                </a:cubicBezTo>
                <a:cubicBezTo>
                  <a:pt x="57" y="47"/>
                  <a:pt x="57" y="47"/>
                  <a:pt x="57" y="47"/>
                </a:cubicBezTo>
                <a:cubicBezTo>
                  <a:pt x="106" y="95"/>
                  <a:pt x="106" y="95"/>
                  <a:pt x="106" y="95"/>
                </a:cubicBezTo>
                <a:cubicBezTo>
                  <a:pt x="8" y="194"/>
                  <a:pt x="8" y="194"/>
                  <a:pt x="8" y="194"/>
                </a:cubicBezTo>
                <a:cubicBezTo>
                  <a:pt x="8" y="195"/>
                  <a:pt x="8" y="195"/>
                  <a:pt x="8" y="195"/>
                </a:cubicBezTo>
                <a:cubicBezTo>
                  <a:pt x="0" y="222"/>
                  <a:pt x="0" y="222"/>
                  <a:pt x="0" y="222"/>
                </a:cubicBezTo>
                <a:cubicBezTo>
                  <a:pt x="11" y="234"/>
                  <a:pt x="11" y="234"/>
                  <a:pt x="11" y="234"/>
                </a:cubicBezTo>
                <a:cubicBezTo>
                  <a:pt x="39" y="227"/>
                  <a:pt x="39" y="227"/>
                  <a:pt x="39" y="227"/>
                </a:cubicBezTo>
                <a:cubicBezTo>
                  <a:pt x="139" y="128"/>
                  <a:pt x="139" y="128"/>
                  <a:pt x="139" y="128"/>
                </a:cubicBezTo>
                <a:cubicBezTo>
                  <a:pt x="155" y="145"/>
                  <a:pt x="155" y="145"/>
                  <a:pt x="155" y="145"/>
                </a:cubicBezTo>
                <a:cubicBezTo>
                  <a:pt x="143" y="157"/>
                  <a:pt x="143" y="157"/>
                  <a:pt x="143" y="157"/>
                </a:cubicBezTo>
                <a:cubicBezTo>
                  <a:pt x="225" y="239"/>
                  <a:pt x="225" y="239"/>
                  <a:pt x="225" y="239"/>
                </a:cubicBezTo>
                <a:cubicBezTo>
                  <a:pt x="255" y="209"/>
                  <a:pt x="255" y="209"/>
                  <a:pt x="255" y="209"/>
                </a:cubicBezTo>
                <a:cubicBezTo>
                  <a:pt x="173" y="127"/>
                  <a:pt x="173" y="127"/>
                  <a:pt x="173" y="127"/>
                </a:cubicBezTo>
                <a:lnTo>
                  <a:pt x="161" y="139"/>
                </a:lnTo>
                <a:close/>
                <a:moveTo>
                  <a:pt x="26" y="14"/>
                </a:moveTo>
                <a:cubicBezTo>
                  <a:pt x="30" y="10"/>
                  <a:pt x="30" y="10"/>
                  <a:pt x="30" y="10"/>
                </a:cubicBezTo>
                <a:cubicBezTo>
                  <a:pt x="63" y="30"/>
                  <a:pt x="63" y="30"/>
                  <a:pt x="63" y="30"/>
                </a:cubicBezTo>
                <a:cubicBezTo>
                  <a:pt x="46" y="47"/>
                  <a:pt x="46" y="47"/>
                  <a:pt x="46" y="47"/>
                </a:cubicBezTo>
                <a:lnTo>
                  <a:pt x="26" y="14"/>
                </a:lnTo>
                <a:close/>
                <a:moveTo>
                  <a:pt x="35" y="220"/>
                </a:moveTo>
                <a:cubicBezTo>
                  <a:pt x="14" y="225"/>
                  <a:pt x="14" y="225"/>
                  <a:pt x="14" y="225"/>
                </a:cubicBezTo>
                <a:cubicBezTo>
                  <a:pt x="9" y="220"/>
                  <a:pt x="9" y="220"/>
                  <a:pt x="9" y="220"/>
                </a:cubicBezTo>
                <a:cubicBezTo>
                  <a:pt x="15" y="199"/>
                  <a:pt x="15" y="199"/>
                  <a:pt x="15" y="199"/>
                </a:cubicBezTo>
                <a:cubicBezTo>
                  <a:pt x="149" y="63"/>
                  <a:pt x="149" y="63"/>
                  <a:pt x="149" y="63"/>
                </a:cubicBezTo>
                <a:cubicBezTo>
                  <a:pt x="149" y="45"/>
                  <a:pt x="149" y="45"/>
                  <a:pt x="149" y="45"/>
                </a:cubicBezTo>
                <a:cubicBezTo>
                  <a:pt x="149" y="23"/>
                  <a:pt x="162" y="11"/>
                  <a:pt x="189" y="10"/>
                </a:cubicBezTo>
                <a:cubicBezTo>
                  <a:pt x="176" y="38"/>
                  <a:pt x="176" y="38"/>
                  <a:pt x="176" y="38"/>
                </a:cubicBezTo>
                <a:cubicBezTo>
                  <a:pt x="196" y="59"/>
                  <a:pt x="196" y="59"/>
                  <a:pt x="196" y="59"/>
                </a:cubicBezTo>
                <a:cubicBezTo>
                  <a:pt x="225" y="46"/>
                  <a:pt x="225" y="46"/>
                  <a:pt x="225" y="46"/>
                </a:cubicBezTo>
                <a:cubicBezTo>
                  <a:pt x="223" y="72"/>
                  <a:pt x="211" y="85"/>
                  <a:pt x="189" y="85"/>
                </a:cubicBezTo>
                <a:cubicBezTo>
                  <a:pt x="171" y="85"/>
                  <a:pt x="171" y="85"/>
                  <a:pt x="171" y="85"/>
                </a:cubicBezTo>
                <a:lnTo>
                  <a:pt x="35" y="220"/>
                </a:lnTo>
                <a:close/>
                <a:moveTo>
                  <a:pt x="225" y="227"/>
                </a:moveTo>
                <a:cubicBezTo>
                  <a:pt x="155" y="157"/>
                  <a:pt x="155" y="157"/>
                  <a:pt x="155" y="157"/>
                </a:cubicBezTo>
                <a:cubicBezTo>
                  <a:pt x="173" y="139"/>
                  <a:pt x="173" y="139"/>
                  <a:pt x="173" y="139"/>
                </a:cubicBezTo>
                <a:cubicBezTo>
                  <a:pt x="243" y="209"/>
                  <a:pt x="243" y="209"/>
                  <a:pt x="243" y="209"/>
                </a:cubicBezTo>
                <a:lnTo>
                  <a:pt x="225" y="227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45" name="Freeform 270"/>
          <p:cNvSpPr/>
          <p:nvPr/>
        </p:nvSpPr>
        <p:spPr>
          <a:xfrm>
            <a:off x="5611680" y="1258920"/>
            <a:ext cx="301320" cy="301320"/>
          </a:xfrm>
          <a:custGeom>
            <a:avLst/>
            <a:gdLst>
              <a:gd name="textAreaLeft" fmla="*/ 0 w 301320"/>
              <a:gd name="textAreaRight" fmla="*/ 301680 w 301320"/>
              <a:gd name="textAreaTop" fmla="*/ 0 h 301320"/>
              <a:gd name="textAreaBottom" fmla="*/ 301680 h 301320"/>
              <a:gd name="GluePoint1X" fmla="*/ 204 w 256"/>
              <a:gd name="GluePoint1Y" fmla="*/ 0 h 256"/>
              <a:gd name="GluePoint2X" fmla="*/ 152 w 256"/>
              <a:gd name="GluePoint2Y" fmla="*/ 52 h 256"/>
              <a:gd name="GluePoint3X" fmla="*/ 161 w 256"/>
              <a:gd name="GluePoint3Y" fmla="*/ 82 h 256"/>
              <a:gd name="GluePoint4X" fmla="*/ 75 w 256"/>
              <a:gd name="GluePoint4Y" fmla="*/ 137 h 256"/>
              <a:gd name="GluePoint5X" fmla="*/ 44 w 256"/>
              <a:gd name="GluePoint5Y" fmla="*/ 124 h 256"/>
              <a:gd name="GluePoint6X" fmla="*/ 0 w 256"/>
              <a:gd name="GluePoint6Y" fmla="*/ 168 h 256"/>
              <a:gd name="GluePoint7X" fmla="*/ 44 w 256"/>
              <a:gd name="GluePoint7Y" fmla="*/ 212 h 256"/>
              <a:gd name="GluePoint8X" fmla="*/ 83 w 256"/>
              <a:gd name="GluePoint8Y" fmla="*/ 190 h 256"/>
              <a:gd name="GluePoint9X" fmla="*/ 156 w 256"/>
              <a:gd name="GluePoint9Y" fmla="*/ 219 h 256"/>
              <a:gd name="GluePoint10X" fmla="*/ 156 w 256"/>
              <a:gd name="GluePoint10Y" fmla="*/ 220 h 256"/>
              <a:gd name="GluePoint11X" fmla="*/ 192 w 256"/>
              <a:gd name="GluePoint11Y" fmla="*/ 256 h 256"/>
              <a:gd name="GluePoint12X" fmla="*/ 228 w 256"/>
              <a:gd name="GluePoint12Y" fmla="*/ 220 h 256"/>
              <a:gd name="GluePoint13X" fmla="*/ 192 w 256"/>
              <a:gd name="GluePoint13Y" fmla="*/ 184 h 256"/>
              <a:gd name="GluePoint14X" fmla="*/ 158 w 256"/>
              <a:gd name="GluePoint14Y" fmla="*/ 211 h 256"/>
              <a:gd name="GluePoint15X" fmla="*/ 86 w 256"/>
              <a:gd name="GluePoint15Y" fmla="*/ 182 h 256"/>
              <a:gd name="GluePoint16X" fmla="*/ 88 w 256"/>
              <a:gd name="GluePoint16Y" fmla="*/ 168 h 256"/>
              <a:gd name="GluePoint17X" fmla="*/ 80 w 256"/>
              <a:gd name="GluePoint17Y" fmla="*/ 143 h 256"/>
              <a:gd name="GluePoint18X" fmla="*/ 166 w 256"/>
              <a:gd name="GluePoint18Y" fmla="*/ 88 h 256"/>
              <a:gd name="GluePoint19X" fmla="*/ 204 w 256"/>
              <a:gd name="GluePoint19Y" fmla="*/ 104 h 256"/>
              <a:gd name="GluePoint20X" fmla="*/ 256 w 256"/>
              <a:gd name="GluePoint20Y" fmla="*/ 52 h 256"/>
              <a:gd name="GluePoint21X" fmla="*/ 204 w 256"/>
              <a:gd name="GluePoint21Y" fmla="*/ 0 h 256"/>
              <a:gd name="GluePoint22X" fmla="*/ 192 w 256"/>
              <a:gd name="GluePoint22Y" fmla="*/ 192 h 256"/>
              <a:gd name="GluePoint23X" fmla="*/ 220 w 256"/>
              <a:gd name="GluePoint23Y" fmla="*/ 220 h 256"/>
              <a:gd name="GluePoint24X" fmla="*/ 192 w 256"/>
              <a:gd name="GluePoint24Y" fmla="*/ 248 h 256"/>
              <a:gd name="GluePoint25X" fmla="*/ 164 w 256"/>
              <a:gd name="GluePoint25Y" fmla="*/ 220 h 256"/>
              <a:gd name="GluePoint26X" fmla="*/ 192 w 256"/>
              <a:gd name="GluePoint26Y" fmla="*/ 192 h 256"/>
              <a:gd name="GluePoint27X" fmla="*/ 44 w 256"/>
              <a:gd name="GluePoint27Y" fmla="*/ 204 h 256"/>
              <a:gd name="GluePoint28X" fmla="*/ 8 w 256"/>
              <a:gd name="GluePoint28Y" fmla="*/ 168 h 256"/>
              <a:gd name="GluePoint29X" fmla="*/ 44 w 256"/>
              <a:gd name="GluePoint29Y" fmla="*/ 132 h 256"/>
              <a:gd name="GluePoint30X" fmla="*/ 80 w 256"/>
              <a:gd name="GluePoint30Y" fmla="*/ 168 h 256"/>
              <a:gd name="GluePoint31X" fmla="*/ 44 w 256"/>
              <a:gd name="GluePoint31Y" fmla="*/ 204 h 256"/>
              <a:gd name="GluePoint32X" fmla="*/ 204 w 256"/>
              <a:gd name="GluePoint32Y" fmla="*/ 96 h 256"/>
              <a:gd name="GluePoint33X" fmla="*/ 160 w 256"/>
              <a:gd name="GluePoint33Y" fmla="*/ 52 h 256"/>
              <a:gd name="GluePoint34X" fmla="*/ 204 w 256"/>
              <a:gd name="GluePoint34Y" fmla="*/ 8 h 256"/>
              <a:gd name="GluePoint35X" fmla="*/ 248 w 256"/>
              <a:gd name="GluePoint35Y" fmla="*/ 52 h 256"/>
              <a:gd name="GluePoint36X" fmla="*/ 204 w 256"/>
              <a:gd name="GluePoint36Y" fmla="*/ 96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w="256" h="256">
                <a:moveTo>
                  <a:pt x="204" y="0"/>
                </a:moveTo>
                <a:cubicBezTo>
                  <a:pt x="176" y="0"/>
                  <a:pt x="152" y="24"/>
                  <a:pt x="152" y="52"/>
                </a:cubicBezTo>
                <a:cubicBezTo>
                  <a:pt x="152" y="63"/>
                  <a:pt x="156" y="73"/>
                  <a:pt x="161" y="82"/>
                </a:cubicBezTo>
                <a:cubicBezTo>
                  <a:pt x="75" y="137"/>
                  <a:pt x="75" y="137"/>
                  <a:pt x="75" y="137"/>
                </a:cubicBezTo>
                <a:cubicBezTo>
                  <a:pt x="67" y="129"/>
                  <a:pt x="56" y="124"/>
                  <a:pt x="44" y="124"/>
                </a:cubicBezTo>
                <a:cubicBezTo>
                  <a:pt x="20" y="124"/>
                  <a:pt x="0" y="144"/>
                  <a:pt x="0" y="168"/>
                </a:cubicBezTo>
                <a:cubicBezTo>
                  <a:pt x="0" y="193"/>
                  <a:pt x="20" y="212"/>
                  <a:pt x="44" y="212"/>
                </a:cubicBezTo>
                <a:cubicBezTo>
                  <a:pt x="61" y="212"/>
                  <a:pt x="75" y="203"/>
                  <a:pt x="83" y="190"/>
                </a:cubicBezTo>
                <a:cubicBezTo>
                  <a:pt x="156" y="219"/>
                  <a:pt x="156" y="219"/>
                  <a:pt x="156" y="219"/>
                </a:cubicBezTo>
                <a:cubicBezTo>
                  <a:pt x="156" y="220"/>
                  <a:pt x="156" y="220"/>
                  <a:pt x="156" y="220"/>
                </a:cubicBezTo>
                <a:cubicBezTo>
                  <a:pt x="156" y="240"/>
                  <a:pt x="172" y="256"/>
                  <a:pt x="192" y="256"/>
                </a:cubicBezTo>
                <a:cubicBezTo>
                  <a:pt x="212" y="256"/>
                  <a:pt x="228" y="240"/>
                  <a:pt x="228" y="220"/>
                </a:cubicBezTo>
                <a:cubicBezTo>
                  <a:pt x="228" y="201"/>
                  <a:pt x="212" y="184"/>
                  <a:pt x="192" y="184"/>
                </a:cubicBezTo>
                <a:cubicBezTo>
                  <a:pt x="176" y="184"/>
                  <a:pt x="162" y="196"/>
                  <a:pt x="158" y="211"/>
                </a:cubicBezTo>
                <a:cubicBezTo>
                  <a:pt x="86" y="182"/>
                  <a:pt x="86" y="182"/>
                  <a:pt x="86" y="182"/>
                </a:cubicBezTo>
                <a:cubicBezTo>
                  <a:pt x="87" y="178"/>
                  <a:pt x="88" y="173"/>
                  <a:pt x="88" y="168"/>
                </a:cubicBezTo>
                <a:cubicBezTo>
                  <a:pt x="88" y="159"/>
                  <a:pt x="85" y="150"/>
                  <a:pt x="80" y="143"/>
                </a:cubicBezTo>
                <a:cubicBezTo>
                  <a:pt x="166" y="88"/>
                  <a:pt x="166" y="88"/>
                  <a:pt x="166" y="88"/>
                </a:cubicBezTo>
                <a:cubicBezTo>
                  <a:pt x="176" y="98"/>
                  <a:pt x="189" y="104"/>
                  <a:pt x="204" y="104"/>
                </a:cubicBezTo>
                <a:cubicBezTo>
                  <a:pt x="233" y="104"/>
                  <a:pt x="256" y="81"/>
                  <a:pt x="256" y="52"/>
                </a:cubicBezTo>
                <a:cubicBezTo>
                  <a:pt x="256" y="24"/>
                  <a:pt x="233" y="0"/>
                  <a:pt x="204" y="0"/>
                </a:cubicBezTo>
                <a:close/>
                <a:moveTo>
                  <a:pt x="192" y="192"/>
                </a:moveTo>
                <a:cubicBezTo>
                  <a:pt x="208" y="192"/>
                  <a:pt x="220" y="205"/>
                  <a:pt x="220" y="220"/>
                </a:cubicBezTo>
                <a:cubicBezTo>
                  <a:pt x="220" y="236"/>
                  <a:pt x="208" y="248"/>
                  <a:pt x="192" y="248"/>
                </a:cubicBezTo>
                <a:cubicBezTo>
                  <a:pt x="177" y="248"/>
                  <a:pt x="164" y="236"/>
                  <a:pt x="164" y="220"/>
                </a:cubicBezTo>
                <a:cubicBezTo>
                  <a:pt x="164" y="205"/>
                  <a:pt x="177" y="192"/>
                  <a:pt x="192" y="192"/>
                </a:cubicBezTo>
                <a:close/>
                <a:moveTo>
                  <a:pt x="44" y="204"/>
                </a:moveTo>
                <a:cubicBezTo>
                  <a:pt x="24" y="204"/>
                  <a:pt x="8" y="188"/>
                  <a:pt x="8" y="168"/>
                </a:cubicBezTo>
                <a:cubicBezTo>
                  <a:pt x="8" y="149"/>
                  <a:pt x="24" y="132"/>
                  <a:pt x="44" y="132"/>
                </a:cubicBezTo>
                <a:cubicBezTo>
                  <a:pt x="64" y="132"/>
                  <a:pt x="80" y="149"/>
                  <a:pt x="80" y="168"/>
                </a:cubicBezTo>
                <a:cubicBezTo>
                  <a:pt x="80" y="188"/>
                  <a:pt x="64" y="204"/>
                  <a:pt x="44" y="204"/>
                </a:cubicBezTo>
                <a:close/>
                <a:moveTo>
                  <a:pt x="204" y="96"/>
                </a:moveTo>
                <a:cubicBezTo>
                  <a:pt x="180" y="96"/>
                  <a:pt x="160" y="77"/>
                  <a:pt x="160" y="52"/>
                </a:cubicBezTo>
                <a:cubicBezTo>
                  <a:pt x="160" y="28"/>
                  <a:pt x="180" y="8"/>
                  <a:pt x="204" y="8"/>
                </a:cubicBezTo>
                <a:cubicBezTo>
                  <a:pt x="229" y="8"/>
                  <a:pt x="248" y="28"/>
                  <a:pt x="248" y="52"/>
                </a:cubicBezTo>
                <a:cubicBezTo>
                  <a:pt x="248" y="77"/>
                  <a:pt x="229" y="96"/>
                  <a:pt x="204" y="96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46" name="Freeform 271"/>
          <p:cNvSpPr/>
          <p:nvPr/>
        </p:nvSpPr>
        <p:spPr>
          <a:xfrm>
            <a:off x="6041160" y="1258920"/>
            <a:ext cx="226080" cy="301320"/>
          </a:xfrm>
          <a:custGeom>
            <a:avLst/>
            <a:gdLst>
              <a:gd name="textAreaLeft" fmla="*/ 0 w 226080"/>
              <a:gd name="textAreaRight" fmla="*/ 226440 w 226080"/>
              <a:gd name="textAreaTop" fmla="*/ 0 h 301320"/>
              <a:gd name="textAreaBottom" fmla="*/ 301680 h 301320"/>
              <a:gd name="GluePoint1X" fmla="*/ 0 w 108"/>
              <a:gd name="GluePoint1Y" fmla="*/ 33 h 144"/>
              <a:gd name="GluePoint2X" fmla="*/ 0 w 108"/>
              <a:gd name="GluePoint2Y" fmla="*/ 144 h 144"/>
              <a:gd name="GluePoint3X" fmla="*/ 108 w 108"/>
              <a:gd name="GluePoint3Y" fmla="*/ 144 h 144"/>
              <a:gd name="GluePoint4X" fmla="*/ 108 w 108"/>
              <a:gd name="GluePoint4Y" fmla="*/ 0 h 144"/>
              <a:gd name="GluePoint5X" fmla="*/ 33 w 108"/>
              <a:gd name="GluePoint5Y" fmla="*/ 0 h 144"/>
              <a:gd name="GluePoint6X" fmla="*/ 0 w 108"/>
              <a:gd name="GluePoint6Y" fmla="*/ 33 h 144"/>
              <a:gd name="GluePoint7X" fmla="*/ 32 w 108"/>
              <a:gd name="GluePoint7Y" fmla="*/ 8 h 144"/>
              <a:gd name="GluePoint8X" fmla="*/ 32 w 108"/>
              <a:gd name="GluePoint8Y" fmla="*/ 32 h 144"/>
              <a:gd name="GluePoint9X" fmla="*/ 8 w 108"/>
              <a:gd name="GluePoint9Y" fmla="*/ 32 h 144"/>
              <a:gd name="GluePoint10X" fmla="*/ 32 w 108"/>
              <a:gd name="GluePoint10Y" fmla="*/ 8 h 144"/>
              <a:gd name="GluePoint11X" fmla="*/ 104 w 108"/>
              <a:gd name="GluePoint11Y" fmla="*/ 140 h 144"/>
              <a:gd name="GluePoint12X" fmla="*/ 4 w 108"/>
              <a:gd name="GluePoint12Y" fmla="*/ 140 h 144"/>
              <a:gd name="GluePoint13X" fmla="*/ 4 w 108"/>
              <a:gd name="GluePoint13Y" fmla="*/ 36 h 144"/>
              <a:gd name="GluePoint14X" fmla="*/ 36 w 108"/>
              <a:gd name="GluePoint14Y" fmla="*/ 36 h 144"/>
              <a:gd name="GluePoint15X" fmla="*/ 36 w 108"/>
              <a:gd name="GluePoint15Y" fmla="*/ 5 h 144"/>
              <a:gd name="GluePoint16X" fmla="*/ 104 w 108"/>
              <a:gd name="GluePoint16Y" fmla="*/ 5 h 144"/>
              <a:gd name="GluePoint17X" fmla="*/ 104 w 108"/>
              <a:gd name="GluePoint17Y" fmla="*/ 140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textAreaLeft" t="textAreaTop" r="textAreaRight" b="textAreaBottom"/>
            <a:pathLst>
              <a:path w="108" h="144">
                <a:moveTo>
                  <a:pt x="0" y="33"/>
                </a:moveTo>
                <a:lnTo>
                  <a:pt x="0" y="144"/>
                </a:lnTo>
                <a:lnTo>
                  <a:pt x="108" y="144"/>
                </a:lnTo>
                <a:lnTo>
                  <a:pt x="108" y="0"/>
                </a:lnTo>
                <a:lnTo>
                  <a:pt x="33" y="0"/>
                </a:lnTo>
                <a:lnTo>
                  <a:pt x="0" y="33"/>
                </a:lnTo>
                <a:close/>
                <a:moveTo>
                  <a:pt x="32" y="8"/>
                </a:moveTo>
                <a:lnTo>
                  <a:pt x="32" y="32"/>
                </a:lnTo>
                <a:lnTo>
                  <a:pt x="8" y="32"/>
                </a:lnTo>
                <a:lnTo>
                  <a:pt x="32" y="8"/>
                </a:lnTo>
                <a:close/>
                <a:moveTo>
                  <a:pt x="104" y="140"/>
                </a:moveTo>
                <a:lnTo>
                  <a:pt x="4" y="140"/>
                </a:lnTo>
                <a:lnTo>
                  <a:pt x="4" y="36"/>
                </a:lnTo>
                <a:lnTo>
                  <a:pt x="36" y="36"/>
                </a:lnTo>
                <a:lnTo>
                  <a:pt x="36" y="5"/>
                </a:lnTo>
                <a:lnTo>
                  <a:pt x="104" y="5"/>
                </a:lnTo>
                <a:lnTo>
                  <a:pt x="104" y="14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247" name="Group 29"/>
          <p:cNvGrpSpPr/>
          <p:nvPr/>
        </p:nvGrpSpPr>
        <p:grpSpPr>
          <a:xfrm>
            <a:off x="6428880" y="1258920"/>
            <a:ext cx="236520" cy="301680"/>
            <a:chOff x="6428880" y="1258920"/>
            <a:chExt cx="236520" cy="301680"/>
          </a:xfrm>
        </p:grpSpPr>
        <p:sp>
          <p:nvSpPr>
            <p:cNvPr id="1248" name="Freeform 272"/>
            <p:cNvSpPr/>
            <p:nvPr/>
          </p:nvSpPr>
          <p:spPr>
            <a:xfrm>
              <a:off x="6428880" y="1296720"/>
              <a:ext cx="194400" cy="263880"/>
            </a:xfrm>
            <a:custGeom>
              <a:avLst/>
              <a:gdLst>
                <a:gd name="textAreaLeft" fmla="*/ 0 w 194400"/>
                <a:gd name="textAreaRight" fmla="*/ 194760 w 194400"/>
                <a:gd name="textAreaTop" fmla="*/ 0 h 263880"/>
                <a:gd name="textAreaBottom" fmla="*/ 264240 h 263880"/>
                <a:gd name="GluePoint1X" fmla="*/ 0 w 93"/>
                <a:gd name="GluePoint1Y" fmla="*/ 29 h 126"/>
                <a:gd name="GluePoint2X" fmla="*/ 0 w 93"/>
                <a:gd name="GluePoint2Y" fmla="*/ 126 h 126"/>
                <a:gd name="GluePoint3X" fmla="*/ 93 w 93"/>
                <a:gd name="GluePoint3Y" fmla="*/ 126 h 126"/>
                <a:gd name="GluePoint4X" fmla="*/ 93 w 93"/>
                <a:gd name="GluePoint4Y" fmla="*/ 0 h 126"/>
                <a:gd name="GluePoint5X" fmla="*/ 29 w 93"/>
                <a:gd name="GluePoint5Y" fmla="*/ 0 h 126"/>
                <a:gd name="GluePoint6X" fmla="*/ 0 w 93"/>
                <a:gd name="GluePoint6Y" fmla="*/ 29 h 126"/>
                <a:gd name="GluePoint7X" fmla="*/ 27 w 93"/>
                <a:gd name="GluePoint7Y" fmla="*/ 8 h 126"/>
                <a:gd name="GluePoint8X" fmla="*/ 27 w 93"/>
                <a:gd name="GluePoint8Y" fmla="*/ 27 h 126"/>
                <a:gd name="GluePoint9X" fmla="*/ 8 w 93"/>
                <a:gd name="GluePoint9Y" fmla="*/ 27 h 126"/>
                <a:gd name="GluePoint10X" fmla="*/ 27 w 93"/>
                <a:gd name="GluePoint10Y" fmla="*/ 8 h 126"/>
                <a:gd name="GluePoint11X" fmla="*/ 88 w 93"/>
                <a:gd name="GluePoint11Y" fmla="*/ 122 h 126"/>
                <a:gd name="GluePoint12X" fmla="*/ 5 w 93"/>
                <a:gd name="GluePoint12Y" fmla="*/ 122 h 126"/>
                <a:gd name="GluePoint13X" fmla="*/ 5 w 93"/>
                <a:gd name="GluePoint13Y" fmla="*/ 32 h 126"/>
                <a:gd name="GluePoint14X" fmla="*/ 32 w 93"/>
                <a:gd name="GluePoint14Y" fmla="*/ 32 h 126"/>
                <a:gd name="GluePoint15X" fmla="*/ 32 w 93"/>
                <a:gd name="GluePoint15Y" fmla="*/ 5 h 126"/>
                <a:gd name="GluePoint16X" fmla="*/ 88 w 93"/>
                <a:gd name="GluePoint16Y" fmla="*/ 5 h 126"/>
                <a:gd name="GluePoint17X" fmla="*/ 88 w 93"/>
                <a:gd name="GluePoint17Y" fmla="*/ 122 h 1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93" h="126">
                  <a:moveTo>
                    <a:pt x="0" y="29"/>
                  </a:moveTo>
                  <a:lnTo>
                    <a:pt x="0" y="126"/>
                  </a:lnTo>
                  <a:lnTo>
                    <a:pt x="93" y="126"/>
                  </a:lnTo>
                  <a:lnTo>
                    <a:pt x="93" y="0"/>
                  </a:lnTo>
                  <a:lnTo>
                    <a:pt x="29" y="0"/>
                  </a:lnTo>
                  <a:lnTo>
                    <a:pt x="0" y="29"/>
                  </a:lnTo>
                  <a:close/>
                  <a:moveTo>
                    <a:pt x="27" y="8"/>
                  </a:moveTo>
                  <a:lnTo>
                    <a:pt x="27" y="27"/>
                  </a:lnTo>
                  <a:lnTo>
                    <a:pt x="8" y="27"/>
                  </a:lnTo>
                  <a:lnTo>
                    <a:pt x="27" y="8"/>
                  </a:lnTo>
                  <a:close/>
                  <a:moveTo>
                    <a:pt x="88" y="122"/>
                  </a:moveTo>
                  <a:lnTo>
                    <a:pt x="5" y="122"/>
                  </a:lnTo>
                  <a:lnTo>
                    <a:pt x="5" y="32"/>
                  </a:lnTo>
                  <a:lnTo>
                    <a:pt x="32" y="32"/>
                  </a:lnTo>
                  <a:lnTo>
                    <a:pt x="32" y="5"/>
                  </a:lnTo>
                  <a:lnTo>
                    <a:pt x="88" y="5"/>
                  </a:lnTo>
                  <a:lnTo>
                    <a:pt x="88" y="1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49" name="Freeform 273"/>
            <p:cNvSpPr/>
            <p:nvPr/>
          </p:nvSpPr>
          <p:spPr>
            <a:xfrm>
              <a:off x="6506640" y="1258920"/>
              <a:ext cx="158760" cy="26388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263880"/>
                <a:gd name="textAreaBottom" fmla="*/ 264240 h 263880"/>
                <a:gd name="GluePoint1X" fmla="*/ 58 w 76"/>
                <a:gd name="GluePoint1Y" fmla="*/ 122 h 126"/>
                <a:gd name="GluePoint2X" fmla="*/ 58 w 76"/>
                <a:gd name="GluePoint2Y" fmla="*/ 126 h 126"/>
                <a:gd name="GluePoint3X" fmla="*/ 76 w 76"/>
                <a:gd name="GluePoint3Y" fmla="*/ 126 h 126"/>
                <a:gd name="GluePoint4X" fmla="*/ 76 w 76"/>
                <a:gd name="GluePoint4Y" fmla="*/ 0 h 126"/>
                <a:gd name="GluePoint5X" fmla="*/ 12 w 76"/>
                <a:gd name="GluePoint5Y" fmla="*/ 0 h 126"/>
                <a:gd name="GluePoint6X" fmla="*/ 0 w 76"/>
                <a:gd name="GluePoint6Y" fmla="*/ 13 h 126"/>
                <a:gd name="GluePoint7X" fmla="*/ 3 w 76"/>
                <a:gd name="GluePoint7Y" fmla="*/ 15 h 126"/>
                <a:gd name="GluePoint8X" fmla="*/ 14 w 76"/>
                <a:gd name="GluePoint8Y" fmla="*/ 5 h 126"/>
                <a:gd name="GluePoint9X" fmla="*/ 72 w 76"/>
                <a:gd name="GluePoint9Y" fmla="*/ 5 h 126"/>
                <a:gd name="GluePoint10X" fmla="*/ 72 w 76"/>
                <a:gd name="GluePoint10Y" fmla="*/ 122 h 126"/>
                <a:gd name="GluePoint11X" fmla="*/ 58 w 76"/>
                <a:gd name="GluePoint11Y" fmla="*/ 122 h 1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6" h="126">
                  <a:moveTo>
                    <a:pt x="58" y="122"/>
                  </a:moveTo>
                  <a:lnTo>
                    <a:pt x="58" y="126"/>
                  </a:lnTo>
                  <a:lnTo>
                    <a:pt x="76" y="126"/>
                  </a:lnTo>
                  <a:lnTo>
                    <a:pt x="76" y="0"/>
                  </a:lnTo>
                  <a:lnTo>
                    <a:pt x="12" y="0"/>
                  </a:lnTo>
                  <a:lnTo>
                    <a:pt x="0" y="13"/>
                  </a:lnTo>
                  <a:lnTo>
                    <a:pt x="3" y="15"/>
                  </a:lnTo>
                  <a:lnTo>
                    <a:pt x="14" y="5"/>
                  </a:lnTo>
                  <a:lnTo>
                    <a:pt x="72" y="5"/>
                  </a:lnTo>
                  <a:lnTo>
                    <a:pt x="72" y="122"/>
                  </a:lnTo>
                  <a:lnTo>
                    <a:pt x="58" y="1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250" name="Group 30"/>
          <p:cNvGrpSpPr/>
          <p:nvPr/>
        </p:nvGrpSpPr>
        <p:grpSpPr>
          <a:xfrm>
            <a:off x="6789600" y="1267200"/>
            <a:ext cx="301320" cy="288720"/>
            <a:chOff x="6789600" y="1267200"/>
            <a:chExt cx="301320" cy="288720"/>
          </a:xfrm>
        </p:grpSpPr>
        <p:sp>
          <p:nvSpPr>
            <p:cNvPr id="1251" name="Freeform 274"/>
            <p:cNvSpPr/>
            <p:nvPr/>
          </p:nvSpPr>
          <p:spPr>
            <a:xfrm>
              <a:off x="7024320" y="1267200"/>
              <a:ext cx="66600" cy="28872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288720"/>
                <a:gd name="textAreaBottom" fmla="*/ 289080 h 288720"/>
                <a:gd name="GluePoint1X" fmla="*/ 32 w 32"/>
                <a:gd name="GluePoint1Y" fmla="*/ 0 h 138"/>
                <a:gd name="GluePoint2X" fmla="*/ 9 w 32"/>
                <a:gd name="GluePoint2Y" fmla="*/ 0 h 138"/>
                <a:gd name="GluePoint3X" fmla="*/ 9 w 32"/>
                <a:gd name="GluePoint3Y" fmla="*/ 9 h 138"/>
                <a:gd name="GluePoint4X" fmla="*/ 0 w 32"/>
                <a:gd name="GluePoint4Y" fmla="*/ 9 h 138"/>
                <a:gd name="GluePoint5X" fmla="*/ 0 w 32"/>
                <a:gd name="GluePoint5Y" fmla="*/ 33 h 138"/>
                <a:gd name="GluePoint6X" fmla="*/ 5 w 32"/>
                <a:gd name="GluePoint6Y" fmla="*/ 33 h 138"/>
                <a:gd name="GluePoint7X" fmla="*/ 5 w 32"/>
                <a:gd name="GluePoint7Y" fmla="*/ 13 h 138"/>
                <a:gd name="GluePoint8X" fmla="*/ 9 w 32"/>
                <a:gd name="GluePoint8Y" fmla="*/ 13 h 138"/>
                <a:gd name="GluePoint9X" fmla="*/ 9 w 32"/>
                <a:gd name="GluePoint9Y" fmla="*/ 115 h 138"/>
                <a:gd name="GluePoint10X" fmla="*/ 21 w 32"/>
                <a:gd name="GluePoint10Y" fmla="*/ 138 h 138"/>
                <a:gd name="GluePoint11X" fmla="*/ 32 w 32"/>
                <a:gd name="GluePoint11Y" fmla="*/ 115 h 138"/>
                <a:gd name="GluePoint12X" fmla="*/ 32 w 32"/>
                <a:gd name="GluePoint12Y" fmla="*/ 0 h 138"/>
                <a:gd name="GluePoint13X" fmla="*/ 27 w 32"/>
                <a:gd name="GluePoint13Y" fmla="*/ 114 h 138"/>
                <a:gd name="GluePoint14X" fmla="*/ 21 w 32"/>
                <a:gd name="GluePoint14Y" fmla="*/ 127 h 138"/>
                <a:gd name="GluePoint15X" fmla="*/ 14 w 32"/>
                <a:gd name="GluePoint15Y" fmla="*/ 114 h 138"/>
                <a:gd name="GluePoint16X" fmla="*/ 14 w 32"/>
                <a:gd name="GluePoint16Y" fmla="*/ 4 h 138"/>
                <a:gd name="GluePoint17X" fmla="*/ 27 w 32"/>
                <a:gd name="GluePoint17Y" fmla="*/ 4 h 138"/>
                <a:gd name="GluePoint18X" fmla="*/ 27 w 32"/>
                <a:gd name="GluePoint18Y" fmla="*/ 114 h 1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" h="138">
                  <a:moveTo>
                    <a:pt x="32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33"/>
                  </a:lnTo>
                  <a:lnTo>
                    <a:pt x="5" y="33"/>
                  </a:lnTo>
                  <a:lnTo>
                    <a:pt x="5" y="13"/>
                  </a:lnTo>
                  <a:lnTo>
                    <a:pt x="9" y="13"/>
                  </a:lnTo>
                  <a:lnTo>
                    <a:pt x="9" y="115"/>
                  </a:lnTo>
                  <a:lnTo>
                    <a:pt x="21" y="138"/>
                  </a:lnTo>
                  <a:lnTo>
                    <a:pt x="32" y="115"/>
                  </a:lnTo>
                  <a:lnTo>
                    <a:pt x="32" y="0"/>
                  </a:lnTo>
                  <a:close/>
                  <a:moveTo>
                    <a:pt x="27" y="114"/>
                  </a:moveTo>
                  <a:lnTo>
                    <a:pt x="21" y="127"/>
                  </a:lnTo>
                  <a:lnTo>
                    <a:pt x="14" y="114"/>
                  </a:lnTo>
                  <a:lnTo>
                    <a:pt x="14" y="4"/>
                  </a:lnTo>
                  <a:lnTo>
                    <a:pt x="27" y="4"/>
                  </a:lnTo>
                  <a:lnTo>
                    <a:pt x="27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52" name="Freeform 275"/>
            <p:cNvSpPr/>
            <p:nvPr/>
          </p:nvSpPr>
          <p:spPr>
            <a:xfrm>
              <a:off x="6789600" y="1267200"/>
              <a:ext cx="203040" cy="282600"/>
            </a:xfrm>
            <a:custGeom>
              <a:avLst/>
              <a:gdLst>
                <a:gd name="textAreaLeft" fmla="*/ 0 w 203040"/>
                <a:gd name="textAreaRight" fmla="*/ 203400 w 203040"/>
                <a:gd name="textAreaTop" fmla="*/ 0 h 282600"/>
                <a:gd name="textAreaBottom" fmla="*/ 282960 h 282600"/>
                <a:gd name="GluePoint1X" fmla="*/ 97 w 97"/>
                <a:gd name="GluePoint1Y" fmla="*/ 28 h 135"/>
                <a:gd name="GluePoint2X" fmla="*/ 68 w 97"/>
                <a:gd name="GluePoint2Y" fmla="*/ 0 h 135"/>
                <a:gd name="GluePoint3X" fmla="*/ 0 w 97"/>
                <a:gd name="GluePoint3Y" fmla="*/ 0 h 135"/>
                <a:gd name="GluePoint4X" fmla="*/ 0 w 97"/>
                <a:gd name="GluePoint4Y" fmla="*/ 135 h 135"/>
                <a:gd name="GluePoint5X" fmla="*/ 97 w 97"/>
                <a:gd name="GluePoint5Y" fmla="*/ 135 h 135"/>
                <a:gd name="GluePoint6X" fmla="*/ 97 w 97"/>
                <a:gd name="GluePoint6Y" fmla="*/ 28 h 135"/>
                <a:gd name="GluePoint7X" fmla="*/ 70 w 97"/>
                <a:gd name="GluePoint7Y" fmla="*/ 7 h 135"/>
                <a:gd name="GluePoint8X" fmla="*/ 89 w 97"/>
                <a:gd name="GluePoint8Y" fmla="*/ 27 h 135"/>
                <a:gd name="GluePoint9X" fmla="*/ 70 w 97"/>
                <a:gd name="GluePoint9Y" fmla="*/ 27 h 135"/>
                <a:gd name="GluePoint10X" fmla="*/ 70 w 97"/>
                <a:gd name="GluePoint10Y" fmla="*/ 7 h 135"/>
                <a:gd name="GluePoint11X" fmla="*/ 4 w 97"/>
                <a:gd name="GluePoint11Y" fmla="*/ 130 h 135"/>
                <a:gd name="GluePoint12X" fmla="*/ 4 w 97"/>
                <a:gd name="GluePoint12Y" fmla="*/ 4 h 135"/>
                <a:gd name="GluePoint13X" fmla="*/ 65 w 97"/>
                <a:gd name="GluePoint13Y" fmla="*/ 4 h 135"/>
                <a:gd name="GluePoint14X" fmla="*/ 65 w 97"/>
                <a:gd name="GluePoint14Y" fmla="*/ 31 h 135"/>
                <a:gd name="GluePoint15X" fmla="*/ 92 w 97"/>
                <a:gd name="GluePoint15Y" fmla="*/ 31 h 135"/>
                <a:gd name="GluePoint16X" fmla="*/ 92 w 97"/>
                <a:gd name="GluePoint16Y" fmla="*/ 130 h 135"/>
                <a:gd name="GluePoint17X" fmla="*/ 4 w 97"/>
                <a:gd name="GluePoint17Y" fmla="*/ 130 h 1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97" h="135">
                  <a:moveTo>
                    <a:pt x="97" y="28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0" y="135"/>
                  </a:lnTo>
                  <a:lnTo>
                    <a:pt x="97" y="135"/>
                  </a:lnTo>
                  <a:lnTo>
                    <a:pt x="97" y="28"/>
                  </a:lnTo>
                  <a:close/>
                  <a:moveTo>
                    <a:pt x="70" y="7"/>
                  </a:moveTo>
                  <a:lnTo>
                    <a:pt x="89" y="27"/>
                  </a:lnTo>
                  <a:lnTo>
                    <a:pt x="70" y="27"/>
                  </a:lnTo>
                  <a:lnTo>
                    <a:pt x="70" y="7"/>
                  </a:lnTo>
                  <a:close/>
                  <a:moveTo>
                    <a:pt x="4" y="130"/>
                  </a:moveTo>
                  <a:lnTo>
                    <a:pt x="4" y="4"/>
                  </a:lnTo>
                  <a:lnTo>
                    <a:pt x="65" y="4"/>
                  </a:lnTo>
                  <a:lnTo>
                    <a:pt x="65" y="31"/>
                  </a:lnTo>
                  <a:lnTo>
                    <a:pt x="92" y="31"/>
                  </a:lnTo>
                  <a:lnTo>
                    <a:pt x="92" y="130"/>
                  </a:lnTo>
                  <a:lnTo>
                    <a:pt x="4" y="13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53" name="Rectangle 276"/>
            <p:cNvSpPr/>
            <p:nvPr/>
          </p:nvSpPr>
          <p:spPr>
            <a:xfrm>
              <a:off x="6827040" y="1313280"/>
              <a:ext cx="561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54" name="Rectangle 277"/>
            <p:cNvSpPr/>
            <p:nvPr/>
          </p:nvSpPr>
          <p:spPr>
            <a:xfrm>
              <a:off x="6827040" y="136152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55" name="Rectangle 278"/>
            <p:cNvSpPr/>
            <p:nvPr/>
          </p:nvSpPr>
          <p:spPr>
            <a:xfrm>
              <a:off x="6827040" y="139932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56" name="Rectangle 279"/>
            <p:cNvSpPr/>
            <p:nvPr/>
          </p:nvSpPr>
          <p:spPr>
            <a:xfrm>
              <a:off x="6827040" y="143712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57" name="Rectangle 280"/>
            <p:cNvSpPr/>
            <p:nvPr/>
          </p:nvSpPr>
          <p:spPr>
            <a:xfrm>
              <a:off x="6827040" y="147456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258" name="Group 2"/>
          <p:cNvGrpSpPr/>
          <p:nvPr/>
        </p:nvGrpSpPr>
        <p:grpSpPr>
          <a:xfrm>
            <a:off x="2082240" y="1650600"/>
            <a:ext cx="301680" cy="303480"/>
            <a:chOff x="2082240" y="1650600"/>
            <a:chExt cx="301680" cy="303480"/>
          </a:xfrm>
        </p:grpSpPr>
        <p:sp>
          <p:nvSpPr>
            <p:cNvPr id="1259" name="Freeform 281"/>
            <p:cNvSpPr/>
            <p:nvPr/>
          </p:nvSpPr>
          <p:spPr>
            <a:xfrm>
              <a:off x="2082240" y="1661040"/>
              <a:ext cx="203040" cy="282600"/>
            </a:xfrm>
            <a:custGeom>
              <a:avLst/>
              <a:gdLst>
                <a:gd name="textAreaLeft" fmla="*/ 0 w 203040"/>
                <a:gd name="textAreaRight" fmla="*/ 203400 w 203040"/>
                <a:gd name="textAreaTop" fmla="*/ 0 h 282600"/>
                <a:gd name="textAreaBottom" fmla="*/ 282960 h 282600"/>
                <a:gd name="GluePoint1X" fmla="*/ 97 w 97"/>
                <a:gd name="GluePoint1Y" fmla="*/ 28 h 135"/>
                <a:gd name="GluePoint2X" fmla="*/ 68 w 97"/>
                <a:gd name="GluePoint2Y" fmla="*/ 0 h 135"/>
                <a:gd name="GluePoint3X" fmla="*/ 0 w 97"/>
                <a:gd name="GluePoint3Y" fmla="*/ 0 h 135"/>
                <a:gd name="GluePoint4X" fmla="*/ 0 w 97"/>
                <a:gd name="GluePoint4Y" fmla="*/ 135 h 135"/>
                <a:gd name="GluePoint5X" fmla="*/ 97 w 97"/>
                <a:gd name="GluePoint5Y" fmla="*/ 135 h 135"/>
                <a:gd name="GluePoint6X" fmla="*/ 97 w 97"/>
                <a:gd name="GluePoint6Y" fmla="*/ 28 h 135"/>
                <a:gd name="GluePoint7X" fmla="*/ 69 w 97"/>
                <a:gd name="GluePoint7Y" fmla="*/ 8 h 135"/>
                <a:gd name="GluePoint8X" fmla="*/ 89 w 97"/>
                <a:gd name="GluePoint8Y" fmla="*/ 27 h 135"/>
                <a:gd name="GluePoint9X" fmla="*/ 69 w 97"/>
                <a:gd name="GluePoint9Y" fmla="*/ 27 h 135"/>
                <a:gd name="GluePoint10X" fmla="*/ 69 w 97"/>
                <a:gd name="GluePoint10Y" fmla="*/ 8 h 135"/>
                <a:gd name="GluePoint11X" fmla="*/ 4 w 97"/>
                <a:gd name="GluePoint11Y" fmla="*/ 130 h 135"/>
                <a:gd name="GluePoint12X" fmla="*/ 4 w 97"/>
                <a:gd name="GluePoint12Y" fmla="*/ 4 h 135"/>
                <a:gd name="GluePoint13X" fmla="*/ 65 w 97"/>
                <a:gd name="GluePoint13Y" fmla="*/ 4 h 135"/>
                <a:gd name="GluePoint14X" fmla="*/ 65 w 97"/>
                <a:gd name="GluePoint14Y" fmla="*/ 31 h 135"/>
                <a:gd name="GluePoint15X" fmla="*/ 92 w 97"/>
                <a:gd name="GluePoint15Y" fmla="*/ 31 h 135"/>
                <a:gd name="GluePoint16X" fmla="*/ 92 w 97"/>
                <a:gd name="GluePoint16Y" fmla="*/ 130 h 135"/>
                <a:gd name="GluePoint17X" fmla="*/ 4 w 97"/>
                <a:gd name="GluePoint17Y" fmla="*/ 130 h 1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97" h="135">
                  <a:moveTo>
                    <a:pt x="97" y="28"/>
                  </a:moveTo>
                  <a:lnTo>
                    <a:pt x="68" y="0"/>
                  </a:lnTo>
                  <a:lnTo>
                    <a:pt x="0" y="0"/>
                  </a:lnTo>
                  <a:lnTo>
                    <a:pt x="0" y="135"/>
                  </a:lnTo>
                  <a:lnTo>
                    <a:pt x="97" y="135"/>
                  </a:lnTo>
                  <a:lnTo>
                    <a:pt x="97" y="28"/>
                  </a:lnTo>
                  <a:close/>
                  <a:moveTo>
                    <a:pt x="69" y="8"/>
                  </a:moveTo>
                  <a:lnTo>
                    <a:pt x="89" y="27"/>
                  </a:lnTo>
                  <a:lnTo>
                    <a:pt x="69" y="27"/>
                  </a:lnTo>
                  <a:lnTo>
                    <a:pt x="69" y="8"/>
                  </a:lnTo>
                  <a:close/>
                  <a:moveTo>
                    <a:pt x="4" y="130"/>
                  </a:moveTo>
                  <a:lnTo>
                    <a:pt x="4" y="4"/>
                  </a:lnTo>
                  <a:lnTo>
                    <a:pt x="65" y="4"/>
                  </a:lnTo>
                  <a:lnTo>
                    <a:pt x="65" y="31"/>
                  </a:lnTo>
                  <a:lnTo>
                    <a:pt x="92" y="31"/>
                  </a:lnTo>
                  <a:lnTo>
                    <a:pt x="92" y="130"/>
                  </a:lnTo>
                  <a:lnTo>
                    <a:pt x="4" y="13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60" name="Freeform 282"/>
            <p:cNvSpPr/>
            <p:nvPr/>
          </p:nvSpPr>
          <p:spPr>
            <a:xfrm>
              <a:off x="2336040" y="1650600"/>
              <a:ext cx="47880" cy="30348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303480"/>
                <a:gd name="textAreaBottom" fmla="*/ 303840 h 303480"/>
                <a:gd name="GluePoint1X" fmla="*/ 23 w 23"/>
                <a:gd name="GluePoint1Y" fmla="*/ 0 h 145"/>
                <a:gd name="GluePoint2X" fmla="*/ 0 w 23"/>
                <a:gd name="GluePoint2Y" fmla="*/ 0 h 145"/>
                <a:gd name="GluePoint3X" fmla="*/ 0 w 23"/>
                <a:gd name="GluePoint3Y" fmla="*/ 122 h 145"/>
                <a:gd name="GluePoint4X" fmla="*/ 12 w 23"/>
                <a:gd name="GluePoint4Y" fmla="*/ 145 h 145"/>
                <a:gd name="GluePoint5X" fmla="*/ 23 w 23"/>
                <a:gd name="GluePoint5Y" fmla="*/ 122 h 145"/>
                <a:gd name="GluePoint6X" fmla="*/ 23 w 23"/>
                <a:gd name="GluePoint6Y" fmla="*/ 0 h 145"/>
                <a:gd name="GluePoint7X" fmla="*/ 18 w 23"/>
                <a:gd name="GluePoint7Y" fmla="*/ 5 h 145"/>
                <a:gd name="GluePoint8X" fmla="*/ 18 w 23"/>
                <a:gd name="GluePoint8Y" fmla="*/ 23 h 145"/>
                <a:gd name="GluePoint9X" fmla="*/ 5 w 23"/>
                <a:gd name="GluePoint9Y" fmla="*/ 23 h 145"/>
                <a:gd name="GluePoint10X" fmla="*/ 5 w 23"/>
                <a:gd name="GluePoint10Y" fmla="*/ 5 h 145"/>
                <a:gd name="GluePoint11X" fmla="*/ 18 w 23"/>
                <a:gd name="GluePoint11Y" fmla="*/ 5 h 145"/>
                <a:gd name="GluePoint12X" fmla="*/ 12 w 23"/>
                <a:gd name="GluePoint12Y" fmla="*/ 135 h 145"/>
                <a:gd name="GluePoint13X" fmla="*/ 5 w 23"/>
                <a:gd name="GluePoint13Y" fmla="*/ 121 h 145"/>
                <a:gd name="GluePoint14X" fmla="*/ 5 w 23"/>
                <a:gd name="GluePoint14Y" fmla="*/ 27 h 145"/>
                <a:gd name="GluePoint15X" fmla="*/ 18 w 23"/>
                <a:gd name="GluePoint15Y" fmla="*/ 27 h 145"/>
                <a:gd name="GluePoint16X" fmla="*/ 18 w 23"/>
                <a:gd name="GluePoint16Y" fmla="*/ 121 h 145"/>
                <a:gd name="GluePoint17X" fmla="*/ 12 w 23"/>
                <a:gd name="GluePoint17Y" fmla="*/ 135 h 1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3" h="145">
                  <a:moveTo>
                    <a:pt x="23" y="0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12" y="145"/>
                  </a:lnTo>
                  <a:lnTo>
                    <a:pt x="23" y="122"/>
                  </a:lnTo>
                  <a:lnTo>
                    <a:pt x="23" y="0"/>
                  </a:lnTo>
                  <a:close/>
                  <a:moveTo>
                    <a:pt x="18" y="5"/>
                  </a:moveTo>
                  <a:lnTo>
                    <a:pt x="18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8" y="5"/>
                  </a:lnTo>
                  <a:close/>
                  <a:moveTo>
                    <a:pt x="12" y="135"/>
                  </a:moveTo>
                  <a:lnTo>
                    <a:pt x="5" y="121"/>
                  </a:lnTo>
                  <a:lnTo>
                    <a:pt x="5" y="27"/>
                  </a:lnTo>
                  <a:lnTo>
                    <a:pt x="18" y="27"/>
                  </a:lnTo>
                  <a:lnTo>
                    <a:pt x="18" y="121"/>
                  </a:lnTo>
                  <a:lnTo>
                    <a:pt x="12" y="13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61" name="Rectangle 283"/>
            <p:cNvSpPr/>
            <p:nvPr/>
          </p:nvSpPr>
          <p:spPr>
            <a:xfrm>
              <a:off x="2120040" y="1707480"/>
              <a:ext cx="561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62" name="Rectangle 284"/>
            <p:cNvSpPr/>
            <p:nvPr/>
          </p:nvSpPr>
          <p:spPr>
            <a:xfrm>
              <a:off x="2120040" y="175536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63" name="Rectangle 285"/>
            <p:cNvSpPr/>
            <p:nvPr/>
          </p:nvSpPr>
          <p:spPr>
            <a:xfrm>
              <a:off x="2120040" y="179316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64" name="Rectangle 286"/>
            <p:cNvSpPr/>
            <p:nvPr/>
          </p:nvSpPr>
          <p:spPr>
            <a:xfrm>
              <a:off x="2120040" y="183096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65" name="Rectangle 287"/>
            <p:cNvSpPr/>
            <p:nvPr/>
          </p:nvSpPr>
          <p:spPr>
            <a:xfrm>
              <a:off x="2120040" y="186876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266" name="Group 7"/>
          <p:cNvGrpSpPr/>
          <p:nvPr/>
        </p:nvGrpSpPr>
        <p:grpSpPr>
          <a:xfrm>
            <a:off x="2512080" y="1652760"/>
            <a:ext cx="226080" cy="301320"/>
            <a:chOff x="2512080" y="1652760"/>
            <a:chExt cx="226080" cy="301320"/>
          </a:xfrm>
        </p:grpSpPr>
        <p:sp>
          <p:nvSpPr>
            <p:cNvPr id="1267" name="Freeform 288"/>
            <p:cNvSpPr/>
            <p:nvPr/>
          </p:nvSpPr>
          <p:spPr>
            <a:xfrm>
              <a:off x="2512080" y="1652760"/>
              <a:ext cx="226080" cy="30132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1320"/>
                <a:gd name="textAreaBottom" fmla="*/ 301680 h 301320"/>
                <a:gd name="GluePoint1X" fmla="*/ 0 w 108"/>
                <a:gd name="GluePoint1Y" fmla="*/ 144 h 144"/>
                <a:gd name="GluePoint2X" fmla="*/ 108 w 108"/>
                <a:gd name="GluePoint2Y" fmla="*/ 144 h 144"/>
                <a:gd name="GluePoint3X" fmla="*/ 108 w 108"/>
                <a:gd name="GluePoint3Y" fmla="*/ 0 h 144"/>
                <a:gd name="GluePoint4X" fmla="*/ 33 w 108"/>
                <a:gd name="GluePoint4Y" fmla="*/ 0 h 144"/>
                <a:gd name="GluePoint5X" fmla="*/ 0 w 108"/>
                <a:gd name="GluePoint5Y" fmla="*/ 32 h 144"/>
                <a:gd name="GluePoint6X" fmla="*/ 0 w 108"/>
                <a:gd name="GluePoint6Y" fmla="*/ 144 h 144"/>
                <a:gd name="GluePoint7X" fmla="*/ 103 w 108"/>
                <a:gd name="GluePoint7Y" fmla="*/ 139 h 144"/>
                <a:gd name="GluePoint8X" fmla="*/ 4 w 108"/>
                <a:gd name="GluePoint8Y" fmla="*/ 139 h 144"/>
                <a:gd name="GluePoint9X" fmla="*/ 4 w 108"/>
                <a:gd name="GluePoint9Y" fmla="*/ 36 h 144"/>
                <a:gd name="GluePoint10X" fmla="*/ 36 w 108"/>
                <a:gd name="GluePoint10Y" fmla="*/ 36 h 144"/>
                <a:gd name="GluePoint11X" fmla="*/ 36 w 108"/>
                <a:gd name="GluePoint11Y" fmla="*/ 4 h 144"/>
                <a:gd name="GluePoint12X" fmla="*/ 103 w 108"/>
                <a:gd name="GluePoint12Y" fmla="*/ 4 h 144"/>
                <a:gd name="GluePoint13X" fmla="*/ 103 w 108"/>
                <a:gd name="GluePoint13Y" fmla="*/ 139 h 144"/>
                <a:gd name="GluePoint14X" fmla="*/ 8 w 108"/>
                <a:gd name="GluePoint14Y" fmla="*/ 31 h 144"/>
                <a:gd name="GluePoint15X" fmla="*/ 31 w 108"/>
                <a:gd name="GluePoint15Y" fmla="*/ 7 h 144"/>
                <a:gd name="GluePoint16X" fmla="*/ 31 w 108"/>
                <a:gd name="GluePoint16Y" fmla="*/ 31 h 144"/>
                <a:gd name="GluePoint17X" fmla="*/ 8 w 108"/>
                <a:gd name="GluePoint17Y" fmla="*/ 31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8" h="144">
                  <a:moveTo>
                    <a:pt x="0" y="144"/>
                  </a:moveTo>
                  <a:lnTo>
                    <a:pt x="108" y="144"/>
                  </a:lnTo>
                  <a:lnTo>
                    <a:pt x="108" y="0"/>
                  </a:lnTo>
                  <a:lnTo>
                    <a:pt x="33" y="0"/>
                  </a:lnTo>
                  <a:lnTo>
                    <a:pt x="0" y="32"/>
                  </a:lnTo>
                  <a:lnTo>
                    <a:pt x="0" y="144"/>
                  </a:lnTo>
                  <a:close/>
                  <a:moveTo>
                    <a:pt x="103" y="139"/>
                  </a:moveTo>
                  <a:lnTo>
                    <a:pt x="4" y="139"/>
                  </a:lnTo>
                  <a:lnTo>
                    <a:pt x="4" y="36"/>
                  </a:lnTo>
                  <a:lnTo>
                    <a:pt x="36" y="36"/>
                  </a:lnTo>
                  <a:lnTo>
                    <a:pt x="36" y="4"/>
                  </a:lnTo>
                  <a:lnTo>
                    <a:pt x="103" y="4"/>
                  </a:lnTo>
                  <a:lnTo>
                    <a:pt x="103" y="139"/>
                  </a:lnTo>
                  <a:close/>
                  <a:moveTo>
                    <a:pt x="8" y="31"/>
                  </a:moveTo>
                  <a:lnTo>
                    <a:pt x="31" y="7"/>
                  </a:lnTo>
                  <a:lnTo>
                    <a:pt x="31" y="31"/>
                  </a:lnTo>
                  <a:lnTo>
                    <a:pt x="8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68" name="Rectangle 289"/>
            <p:cNvSpPr/>
            <p:nvPr/>
          </p:nvSpPr>
          <p:spPr>
            <a:xfrm>
              <a:off x="2625120" y="1713600"/>
              <a:ext cx="6444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69" name="Rectangle 290"/>
            <p:cNvSpPr/>
            <p:nvPr/>
          </p:nvSpPr>
          <p:spPr>
            <a:xfrm>
              <a:off x="2558160" y="1761840"/>
              <a:ext cx="131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70" name="Rectangle 291"/>
            <p:cNvSpPr/>
            <p:nvPr/>
          </p:nvSpPr>
          <p:spPr>
            <a:xfrm>
              <a:off x="2558160" y="1807920"/>
              <a:ext cx="1317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71" name="Rectangle 292"/>
            <p:cNvSpPr/>
            <p:nvPr/>
          </p:nvSpPr>
          <p:spPr>
            <a:xfrm>
              <a:off x="2558160" y="1856160"/>
              <a:ext cx="131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72" name="Rectangle 293"/>
            <p:cNvSpPr/>
            <p:nvPr/>
          </p:nvSpPr>
          <p:spPr>
            <a:xfrm>
              <a:off x="2558160" y="1902240"/>
              <a:ext cx="1317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273" name="Freeform 294"/>
          <p:cNvSpPr/>
          <p:nvPr/>
        </p:nvSpPr>
        <p:spPr>
          <a:xfrm>
            <a:off x="2868120" y="1669680"/>
            <a:ext cx="297360" cy="267840"/>
          </a:xfrm>
          <a:custGeom>
            <a:avLst/>
            <a:gdLst>
              <a:gd name="textAreaLeft" fmla="*/ 0 w 297360"/>
              <a:gd name="textAreaRight" fmla="*/ 297720 w 297360"/>
              <a:gd name="textAreaTop" fmla="*/ 0 h 267840"/>
              <a:gd name="textAreaBottom" fmla="*/ 268200 h 267840"/>
              <a:gd name="GluePoint1X" fmla="*/ 69 w 142"/>
              <a:gd name="GluePoint1Y" fmla="*/ 76 h 128"/>
              <a:gd name="GluePoint2X" fmla="*/ 69 w 142"/>
              <a:gd name="GluePoint2Y" fmla="*/ 124 h 128"/>
              <a:gd name="GluePoint3X" fmla="*/ 53 w 142"/>
              <a:gd name="GluePoint3Y" fmla="*/ 124 h 128"/>
              <a:gd name="GluePoint4X" fmla="*/ 53 w 142"/>
              <a:gd name="GluePoint4Y" fmla="*/ 128 h 128"/>
              <a:gd name="GluePoint5X" fmla="*/ 69 w 142"/>
              <a:gd name="GluePoint5Y" fmla="*/ 128 h 128"/>
              <a:gd name="GluePoint6X" fmla="*/ 73 w 142"/>
              <a:gd name="GluePoint6Y" fmla="*/ 128 h 128"/>
              <a:gd name="GluePoint7X" fmla="*/ 89 w 142"/>
              <a:gd name="GluePoint7Y" fmla="*/ 128 h 128"/>
              <a:gd name="GluePoint8X" fmla="*/ 89 w 142"/>
              <a:gd name="GluePoint8Y" fmla="*/ 124 h 128"/>
              <a:gd name="GluePoint9X" fmla="*/ 73 w 142"/>
              <a:gd name="GluePoint9Y" fmla="*/ 124 h 128"/>
              <a:gd name="GluePoint10X" fmla="*/ 73 w 142"/>
              <a:gd name="GluePoint10Y" fmla="*/ 76 h 128"/>
              <a:gd name="GluePoint11X" fmla="*/ 96 w 142"/>
              <a:gd name="GluePoint11Y" fmla="*/ 76 h 128"/>
              <a:gd name="GluePoint12X" fmla="*/ 96 w 142"/>
              <a:gd name="GluePoint12Y" fmla="*/ 45 h 128"/>
              <a:gd name="GluePoint13X" fmla="*/ 73 w 142"/>
              <a:gd name="GluePoint13Y" fmla="*/ 45 h 128"/>
              <a:gd name="GluePoint14X" fmla="*/ 73 w 142"/>
              <a:gd name="GluePoint14Y" fmla="*/ 40 h 128"/>
              <a:gd name="GluePoint15X" fmla="*/ 124 w 142"/>
              <a:gd name="GluePoint15Y" fmla="*/ 40 h 128"/>
              <a:gd name="GluePoint16X" fmla="*/ 142 w 142"/>
              <a:gd name="GluePoint16Y" fmla="*/ 24 h 128"/>
              <a:gd name="GluePoint17X" fmla="*/ 124 w 142"/>
              <a:gd name="GluePoint17Y" fmla="*/ 9 h 128"/>
              <a:gd name="GluePoint18X" fmla="*/ 73 w 142"/>
              <a:gd name="GluePoint18Y" fmla="*/ 9 h 128"/>
              <a:gd name="GluePoint19X" fmla="*/ 73 w 142"/>
              <a:gd name="GluePoint19Y" fmla="*/ 0 h 128"/>
              <a:gd name="GluePoint20X" fmla="*/ 69 w 142"/>
              <a:gd name="GluePoint20Y" fmla="*/ 0 h 128"/>
              <a:gd name="GluePoint21X" fmla="*/ 69 w 142"/>
              <a:gd name="GluePoint21Y" fmla="*/ 9 h 128"/>
              <a:gd name="GluePoint22X" fmla="*/ 46 w 142"/>
              <a:gd name="GluePoint22Y" fmla="*/ 9 h 128"/>
              <a:gd name="GluePoint23X" fmla="*/ 46 w 142"/>
              <a:gd name="GluePoint23Y" fmla="*/ 40 h 128"/>
              <a:gd name="GluePoint24X" fmla="*/ 69 w 142"/>
              <a:gd name="GluePoint24Y" fmla="*/ 40 h 128"/>
              <a:gd name="GluePoint25X" fmla="*/ 69 w 142"/>
              <a:gd name="GluePoint25Y" fmla="*/ 45 h 128"/>
              <a:gd name="GluePoint26X" fmla="*/ 19 w 142"/>
              <a:gd name="GluePoint26Y" fmla="*/ 45 h 128"/>
              <a:gd name="GluePoint27X" fmla="*/ 0 w 142"/>
              <a:gd name="GluePoint27Y" fmla="*/ 60 h 128"/>
              <a:gd name="GluePoint28X" fmla="*/ 19 w 142"/>
              <a:gd name="GluePoint28Y" fmla="*/ 76 h 128"/>
              <a:gd name="GluePoint29X" fmla="*/ 69 w 142"/>
              <a:gd name="GluePoint29Y" fmla="*/ 76 h 128"/>
              <a:gd name="GluePoint30X" fmla="*/ 51 w 142"/>
              <a:gd name="GluePoint30Y" fmla="*/ 13 h 128"/>
              <a:gd name="GluePoint31X" fmla="*/ 122 w 142"/>
              <a:gd name="GluePoint31Y" fmla="*/ 13 h 128"/>
              <a:gd name="GluePoint32X" fmla="*/ 135 w 142"/>
              <a:gd name="GluePoint32Y" fmla="*/ 24 h 128"/>
              <a:gd name="GluePoint33X" fmla="*/ 122 w 142"/>
              <a:gd name="GluePoint33Y" fmla="*/ 36 h 128"/>
              <a:gd name="GluePoint34X" fmla="*/ 51 w 142"/>
              <a:gd name="GluePoint34Y" fmla="*/ 36 h 128"/>
              <a:gd name="GluePoint35X" fmla="*/ 51 w 142"/>
              <a:gd name="GluePoint35Y" fmla="*/ 13 h 128"/>
              <a:gd name="GluePoint36X" fmla="*/ 20 w 142"/>
              <a:gd name="GluePoint36Y" fmla="*/ 49 h 128"/>
              <a:gd name="GluePoint37X" fmla="*/ 91 w 142"/>
              <a:gd name="GluePoint37Y" fmla="*/ 49 h 128"/>
              <a:gd name="GluePoint38X" fmla="*/ 91 w 142"/>
              <a:gd name="GluePoint38Y" fmla="*/ 72 h 128"/>
              <a:gd name="GluePoint39X" fmla="*/ 20 w 142"/>
              <a:gd name="GluePoint39Y" fmla="*/ 72 h 128"/>
              <a:gd name="GluePoint40X" fmla="*/ 7 w 142"/>
              <a:gd name="GluePoint40Y" fmla="*/ 60 h 128"/>
              <a:gd name="GluePoint41X" fmla="*/ 20 w 142"/>
              <a:gd name="GluePoint41Y" fmla="*/ 49 h 1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textAreaLeft" t="textAreaTop" r="textAreaRight" b="textAreaBottom"/>
            <a:pathLst>
              <a:path w="142" h="128">
                <a:moveTo>
                  <a:pt x="69" y="76"/>
                </a:moveTo>
                <a:lnTo>
                  <a:pt x="69" y="124"/>
                </a:lnTo>
                <a:lnTo>
                  <a:pt x="53" y="124"/>
                </a:lnTo>
                <a:lnTo>
                  <a:pt x="53" y="128"/>
                </a:lnTo>
                <a:lnTo>
                  <a:pt x="69" y="128"/>
                </a:lnTo>
                <a:lnTo>
                  <a:pt x="73" y="128"/>
                </a:lnTo>
                <a:lnTo>
                  <a:pt x="89" y="128"/>
                </a:lnTo>
                <a:lnTo>
                  <a:pt x="89" y="124"/>
                </a:lnTo>
                <a:lnTo>
                  <a:pt x="73" y="124"/>
                </a:lnTo>
                <a:lnTo>
                  <a:pt x="73" y="76"/>
                </a:lnTo>
                <a:lnTo>
                  <a:pt x="96" y="76"/>
                </a:lnTo>
                <a:lnTo>
                  <a:pt x="96" y="45"/>
                </a:lnTo>
                <a:lnTo>
                  <a:pt x="73" y="45"/>
                </a:lnTo>
                <a:lnTo>
                  <a:pt x="73" y="40"/>
                </a:lnTo>
                <a:lnTo>
                  <a:pt x="124" y="40"/>
                </a:lnTo>
                <a:lnTo>
                  <a:pt x="142" y="24"/>
                </a:lnTo>
                <a:lnTo>
                  <a:pt x="124" y="9"/>
                </a:lnTo>
                <a:lnTo>
                  <a:pt x="73" y="9"/>
                </a:lnTo>
                <a:lnTo>
                  <a:pt x="73" y="0"/>
                </a:lnTo>
                <a:lnTo>
                  <a:pt x="69" y="0"/>
                </a:lnTo>
                <a:lnTo>
                  <a:pt x="69" y="9"/>
                </a:lnTo>
                <a:lnTo>
                  <a:pt x="46" y="9"/>
                </a:lnTo>
                <a:lnTo>
                  <a:pt x="46" y="40"/>
                </a:lnTo>
                <a:lnTo>
                  <a:pt x="69" y="40"/>
                </a:lnTo>
                <a:lnTo>
                  <a:pt x="69" y="45"/>
                </a:lnTo>
                <a:lnTo>
                  <a:pt x="19" y="45"/>
                </a:lnTo>
                <a:lnTo>
                  <a:pt x="0" y="60"/>
                </a:lnTo>
                <a:lnTo>
                  <a:pt x="19" y="76"/>
                </a:lnTo>
                <a:lnTo>
                  <a:pt x="69" y="76"/>
                </a:lnTo>
                <a:close/>
                <a:moveTo>
                  <a:pt x="51" y="13"/>
                </a:moveTo>
                <a:lnTo>
                  <a:pt x="122" y="13"/>
                </a:lnTo>
                <a:lnTo>
                  <a:pt x="135" y="24"/>
                </a:lnTo>
                <a:lnTo>
                  <a:pt x="122" y="36"/>
                </a:lnTo>
                <a:lnTo>
                  <a:pt x="51" y="36"/>
                </a:lnTo>
                <a:lnTo>
                  <a:pt x="51" y="13"/>
                </a:lnTo>
                <a:close/>
                <a:moveTo>
                  <a:pt x="20" y="49"/>
                </a:moveTo>
                <a:lnTo>
                  <a:pt x="91" y="49"/>
                </a:lnTo>
                <a:lnTo>
                  <a:pt x="91" y="72"/>
                </a:lnTo>
                <a:lnTo>
                  <a:pt x="20" y="72"/>
                </a:lnTo>
                <a:lnTo>
                  <a:pt x="7" y="60"/>
                </a:lnTo>
                <a:lnTo>
                  <a:pt x="20" y="49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274" name="Group 15"/>
          <p:cNvGrpSpPr/>
          <p:nvPr/>
        </p:nvGrpSpPr>
        <p:grpSpPr>
          <a:xfrm>
            <a:off x="3329280" y="1652760"/>
            <a:ext cx="160920" cy="301320"/>
            <a:chOff x="3329280" y="1652760"/>
            <a:chExt cx="160920" cy="301320"/>
          </a:xfrm>
        </p:grpSpPr>
        <p:sp>
          <p:nvSpPr>
            <p:cNvPr id="1275" name="Freeform 295"/>
            <p:cNvSpPr/>
            <p:nvPr/>
          </p:nvSpPr>
          <p:spPr>
            <a:xfrm>
              <a:off x="3329280" y="1652760"/>
              <a:ext cx="160920" cy="30132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301320"/>
                <a:gd name="textAreaBottom" fmla="*/ 301680 h 301320"/>
                <a:gd name="GluePoint1X" fmla="*/ 0 w 77"/>
                <a:gd name="GluePoint1Y" fmla="*/ 144 h 144"/>
                <a:gd name="GluePoint2X" fmla="*/ 77 w 77"/>
                <a:gd name="GluePoint2Y" fmla="*/ 144 h 144"/>
                <a:gd name="GluePoint3X" fmla="*/ 77 w 77"/>
                <a:gd name="GluePoint3Y" fmla="*/ 0 h 144"/>
                <a:gd name="GluePoint4X" fmla="*/ 0 w 77"/>
                <a:gd name="GluePoint4Y" fmla="*/ 0 h 144"/>
                <a:gd name="GluePoint5X" fmla="*/ 0 w 77"/>
                <a:gd name="GluePoint5Y" fmla="*/ 144 h 144"/>
                <a:gd name="GluePoint6X" fmla="*/ 5 w 77"/>
                <a:gd name="GluePoint6Y" fmla="*/ 139 h 144"/>
                <a:gd name="GluePoint7X" fmla="*/ 5 w 77"/>
                <a:gd name="GluePoint7Y" fmla="*/ 117 h 144"/>
                <a:gd name="GluePoint8X" fmla="*/ 72 w 77"/>
                <a:gd name="GluePoint8Y" fmla="*/ 117 h 144"/>
                <a:gd name="GluePoint9X" fmla="*/ 72 w 77"/>
                <a:gd name="GluePoint9Y" fmla="*/ 139 h 144"/>
                <a:gd name="GluePoint10X" fmla="*/ 5 w 77"/>
                <a:gd name="GluePoint10Y" fmla="*/ 139 h 144"/>
                <a:gd name="GluePoint11X" fmla="*/ 5 w 77"/>
                <a:gd name="GluePoint11Y" fmla="*/ 112 h 144"/>
                <a:gd name="GluePoint12X" fmla="*/ 5 w 77"/>
                <a:gd name="GluePoint12Y" fmla="*/ 22 h 144"/>
                <a:gd name="GluePoint13X" fmla="*/ 72 w 77"/>
                <a:gd name="GluePoint13Y" fmla="*/ 22 h 144"/>
                <a:gd name="GluePoint14X" fmla="*/ 72 w 77"/>
                <a:gd name="GluePoint14Y" fmla="*/ 112 h 144"/>
                <a:gd name="GluePoint15X" fmla="*/ 5 w 77"/>
                <a:gd name="GluePoint15Y" fmla="*/ 112 h 144"/>
                <a:gd name="GluePoint16X" fmla="*/ 72 w 77"/>
                <a:gd name="GluePoint16Y" fmla="*/ 4 h 144"/>
                <a:gd name="GluePoint17X" fmla="*/ 72 w 77"/>
                <a:gd name="GluePoint17Y" fmla="*/ 18 h 144"/>
                <a:gd name="GluePoint18X" fmla="*/ 5 w 77"/>
                <a:gd name="GluePoint18Y" fmla="*/ 18 h 144"/>
                <a:gd name="GluePoint19X" fmla="*/ 5 w 77"/>
                <a:gd name="GluePoint19Y" fmla="*/ 4 h 144"/>
                <a:gd name="GluePoint20X" fmla="*/ 72 w 77"/>
                <a:gd name="GluePoint20Y" fmla="*/ 4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7" h="144">
                  <a:moveTo>
                    <a:pt x="0" y="144"/>
                  </a:moveTo>
                  <a:lnTo>
                    <a:pt x="77" y="144"/>
                  </a:lnTo>
                  <a:lnTo>
                    <a:pt x="77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139"/>
                  </a:moveTo>
                  <a:lnTo>
                    <a:pt x="5" y="117"/>
                  </a:lnTo>
                  <a:lnTo>
                    <a:pt x="72" y="117"/>
                  </a:lnTo>
                  <a:lnTo>
                    <a:pt x="72" y="139"/>
                  </a:lnTo>
                  <a:lnTo>
                    <a:pt x="5" y="139"/>
                  </a:lnTo>
                  <a:close/>
                  <a:moveTo>
                    <a:pt x="5" y="112"/>
                  </a:moveTo>
                  <a:lnTo>
                    <a:pt x="5" y="22"/>
                  </a:lnTo>
                  <a:lnTo>
                    <a:pt x="72" y="22"/>
                  </a:lnTo>
                  <a:lnTo>
                    <a:pt x="72" y="112"/>
                  </a:lnTo>
                  <a:lnTo>
                    <a:pt x="5" y="112"/>
                  </a:lnTo>
                  <a:close/>
                  <a:moveTo>
                    <a:pt x="72" y="4"/>
                  </a:moveTo>
                  <a:lnTo>
                    <a:pt x="72" y="18"/>
                  </a:lnTo>
                  <a:lnTo>
                    <a:pt x="5" y="18"/>
                  </a:lnTo>
                  <a:lnTo>
                    <a:pt x="5" y="4"/>
                  </a:lnTo>
                  <a:lnTo>
                    <a:pt x="72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76" name="Rectangle 296"/>
            <p:cNvSpPr/>
            <p:nvPr/>
          </p:nvSpPr>
          <p:spPr>
            <a:xfrm>
              <a:off x="3392280" y="1671840"/>
              <a:ext cx="3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77" name="Freeform 297"/>
            <p:cNvSpPr/>
            <p:nvPr/>
          </p:nvSpPr>
          <p:spPr>
            <a:xfrm>
              <a:off x="3396600" y="1906560"/>
              <a:ext cx="27000" cy="2916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278" name="Freeform 298"/>
          <p:cNvSpPr/>
          <p:nvPr/>
        </p:nvSpPr>
        <p:spPr>
          <a:xfrm>
            <a:off x="3660480" y="1650600"/>
            <a:ext cx="282600" cy="303480"/>
          </a:xfrm>
          <a:custGeom>
            <a:avLst/>
            <a:gdLst>
              <a:gd name="textAreaLeft" fmla="*/ 0 w 282600"/>
              <a:gd name="textAreaRight" fmla="*/ 282960 w 282600"/>
              <a:gd name="textAreaTop" fmla="*/ 0 h 303480"/>
              <a:gd name="textAreaBottom" fmla="*/ 303840 h 303480"/>
              <a:gd name="GluePoint1X" fmla="*/ 0 w 240"/>
              <a:gd name="GluePoint1Y" fmla="*/ 145 h 257"/>
              <a:gd name="GluePoint2X" fmla="*/ 64 w 240"/>
              <a:gd name="GluePoint2Y" fmla="*/ 209 h 257"/>
              <a:gd name="GluePoint3X" fmla="*/ 108 w 240"/>
              <a:gd name="GluePoint3Y" fmla="*/ 182 h 257"/>
              <a:gd name="GluePoint4X" fmla="*/ 84 w 240"/>
              <a:gd name="GluePoint4Y" fmla="*/ 249 h 257"/>
              <a:gd name="GluePoint5X" fmla="*/ 84 w 240"/>
              <a:gd name="GluePoint5Y" fmla="*/ 257 h 257"/>
              <a:gd name="GluePoint6X" fmla="*/ 156 w 240"/>
              <a:gd name="GluePoint6Y" fmla="*/ 257 h 257"/>
              <a:gd name="GluePoint7X" fmla="*/ 156 w 240"/>
              <a:gd name="GluePoint7Y" fmla="*/ 249 h 257"/>
              <a:gd name="GluePoint8X" fmla="*/ 132 w 240"/>
              <a:gd name="GluePoint8Y" fmla="*/ 182 h 257"/>
              <a:gd name="GluePoint9X" fmla="*/ 180 w 240"/>
              <a:gd name="GluePoint9Y" fmla="*/ 209 h 257"/>
              <a:gd name="GluePoint10X" fmla="*/ 240 w 240"/>
              <a:gd name="GluePoint10Y" fmla="*/ 145 h 257"/>
              <a:gd name="GluePoint11X" fmla="*/ 180 w 240"/>
              <a:gd name="GluePoint11Y" fmla="*/ 44 h 257"/>
              <a:gd name="GluePoint12X" fmla="*/ 122 w 240"/>
              <a:gd name="GluePoint12Y" fmla="*/ 1 h 257"/>
              <a:gd name="GluePoint13X" fmla="*/ 120 w 240"/>
              <a:gd name="GluePoint13Y" fmla="*/ 0 h 257"/>
              <a:gd name="GluePoint14X" fmla="*/ 118 w 240"/>
              <a:gd name="GluePoint14Y" fmla="*/ 1 h 257"/>
              <a:gd name="GluePoint15X" fmla="*/ 59 w 240"/>
              <a:gd name="GluePoint15Y" fmla="*/ 44 h 257"/>
              <a:gd name="GluePoint16X" fmla="*/ 0 w 240"/>
              <a:gd name="GluePoint16Y" fmla="*/ 145 h 257"/>
              <a:gd name="GluePoint17X" fmla="*/ 120 w 240"/>
              <a:gd name="GluePoint17Y" fmla="*/ 10 h 257"/>
              <a:gd name="GluePoint18X" fmla="*/ 232 w 240"/>
              <a:gd name="GluePoint18Y" fmla="*/ 145 h 257"/>
              <a:gd name="GluePoint19X" fmla="*/ 180 w 240"/>
              <a:gd name="GluePoint19Y" fmla="*/ 201 h 257"/>
              <a:gd name="GluePoint20X" fmla="*/ 132 w 240"/>
              <a:gd name="GluePoint20Y" fmla="*/ 153 h 257"/>
              <a:gd name="GluePoint21X" fmla="*/ 124 w 240"/>
              <a:gd name="GluePoint21Y" fmla="*/ 153 h 257"/>
              <a:gd name="GluePoint22X" fmla="*/ 124 w 240"/>
              <a:gd name="GluePoint22Y" fmla="*/ 177 h 257"/>
              <a:gd name="GluePoint23X" fmla="*/ 140 w 240"/>
              <a:gd name="GluePoint23Y" fmla="*/ 249 h 257"/>
              <a:gd name="GluePoint24X" fmla="*/ 99 w 240"/>
              <a:gd name="GluePoint24Y" fmla="*/ 249 h 257"/>
              <a:gd name="GluePoint25X" fmla="*/ 116 w 240"/>
              <a:gd name="GluePoint25Y" fmla="*/ 177 h 257"/>
              <a:gd name="GluePoint26X" fmla="*/ 116 w 240"/>
              <a:gd name="GluePoint26Y" fmla="*/ 153 h 257"/>
              <a:gd name="GluePoint27X" fmla="*/ 108 w 240"/>
              <a:gd name="GluePoint27Y" fmla="*/ 153 h 257"/>
              <a:gd name="GluePoint28X" fmla="*/ 64 w 240"/>
              <a:gd name="GluePoint28Y" fmla="*/ 201 h 257"/>
              <a:gd name="GluePoint29X" fmla="*/ 8 w 240"/>
              <a:gd name="GluePoint29Y" fmla="*/ 145 h 257"/>
              <a:gd name="GluePoint30X" fmla="*/ 120 w 240"/>
              <a:gd name="GluePoint30Y" fmla="*/ 10 h 25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</a:cxnLst>
            <a:rect l="textAreaLeft" t="textAreaTop" r="textAreaRight" b="textAreaBottom"/>
            <a:pathLst>
              <a:path w="240" h="257">
                <a:moveTo>
                  <a:pt x="0" y="145"/>
                </a:moveTo>
                <a:cubicBezTo>
                  <a:pt x="0" y="179"/>
                  <a:pt x="30" y="209"/>
                  <a:pt x="64" y="209"/>
                </a:cubicBezTo>
                <a:cubicBezTo>
                  <a:pt x="83" y="209"/>
                  <a:pt x="99" y="199"/>
                  <a:pt x="108" y="182"/>
                </a:cubicBezTo>
                <a:cubicBezTo>
                  <a:pt x="107" y="203"/>
                  <a:pt x="102" y="249"/>
                  <a:pt x="84" y="249"/>
                </a:cubicBezTo>
                <a:cubicBezTo>
                  <a:pt x="84" y="257"/>
                  <a:pt x="84" y="257"/>
                  <a:pt x="84" y="257"/>
                </a:cubicBezTo>
                <a:cubicBezTo>
                  <a:pt x="156" y="257"/>
                  <a:pt x="156" y="257"/>
                  <a:pt x="156" y="257"/>
                </a:cubicBezTo>
                <a:cubicBezTo>
                  <a:pt x="156" y="249"/>
                  <a:pt x="156" y="249"/>
                  <a:pt x="156" y="249"/>
                </a:cubicBezTo>
                <a:cubicBezTo>
                  <a:pt x="138" y="249"/>
                  <a:pt x="133" y="204"/>
                  <a:pt x="132" y="182"/>
                </a:cubicBezTo>
                <a:cubicBezTo>
                  <a:pt x="142" y="198"/>
                  <a:pt x="159" y="209"/>
                  <a:pt x="180" y="209"/>
                </a:cubicBezTo>
                <a:cubicBezTo>
                  <a:pt x="217" y="209"/>
                  <a:pt x="240" y="176"/>
                  <a:pt x="240" y="145"/>
                </a:cubicBezTo>
                <a:cubicBezTo>
                  <a:pt x="240" y="113"/>
                  <a:pt x="220" y="79"/>
                  <a:pt x="180" y="44"/>
                </a:cubicBezTo>
                <a:cubicBezTo>
                  <a:pt x="151" y="18"/>
                  <a:pt x="122" y="2"/>
                  <a:pt x="122" y="1"/>
                </a:cubicBezTo>
                <a:cubicBezTo>
                  <a:pt x="120" y="0"/>
                  <a:pt x="120" y="0"/>
                  <a:pt x="120" y="0"/>
                </a:cubicBezTo>
                <a:cubicBezTo>
                  <a:pt x="118" y="1"/>
                  <a:pt x="118" y="1"/>
                  <a:pt x="118" y="1"/>
                </a:cubicBezTo>
                <a:cubicBezTo>
                  <a:pt x="117" y="2"/>
                  <a:pt x="88" y="18"/>
                  <a:pt x="59" y="44"/>
                </a:cubicBezTo>
                <a:cubicBezTo>
                  <a:pt x="20" y="79"/>
                  <a:pt x="0" y="113"/>
                  <a:pt x="0" y="145"/>
                </a:cubicBezTo>
                <a:close/>
                <a:moveTo>
                  <a:pt x="120" y="10"/>
                </a:moveTo>
                <a:cubicBezTo>
                  <a:pt x="135" y="19"/>
                  <a:pt x="232" y="79"/>
                  <a:pt x="232" y="145"/>
                </a:cubicBezTo>
                <a:cubicBezTo>
                  <a:pt x="232" y="172"/>
                  <a:pt x="212" y="201"/>
                  <a:pt x="180" y="201"/>
                </a:cubicBezTo>
                <a:cubicBezTo>
                  <a:pt x="152" y="201"/>
                  <a:pt x="132" y="180"/>
                  <a:pt x="132" y="153"/>
                </a:cubicBezTo>
                <a:cubicBezTo>
                  <a:pt x="124" y="153"/>
                  <a:pt x="124" y="153"/>
                  <a:pt x="124" y="153"/>
                </a:cubicBezTo>
                <a:cubicBezTo>
                  <a:pt x="124" y="177"/>
                  <a:pt x="124" y="177"/>
                  <a:pt x="124" y="177"/>
                </a:cubicBezTo>
                <a:cubicBezTo>
                  <a:pt x="124" y="183"/>
                  <a:pt x="124" y="230"/>
                  <a:pt x="140" y="249"/>
                </a:cubicBezTo>
                <a:cubicBezTo>
                  <a:pt x="99" y="249"/>
                  <a:pt x="99" y="249"/>
                  <a:pt x="99" y="249"/>
                </a:cubicBezTo>
                <a:cubicBezTo>
                  <a:pt x="115" y="230"/>
                  <a:pt x="116" y="183"/>
                  <a:pt x="116" y="177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08" y="153"/>
                  <a:pt x="108" y="153"/>
                  <a:pt x="108" y="153"/>
                </a:cubicBezTo>
                <a:cubicBezTo>
                  <a:pt x="106" y="177"/>
                  <a:pt x="91" y="201"/>
                  <a:pt x="64" y="201"/>
                </a:cubicBezTo>
                <a:cubicBezTo>
                  <a:pt x="34" y="201"/>
                  <a:pt x="8" y="175"/>
                  <a:pt x="8" y="145"/>
                </a:cubicBezTo>
                <a:cubicBezTo>
                  <a:pt x="8" y="79"/>
                  <a:pt x="105" y="19"/>
                  <a:pt x="120" y="1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79" name="Freeform 299"/>
          <p:cNvSpPr/>
          <p:nvPr/>
        </p:nvSpPr>
        <p:spPr>
          <a:xfrm>
            <a:off x="4043880" y="1673640"/>
            <a:ext cx="301320" cy="257400"/>
          </a:xfrm>
          <a:custGeom>
            <a:avLst/>
            <a:gdLst>
              <a:gd name="textAreaLeft" fmla="*/ 0 w 301320"/>
              <a:gd name="textAreaRight" fmla="*/ 301680 w 301320"/>
              <a:gd name="textAreaTop" fmla="*/ 0 h 257400"/>
              <a:gd name="textAreaBottom" fmla="*/ 257760 h 257400"/>
              <a:gd name="GluePoint1X" fmla="*/ 0 w 144"/>
              <a:gd name="GluePoint1Y" fmla="*/ 0 h 123"/>
              <a:gd name="GluePoint2X" fmla="*/ 0 w 144"/>
              <a:gd name="GluePoint2Y" fmla="*/ 113 h 123"/>
              <a:gd name="GluePoint3X" fmla="*/ 72 w 144"/>
              <a:gd name="GluePoint3Y" fmla="*/ 123 h 123"/>
              <a:gd name="GluePoint4X" fmla="*/ 144 w 144"/>
              <a:gd name="GluePoint4Y" fmla="*/ 113 h 123"/>
              <a:gd name="GluePoint5X" fmla="*/ 144 w 144"/>
              <a:gd name="GluePoint5Y" fmla="*/ 0 h 123"/>
              <a:gd name="GluePoint6X" fmla="*/ 72 w 144"/>
              <a:gd name="GluePoint6Y" fmla="*/ 10 h 123"/>
              <a:gd name="GluePoint7X" fmla="*/ 0 w 144"/>
              <a:gd name="GluePoint7Y" fmla="*/ 0 h 123"/>
              <a:gd name="GluePoint8X" fmla="*/ 4 w 144"/>
              <a:gd name="GluePoint8Y" fmla="*/ 5 h 123"/>
              <a:gd name="GluePoint9X" fmla="*/ 69 w 144"/>
              <a:gd name="GluePoint9Y" fmla="*/ 14 h 123"/>
              <a:gd name="GluePoint10X" fmla="*/ 69 w 144"/>
              <a:gd name="GluePoint10Y" fmla="*/ 118 h 123"/>
              <a:gd name="GluePoint11X" fmla="*/ 4 w 144"/>
              <a:gd name="GluePoint11Y" fmla="*/ 109 h 123"/>
              <a:gd name="GluePoint12X" fmla="*/ 4 w 144"/>
              <a:gd name="GluePoint12Y" fmla="*/ 5 h 123"/>
              <a:gd name="GluePoint13X" fmla="*/ 139 w 144"/>
              <a:gd name="GluePoint13Y" fmla="*/ 109 h 123"/>
              <a:gd name="GluePoint14X" fmla="*/ 74 w 144"/>
              <a:gd name="GluePoint14Y" fmla="*/ 118 h 123"/>
              <a:gd name="GluePoint15X" fmla="*/ 74 w 144"/>
              <a:gd name="GluePoint15Y" fmla="*/ 14 h 123"/>
              <a:gd name="GluePoint16X" fmla="*/ 139 w 144"/>
              <a:gd name="GluePoint16Y" fmla="*/ 5 h 123"/>
              <a:gd name="GluePoint17X" fmla="*/ 139 w 144"/>
              <a:gd name="GluePoint17Y" fmla="*/ 109 h 12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textAreaLeft" t="textAreaTop" r="textAreaRight" b="textAreaBottom"/>
            <a:pathLst>
              <a:path w="144" h="123">
                <a:moveTo>
                  <a:pt x="0" y="0"/>
                </a:moveTo>
                <a:lnTo>
                  <a:pt x="0" y="113"/>
                </a:lnTo>
                <a:lnTo>
                  <a:pt x="72" y="123"/>
                </a:lnTo>
                <a:lnTo>
                  <a:pt x="144" y="113"/>
                </a:lnTo>
                <a:lnTo>
                  <a:pt x="144" y="0"/>
                </a:lnTo>
                <a:lnTo>
                  <a:pt x="72" y="10"/>
                </a:lnTo>
                <a:lnTo>
                  <a:pt x="0" y="0"/>
                </a:lnTo>
                <a:close/>
                <a:moveTo>
                  <a:pt x="4" y="5"/>
                </a:moveTo>
                <a:lnTo>
                  <a:pt x="69" y="14"/>
                </a:lnTo>
                <a:lnTo>
                  <a:pt x="69" y="118"/>
                </a:lnTo>
                <a:lnTo>
                  <a:pt x="4" y="109"/>
                </a:lnTo>
                <a:lnTo>
                  <a:pt x="4" y="5"/>
                </a:lnTo>
                <a:close/>
                <a:moveTo>
                  <a:pt x="139" y="109"/>
                </a:moveTo>
                <a:lnTo>
                  <a:pt x="74" y="118"/>
                </a:lnTo>
                <a:lnTo>
                  <a:pt x="74" y="14"/>
                </a:lnTo>
                <a:lnTo>
                  <a:pt x="139" y="5"/>
                </a:lnTo>
                <a:lnTo>
                  <a:pt x="139" y="109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280" name="Freeform 300"/>
          <p:cNvSpPr/>
          <p:nvPr/>
        </p:nvSpPr>
        <p:spPr>
          <a:xfrm>
            <a:off x="4435920" y="1673640"/>
            <a:ext cx="301320" cy="257400"/>
          </a:xfrm>
          <a:custGeom>
            <a:avLst/>
            <a:gdLst>
              <a:gd name="textAreaLeft" fmla="*/ 0 w 301320"/>
              <a:gd name="textAreaRight" fmla="*/ 301680 w 301320"/>
              <a:gd name="textAreaTop" fmla="*/ 0 h 257400"/>
              <a:gd name="textAreaBottom" fmla="*/ 257760 h 257400"/>
              <a:gd name="GluePoint1X" fmla="*/ 144 w 144"/>
              <a:gd name="GluePoint1Y" fmla="*/ 113 h 123"/>
              <a:gd name="GluePoint2X" fmla="*/ 144 w 144"/>
              <a:gd name="GluePoint2Y" fmla="*/ 0 h 123"/>
              <a:gd name="GluePoint3X" fmla="*/ 72 w 144"/>
              <a:gd name="GluePoint3Y" fmla="*/ 10 h 123"/>
              <a:gd name="GluePoint4X" fmla="*/ 0 w 144"/>
              <a:gd name="GluePoint4Y" fmla="*/ 0 h 123"/>
              <a:gd name="GluePoint5X" fmla="*/ 0 w 144"/>
              <a:gd name="GluePoint5Y" fmla="*/ 113 h 123"/>
              <a:gd name="GluePoint6X" fmla="*/ 72 w 144"/>
              <a:gd name="GluePoint6Y" fmla="*/ 123 h 123"/>
              <a:gd name="GluePoint7X" fmla="*/ 144 w 144"/>
              <a:gd name="GluePoint7Y" fmla="*/ 113 h 123"/>
              <a:gd name="GluePoint8X" fmla="*/ 139 w 144"/>
              <a:gd name="GluePoint8Y" fmla="*/ 109 h 123"/>
              <a:gd name="GluePoint9X" fmla="*/ 74 w 144"/>
              <a:gd name="GluePoint9Y" fmla="*/ 118 h 123"/>
              <a:gd name="GluePoint10X" fmla="*/ 74 w 144"/>
              <a:gd name="GluePoint10Y" fmla="*/ 14 h 123"/>
              <a:gd name="GluePoint11X" fmla="*/ 94 w 144"/>
              <a:gd name="GluePoint11Y" fmla="*/ 12 h 123"/>
              <a:gd name="GluePoint12X" fmla="*/ 94 w 144"/>
              <a:gd name="GluePoint12Y" fmla="*/ 54 h 123"/>
              <a:gd name="GluePoint13X" fmla="*/ 106 w 144"/>
              <a:gd name="GluePoint13Y" fmla="*/ 48 h 123"/>
              <a:gd name="GluePoint14X" fmla="*/ 117 w 144"/>
              <a:gd name="GluePoint14Y" fmla="*/ 54 h 123"/>
              <a:gd name="GluePoint15X" fmla="*/ 117 w 144"/>
              <a:gd name="GluePoint15Y" fmla="*/ 9 h 123"/>
              <a:gd name="GluePoint16X" fmla="*/ 139 w 144"/>
              <a:gd name="GluePoint16Y" fmla="*/ 5 h 123"/>
              <a:gd name="GluePoint17X" fmla="*/ 139 w 144"/>
              <a:gd name="GluePoint17Y" fmla="*/ 109 h 123"/>
              <a:gd name="GluePoint18X" fmla="*/ 99 w 144"/>
              <a:gd name="GluePoint18Y" fmla="*/ 11 h 123"/>
              <a:gd name="GluePoint19X" fmla="*/ 112 w 144"/>
              <a:gd name="GluePoint19Y" fmla="*/ 9 h 123"/>
              <a:gd name="GluePoint20X" fmla="*/ 112 w 144"/>
              <a:gd name="GluePoint20Y" fmla="*/ 47 h 123"/>
              <a:gd name="GluePoint21X" fmla="*/ 106 w 144"/>
              <a:gd name="GluePoint21Y" fmla="*/ 43 h 123"/>
              <a:gd name="GluePoint22X" fmla="*/ 99 w 144"/>
              <a:gd name="GluePoint22Y" fmla="*/ 47 h 123"/>
              <a:gd name="GluePoint23X" fmla="*/ 99 w 144"/>
              <a:gd name="GluePoint23Y" fmla="*/ 11 h 123"/>
              <a:gd name="GluePoint24X" fmla="*/ 4 w 144"/>
              <a:gd name="GluePoint24Y" fmla="*/ 5 h 123"/>
              <a:gd name="GluePoint25X" fmla="*/ 70 w 144"/>
              <a:gd name="GluePoint25Y" fmla="*/ 14 h 123"/>
              <a:gd name="GluePoint26X" fmla="*/ 70 w 144"/>
              <a:gd name="GluePoint26Y" fmla="*/ 118 h 123"/>
              <a:gd name="GluePoint27X" fmla="*/ 4 w 144"/>
              <a:gd name="GluePoint27Y" fmla="*/ 109 h 123"/>
              <a:gd name="GluePoint28X" fmla="*/ 4 w 144"/>
              <a:gd name="GluePoint28Y" fmla="*/ 5 h 12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</a:cxnLst>
            <a:rect l="textAreaLeft" t="textAreaTop" r="textAreaRight" b="textAreaBottom"/>
            <a:pathLst>
              <a:path w="144" h="123">
                <a:moveTo>
                  <a:pt x="144" y="113"/>
                </a:moveTo>
                <a:lnTo>
                  <a:pt x="144" y="0"/>
                </a:lnTo>
                <a:lnTo>
                  <a:pt x="72" y="10"/>
                </a:lnTo>
                <a:lnTo>
                  <a:pt x="0" y="0"/>
                </a:lnTo>
                <a:lnTo>
                  <a:pt x="0" y="113"/>
                </a:lnTo>
                <a:lnTo>
                  <a:pt x="72" y="123"/>
                </a:lnTo>
                <a:lnTo>
                  <a:pt x="144" y="113"/>
                </a:lnTo>
                <a:close/>
                <a:moveTo>
                  <a:pt x="139" y="109"/>
                </a:moveTo>
                <a:lnTo>
                  <a:pt x="74" y="118"/>
                </a:lnTo>
                <a:lnTo>
                  <a:pt x="74" y="14"/>
                </a:lnTo>
                <a:lnTo>
                  <a:pt x="94" y="12"/>
                </a:lnTo>
                <a:lnTo>
                  <a:pt x="94" y="54"/>
                </a:lnTo>
                <a:lnTo>
                  <a:pt x="106" y="48"/>
                </a:lnTo>
                <a:lnTo>
                  <a:pt x="117" y="54"/>
                </a:lnTo>
                <a:lnTo>
                  <a:pt x="117" y="9"/>
                </a:lnTo>
                <a:lnTo>
                  <a:pt x="139" y="5"/>
                </a:lnTo>
                <a:lnTo>
                  <a:pt x="139" y="109"/>
                </a:lnTo>
                <a:close/>
                <a:moveTo>
                  <a:pt x="99" y="11"/>
                </a:moveTo>
                <a:lnTo>
                  <a:pt x="112" y="9"/>
                </a:lnTo>
                <a:lnTo>
                  <a:pt x="112" y="47"/>
                </a:lnTo>
                <a:lnTo>
                  <a:pt x="106" y="43"/>
                </a:lnTo>
                <a:lnTo>
                  <a:pt x="99" y="47"/>
                </a:lnTo>
                <a:lnTo>
                  <a:pt x="99" y="11"/>
                </a:lnTo>
                <a:close/>
                <a:moveTo>
                  <a:pt x="4" y="5"/>
                </a:moveTo>
                <a:lnTo>
                  <a:pt x="70" y="14"/>
                </a:lnTo>
                <a:lnTo>
                  <a:pt x="70" y="118"/>
                </a:lnTo>
                <a:lnTo>
                  <a:pt x="4" y="109"/>
                </a:lnTo>
                <a:lnTo>
                  <a:pt x="4" y="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281" name="Group 28"/>
          <p:cNvGrpSpPr/>
          <p:nvPr/>
        </p:nvGrpSpPr>
        <p:grpSpPr>
          <a:xfrm>
            <a:off x="4827960" y="1673640"/>
            <a:ext cx="301320" cy="257400"/>
            <a:chOff x="4827960" y="1673640"/>
            <a:chExt cx="301320" cy="257400"/>
          </a:xfrm>
        </p:grpSpPr>
        <p:sp>
          <p:nvSpPr>
            <p:cNvPr id="1282" name="Freeform 301"/>
            <p:cNvSpPr/>
            <p:nvPr/>
          </p:nvSpPr>
          <p:spPr>
            <a:xfrm>
              <a:off x="4827960" y="1673640"/>
              <a:ext cx="301320" cy="2574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57400"/>
                <a:gd name="textAreaBottom" fmla="*/ 257760 h 257400"/>
                <a:gd name="GluePoint1X" fmla="*/ 0 w 144"/>
                <a:gd name="GluePoint1Y" fmla="*/ 0 h 123"/>
                <a:gd name="GluePoint2X" fmla="*/ 0 w 144"/>
                <a:gd name="GluePoint2Y" fmla="*/ 113 h 123"/>
                <a:gd name="GluePoint3X" fmla="*/ 72 w 144"/>
                <a:gd name="GluePoint3Y" fmla="*/ 123 h 123"/>
                <a:gd name="GluePoint4X" fmla="*/ 144 w 144"/>
                <a:gd name="GluePoint4Y" fmla="*/ 113 h 123"/>
                <a:gd name="GluePoint5X" fmla="*/ 144 w 144"/>
                <a:gd name="GluePoint5Y" fmla="*/ 0 h 123"/>
                <a:gd name="GluePoint6X" fmla="*/ 72 w 144"/>
                <a:gd name="GluePoint6Y" fmla="*/ 10 h 123"/>
                <a:gd name="GluePoint7X" fmla="*/ 0 w 144"/>
                <a:gd name="GluePoint7Y" fmla="*/ 0 h 123"/>
                <a:gd name="GluePoint8X" fmla="*/ 4 w 144"/>
                <a:gd name="GluePoint8Y" fmla="*/ 5 h 123"/>
                <a:gd name="GluePoint9X" fmla="*/ 70 w 144"/>
                <a:gd name="GluePoint9Y" fmla="*/ 14 h 123"/>
                <a:gd name="GluePoint10X" fmla="*/ 70 w 144"/>
                <a:gd name="GluePoint10Y" fmla="*/ 118 h 123"/>
                <a:gd name="GluePoint11X" fmla="*/ 4 w 144"/>
                <a:gd name="GluePoint11Y" fmla="*/ 109 h 123"/>
                <a:gd name="GluePoint12X" fmla="*/ 4 w 144"/>
                <a:gd name="GluePoint12Y" fmla="*/ 5 h 123"/>
                <a:gd name="GluePoint13X" fmla="*/ 139 w 144"/>
                <a:gd name="GluePoint13Y" fmla="*/ 109 h 123"/>
                <a:gd name="GluePoint14X" fmla="*/ 74 w 144"/>
                <a:gd name="GluePoint14Y" fmla="*/ 118 h 123"/>
                <a:gd name="GluePoint15X" fmla="*/ 74 w 144"/>
                <a:gd name="GluePoint15Y" fmla="*/ 14 h 123"/>
                <a:gd name="GluePoint16X" fmla="*/ 139 w 144"/>
                <a:gd name="GluePoint16Y" fmla="*/ 5 h 123"/>
                <a:gd name="GluePoint17X" fmla="*/ 139 w 144"/>
                <a:gd name="GluePoint17Y" fmla="*/ 109 h 1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44" h="123">
                  <a:moveTo>
                    <a:pt x="0" y="0"/>
                  </a:moveTo>
                  <a:lnTo>
                    <a:pt x="0" y="113"/>
                  </a:lnTo>
                  <a:lnTo>
                    <a:pt x="72" y="123"/>
                  </a:lnTo>
                  <a:lnTo>
                    <a:pt x="144" y="113"/>
                  </a:lnTo>
                  <a:lnTo>
                    <a:pt x="144" y="0"/>
                  </a:lnTo>
                  <a:lnTo>
                    <a:pt x="72" y="10"/>
                  </a:lnTo>
                  <a:lnTo>
                    <a:pt x="0" y="0"/>
                  </a:lnTo>
                  <a:close/>
                  <a:moveTo>
                    <a:pt x="4" y="5"/>
                  </a:moveTo>
                  <a:lnTo>
                    <a:pt x="70" y="14"/>
                  </a:lnTo>
                  <a:lnTo>
                    <a:pt x="70" y="118"/>
                  </a:lnTo>
                  <a:lnTo>
                    <a:pt x="4" y="109"/>
                  </a:lnTo>
                  <a:lnTo>
                    <a:pt x="4" y="5"/>
                  </a:lnTo>
                  <a:close/>
                  <a:moveTo>
                    <a:pt x="139" y="109"/>
                  </a:moveTo>
                  <a:lnTo>
                    <a:pt x="74" y="118"/>
                  </a:lnTo>
                  <a:lnTo>
                    <a:pt x="74" y="14"/>
                  </a:lnTo>
                  <a:lnTo>
                    <a:pt x="139" y="5"/>
                  </a:lnTo>
                  <a:lnTo>
                    <a:pt x="139" y="10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83" name="Freeform 302"/>
            <p:cNvSpPr/>
            <p:nvPr/>
          </p:nvSpPr>
          <p:spPr>
            <a:xfrm>
              <a:off x="4861440" y="1724040"/>
              <a:ext cx="87840" cy="1836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8360"/>
                <a:gd name="textAreaBottom" fmla="*/ 18720 h 18360"/>
                <a:gd name="GluePoint1X" fmla="*/ 0 w 42"/>
                <a:gd name="GluePoint1Y" fmla="*/ 0 h 9"/>
                <a:gd name="GluePoint2X" fmla="*/ 42 w 42"/>
                <a:gd name="GluePoint2Y" fmla="*/ 4 h 9"/>
                <a:gd name="GluePoint3X" fmla="*/ 42 w 42"/>
                <a:gd name="GluePoint3Y" fmla="*/ 9 h 9"/>
                <a:gd name="GluePoint4X" fmla="*/ 0 w 42"/>
                <a:gd name="GluePoint4Y" fmla="*/ 4 h 9"/>
                <a:gd name="GluePoint5X" fmla="*/ 0 w 42"/>
                <a:gd name="GluePoint5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2" h="9">
                  <a:moveTo>
                    <a:pt x="0" y="0"/>
                  </a:moveTo>
                  <a:lnTo>
                    <a:pt x="42" y="4"/>
                  </a:lnTo>
                  <a:lnTo>
                    <a:pt x="42" y="9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84" name="Freeform 303"/>
            <p:cNvSpPr/>
            <p:nvPr/>
          </p:nvSpPr>
          <p:spPr>
            <a:xfrm>
              <a:off x="4861440" y="1770120"/>
              <a:ext cx="87840" cy="1836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8360"/>
                <a:gd name="textAreaBottom" fmla="*/ 18720 h 18360"/>
                <a:gd name="GluePoint1X" fmla="*/ 42 w 42"/>
                <a:gd name="GluePoint1Y" fmla="*/ 9 h 9"/>
                <a:gd name="GluePoint2X" fmla="*/ 0 w 42"/>
                <a:gd name="GluePoint2Y" fmla="*/ 5 h 9"/>
                <a:gd name="GluePoint3X" fmla="*/ 0 w 42"/>
                <a:gd name="GluePoint3Y" fmla="*/ 0 h 9"/>
                <a:gd name="GluePoint4X" fmla="*/ 42 w 42"/>
                <a:gd name="GluePoint4Y" fmla="*/ 5 h 9"/>
                <a:gd name="GluePoint5X" fmla="*/ 42 w 42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2" h="9">
                  <a:moveTo>
                    <a:pt x="42" y="9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2" y="5"/>
                  </a:lnTo>
                  <a:lnTo>
                    <a:pt x="42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85" name="Freeform 304"/>
            <p:cNvSpPr/>
            <p:nvPr/>
          </p:nvSpPr>
          <p:spPr>
            <a:xfrm>
              <a:off x="4861440" y="1818360"/>
              <a:ext cx="87840" cy="1836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8360"/>
                <a:gd name="textAreaBottom" fmla="*/ 18720 h 18360"/>
                <a:gd name="GluePoint1X" fmla="*/ 42 w 42"/>
                <a:gd name="GluePoint1Y" fmla="*/ 9 h 9"/>
                <a:gd name="GluePoint2X" fmla="*/ 0 w 42"/>
                <a:gd name="GluePoint2Y" fmla="*/ 4 h 9"/>
                <a:gd name="GluePoint3X" fmla="*/ 0 w 42"/>
                <a:gd name="GluePoint3Y" fmla="*/ 0 h 9"/>
                <a:gd name="GluePoint4X" fmla="*/ 42 w 42"/>
                <a:gd name="GluePoint4Y" fmla="*/ 4 h 9"/>
                <a:gd name="GluePoint5X" fmla="*/ 42 w 42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2" h="9">
                  <a:moveTo>
                    <a:pt x="42" y="9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42" y="4"/>
                  </a:lnTo>
                  <a:lnTo>
                    <a:pt x="42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86" name="Freeform 305"/>
            <p:cNvSpPr/>
            <p:nvPr/>
          </p:nvSpPr>
          <p:spPr>
            <a:xfrm>
              <a:off x="4861440" y="1864440"/>
              <a:ext cx="87840" cy="1836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8360"/>
                <a:gd name="textAreaBottom" fmla="*/ 18720 h 18360"/>
                <a:gd name="GluePoint1X" fmla="*/ 42 w 42"/>
                <a:gd name="GluePoint1Y" fmla="*/ 9 h 9"/>
                <a:gd name="GluePoint2X" fmla="*/ 0 w 42"/>
                <a:gd name="GluePoint2Y" fmla="*/ 5 h 9"/>
                <a:gd name="GluePoint3X" fmla="*/ 0 w 42"/>
                <a:gd name="GluePoint3Y" fmla="*/ 0 h 9"/>
                <a:gd name="GluePoint4X" fmla="*/ 42 w 42"/>
                <a:gd name="GluePoint4Y" fmla="*/ 5 h 9"/>
                <a:gd name="GluePoint5X" fmla="*/ 42 w 42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2" h="9">
                  <a:moveTo>
                    <a:pt x="42" y="9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2" y="5"/>
                  </a:lnTo>
                  <a:lnTo>
                    <a:pt x="42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87" name="Freeform 306"/>
            <p:cNvSpPr/>
            <p:nvPr/>
          </p:nvSpPr>
          <p:spPr>
            <a:xfrm>
              <a:off x="5005800" y="1724040"/>
              <a:ext cx="89640" cy="183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8360"/>
                <a:gd name="textAreaBottom" fmla="*/ 18720 h 18360"/>
                <a:gd name="GluePoint1X" fmla="*/ 43 w 43"/>
                <a:gd name="GluePoint1Y" fmla="*/ 0 h 9"/>
                <a:gd name="GluePoint2X" fmla="*/ 43 w 43"/>
                <a:gd name="GluePoint2Y" fmla="*/ 4 h 9"/>
                <a:gd name="GluePoint3X" fmla="*/ 0 w 43"/>
                <a:gd name="GluePoint3Y" fmla="*/ 9 h 9"/>
                <a:gd name="GluePoint4X" fmla="*/ 0 w 43"/>
                <a:gd name="GluePoint4Y" fmla="*/ 4 h 9"/>
                <a:gd name="GluePoint5X" fmla="*/ 43 w 43"/>
                <a:gd name="GluePoint5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3" h="9">
                  <a:moveTo>
                    <a:pt x="43" y="0"/>
                  </a:moveTo>
                  <a:lnTo>
                    <a:pt x="43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88" name="Freeform 307"/>
            <p:cNvSpPr/>
            <p:nvPr/>
          </p:nvSpPr>
          <p:spPr>
            <a:xfrm>
              <a:off x="5005800" y="1770120"/>
              <a:ext cx="89640" cy="183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8360"/>
                <a:gd name="textAreaBottom" fmla="*/ 18720 h 18360"/>
                <a:gd name="GluePoint1X" fmla="*/ 43 w 43"/>
                <a:gd name="GluePoint1Y" fmla="*/ 0 h 9"/>
                <a:gd name="GluePoint2X" fmla="*/ 43 w 43"/>
                <a:gd name="GluePoint2Y" fmla="*/ 5 h 9"/>
                <a:gd name="GluePoint3X" fmla="*/ 0 w 43"/>
                <a:gd name="GluePoint3Y" fmla="*/ 9 h 9"/>
                <a:gd name="GluePoint4X" fmla="*/ 0 w 43"/>
                <a:gd name="GluePoint4Y" fmla="*/ 5 h 9"/>
                <a:gd name="GluePoint5X" fmla="*/ 43 w 43"/>
                <a:gd name="GluePoint5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3" h="9">
                  <a:moveTo>
                    <a:pt x="43" y="0"/>
                  </a:moveTo>
                  <a:lnTo>
                    <a:pt x="43" y="5"/>
                  </a:lnTo>
                  <a:lnTo>
                    <a:pt x="0" y="9"/>
                  </a:lnTo>
                  <a:lnTo>
                    <a:pt x="0" y="5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89" name="Freeform 308"/>
            <p:cNvSpPr/>
            <p:nvPr/>
          </p:nvSpPr>
          <p:spPr>
            <a:xfrm>
              <a:off x="5005800" y="1818360"/>
              <a:ext cx="89640" cy="183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8360"/>
                <a:gd name="textAreaBottom" fmla="*/ 18720 h 18360"/>
                <a:gd name="GluePoint1X" fmla="*/ 43 w 43"/>
                <a:gd name="GluePoint1Y" fmla="*/ 0 h 9"/>
                <a:gd name="GluePoint2X" fmla="*/ 43 w 43"/>
                <a:gd name="GluePoint2Y" fmla="*/ 4 h 9"/>
                <a:gd name="GluePoint3X" fmla="*/ 0 w 43"/>
                <a:gd name="GluePoint3Y" fmla="*/ 9 h 9"/>
                <a:gd name="GluePoint4X" fmla="*/ 0 w 43"/>
                <a:gd name="GluePoint4Y" fmla="*/ 4 h 9"/>
                <a:gd name="GluePoint5X" fmla="*/ 43 w 43"/>
                <a:gd name="GluePoint5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3" h="9">
                  <a:moveTo>
                    <a:pt x="43" y="0"/>
                  </a:moveTo>
                  <a:lnTo>
                    <a:pt x="43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90" name="Freeform 309"/>
            <p:cNvSpPr/>
            <p:nvPr/>
          </p:nvSpPr>
          <p:spPr>
            <a:xfrm>
              <a:off x="5005800" y="1864440"/>
              <a:ext cx="89640" cy="183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8360"/>
                <a:gd name="textAreaBottom" fmla="*/ 18720 h 18360"/>
                <a:gd name="GluePoint1X" fmla="*/ 0 w 43"/>
                <a:gd name="GluePoint1Y" fmla="*/ 9 h 9"/>
                <a:gd name="GluePoint2X" fmla="*/ 0 w 43"/>
                <a:gd name="GluePoint2Y" fmla="*/ 5 h 9"/>
                <a:gd name="GluePoint3X" fmla="*/ 43 w 43"/>
                <a:gd name="GluePoint3Y" fmla="*/ 0 h 9"/>
                <a:gd name="GluePoint4X" fmla="*/ 43 w 43"/>
                <a:gd name="GluePoint4Y" fmla="*/ 5 h 9"/>
                <a:gd name="GluePoint5X" fmla="*/ 0 w 43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3" h="9">
                  <a:moveTo>
                    <a:pt x="0" y="9"/>
                  </a:moveTo>
                  <a:lnTo>
                    <a:pt x="0" y="5"/>
                  </a:lnTo>
                  <a:lnTo>
                    <a:pt x="43" y="0"/>
                  </a:lnTo>
                  <a:lnTo>
                    <a:pt x="43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291" name="Freeform 317"/>
          <p:cNvSpPr/>
          <p:nvPr/>
        </p:nvSpPr>
        <p:spPr>
          <a:xfrm>
            <a:off x="5607360" y="1644480"/>
            <a:ext cx="309960" cy="316080"/>
          </a:xfrm>
          <a:custGeom>
            <a:avLst/>
            <a:gdLst>
              <a:gd name="textAreaLeft" fmla="*/ 0 w 309960"/>
              <a:gd name="textAreaRight" fmla="*/ 310320 w 309960"/>
              <a:gd name="textAreaTop" fmla="*/ 0 h 316080"/>
              <a:gd name="textAreaBottom" fmla="*/ 316440 h 316080"/>
              <a:gd name="GluePoint1X" fmla="*/ 74 w 148"/>
              <a:gd name="GluePoint1Y" fmla="*/ 0 h 151"/>
              <a:gd name="GluePoint2X" fmla="*/ 54 w 148"/>
              <a:gd name="GluePoint2Y" fmla="*/ 57 h 151"/>
              <a:gd name="GluePoint3X" fmla="*/ 0 w 148"/>
              <a:gd name="GluePoint3Y" fmla="*/ 57 h 151"/>
              <a:gd name="GluePoint4X" fmla="*/ 45 w 148"/>
              <a:gd name="GluePoint4Y" fmla="*/ 92 h 151"/>
              <a:gd name="GluePoint5X" fmla="*/ 24 w 148"/>
              <a:gd name="GluePoint5Y" fmla="*/ 151 h 151"/>
              <a:gd name="GluePoint6X" fmla="*/ 74 w 148"/>
              <a:gd name="GluePoint6Y" fmla="*/ 114 h 151"/>
              <a:gd name="GluePoint7X" fmla="*/ 124 w 148"/>
              <a:gd name="GluePoint7Y" fmla="*/ 151 h 151"/>
              <a:gd name="GluePoint8X" fmla="*/ 104 w 148"/>
              <a:gd name="GluePoint8Y" fmla="*/ 92 h 151"/>
              <a:gd name="GluePoint9X" fmla="*/ 148 w 148"/>
              <a:gd name="GluePoint9Y" fmla="*/ 57 h 151"/>
              <a:gd name="GluePoint10X" fmla="*/ 94 w 148"/>
              <a:gd name="GluePoint10Y" fmla="*/ 57 h 151"/>
              <a:gd name="GluePoint11X" fmla="*/ 74 w 148"/>
              <a:gd name="GluePoint11Y" fmla="*/ 0 h 151"/>
              <a:gd name="GluePoint12X" fmla="*/ 99 w 148"/>
              <a:gd name="GluePoint12Y" fmla="*/ 90 h 151"/>
              <a:gd name="GluePoint13X" fmla="*/ 115 w 148"/>
              <a:gd name="GluePoint13Y" fmla="*/ 138 h 151"/>
              <a:gd name="GluePoint14X" fmla="*/ 74 w 148"/>
              <a:gd name="GluePoint14Y" fmla="*/ 108 h 151"/>
              <a:gd name="GluePoint15X" fmla="*/ 33 w 148"/>
              <a:gd name="GluePoint15Y" fmla="*/ 138 h 151"/>
              <a:gd name="GluePoint16X" fmla="*/ 50 w 148"/>
              <a:gd name="GluePoint16Y" fmla="*/ 90 h 151"/>
              <a:gd name="GluePoint17X" fmla="*/ 13 w 148"/>
              <a:gd name="GluePoint17Y" fmla="*/ 61 h 151"/>
              <a:gd name="GluePoint18X" fmla="*/ 58 w 148"/>
              <a:gd name="GluePoint18Y" fmla="*/ 61 h 151"/>
              <a:gd name="GluePoint19X" fmla="*/ 74 w 148"/>
              <a:gd name="GluePoint19Y" fmla="*/ 14 h 151"/>
              <a:gd name="GluePoint20X" fmla="*/ 90 w 148"/>
              <a:gd name="GluePoint20Y" fmla="*/ 61 h 151"/>
              <a:gd name="GluePoint21X" fmla="*/ 135 w 148"/>
              <a:gd name="GluePoint21Y" fmla="*/ 61 h 151"/>
              <a:gd name="GluePoint22X" fmla="*/ 99 w 148"/>
              <a:gd name="GluePoint22Y" fmla="*/ 90 h 15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148" h="151">
                <a:moveTo>
                  <a:pt x="74" y="0"/>
                </a:moveTo>
                <a:lnTo>
                  <a:pt x="54" y="57"/>
                </a:lnTo>
                <a:lnTo>
                  <a:pt x="0" y="57"/>
                </a:lnTo>
                <a:lnTo>
                  <a:pt x="45" y="92"/>
                </a:lnTo>
                <a:lnTo>
                  <a:pt x="24" y="151"/>
                </a:lnTo>
                <a:lnTo>
                  <a:pt x="74" y="114"/>
                </a:lnTo>
                <a:lnTo>
                  <a:pt x="124" y="151"/>
                </a:lnTo>
                <a:lnTo>
                  <a:pt x="104" y="92"/>
                </a:lnTo>
                <a:lnTo>
                  <a:pt x="148" y="57"/>
                </a:lnTo>
                <a:lnTo>
                  <a:pt x="94" y="57"/>
                </a:lnTo>
                <a:lnTo>
                  <a:pt x="74" y="0"/>
                </a:lnTo>
                <a:close/>
                <a:moveTo>
                  <a:pt x="99" y="90"/>
                </a:moveTo>
                <a:lnTo>
                  <a:pt x="115" y="138"/>
                </a:lnTo>
                <a:lnTo>
                  <a:pt x="74" y="108"/>
                </a:lnTo>
                <a:lnTo>
                  <a:pt x="33" y="138"/>
                </a:lnTo>
                <a:lnTo>
                  <a:pt x="50" y="90"/>
                </a:lnTo>
                <a:lnTo>
                  <a:pt x="13" y="61"/>
                </a:lnTo>
                <a:lnTo>
                  <a:pt x="58" y="61"/>
                </a:lnTo>
                <a:lnTo>
                  <a:pt x="74" y="14"/>
                </a:lnTo>
                <a:lnTo>
                  <a:pt x="90" y="61"/>
                </a:lnTo>
                <a:lnTo>
                  <a:pt x="135" y="61"/>
                </a:lnTo>
                <a:lnTo>
                  <a:pt x="99" y="9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292" name="Group 27"/>
          <p:cNvGrpSpPr/>
          <p:nvPr/>
        </p:nvGrpSpPr>
        <p:grpSpPr>
          <a:xfrm>
            <a:off x="5219640" y="1673640"/>
            <a:ext cx="301320" cy="257400"/>
            <a:chOff x="5219640" y="1673640"/>
            <a:chExt cx="301320" cy="257400"/>
          </a:xfrm>
        </p:grpSpPr>
        <p:sp>
          <p:nvSpPr>
            <p:cNvPr id="1293" name="Freeform 310"/>
            <p:cNvSpPr/>
            <p:nvPr/>
          </p:nvSpPr>
          <p:spPr>
            <a:xfrm>
              <a:off x="5219640" y="1673640"/>
              <a:ext cx="301320" cy="2574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57400"/>
                <a:gd name="textAreaBottom" fmla="*/ 257760 h 257400"/>
                <a:gd name="GluePoint1X" fmla="*/ 0 w 144"/>
                <a:gd name="GluePoint1Y" fmla="*/ 0 h 123"/>
                <a:gd name="GluePoint2X" fmla="*/ 0 w 144"/>
                <a:gd name="GluePoint2Y" fmla="*/ 113 h 123"/>
                <a:gd name="GluePoint3X" fmla="*/ 72 w 144"/>
                <a:gd name="GluePoint3Y" fmla="*/ 123 h 123"/>
                <a:gd name="GluePoint4X" fmla="*/ 144 w 144"/>
                <a:gd name="GluePoint4Y" fmla="*/ 113 h 123"/>
                <a:gd name="GluePoint5X" fmla="*/ 144 w 144"/>
                <a:gd name="GluePoint5Y" fmla="*/ 0 h 123"/>
                <a:gd name="GluePoint6X" fmla="*/ 72 w 144"/>
                <a:gd name="GluePoint6Y" fmla="*/ 10 h 123"/>
                <a:gd name="GluePoint7X" fmla="*/ 0 w 144"/>
                <a:gd name="GluePoint7Y" fmla="*/ 0 h 123"/>
                <a:gd name="GluePoint8X" fmla="*/ 4 w 144"/>
                <a:gd name="GluePoint8Y" fmla="*/ 5 h 123"/>
                <a:gd name="GluePoint9X" fmla="*/ 70 w 144"/>
                <a:gd name="GluePoint9Y" fmla="*/ 14 h 123"/>
                <a:gd name="GluePoint10X" fmla="*/ 70 w 144"/>
                <a:gd name="GluePoint10Y" fmla="*/ 118 h 123"/>
                <a:gd name="GluePoint11X" fmla="*/ 4 w 144"/>
                <a:gd name="GluePoint11Y" fmla="*/ 109 h 123"/>
                <a:gd name="GluePoint12X" fmla="*/ 4 w 144"/>
                <a:gd name="GluePoint12Y" fmla="*/ 5 h 123"/>
                <a:gd name="GluePoint13X" fmla="*/ 140 w 144"/>
                <a:gd name="GluePoint13Y" fmla="*/ 109 h 123"/>
                <a:gd name="GluePoint14X" fmla="*/ 74 w 144"/>
                <a:gd name="GluePoint14Y" fmla="*/ 118 h 123"/>
                <a:gd name="GluePoint15X" fmla="*/ 74 w 144"/>
                <a:gd name="GluePoint15Y" fmla="*/ 14 h 123"/>
                <a:gd name="GluePoint16X" fmla="*/ 94 w 144"/>
                <a:gd name="GluePoint16Y" fmla="*/ 12 h 123"/>
                <a:gd name="GluePoint17X" fmla="*/ 94 w 144"/>
                <a:gd name="GluePoint17Y" fmla="*/ 54 h 123"/>
                <a:gd name="GluePoint18X" fmla="*/ 106 w 144"/>
                <a:gd name="GluePoint18Y" fmla="*/ 48 h 123"/>
                <a:gd name="GluePoint19X" fmla="*/ 117 w 144"/>
                <a:gd name="GluePoint19Y" fmla="*/ 54 h 123"/>
                <a:gd name="GluePoint20X" fmla="*/ 117 w 144"/>
                <a:gd name="GluePoint20Y" fmla="*/ 9 h 123"/>
                <a:gd name="GluePoint21X" fmla="*/ 140 w 144"/>
                <a:gd name="GluePoint21Y" fmla="*/ 5 h 123"/>
                <a:gd name="GluePoint22X" fmla="*/ 140 w 144"/>
                <a:gd name="GluePoint22Y" fmla="*/ 109 h 123"/>
                <a:gd name="GluePoint23X" fmla="*/ 99 w 144"/>
                <a:gd name="GluePoint23Y" fmla="*/ 11 h 123"/>
                <a:gd name="GluePoint24X" fmla="*/ 112 w 144"/>
                <a:gd name="GluePoint24Y" fmla="*/ 9 h 123"/>
                <a:gd name="GluePoint25X" fmla="*/ 112 w 144"/>
                <a:gd name="GluePoint25Y" fmla="*/ 47 h 123"/>
                <a:gd name="GluePoint26X" fmla="*/ 106 w 144"/>
                <a:gd name="GluePoint26Y" fmla="*/ 43 h 123"/>
                <a:gd name="GluePoint27X" fmla="*/ 99 w 144"/>
                <a:gd name="GluePoint27Y" fmla="*/ 47 h 123"/>
                <a:gd name="GluePoint28X" fmla="*/ 99 w 144"/>
                <a:gd name="GluePoint28Y" fmla="*/ 11 h 1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</a:cxnLst>
              <a:rect l="textAreaLeft" t="textAreaTop" r="textAreaRight" b="textAreaBottom"/>
              <a:pathLst>
                <a:path w="144" h="123">
                  <a:moveTo>
                    <a:pt x="0" y="0"/>
                  </a:moveTo>
                  <a:lnTo>
                    <a:pt x="0" y="113"/>
                  </a:lnTo>
                  <a:lnTo>
                    <a:pt x="72" y="123"/>
                  </a:lnTo>
                  <a:lnTo>
                    <a:pt x="144" y="113"/>
                  </a:lnTo>
                  <a:lnTo>
                    <a:pt x="144" y="0"/>
                  </a:lnTo>
                  <a:lnTo>
                    <a:pt x="72" y="10"/>
                  </a:lnTo>
                  <a:lnTo>
                    <a:pt x="0" y="0"/>
                  </a:lnTo>
                  <a:close/>
                  <a:moveTo>
                    <a:pt x="4" y="5"/>
                  </a:moveTo>
                  <a:lnTo>
                    <a:pt x="70" y="14"/>
                  </a:lnTo>
                  <a:lnTo>
                    <a:pt x="70" y="118"/>
                  </a:lnTo>
                  <a:lnTo>
                    <a:pt x="4" y="109"/>
                  </a:lnTo>
                  <a:lnTo>
                    <a:pt x="4" y="5"/>
                  </a:lnTo>
                  <a:close/>
                  <a:moveTo>
                    <a:pt x="140" y="109"/>
                  </a:moveTo>
                  <a:lnTo>
                    <a:pt x="74" y="118"/>
                  </a:lnTo>
                  <a:lnTo>
                    <a:pt x="74" y="14"/>
                  </a:lnTo>
                  <a:lnTo>
                    <a:pt x="94" y="12"/>
                  </a:lnTo>
                  <a:lnTo>
                    <a:pt x="94" y="54"/>
                  </a:lnTo>
                  <a:lnTo>
                    <a:pt x="106" y="48"/>
                  </a:lnTo>
                  <a:lnTo>
                    <a:pt x="117" y="54"/>
                  </a:lnTo>
                  <a:lnTo>
                    <a:pt x="117" y="9"/>
                  </a:lnTo>
                  <a:lnTo>
                    <a:pt x="140" y="5"/>
                  </a:lnTo>
                  <a:lnTo>
                    <a:pt x="140" y="109"/>
                  </a:lnTo>
                  <a:close/>
                  <a:moveTo>
                    <a:pt x="99" y="11"/>
                  </a:moveTo>
                  <a:lnTo>
                    <a:pt x="112" y="9"/>
                  </a:lnTo>
                  <a:lnTo>
                    <a:pt x="112" y="47"/>
                  </a:lnTo>
                  <a:lnTo>
                    <a:pt x="106" y="43"/>
                  </a:lnTo>
                  <a:lnTo>
                    <a:pt x="99" y="47"/>
                  </a:lnTo>
                  <a:lnTo>
                    <a:pt x="99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94" name="Freeform 311"/>
            <p:cNvSpPr/>
            <p:nvPr/>
          </p:nvSpPr>
          <p:spPr>
            <a:xfrm>
              <a:off x="5253120" y="1724040"/>
              <a:ext cx="89640" cy="183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8360"/>
                <a:gd name="textAreaBottom" fmla="*/ 18720 h 18360"/>
                <a:gd name="GluePoint1X" fmla="*/ 0 w 43"/>
                <a:gd name="GluePoint1Y" fmla="*/ 0 h 9"/>
                <a:gd name="GluePoint2X" fmla="*/ 43 w 43"/>
                <a:gd name="GluePoint2Y" fmla="*/ 4 h 9"/>
                <a:gd name="GluePoint3X" fmla="*/ 42 w 43"/>
                <a:gd name="GluePoint3Y" fmla="*/ 9 h 9"/>
                <a:gd name="GluePoint4X" fmla="*/ 0 w 43"/>
                <a:gd name="GluePoint4Y" fmla="*/ 4 h 9"/>
                <a:gd name="GluePoint5X" fmla="*/ 0 w 43"/>
                <a:gd name="GluePoint5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3" h="9">
                  <a:moveTo>
                    <a:pt x="0" y="0"/>
                  </a:moveTo>
                  <a:lnTo>
                    <a:pt x="43" y="4"/>
                  </a:lnTo>
                  <a:lnTo>
                    <a:pt x="42" y="9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95" name="Freeform 312"/>
            <p:cNvSpPr/>
            <p:nvPr/>
          </p:nvSpPr>
          <p:spPr>
            <a:xfrm>
              <a:off x="5253120" y="1770120"/>
              <a:ext cx="89640" cy="183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8360"/>
                <a:gd name="textAreaBottom" fmla="*/ 18720 h 18360"/>
                <a:gd name="GluePoint1X" fmla="*/ 42 w 43"/>
                <a:gd name="GluePoint1Y" fmla="*/ 9 h 9"/>
                <a:gd name="GluePoint2X" fmla="*/ 0 w 43"/>
                <a:gd name="GluePoint2Y" fmla="*/ 5 h 9"/>
                <a:gd name="GluePoint3X" fmla="*/ 0 w 43"/>
                <a:gd name="GluePoint3Y" fmla="*/ 0 h 9"/>
                <a:gd name="GluePoint4X" fmla="*/ 43 w 43"/>
                <a:gd name="GluePoint4Y" fmla="*/ 5 h 9"/>
                <a:gd name="GluePoint5X" fmla="*/ 42 w 43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3" h="9">
                  <a:moveTo>
                    <a:pt x="42" y="9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3" y="5"/>
                  </a:lnTo>
                  <a:lnTo>
                    <a:pt x="42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96" name="Freeform 313"/>
            <p:cNvSpPr/>
            <p:nvPr/>
          </p:nvSpPr>
          <p:spPr>
            <a:xfrm>
              <a:off x="5253120" y="1818360"/>
              <a:ext cx="89640" cy="183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8360"/>
                <a:gd name="textAreaBottom" fmla="*/ 18720 h 18360"/>
                <a:gd name="GluePoint1X" fmla="*/ 42 w 43"/>
                <a:gd name="GluePoint1Y" fmla="*/ 9 h 9"/>
                <a:gd name="GluePoint2X" fmla="*/ 0 w 43"/>
                <a:gd name="GluePoint2Y" fmla="*/ 4 h 9"/>
                <a:gd name="GluePoint3X" fmla="*/ 0 w 43"/>
                <a:gd name="GluePoint3Y" fmla="*/ 0 h 9"/>
                <a:gd name="GluePoint4X" fmla="*/ 43 w 43"/>
                <a:gd name="GluePoint4Y" fmla="*/ 4 h 9"/>
                <a:gd name="GluePoint5X" fmla="*/ 42 w 43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3" h="9">
                  <a:moveTo>
                    <a:pt x="42" y="9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43" y="4"/>
                  </a:lnTo>
                  <a:lnTo>
                    <a:pt x="42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97" name="Freeform 314"/>
            <p:cNvSpPr/>
            <p:nvPr/>
          </p:nvSpPr>
          <p:spPr>
            <a:xfrm>
              <a:off x="5253120" y="1864440"/>
              <a:ext cx="89640" cy="183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8360"/>
                <a:gd name="textAreaBottom" fmla="*/ 18720 h 18360"/>
                <a:gd name="GluePoint1X" fmla="*/ 42 w 43"/>
                <a:gd name="GluePoint1Y" fmla="*/ 9 h 9"/>
                <a:gd name="GluePoint2X" fmla="*/ 0 w 43"/>
                <a:gd name="GluePoint2Y" fmla="*/ 5 h 9"/>
                <a:gd name="GluePoint3X" fmla="*/ 0 w 43"/>
                <a:gd name="GluePoint3Y" fmla="*/ 0 h 9"/>
                <a:gd name="GluePoint4X" fmla="*/ 43 w 43"/>
                <a:gd name="GluePoint4Y" fmla="*/ 5 h 9"/>
                <a:gd name="GluePoint5X" fmla="*/ 42 w 43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3" h="9">
                  <a:moveTo>
                    <a:pt x="42" y="9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3" y="5"/>
                  </a:lnTo>
                  <a:lnTo>
                    <a:pt x="42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98" name="Freeform 315"/>
            <p:cNvSpPr/>
            <p:nvPr/>
          </p:nvSpPr>
          <p:spPr>
            <a:xfrm>
              <a:off x="5397840" y="1818360"/>
              <a:ext cx="91800" cy="1836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18360"/>
                <a:gd name="textAreaBottom" fmla="*/ 18720 h 18360"/>
                <a:gd name="GluePoint1X" fmla="*/ 1 w 44"/>
                <a:gd name="GluePoint1Y" fmla="*/ 9 h 9"/>
                <a:gd name="GluePoint2X" fmla="*/ 0 w 44"/>
                <a:gd name="GluePoint2Y" fmla="*/ 4 h 9"/>
                <a:gd name="GluePoint3X" fmla="*/ 43 w 44"/>
                <a:gd name="GluePoint3Y" fmla="*/ 0 h 9"/>
                <a:gd name="GluePoint4X" fmla="*/ 44 w 44"/>
                <a:gd name="GluePoint4Y" fmla="*/ 4 h 9"/>
                <a:gd name="GluePoint5X" fmla="*/ 1 w 44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4" h="9">
                  <a:moveTo>
                    <a:pt x="1" y="9"/>
                  </a:moveTo>
                  <a:lnTo>
                    <a:pt x="0" y="4"/>
                  </a:lnTo>
                  <a:lnTo>
                    <a:pt x="43" y="0"/>
                  </a:lnTo>
                  <a:lnTo>
                    <a:pt x="44" y="4"/>
                  </a:lnTo>
                  <a:lnTo>
                    <a:pt x="1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299" name="Freeform 316"/>
            <p:cNvSpPr/>
            <p:nvPr/>
          </p:nvSpPr>
          <p:spPr>
            <a:xfrm>
              <a:off x="5397840" y="1864440"/>
              <a:ext cx="91800" cy="1836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18360"/>
                <a:gd name="textAreaBottom" fmla="*/ 18720 h 18360"/>
                <a:gd name="GluePoint1X" fmla="*/ 1 w 44"/>
                <a:gd name="GluePoint1Y" fmla="*/ 9 h 9"/>
                <a:gd name="GluePoint2X" fmla="*/ 0 w 44"/>
                <a:gd name="GluePoint2Y" fmla="*/ 5 h 9"/>
                <a:gd name="GluePoint3X" fmla="*/ 43 w 44"/>
                <a:gd name="GluePoint3Y" fmla="*/ 0 h 9"/>
                <a:gd name="GluePoint4X" fmla="*/ 44 w 44"/>
                <a:gd name="GluePoint4Y" fmla="*/ 5 h 9"/>
                <a:gd name="GluePoint5X" fmla="*/ 1 w 44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4" h="9">
                  <a:moveTo>
                    <a:pt x="1" y="9"/>
                  </a:moveTo>
                  <a:lnTo>
                    <a:pt x="0" y="5"/>
                  </a:lnTo>
                  <a:lnTo>
                    <a:pt x="43" y="0"/>
                  </a:lnTo>
                  <a:lnTo>
                    <a:pt x="44" y="5"/>
                  </a:lnTo>
                  <a:lnTo>
                    <a:pt x="1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00" name="Group 32"/>
          <p:cNvGrpSpPr/>
          <p:nvPr/>
        </p:nvGrpSpPr>
        <p:grpSpPr>
          <a:xfrm>
            <a:off x="6049800" y="1652760"/>
            <a:ext cx="209160" cy="301320"/>
            <a:chOff x="6049800" y="1652760"/>
            <a:chExt cx="209160" cy="301320"/>
          </a:xfrm>
        </p:grpSpPr>
        <p:sp>
          <p:nvSpPr>
            <p:cNvPr id="1301" name="Freeform 318"/>
            <p:cNvSpPr/>
            <p:nvPr/>
          </p:nvSpPr>
          <p:spPr>
            <a:xfrm>
              <a:off x="6049800" y="1652760"/>
              <a:ext cx="209160" cy="30132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301320"/>
                <a:gd name="textAreaBottom" fmla="*/ 301680 h 301320"/>
                <a:gd name="GluePoint1X" fmla="*/ 100 w 100"/>
                <a:gd name="GluePoint1Y" fmla="*/ 0 h 144"/>
                <a:gd name="GluePoint2X" fmla="*/ 0 w 100"/>
                <a:gd name="GluePoint2Y" fmla="*/ 0 h 144"/>
                <a:gd name="GluePoint3X" fmla="*/ 0 w 100"/>
                <a:gd name="GluePoint3Y" fmla="*/ 144 h 144"/>
                <a:gd name="GluePoint4X" fmla="*/ 100 w 100"/>
                <a:gd name="GluePoint4Y" fmla="*/ 144 h 144"/>
                <a:gd name="GluePoint5X" fmla="*/ 100 w 100"/>
                <a:gd name="GluePoint5Y" fmla="*/ 0 h 144"/>
                <a:gd name="GluePoint6X" fmla="*/ 95 w 100"/>
                <a:gd name="GluePoint6Y" fmla="*/ 4 h 144"/>
                <a:gd name="GluePoint7X" fmla="*/ 95 w 100"/>
                <a:gd name="GluePoint7Y" fmla="*/ 18 h 144"/>
                <a:gd name="GluePoint8X" fmla="*/ 5 w 100"/>
                <a:gd name="GluePoint8Y" fmla="*/ 18 h 144"/>
                <a:gd name="GluePoint9X" fmla="*/ 5 w 100"/>
                <a:gd name="GluePoint9Y" fmla="*/ 4 h 144"/>
                <a:gd name="GluePoint10X" fmla="*/ 95 w 100"/>
                <a:gd name="GluePoint10Y" fmla="*/ 4 h 144"/>
                <a:gd name="GluePoint11X" fmla="*/ 95 w 100"/>
                <a:gd name="GluePoint11Y" fmla="*/ 22 h 144"/>
                <a:gd name="GluePoint12X" fmla="*/ 95 w 100"/>
                <a:gd name="GluePoint12Y" fmla="*/ 112 h 144"/>
                <a:gd name="GluePoint13X" fmla="*/ 5 w 100"/>
                <a:gd name="GluePoint13Y" fmla="*/ 112 h 144"/>
                <a:gd name="GluePoint14X" fmla="*/ 5 w 100"/>
                <a:gd name="GluePoint14Y" fmla="*/ 22 h 144"/>
                <a:gd name="GluePoint15X" fmla="*/ 95 w 100"/>
                <a:gd name="GluePoint15Y" fmla="*/ 22 h 144"/>
                <a:gd name="GluePoint16X" fmla="*/ 5 w 100"/>
                <a:gd name="GluePoint16Y" fmla="*/ 139 h 144"/>
                <a:gd name="GluePoint17X" fmla="*/ 5 w 100"/>
                <a:gd name="GluePoint17Y" fmla="*/ 117 h 144"/>
                <a:gd name="GluePoint18X" fmla="*/ 95 w 100"/>
                <a:gd name="GluePoint18Y" fmla="*/ 117 h 144"/>
                <a:gd name="GluePoint19X" fmla="*/ 95 w 100"/>
                <a:gd name="GluePoint19Y" fmla="*/ 139 h 144"/>
                <a:gd name="GluePoint20X" fmla="*/ 5 w 100"/>
                <a:gd name="GluePoint20Y" fmla="*/ 139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100" h="144">
                  <a:moveTo>
                    <a:pt x="100" y="0"/>
                  </a:moveTo>
                  <a:lnTo>
                    <a:pt x="0" y="0"/>
                  </a:lnTo>
                  <a:lnTo>
                    <a:pt x="0" y="144"/>
                  </a:lnTo>
                  <a:lnTo>
                    <a:pt x="100" y="144"/>
                  </a:lnTo>
                  <a:lnTo>
                    <a:pt x="100" y="0"/>
                  </a:lnTo>
                  <a:close/>
                  <a:moveTo>
                    <a:pt x="95" y="4"/>
                  </a:moveTo>
                  <a:lnTo>
                    <a:pt x="95" y="18"/>
                  </a:lnTo>
                  <a:lnTo>
                    <a:pt x="5" y="18"/>
                  </a:lnTo>
                  <a:lnTo>
                    <a:pt x="5" y="4"/>
                  </a:lnTo>
                  <a:lnTo>
                    <a:pt x="95" y="4"/>
                  </a:lnTo>
                  <a:close/>
                  <a:moveTo>
                    <a:pt x="95" y="22"/>
                  </a:moveTo>
                  <a:lnTo>
                    <a:pt x="95" y="112"/>
                  </a:lnTo>
                  <a:lnTo>
                    <a:pt x="5" y="112"/>
                  </a:lnTo>
                  <a:lnTo>
                    <a:pt x="5" y="22"/>
                  </a:lnTo>
                  <a:lnTo>
                    <a:pt x="95" y="22"/>
                  </a:lnTo>
                  <a:close/>
                  <a:moveTo>
                    <a:pt x="5" y="139"/>
                  </a:moveTo>
                  <a:lnTo>
                    <a:pt x="5" y="117"/>
                  </a:lnTo>
                  <a:lnTo>
                    <a:pt x="95" y="117"/>
                  </a:lnTo>
                  <a:lnTo>
                    <a:pt x="95" y="139"/>
                  </a:lnTo>
                  <a:lnTo>
                    <a:pt x="5" y="13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02" name="Rectangle 319"/>
            <p:cNvSpPr/>
            <p:nvPr/>
          </p:nvSpPr>
          <p:spPr>
            <a:xfrm>
              <a:off x="6135480" y="1671840"/>
              <a:ext cx="3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03" name="Freeform 320"/>
            <p:cNvSpPr/>
            <p:nvPr/>
          </p:nvSpPr>
          <p:spPr>
            <a:xfrm>
              <a:off x="6139800" y="1906560"/>
              <a:ext cx="29160" cy="2916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04" name="Group 31"/>
          <p:cNvGrpSpPr/>
          <p:nvPr/>
        </p:nvGrpSpPr>
        <p:grpSpPr>
          <a:xfrm>
            <a:off x="6397560" y="1652760"/>
            <a:ext cx="301320" cy="301320"/>
            <a:chOff x="6397560" y="1652760"/>
            <a:chExt cx="301320" cy="301320"/>
          </a:xfrm>
        </p:grpSpPr>
        <p:sp>
          <p:nvSpPr>
            <p:cNvPr id="1305" name="Freeform 321"/>
            <p:cNvSpPr/>
            <p:nvPr/>
          </p:nvSpPr>
          <p:spPr>
            <a:xfrm>
              <a:off x="6397560" y="1652760"/>
              <a:ext cx="301320" cy="30132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301320"/>
                <a:gd name="textAreaBottom" fmla="*/ 301680 h 301320"/>
                <a:gd name="GluePoint1X" fmla="*/ 128 w 256"/>
                <a:gd name="GluePoint1Y" fmla="*/ 0 h 256"/>
                <a:gd name="GluePoint2X" fmla="*/ 37 w 256"/>
                <a:gd name="GluePoint2Y" fmla="*/ 37 h 256"/>
                <a:gd name="GluePoint3X" fmla="*/ 0 w 256"/>
                <a:gd name="GluePoint3Y" fmla="*/ 128 h 256"/>
                <a:gd name="GluePoint4X" fmla="*/ 37 w 256"/>
                <a:gd name="GluePoint4Y" fmla="*/ 218 h 256"/>
                <a:gd name="GluePoint5X" fmla="*/ 128 w 256"/>
                <a:gd name="GluePoint5Y" fmla="*/ 256 h 256"/>
                <a:gd name="GluePoint6X" fmla="*/ 218 w 256"/>
                <a:gd name="GluePoint6Y" fmla="*/ 218 h 256"/>
                <a:gd name="GluePoint7X" fmla="*/ 256 w 256"/>
                <a:gd name="GluePoint7Y" fmla="*/ 128 h 256"/>
                <a:gd name="GluePoint8X" fmla="*/ 218 w 256"/>
                <a:gd name="GluePoint8Y" fmla="*/ 37 h 256"/>
                <a:gd name="GluePoint9X" fmla="*/ 128 w 256"/>
                <a:gd name="GluePoint9Y" fmla="*/ 0 h 256"/>
                <a:gd name="GluePoint10X" fmla="*/ 212 w 256"/>
                <a:gd name="GluePoint10Y" fmla="*/ 212 h 256"/>
                <a:gd name="GluePoint11X" fmla="*/ 128 w 256"/>
                <a:gd name="GluePoint11Y" fmla="*/ 248 h 256"/>
                <a:gd name="GluePoint12X" fmla="*/ 43 w 256"/>
                <a:gd name="GluePoint12Y" fmla="*/ 212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2 w 256"/>
                <a:gd name="GluePoint16Y" fmla="*/ 43 h 256"/>
                <a:gd name="GluePoint17X" fmla="*/ 248 w 256"/>
                <a:gd name="GluePoint17Y" fmla="*/ 128 h 256"/>
                <a:gd name="GluePoint18X" fmla="*/ 212 w 256"/>
                <a:gd name="GluePoint18Y" fmla="*/ 21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3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2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5" y="248"/>
                    <a:pt x="65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5" y="20"/>
                    <a:pt x="95" y="8"/>
                    <a:pt x="128" y="8"/>
                  </a:cubicBezTo>
                  <a:cubicBezTo>
                    <a:pt x="160" y="8"/>
                    <a:pt x="190" y="20"/>
                    <a:pt x="212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2" y="21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06" name="Freeform 322"/>
            <p:cNvSpPr/>
            <p:nvPr/>
          </p:nvSpPr>
          <p:spPr>
            <a:xfrm>
              <a:off x="6435360" y="1690560"/>
              <a:ext cx="226080" cy="22608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226080"/>
                <a:gd name="textAreaBottom" fmla="*/ 226440 h 226080"/>
                <a:gd name="GluePoint1X" fmla="*/ 96 w 192"/>
                <a:gd name="GluePoint1Y" fmla="*/ 0 h 192"/>
                <a:gd name="GluePoint2X" fmla="*/ 28 w 192"/>
                <a:gd name="GluePoint2Y" fmla="*/ 28 h 192"/>
                <a:gd name="GluePoint3X" fmla="*/ 0 w 192"/>
                <a:gd name="GluePoint3Y" fmla="*/ 96 h 192"/>
                <a:gd name="GluePoint4X" fmla="*/ 28 w 192"/>
                <a:gd name="GluePoint4Y" fmla="*/ 163 h 192"/>
                <a:gd name="GluePoint5X" fmla="*/ 96 w 192"/>
                <a:gd name="GluePoint5Y" fmla="*/ 192 h 192"/>
                <a:gd name="GluePoint6X" fmla="*/ 163 w 192"/>
                <a:gd name="GluePoint6Y" fmla="*/ 163 h 192"/>
                <a:gd name="GluePoint7X" fmla="*/ 192 w 192"/>
                <a:gd name="GluePoint7Y" fmla="*/ 96 h 192"/>
                <a:gd name="GluePoint8X" fmla="*/ 163 w 192"/>
                <a:gd name="GluePoint8Y" fmla="*/ 28 h 192"/>
                <a:gd name="GluePoint9X" fmla="*/ 96 w 192"/>
                <a:gd name="GluePoint9Y" fmla="*/ 0 h 192"/>
                <a:gd name="GluePoint10X" fmla="*/ 158 w 192"/>
                <a:gd name="GluePoint10Y" fmla="*/ 158 h 192"/>
                <a:gd name="GluePoint11X" fmla="*/ 96 w 192"/>
                <a:gd name="GluePoint11Y" fmla="*/ 184 h 192"/>
                <a:gd name="GluePoint12X" fmla="*/ 33 w 192"/>
                <a:gd name="GluePoint12Y" fmla="*/ 158 h 192"/>
                <a:gd name="GluePoint13X" fmla="*/ 8 w 192"/>
                <a:gd name="GluePoint13Y" fmla="*/ 96 h 192"/>
                <a:gd name="GluePoint14X" fmla="*/ 33 w 192"/>
                <a:gd name="GluePoint14Y" fmla="*/ 33 h 192"/>
                <a:gd name="GluePoint15X" fmla="*/ 96 w 192"/>
                <a:gd name="GluePoint15Y" fmla="*/ 8 h 192"/>
                <a:gd name="GluePoint16X" fmla="*/ 158 w 192"/>
                <a:gd name="GluePoint16Y" fmla="*/ 33 h 192"/>
                <a:gd name="GluePoint17X" fmla="*/ 184 w 192"/>
                <a:gd name="GluePoint17Y" fmla="*/ 96 h 192"/>
                <a:gd name="GluePoint18X" fmla="*/ 158 w 192"/>
                <a:gd name="GluePoint18Y" fmla="*/ 158 h 1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192" h="192">
                  <a:moveTo>
                    <a:pt x="96" y="0"/>
                  </a:moveTo>
                  <a:cubicBezTo>
                    <a:pt x="70" y="0"/>
                    <a:pt x="46" y="10"/>
                    <a:pt x="28" y="28"/>
                  </a:cubicBezTo>
                  <a:cubicBezTo>
                    <a:pt x="10" y="46"/>
                    <a:pt x="0" y="70"/>
                    <a:pt x="0" y="96"/>
                  </a:cubicBezTo>
                  <a:cubicBezTo>
                    <a:pt x="0" y="121"/>
                    <a:pt x="10" y="145"/>
                    <a:pt x="28" y="163"/>
                  </a:cubicBezTo>
                  <a:cubicBezTo>
                    <a:pt x="46" y="182"/>
                    <a:pt x="70" y="192"/>
                    <a:pt x="96" y="192"/>
                  </a:cubicBezTo>
                  <a:cubicBezTo>
                    <a:pt x="121" y="192"/>
                    <a:pt x="145" y="182"/>
                    <a:pt x="163" y="163"/>
                  </a:cubicBezTo>
                  <a:cubicBezTo>
                    <a:pt x="182" y="145"/>
                    <a:pt x="192" y="121"/>
                    <a:pt x="192" y="96"/>
                  </a:cubicBezTo>
                  <a:cubicBezTo>
                    <a:pt x="192" y="70"/>
                    <a:pt x="182" y="46"/>
                    <a:pt x="163" y="28"/>
                  </a:cubicBezTo>
                  <a:cubicBezTo>
                    <a:pt x="145" y="10"/>
                    <a:pt x="121" y="0"/>
                    <a:pt x="96" y="0"/>
                  </a:cubicBezTo>
                  <a:close/>
                  <a:moveTo>
                    <a:pt x="158" y="158"/>
                  </a:moveTo>
                  <a:cubicBezTo>
                    <a:pt x="141" y="174"/>
                    <a:pt x="119" y="184"/>
                    <a:pt x="96" y="184"/>
                  </a:cubicBezTo>
                  <a:cubicBezTo>
                    <a:pt x="72" y="184"/>
                    <a:pt x="50" y="174"/>
                    <a:pt x="33" y="158"/>
                  </a:cubicBezTo>
                  <a:cubicBezTo>
                    <a:pt x="17" y="141"/>
                    <a:pt x="8" y="119"/>
                    <a:pt x="8" y="96"/>
                  </a:cubicBezTo>
                  <a:cubicBezTo>
                    <a:pt x="8" y="72"/>
                    <a:pt x="17" y="50"/>
                    <a:pt x="33" y="33"/>
                  </a:cubicBezTo>
                  <a:cubicBezTo>
                    <a:pt x="50" y="17"/>
                    <a:pt x="72" y="8"/>
                    <a:pt x="96" y="8"/>
                  </a:cubicBezTo>
                  <a:cubicBezTo>
                    <a:pt x="119" y="8"/>
                    <a:pt x="141" y="17"/>
                    <a:pt x="158" y="33"/>
                  </a:cubicBezTo>
                  <a:cubicBezTo>
                    <a:pt x="174" y="50"/>
                    <a:pt x="184" y="72"/>
                    <a:pt x="184" y="96"/>
                  </a:cubicBezTo>
                  <a:cubicBezTo>
                    <a:pt x="184" y="119"/>
                    <a:pt x="174" y="141"/>
                    <a:pt x="158" y="15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07" name="Freeform 323"/>
            <p:cNvSpPr/>
            <p:nvPr/>
          </p:nvSpPr>
          <p:spPr>
            <a:xfrm>
              <a:off x="6473160" y="1728360"/>
              <a:ext cx="150480" cy="15048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150480"/>
                <a:gd name="textAreaBottom" fmla="*/ 150840 h 150480"/>
                <a:gd name="GluePoint1X" fmla="*/ 64 w 128"/>
                <a:gd name="GluePoint1Y" fmla="*/ 0 h 128"/>
                <a:gd name="GluePoint2X" fmla="*/ 18 w 128"/>
                <a:gd name="GluePoint2Y" fmla="*/ 18 h 128"/>
                <a:gd name="GluePoint3X" fmla="*/ 0 w 128"/>
                <a:gd name="GluePoint3Y" fmla="*/ 64 h 128"/>
                <a:gd name="GluePoint4X" fmla="*/ 18 w 128"/>
                <a:gd name="GluePoint4Y" fmla="*/ 109 h 128"/>
                <a:gd name="GluePoint5X" fmla="*/ 64 w 128"/>
                <a:gd name="GluePoint5Y" fmla="*/ 128 h 128"/>
                <a:gd name="GluePoint6X" fmla="*/ 109 w 128"/>
                <a:gd name="GluePoint6Y" fmla="*/ 109 h 128"/>
                <a:gd name="GluePoint7X" fmla="*/ 128 w 128"/>
                <a:gd name="GluePoint7Y" fmla="*/ 64 h 128"/>
                <a:gd name="GluePoint8X" fmla="*/ 109 w 128"/>
                <a:gd name="GluePoint8Y" fmla="*/ 18 h 128"/>
                <a:gd name="GluePoint9X" fmla="*/ 64 w 128"/>
                <a:gd name="GluePoint9Y" fmla="*/ 0 h 128"/>
                <a:gd name="GluePoint10X" fmla="*/ 103 w 128"/>
                <a:gd name="GluePoint10Y" fmla="*/ 103 h 128"/>
                <a:gd name="GluePoint11X" fmla="*/ 64 w 128"/>
                <a:gd name="GluePoint11Y" fmla="*/ 120 h 128"/>
                <a:gd name="GluePoint12X" fmla="*/ 24 w 128"/>
                <a:gd name="GluePoint12Y" fmla="*/ 103 h 128"/>
                <a:gd name="GluePoint13X" fmla="*/ 8 w 128"/>
                <a:gd name="GluePoint13Y" fmla="*/ 64 h 128"/>
                <a:gd name="GluePoint14X" fmla="*/ 24 w 128"/>
                <a:gd name="GluePoint14Y" fmla="*/ 24 h 128"/>
                <a:gd name="GluePoint15X" fmla="*/ 64 w 128"/>
                <a:gd name="GluePoint15Y" fmla="*/ 8 h 128"/>
                <a:gd name="GluePoint16X" fmla="*/ 103 w 128"/>
                <a:gd name="GluePoint16Y" fmla="*/ 24 h 128"/>
                <a:gd name="GluePoint17X" fmla="*/ 120 w 128"/>
                <a:gd name="GluePoint17Y" fmla="*/ 64 h 128"/>
                <a:gd name="GluePoint18X" fmla="*/ 103 w 128"/>
                <a:gd name="GluePoint18Y" fmla="*/ 103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128" h="128">
                  <a:moveTo>
                    <a:pt x="64" y="0"/>
                  </a:moveTo>
                  <a:cubicBezTo>
                    <a:pt x="46" y="0"/>
                    <a:pt x="30" y="6"/>
                    <a:pt x="18" y="18"/>
                  </a:cubicBezTo>
                  <a:cubicBezTo>
                    <a:pt x="6" y="30"/>
                    <a:pt x="0" y="46"/>
                    <a:pt x="0" y="64"/>
                  </a:cubicBezTo>
                  <a:cubicBezTo>
                    <a:pt x="0" y="81"/>
                    <a:pt x="6" y="97"/>
                    <a:pt x="18" y="109"/>
                  </a:cubicBezTo>
                  <a:cubicBezTo>
                    <a:pt x="30" y="121"/>
                    <a:pt x="46" y="128"/>
                    <a:pt x="64" y="128"/>
                  </a:cubicBezTo>
                  <a:cubicBezTo>
                    <a:pt x="81" y="128"/>
                    <a:pt x="97" y="121"/>
                    <a:pt x="109" y="109"/>
                  </a:cubicBezTo>
                  <a:cubicBezTo>
                    <a:pt x="121" y="97"/>
                    <a:pt x="128" y="81"/>
                    <a:pt x="128" y="64"/>
                  </a:cubicBezTo>
                  <a:cubicBezTo>
                    <a:pt x="128" y="46"/>
                    <a:pt x="121" y="30"/>
                    <a:pt x="109" y="18"/>
                  </a:cubicBezTo>
                  <a:cubicBezTo>
                    <a:pt x="97" y="6"/>
                    <a:pt x="81" y="0"/>
                    <a:pt x="64" y="0"/>
                  </a:cubicBezTo>
                  <a:close/>
                  <a:moveTo>
                    <a:pt x="103" y="103"/>
                  </a:moveTo>
                  <a:cubicBezTo>
                    <a:pt x="93" y="114"/>
                    <a:pt x="79" y="120"/>
                    <a:pt x="64" y="120"/>
                  </a:cubicBezTo>
                  <a:cubicBezTo>
                    <a:pt x="49" y="120"/>
                    <a:pt x="35" y="114"/>
                    <a:pt x="24" y="103"/>
                  </a:cubicBezTo>
                  <a:cubicBezTo>
                    <a:pt x="13" y="93"/>
                    <a:pt x="8" y="79"/>
                    <a:pt x="8" y="64"/>
                  </a:cubicBezTo>
                  <a:cubicBezTo>
                    <a:pt x="8" y="49"/>
                    <a:pt x="13" y="35"/>
                    <a:pt x="24" y="24"/>
                  </a:cubicBezTo>
                  <a:cubicBezTo>
                    <a:pt x="35" y="13"/>
                    <a:pt x="49" y="8"/>
                    <a:pt x="64" y="8"/>
                  </a:cubicBezTo>
                  <a:cubicBezTo>
                    <a:pt x="79" y="8"/>
                    <a:pt x="93" y="13"/>
                    <a:pt x="103" y="24"/>
                  </a:cubicBezTo>
                  <a:cubicBezTo>
                    <a:pt x="114" y="35"/>
                    <a:pt x="120" y="49"/>
                    <a:pt x="120" y="64"/>
                  </a:cubicBezTo>
                  <a:cubicBezTo>
                    <a:pt x="120" y="79"/>
                    <a:pt x="114" y="93"/>
                    <a:pt x="103" y="10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08" name="Freeform 324"/>
            <p:cNvSpPr/>
            <p:nvPr/>
          </p:nvSpPr>
          <p:spPr>
            <a:xfrm>
              <a:off x="6510600" y="1766160"/>
              <a:ext cx="75240" cy="7524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75240"/>
                <a:gd name="textAreaBottom" fmla="*/ 75600 h 75240"/>
                <a:gd name="GluePoint1X" fmla="*/ 32 w 64"/>
                <a:gd name="GluePoint1Y" fmla="*/ 0 h 64"/>
                <a:gd name="GluePoint2X" fmla="*/ 9 w 64"/>
                <a:gd name="GluePoint2Y" fmla="*/ 9 h 64"/>
                <a:gd name="GluePoint3X" fmla="*/ 0 w 64"/>
                <a:gd name="GluePoint3Y" fmla="*/ 32 h 64"/>
                <a:gd name="GluePoint4X" fmla="*/ 9 w 64"/>
                <a:gd name="GluePoint4Y" fmla="*/ 54 h 64"/>
                <a:gd name="GluePoint5X" fmla="*/ 32 w 64"/>
                <a:gd name="GluePoint5Y" fmla="*/ 64 h 64"/>
                <a:gd name="GluePoint6X" fmla="*/ 54 w 64"/>
                <a:gd name="GluePoint6Y" fmla="*/ 54 h 64"/>
                <a:gd name="GluePoint7X" fmla="*/ 64 w 64"/>
                <a:gd name="GluePoint7Y" fmla="*/ 32 h 64"/>
                <a:gd name="GluePoint8X" fmla="*/ 54 w 64"/>
                <a:gd name="GluePoint8Y" fmla="*/ 9 h 64"/>
                <a:gd name="GluePoint9X" fmla="*/ 32 w 64"/>
                <a:gd name="GluePoint9Y" fmla="*/ 0 h 64"/>
                <a:gd name="GluePoint10X" fmla="*/ 49 w 64"/>
                <a:gd name="GluePoint10Y" fmla="*/ 49 h 64"/>
                <a:gd name="GluePoint11X" fmla="*/ 32 w 64"/>
                <a:gd name="GluePoint11Y" fmla="*/ 56 h 64"/>
                <a:gd name="GluePoint12X" fmla="*/ 15 w 64"/>
                <a:gd name="GluePoint12Y" fmla="*/ 49 h 64"/>
                <a:gd name="GluePoint13X" fmla="*/ 8 w 64"/>
                <a:gd name="GluePoint13Y" fmla="*/ 32 h 64"/>
                <a:gd name="GluePoint14X" fmla="*/ 15 w 64"/>
                <a:gd name="GluePoint14Y" fmla="*/ 15 h 64"/>
                <a:gd name="GluePoint15X" fmla="*/ 32 w 64"/>
                <a:gd name="GluePoint15Y" fmla="*/ 8 h 64"/>
                <a:gd name="GluePoint16X" fmla="*/ 49 w 64"/>
                <a:gd name="GluePoint16Y" fmla="*/ 15 h 64"/>
                <a:gd name="GluePoint17X" fmla="*/ 56 w 64"/>
                <a:gd name="GluePoint17Y" fmla="*/ 32 h 64"/>
                <a:gd name="GluePoint18X" fmla="*/ 49 w 64"/>
                <a:gd name="GluePoint18Y" fmla="*/ 49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64" h="64">
                  <a:moveTo>
                    <a:pt x="32" y="0"/>
                  </a:moveTo>
                  <a:cubicBezTo>
                    <a:pt x="23" y="0"/>
                    <a:pt x="15" y="3"/>
                    <a:pt x="9" y="9"/>
                  </a:cubicBezTo>
                  <a:cubicBezTo>
                    <a:pt x="3" y="15"/>
                    <a:pt x="0" y="23"/>
                    <a:pt x="0" y="32"/>
                  </a:cubicBezTo>
                  <a:cubicBezTo>
                    <a:pt x="0" y="40"/>
                    <a:pt x="3" y="48"/>
                    <a:pt x="9" y="54"/>
                  </a:cubicBezTo>
                  <a:cubicBezTo>
                    <a:pt x="15" y="60"/>
                    <a:pt x="23" y="64"/>
                    <a:pt x="32" y="64"/>
                  </a:cubicBezTo>
                  <a:cubicBezTo>
                    <a:pt x="40" y="64"/>
                    <a:pt x="48" y="60"/>
                    <a:pt x="54" y="54"/>
                  </a:cubicBezTo>
                  <a:cubicBezTo>
                    <a:pt x="60" y="48"/>
                    <a:pt x="64" y="40"/>
                    <a:pt x="64" y="32"/>
                  </a:cubicBezTo>
                  <a:cubicBezTo>
                    <a:pt x="64" y="23"/>
                    <a:pt x="60" y="15"/>
                    <a:pt x="54" y="9"/>
                  </a:cubicBezTo>
                  <a:cubicBezTo>
                    <a:pt x="48" y="3"/>
                    <a:pt x="40" y="0"/>
                    <a:pt x="32" y="0"/>
                  </a:cubicBezTo>
                  <a:close/>
                  <a:moveTo>
                    <a:pt x="49" y="49"/>
                  </a:moveTo>
                  <a:cubicBezTo>
                    <a:pt x="44" y="53"/>
                    <a:pt x="38" y="56"/>
                    <a:pt x="32" y="56"/>
                  </a:cubicBezTo>
                  <a:cubicBezTo>
                    <a:pt x="25" y="56"/>
                    <a:pt x="19" y="53"/>
                    <a:pt x="15" y="49"/>
                  </a:cubicBezTo>
                  <a:cubicBezTo>
                    <a:pt x="10" y="44"/>
                    <a:pt x="8" y="38"/>
                    <a:pt x="8" y="32"/>
                  </a:cubicBezTo>
                  <a:cubicBezTo>
                    <a:pt x="8" y="25"/>
                    <a:pt x="10" y="19"/>
                    <a:pt x="15" y="15"/>
                  </a:cubicBezTo>
                  <a:cubicBezTo>
                    <a:pt x="19" y="10"/>
                    <a:pt x="25" y="8"/>
                    <a:pt x="32" y="8"/>
                  </a:cubicBezTo>
                  <a:cubicBezTo>
                    <a:pt x="38" y="8"/>
                    <a:pt x="44" y="10"/>
                    <a:pt x="49" y="15"/>
                  </a:cubicBezTo>
                  <a:cubicBezTo>
                    <a:pt x="53" y="19"/>
                    <a:pt x="56" y="25"/>
                    <a:pt x="56" y="32"/>
                  </a:cubicBezTo>
                  <a:cubicBezTo>
                    <a:pt x="56" y="38"/>
                    <a:pt x="53" y="44"/>
                    <a:pt x="49" y="4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800" bIns="37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309" name="Freeform 325"/>
          <p:cNvSpPr/>
          <p:nvPr/>
        </p:nvSpPr>
        <p:spPr>
          <a:xfrm>
            <a:off x="6831360" y="1652760"/>
            <a:ext cx="217440" cy="301320"/>
          </a:xfrm>
          <a:custGeom>
            <a:avLst/>
            <a:gdLst>
              <a:gd name="textAreaLeft" fmla="*/ 0 w 217440"/>
              <a:gd name="textAreaRight" fmla="*/ 217800 w 217440"/>
              <a:gd name="textAreaTop" fmla="*/ 0 h 301320"/>
              <a:gd name="textAreaBottom" fmla="*/ 301680 h 301320"/>
              <a:gd name="GluePoint1X" fmla="*/ 104 w 104"/>
              <a:gd name="GluePoint1Y" fmla="*/ 15 h 144"/>
              <a:gd name="GluePoint2X" fmla="*/ 73 w 104"/>
              <a:gd name="GluePoint2Y" fmla="*/ 15 h 144"/>
              <a:gd name="GluePoint3X" fmla="*/ 72 w 104"/>
              <a:gd name="GluePoint3Y" fmla="*/ 9 h 144"/>
              <a:gd name="GluePoint4X" fmla="*/ 63 w 104"/>
              <a:gd name="GluePoint4Y" fmla="*/ 9 h 144"/>
              <a:gd name="GluePoint5X" fmla="*/ 63 w 104"/>
              <a:gd name="GluePoint5Y" fmla="*/ 0 h 144"/>
              <a:gd name="GluePoint6X" fmla="*/ 41 w 104"/>
              <a:gd name="GluePoint6Y" fmla="*/ 0 h 144"/>
              <a:gd name="GluePoint7X" fmla="*/ 41 w 104"/>
              <a:gd name="GluePoint7Y" fmla="*/ 9 h 144"/>
              <a:gd name="GluePoint8X" fmla="*/ 32 w 104"/>
              <a:gd name="GluePoint8Y" fmla="*/ 9 h 144"/>
              <a:gd name="GluePoint9X" fmla="*/ 30 w 104"/>
              <a:gd name="GluePoint9Y" fmla="*/ 15 h 144"/>
              <a:gd name="GluePoint10X" fmla="*/ 0 w 104"/>
              <a:gd name="GluePoint10Y" fmla="*/ 15 h 144"/>
              <a:gd name="GluePoint11X" fmla="*/ 0 w 104"/>
              <a:gd name="GluePoint11Y" fmla="*/ 144 h 144"/>
              <a:gd name="GluePoint12X" fmla="*/ 104 w 104"/>
              <a:gd name="GluePoint12Y" fmla="*/ 144 h 144"/>
              <a:gd name="GluePoint13X" fmla="*/ 104 w 104"/>
              <a:gd name="GluePoint13Y" fmla="*/ 15 h 144"/>
              <a:gd name="GluePoint14X" fmla="*/ 35 w 104"/>
              <a:gd name="GluePoint14Y" fmla="*/ 13 h 144"/>
              <a:gd name="GluePoint15X" fmla="*/ 45 w 104"/>
              <a:gd name="GluePoint15Y" fmla="*/ 13 h 144"/>
              <a:gd name="GluePoint16X" fmla="*/ 45 w 104"/>
              <a:gd name="GluePoint16Y" fmla="*/ 4 h 144"/>
              <a:gd name="GluePoint17X" fmla="*/ 59 w 104"/>
              <a:gd name="GluePoint17Y" fmla="*/ 4 h 144"/>
              <a:gd name="GluePoint18X" fmla="*/ 59 w 104"/>
              <a:gd name="GluePoint18Y" fmla="*/ 13 h 144"/>
              <a:gd name="GluePoint19X" fmla="*/ 68 w 104"/>
              <a:gd name="GluePoint19Y" fmla="*/ 13 h 144"/>
              <a:gd name="GluePoint20X" fmla="*/ 72 w 104"/>
              <a:gd name="GluePoint20Y" fmla="*/ 27 h 144"/>
              <a:gd name="GluePoint21X" fmla="*/ 32 w 104"/>
              <a:gd name="GluePoint21Y" fmla="*/ 27 h 144"/>
              <a:gd name="GluePoint22X" fmla="*/ 35 w 104"/>
              <a:gd name="GluePoint22Y" fmla="*/ 13 h 144"/>
              <a:gd name="GluePoint23X" fmla="*/ 99 w 104"/>
              <a:gd name="GluePoint23Y" fmla="*/ 139 h 144"/>
              <a:gd name="GluePoint24X" fmla="*/ 4 w 104"/>
              <a:gd name="GluePoint24Y" fmla="*/ 139 h 144"/>
              <a:gd name="GluePoint25X" fmla="*/ 4 w 104"/>
              <a:gd name="GluePoint25Y" fmla="*/ 20 h 144"/>
              <a:gd name="GluePoint26X" fmla="*/ 29 w 104"/>
              <a:gd name="GluePoint26Y" fmla="*/ 20 h 144"/>
              <a:gd name="GluePoint27X" fmla="*/ 26 w 104"/>
              <a:gd name="GluePoint27Y" fmla="*/ 31 h 144"/>
              <a:gd name="GluePoint28X" fmla="*/ 77 w 104"/>
              <a:gd name="GluePoint28Y" fmla="*/ 31 h 144"/>
              <a:gd name="GluePoint29X" fmla="*/ 74 w 104"/>
              <a:gd name="GluePoint29Y" fmla="*/ 20 h 144"/>
              <a:gd name="GluePoint30X" fmla="*/ 99 w 104"/>
              <a:gd name="GluePoint30Y" fmla="*/ 20 h 144"/>
              <a:gd name="GluePoint31X" fmla="*/ 99 w 104"/>
              <a:gd name="GluePoint31Y" fmla="*/ 139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</a:cxnLst>
            <a:rect l="textAreaLeft" t="textAreaTop" r="textAreaRight" b="textAreaBottom"/>
            <a:pathLst>
              <a:path w="104" h="144">
                <a:moveTo>
                  <a:pt x="104" y="15"/>
                </a:moveTo>
                <a:lnTo>
                  <a:pt x="73" y="15"/>
                </a:lnTo>
                <a:lnTo>
                  <a:pt x="72" y="9"/>
                </a:lnTo>
                <a:lnTo>
                  <a:pt x="63" y="9"/>
                </a:lnTo>
                <a:lnTo>
                  <a:pt x="63" y="0"/>
                </a:lnTo>
                <a:lnTo>
                  <a:pt x="41" y="0"/>
                </a:lnTo>
                <a:lnTo>
                  <a:pt x="41" y="9"/>
                </a:lnTo>
                <a:lnTo>
                  <a:pt x="32" y="9"/>
                </a:lnTo>
                <a:lnTo>
                  <a:pt x="30" y="15"/>
                </a:lnTo>
                <a:lnTo>
                  <a:pt x="0" y="15"/>
                </a:lnTo>
                <a:lnTo>
                  <a:pt x="0" y="144"/>
                </a:lnTo>
                <a:lnTo>
                  <a:pt x="104" y="144"/>
                </a:lnTo>
                <a:lnTo>
                  <a:pt x="104" y="15"/>
                </a:lnTo>
                <a:close/>
                <a:moveTo>
                  <a:pt x="35" y="13"/>
                </a:moveTo>
                <a:lnTo>
                  <a:pt x="45" y="13"/>
                </a:lnTo>
                <a:lnTo>
                  <a:pt x="45" y="4"/>
                </a:lnTo>
                <a:lnTo>
                  <a:pt x="59" y="4"/>
                </a:lnTo>
                <a:lnTo>
                  <a:pt x="59" y="13"/>
                </a:lnTo>
                <a:lnTo>
                  <a:pt x="68" y="13"/>
                </a:lnTo>
                <a:lnTo>
                  <a:pt x="72" y="27"/>
                </a:lnTo>
                <a:lnTo>
                  <a:pt x="32" y="27"/>
                </a:lnTo>
                <a:lnTo>
                  <a:pt x="35" y="13"/>
                </a:lnTo>
                <a:close/>
                <a:moveTo>
                  <a:pt x="99" y="139"/>
                </a:moveTo>
                <a:lnTo>
                  <a:pt x="4" y="139"/>
                </a:lnTo>
                <a:lnTo>
                  <a:pt x="4" y="20"/>
                </a:lnTo>
                <a:lnTo>
                  <a:pt x="29" y="20"/>
                </a:lnTo>
                <a:lnTo>
                  <a:pt x="26" y="31"/>
                </a:lnTo>
                <a:lnTo>
                  <a:pt x="77" y="31"/>
                </a:lnTo>
                <a:lnTo>
                  <a:pt x="74" y="20"/>
                </a:lnTo>
                <a:lnTo>
                  <a:pt x="99" y="20"/>
                </a:lnTo>
                <a:lnTo>
                  <a:pt x="99" y="139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310" name="Group 3"/>
          <p:cNvGrpSpPr/>
          <p:nvPr/>
        </p:nvGrpSpPr>
        <p:grpSpPr>
          <a:xfrm>
            <a:off x="2082240" y="2044800"/>
            <a:ext cx="301320" cy="301320"/>
            <a:chOff x="2082240" y="2044800"/>
            <a:chExt cx="301320" cy="301320"/>
          </a:xfrm>
        </p:grpSpPr>
        <p:sp>
          <p:nvSpPr>
            <p:cNvPr id="1311" name="Freeform 326"/>
            <p:cNvSpPr/>
            <p:nvPr/>
          </p:nvSpPr>
          <p:spPr>
            <a:xfrm>
              <a:off x="2316960" y="2053080"/>
              <a:ext cx="66600" cy="28872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288720"/>
                <a:gd name="textAreaBottom" fmla="*/ 289080 h 288720"/>
                <a:gd name="GluePoint1X" fmla="*/ 21 w 32"/>
                <a:gd name="GluePoint1Y" fmla="*/ 138 h 138"/>
                <a:gd name="GluePoint2X" fmla="*/ 32 w 32"/>
                <a:gd name="GluePoint2Y" fmla="*/ 116 h 138"/>
                <a:gd name="GluePoint3X" fmla="*/ 32 w 32"/>
                <a:gd name="GluePoint3Y" fmla="*/ 0 h 138"/>
                <a:gd name="GluePoint4X" fmla="*/ 9 w 32"/>
                <a:gd name="GluePoint4Y" fmla="*/ 0 h 138"/>
                <a:gd name="GluePoint5X" fmla="*/ 9 w 32"/>
                <a:gd name="GluePoint5Y" fmla="*/ 9 h 138"/>
                <a:gd name="GluePoint6X" fmla="*/ 0 w 32"/>
                <a:gd name="GluePoint6Y" fmla="*/ 9 h 138"/>
                <a:gd name="GluePoint7X" fmla="*/ 0 w 32"/>
                <a:gd name="GluePoint7Y" fmla="*/ 34 h 138"/>
                <a:gd name="GluePoint8X" fmla="*/ 5 w 32"/>
                <a:gd name="GluePoint8Y" fmla="*/ 34 h 138"/>
                <a:gd name="GluePoint9X" fmla="*/ 5 w 32"/>
                <a:gd name="GluePoint9Y" fmla="*/ 14 h 138"/>
                <a:gd name="GluePoint10X" fmla="*/ 9 w 32"/>
                <a:gd name="GluePoint10Y" fmla="*/ 14 h 138"/>
                <a:gd name="GluePoint11X" fmla="*/ 9 w 32"/>
                <a:gd name="GluePoint11Y" fmla="*/ 116 h 138"/>
                <a:gd name="GluePoint12X" fmla="*/ 21 w 32"/>
                <a:gd name="GluePoint12Y" fmla="*/ 138 h 138"/>
                <a:gd name="GluePoint13X" fmla="*/ 14 w 32"/>
                <a:gd name="GluePoint13Y" fmla="*/ 5 h 138"/>
                <a:gd name="GluePoint14X" fmla="*/ 27 w 32"/>
                <a:gd name="GluePoint14Y" fmla="*/ 5 h 138"/>
                <a:gd name="GluePoint15X" fmla="*/ 27 w 32"/>
                <a:gd name="GluePoint15Y" fmla="*/ 115 h 138"/>
                <a:gd name="GluePoint16X" fmla="*/ 21 w 32"/>
                <a:gd name="GluePoint16Y" fmla="*/ 128 h 138"/>
                <a:gd name="GluePoint17X" fmla="*/ 14 w 32"/>
                <a:gd name="GluePoint17Y" fmla="*/ 115 h 138"/>
                <a:gd name="GluePoint18X" fmla="*/ 14 w 32"/>
                <a:gd name="GluePoint18Y" fmla="*/ 5 h 1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" h="138">
                  <a:moveTo>
                    <a:pt x="21" y="138"/>
                  </a:moveTo>
                  <a:lnTo>
                    <a:pt x="32" y="116"/>
                  </a:lnTo>
                  <a:lnTo>
                    <a:pt x="32" y="0"/>
                  </a:ln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9" y="14"/>
                  </a:lnTo>
                  <a:lnTo>
                    <a:pt x="9" y="116"/>
                  </a:lnTo>
                  <a:lnTo>
                    <a:pt x="21" y="138"/>
                  </a:lnTo>
                  <a:close/>
                  <a:moveTo>
                    <a:pt x="14" y="5"/>
                  </a:moveTo>
                  <a:lnTo>
                    <a:pt x="27" y="5"/>
                  </a:lnTo>
                  <a:lnTo>
                    <a:pt x="27" y="115"/>
                  </a:lnTo>
                  <a:lnTo>
                    <a:pt x="21" y="128"/>
                  </a:lnTo>
                  <a:lnTo>
                    <a:pt x="14" y="11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12" name="Freeform 327"/>
            <p:cNvSpPr/>
            <p:nvPr/>
          </p:nvSpPr>
          <p:spPr>
            <a:xfrm>
              <a:off x="2082240" y="2044800"/>
              <a:ext cx="215640" cy="301320"/>
            </a:xfrm>
            <a:custGeom>
              <a:avLst/>
              <a:gdLst>
                <a:gd name="textAreaLeft" fmla="*/ 0 w 215640"/>
                <a:gd name="textAreaRight" fmla="*/ 216000 w 215640"/>
                <a:gd name="textAreaTop" fmla="*/ 0 h 301320"/>
                <a:gd name="textAreaBottom" fmla="*/ 301680 h 301320"/>
                <a:gd name="GluePoint1X" fmla="*/ 103 w 103"/>
                <a:gd name="GluePoint1Y" fmla="*/ 16 h 144"/>
                <a:gd name="GluePoint2X" fmla="*/ 73 w 103"/>
                <a:gd name="GluePoint2Y" fmla="*/ 16 h 144"/>
                <a:gd name="GluePoint3X" fmla="*/ 71 w 103"/>
                <a:gd name="GluePoint3Y" fmla="*/ 9 h 144"/>
                <a:gd name="GluePoint4X" fmla="*/ 63 w 103"/>
                <a:gd name="GluePoint4Y" fmla="*/ 9 h 144"/>
                <a:gd name="GluePoint5X" fmla="*/ 63 w 103"/>
                <a:gd name="GluePoint5Y" fmla="*/ 0 h 144"/>
                <a:gd name="GluePoint6X" fmla="*/ 40 w 103"/>
                <a:gd name="GluePoint6Y" fmla="*/ 0 h 144"/>
                <a:gd name="GluePoint7X" fmla="*/ 40 w 103"/>
                <a:gd name="GluePoint7Y" fmla="*/ 9 h 144"/>
                <a:gd name="GluePoint8X" fmla="*/ 32 w 103"/>
                <a:gd name="GluePoint8Y" fmla="*/ 9 h 144"/>
                <a:gd name="GluePoint9X" fmla="*/ 30 w 103"/>
                <a:gd name="GluePoint9Y" fmla="*/ 16 h 144"/>
                <a:gd name="GluePoint10X" fmla="*/ 0 w 103"/>
                <a:gd name="GluePoint10Y" fmla="*/ 16 h 144"/>
                <a:gd name="GluePoint11X" fmla="*/ 0 w 103"/>
                <a:gd name="GluePoint11Y" fmla="*/ 144 h 144"/>
                <a:gd name="GluePoint12X" fmla="*/ 103 w 103"/>
                <a:gd name="GluePoint12Y" fmla="*/ 144 h 144"/>
                <a:gd name="GluePoint13X" fmla="*/ 103 w 103"/>
                <a:gd name="GluePoint13Y" fmla="*/ 16 h 144"/>
                <a:gd name="GluePoint14X" fmla="*/ 35 w 103"/>
                <a:gd name="GluePoint14Y" fmla="*/ 13 h 144"/>
                <a:gd name="GluePoint15X" fmla="*/ 45 w 103"/>
                <a:gd name="GluePoint15Y" fmla="*/ 13 h 144"/>
                <a:gd name="GluePoint16X" fmla="*/ 45 w 103"/>
                <a:gd name="GluePoint16Y" fmla="*/ 4 h 144"/>
                <a:gd name="GluePoint17X" fmla="*/ 58 w 103"/>
                <a:gd name="GluePoint17Y" fmla="*/ 4 h 144"/>
                <a:gd name="GluePoint18X" fmla="*/ 58 w 103"/>
                <a:gd name="GluePoint18Y" fmla="*/ 13 h 144"/>
                <a:gd name="GluePoint19X" fmla="*/ 68 w 103"/>
                <a:gd name="GluePoint19Y" fmla="*/ 13 h 144"/>
                <a:gd name="GluePoint20X" fmla="*/ 71 w 103"/>
                <a:gd name="GluePoint20Y" fmla="*/ 27 h 144"/>
                <a:gd name="GluePoint21X" fmla="*/ 32 w 103"/>
                <a:gd name="GluePoint21Y" fmla="*/ 27 h 144"/>
                <a:gd name="GluePoint22X" fmla="*/ 35 w 103"/>
                <a:gd name="GluePoint22Y" fmla="*/ 13 h 144"/>
                <a:gd name="GluePoint23X" fmla="*/ 99 w 103"/>
                <a:gd name="GluePoint23Y" fmla="*/ 139 h 144"/>
                <a:gd name="GluePoint24X" fmla="*/ 4 w 103"/>
                <a:gd name="GluePoint24Y" fmla="*/ 139 h 144"/>
                <a:gd name="GluePoint25X" fmla="*/ 4 w 103"/>
                <a:gd name="GluePoint25Y" fmla="*/ 20 h 144"/>
                <a:gd name="GluePoint26X" fmla="*/ 29 w 103"/>
                <a:gd name="GluePoint26Y" fmla="*/ 20 h 144"/>
                <a:gd name="GluePoint27X" fmla="*/ 26 w 103"/>
                <a:gd name="GluePoint27Y" fmla="*/ 31 h 144"/>
                <a:gd name="GluePoint28X" fmla="*/ 77 w 103"/>
                <a:gd name="GluePoint28Y" fmla="*/ 31 h 144"/>
                <a:gd name="GluePoint29X" fmla="*/ 74 w 103"/>
                <a:gd name="GluePoint29Y" fmla="*/ 20 h 144"/>
                <a:gd name="GluePoint30X" fmla="*/ 99 w 103"/>
                <a:gd name="GluePoint30Y" fmla="*/ 20 h 144"/>
                <a:gd name="GluePoint31X" fmla="*/ 99 w 103"/>
                <a:gd name="GluePoint31Y" fmla="*/ 139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103" h="144">
                  <a:moveTo>
                    <a:pt x="103" y="16"/>
                  </a:moveTo>
                  <a:lnTo>
                    <a:pt x="73" y="16"/>
                  </a:lnTo>
                  <a:lnTo>
                    <a:pt x="71" y="9"/>
                  </a:lnTo>
                  <a:lnTo>
                    <a:pt x="63" y="9"/>
                  </a:lnTo>
                  <a:lnTo>
                    <a:pt x="63" y="0"/>
                  </a:lnTo>
                  <a:lnTo>
                    <a:pt x="40" y="0"/>
                  </a:lnTo>
                  <a:lnTo>
                    <a:pt x="40" y="9"/>
                  </a:lnTo>
                  <a:lnTo>
                    <a:pt x="32" y="9"/>
                  </a:lnTo>
                  <a:lnTo>
                    <a:pt x="30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3" y="144"/>
                  </a:lnTo>
                  <a:lnTo>
                    <a:pt x="103" y="16"/>
                  </a:lnTo>
                  <a:close/>
                  <a:moveTo>
                    <a:pt x="35" y="13"/>
                  </a:moveTo>
                  <a:lnTo>
                    <a:pt x="45" y="13"/>
                  </a:lnTo>
                  <a:lnTo>
                    <a:pt x="45" y="4"/>
                  </a:lnTo>
                  <a:lnTo>
                    <a:pt x="58" y="4"/>
                  </a:lnTo>
                  <a:lnTo>
                    <a:pt x="58" y="13"/>
                  </a:lnTo>
                  <a:lnTo>
                    <a:pt x="68" y="13"/>
                  </a:lnTo>
                  <a:lnTo>
                    <a:pt x="71" y="27"/>
                  </a:lnTo>
                  <a:lnTo>
                    <a:pt x="32" y="27"/>
                  </a:lnTo>
                  <a:lnTo>
                    <a:pt x="35" y="13"/>
                  </a:lnTo>
                  <a:close/>
                  <a:moveTo>
                    <a:pt x="99" y="139"/>
                  </a:moveTo>
                  <a:lnTo>
                    <a:pt x="4" y="139"/>
                  </a:lnTo>
                  <a:lnTo>
                    <a:pt x="4" y="20"/>
                  </a:lnTo>
                  <a:lnTo>
                    <a:pt x="29" y="20"/>
                  </a:lnTo>
                  <a:lnTo>
                    <a:pt x="26" y="31"/>
                  </a:lnTo>
                  <a:lnTo>
                    <a:pt x="77" y="31"/>
                  </a:lnTo>
                  <a:lnTo>
                    <a:pt x="74" y="20"/>
                  </a:lnTo>
                  <a:lnTo>
                    <a:pt x="99" y="20"/>
                  </a:lnTo>
                  <a:lnTo>
                    <a:pt x="99" y="13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13" name="Group 6"/>
          <p:cNvGrpSpPr/>
          <p:nvPr/>
        </p:nvGrpSpPr>
        <p:grpSpPr>
          <a:xfrm>
            <a:off x="2474280" y="2042640"/>
            <a:ext cx="301320" cy="303480"/>
            <a:chOff x="2474280" y="2042640"/>
            <a:chExt cx="301320" cy="303480"/>
          </a:xfrm>
        </p:grpSpPr>
        <p:sp>
          <p:nvSpPr>
            <p:cNvPr id="1314" name="Freeform 328"/>
            <p:cNvSpPr/>
            <p:nvPr/>
          </p:nvSpPr>
          <p:spPr>
            <a:xfrm>
              <a:off x="2727720" y="2042640"/>
              <a:ext cx="47880" cy="30348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303480"/>
                <a:gd name="textAreaBottom" fmla="*/ 303840 h 303480"/>
                <a:gd name="GluePoint1X" fmla="*/ 0 w 23"/>
                <a:gd name="GluePoint1Y" fmla="*/ 122 h 145"/>
                <a:gd name="GluePoint2X" fmla="*/ 12 w 23"/>
                <a:gd name="GluePoint2Y" fmla="*/ 145 h 145"/>
                <a:gd name="GluePoint3X" fmla="*/ 23 w 23"/>
                <a:gd name="GluePoint3Y" fmla="*/ 122 h 145"/>
                <a:gd name="GluePoint4X" fmla="*/ 23 w 23"/>
                <a:gd name="GluePoint4Y" fmla="*/ 0 h 145"/>
                <a:gd name="GluePoint5X" fmla="*/ 0 w 23"/>
                <a:gd name="GluePoint5Y" fmla="*/ 0 h 145"/>
                <a:gd name="GluePoint6X" fmla="*/ 0 w 23"/>
                <a:gd name="GluePoint6Y" fmla="*/ 122 h 145"/>
                <a:gd name="GluePoint7X" fmla="*/ 12 w 23"/>
                <a:gd name="GluePoint7Y" fmla="*/ 135 h 145"/>
                <a:gd name="GluePoint8X" fmla="*/ 5 w 23"/>
                <a:gd name="GluePoint8Y" fmla="*/ 121 h 145"/>
                <a:gd name="GluePoint9X" fmla="*/ 5 w 23"/>
                <a:gd name="GluePoint9Y" fmla="*/ 27 h 145"/>
                <a:gd name="GluePoint10X" fmla="*/ 18 w 23"/>
                <a:gd name="GluePoint10Y" fmla="*/ 27 h 145"/>
                <a:gd name="GluePoint11X" fmla="*/ 18 w 23"/>
                <a:gd name="GluePoint11Y" fmla="*/ 121 h 145"/>
                <a:gd name="GluePoint12X" fmla="*/ 12 w 23"/>
                <a:gd name="GluePoint12Y" fmla="*/ 135 h 145"/>
                <a:gd name="GluePoint13X" fmla="*/ 18 w 23"/>
                <a:gd name="GluePoint13Y" fmla="*/ 5 h 145"/>
                <a:gd name="GluePoint14X" fmla="*/ 18 w 23"/>
                <a:gd name="GluePoint14Y" fmla="*/ 23 h 145"/>
                <a:gd name="GluePoint15X" fmla="*/ 5 w 23"/>
                <a:gd name="GluePoint15Y" fmla="*/ 23 h 145"/>
                <a:gd name="GluePoint16X" fmla="*/ 5 w 23"/>
                <a:gd name="GluePoint16Y" fmla="*/ 5 h 145"/>
                <a:gd name="GluePoint17X" fmla="*/ 18 w 23"/>
                <a:gd name="GluePoint17Y" fmla="*/ 5 h 1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3" h="145">
                  <a:moveTo>
                    <a:pt x="0" y="122"/>
                  </a:moveTo>
                  <a:lnTo>
                    <a:pt x="12" y="145"/>
                  </a:lnTo>
                  <a:lnTo>
                    <a:pt x="23" y="122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22"/>
                  </a:lnTo>
                  <a:close/>
                  <a:moveTo>
                    <a:pt x="12" y="135"/>
                  </a:moveTo>
                  <a:lnTo>
                    <a:pt x="5" y="121"/>
                  </a:lnTo>
                  <a:lnTo>
                    <a:pt x="5" y="27"/>
                  </a:lnTo>
                  <a:lnTo>
                    <a:pt x="18" y="27"/>
                  </a:lnTo>
                  <a:lnTo>
                    <a:pt x="18" y="121"/>
                  </a:lnTo>
                  <a:lnTo>
                    <a:pt x="12" y="135"/>
                  </a:lnTo>
                  <a:close/>
                  <a:moveTo>
                    <a:pt x="18" y="5"/>
                  </a:moveTo>
                  <a:lnTo>
                    <a:pt x="18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8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15" name="Freeform 329"/>
            <p:cNvSpPr/>
            <p:nvPr/>
          </p:nvSpPr>
          <p:spPr>
            <a:xfrm>
              <a:off x="2474280" y="2042640"/>
              <a:ext cx="215640" cy="301320"/>
            </a:xfrm>
            <a:custGeom>
              <a:avLst/>
              <a:gdLst>
                <a:gd name="textAreaLeft" fmla="*/ 0 w 215640"/>
                <a:gd name="textAreaRight" fmla="*/ 216000 w 215640"/>
                <a:gd name="textAreaTop" fmla="*/ 0 h 301320"/>
                <a:gd name="textAreaBottom" fmla="*/ 301680 h 301320"/>
                <a:gd name="GluePoint1X" fmla="*/ 103 w 103"/>
                <a:gd name="GluePoint1Y" fmla="*/ 16 h 144"/>
                <a:gd name="GluePoint2X" fmla="*/ 73 w 103"/>
                <a:gd name="GluePoint2Y" fmla="*/ 16 h 144"/>
                <a:gd name="GluePoint3X" fmla="*/ 71 w 103"/>
                <a:gd name="GluePoint3Y" fmla="*/ 9 h 144"/>
                <a:gd name="GluePoint4X" fmla="*/ 63 w 103"/>
                <a:gd name="GluePoint4Y" fmla="*/ 9 h 144"/>
                <a:gd name="GluePoint5X" fmla="*/ 63 w 103"/>
                <a:gd name="GluePoint5Y" fmla="*/ 0 h 144"/>
                <a:gd name="GluePoint6X" fmla="*/ 40 w 103"/>
                <a:gd name="GluePoint6Y" fmla="*/ 0 h 144"/>
                <a:gd name="GluePoint7X" fmla="*/ 40 w 103"/>
                <a:gd name="GluePoint7Y" fmla="*/ 9 h 144"/>
                <a:gd name="GluePoint8X" fmla="*/ 32 w 103"/>
                <a:gd name="GluePoint8Y" fmla="*/ 9 h 144"/>
                <a:gd name="GluePoint9X" fmla="*/ 30 w 103"/>
                <a:gd name="GluePoint9Y" fmla="*/ 16 h 144"/>
                <a:gd name="GluePoint10X" fmla="*/ 0 w 103"/>
                <a:gd name="GluePoint10Y" fmla="*/ 16 h 144"/>
                <a:gd name="GluePoint11X" fmla="*/ 0 w 103"/>
                <a:gd name="GluePoint11Y" fmla="*/ 144 h 144"/>
                <a:gd name="GluePoint12X" fmla="*/ 103 w 103"/>
                <a:gd name="GluePoint12Y" fmla="*/ 144 h 144"/>
                <a:gd name="GluePoint13X" fmla="*/ 103 w 103"/>
                <a:gd name="GluePoint13Y" fmla="*/ 16 h 144"/>
                <a:gd name="GluePoint14X" fmla="*/ 35 w 103"/>
                <a:gd name="GluePoint14Y" fmla="*/ 14 h 144"/>
                <a:gd name="GluePoint15X" fmla="*/ 45 w 103"/>
                <a:gd name="GluePoint15Y" fmla="*/ 14 h 144"/>
                <a:gd name="GluePoint16X" fmla="*/ 45 w 103"/>
                <a:gd name="GluePoint16Y" fmla="*/ 5 h 144"/>
                <a:gd name="GluePoint17X" fmla="*/ 58 w 103"/>
                <a:gd name="GluePoint17Y" fmla="*/ 5 h 144"/>
                <a:gd name="GluePoint18X" fmla="*/ 58 w 103"/>
                <a:gd name="GluePoint18Y" fmla="*/ 14 h 144"/>
                <a:gd name="GluePoint19X" fmla="*/ 68 w 103"/>
                <a:gd name="GluePoint19Y" fmla="*/ 14 h 144"/>
                <a:gd name="GluePoint20X" fmla="*/ 71 w 103"/>
                <a:gd name="GluePoint20Y" fmla="*/ 27 h 144"/>
                <a:gd name="GluePoint21X" fmla="*/ 32 w 103"/>
                <a:gd name="GluePoint21Y" fmla="*/ 27 h 144"/>
                <a:gd name="GluePoint22X" fmla="*/ 35 w 103"/>
                <a:gd name="GluePoint22Y" fmla="*/ 14 h 144"/>
                <a:gd name="GluePoint23X" fmla="*/ 99 w 103"/>
                <a:gd name="GluePoint23Y" fmla="*/ 140 h 144"/>
                <a:gd name="GluePoint24X" fmla="*/ 4 w 103"/>
                <a:gd name="GluePoint24Y" fmla="*/ 140 h 144"/>
                <a:gd name="GluePoint25X" fmla="*/ 4 w 103"/>
                <a:gd name="GluePoint25Y" fmla="*/ 20 h 144"/>
                <a:gd name="GluePoint26X" fmla="*/ 29 w 103"/>
                <a:gd name="GluePoint26Y" fmla="*/ 20 h 144"/>
                <a:gd name="GluePoint27X" fmla="*/ 26 w 103"/>
                <a:gd name="GluePoint27Y" fmla="*/ 32 h 144"/>
                <a:gd name="GluePoint28X" fmla="*/ 77 w 103"/>
                <a:gd name="GluePoint28Y" fmla="*/ 32 h 144"/>
                <a:gd name="GluePoint29X" fmla="*/ 74 w 103"/>
                <a:gd name="GluePoint29Y" fmla="*/ 20 h 144"/>
                <a:gd name="GluePoint30X" fmla="*/ 99 w 103"/>
                <a:gd name="GluePoint30Y" fmla="*/ 20 h 144"/>
                <a:gd name="GluePoint31X" fmla="*/ 99 w 103"/>
                <a:gd name="GluePoint31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103" h="144">
                  <a:moveTo>
                    <a:pt x="103" y="16"/>
                  </a:moveTo>
                  <a:lnTo>
                    <a:pt x="73" y="16"/>
                  </a:lnTo>
                  <a:lnTo>
                    <a:pt x="71" y="9"/>
                  </a:lnTo>
                  <a:lnTo>
                    <a:pt x="63" y="9"/>
                  </a:lnTo>
                  <a:lnTo>
                    <a:pt x="63" y="0"/>
                  </a:lnTo>
                  <a:lnTo>
                    <a:pt x="40" y="0"/>
                  </a:lnTo>
                  <a:lnTo>
                    <a:pt x="40" y="9"/>
                  </a:lnTo>
                  <a:lnTo>
                    <a:pt x="32" y="9"/>
                  </a:lnTo>
                  <a:lnTo>
                    <a:pt x="30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3" y="144"/>
                  </a:lnTo>
                  <a:lnTo>
                    <a:pt x="103" y="16"/>
                  </a:lnTo>
                  <a:close/>
                  <a:moveTo>
                    <a:pt x="35" y="14"/>
                  </a:moveTo>
                  <a:lnTo>
                    <a:pt x="45" y="14"/>
                  </a:lnTo>
                  <a:lnTo>
                    <a:pt x="45" y="5"/>
                  </a:lnTo>
                  <a:lnTo>
                    <a:pt x="58" y="5"/>
                  </a:lnTo>
                  <a:lnTo>
                    <a:pt x="58" y="14"/>
                  </a:lnTo>
                  <a:lnTo>
                    <a:pt x="68" y="14"/>
                  </a:lnTo>
                  <a:lnTo>
                    <a:pt x="71" y="27"/>
                  </a:lnTo>
                  <a:lnTo>
                    <a:pt x="32" y="27"/>
                  </a:lnTo>
                  <a:lnTo>
                    <a:pt x="35" y="14"/>
                  </a:lnTo>
                  <a:close/>
                  <a:moveTo>
                    <a:pt x="99" y="140"/>
                  </a:moveTo>
                  <a:lnTo>
                    <a:pt x="4" y="140"/>
                  </a:lnTo>
                  <a:lnTo>
                    <a:pt x="4" y="20"/>
                  </a:lnTo>
                  <a:lnTo>
                    <a:pt x="29" y="20"/>
                  </a:lnTo>
                  <a:lnTo>
                    <a:pt x="26" y="32"/>
                  </a:lnTo>
                  <a:lnTo>
                    <a:pt x="77" y="32"/>
                  </a:lnTo>
                  <a:lnTo>
                    <a:pt x="74" y="20"/>
                  </a:lnTo>
                  <a:lnTo>
                    <a:pt x="99" y="20"/>
                  </a:lnTo>
                  <a:lnTo>
                    <a:pt x="99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16" name="Group 11"/>
          <p:cNvGrpSpPr/>
          <p:nvPr/>
        </p:nvGrpSpPr>
        <p:grpSpPr>
          <a:xfrm>
            <a:off x="2908080" y="2044800"/>
            <a:ext cx="217440" cy="301320"/>
            <a:chOff x="2908080" y="2044800"/>
            <a:chExt cx="217440" cy="301320"/>
          </a:xfrm>
        </p:grpSpPr>
        <p:sp>
          <p:nvSpPr>
            <p:cNvPr id="1317" name="Rectangle 330"/>
            <p:cNvSpPr/>
            <p:nvPr/>
          </p:nvSpPr>
          <p:spPr>
            <a:xfrm>
              <a:off x="2983680" y="2153880"/>
              <a:ext cx="1044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18" name="Rectangle 331"/>
            <p:cNvSpPr/>
            <p:nvPr/>
          </p:nvSpPr>
          <p:spPr>
            <a:xfrm>
              <a:off x="2983680" y="2199960"/>
              <a:ext cx="1044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19" name="Rectangle 332"/>
            <p:cNvSpPr/>
            <p:nvPr/>
          </p:nvSpPr>
          <p:spPr>
            <a:xfrm>
              <a:off x="2983680" y="2247840"/>
              <a:ext cx="1044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20" name="Rectangle 333"/>
            <p:cNvSpPr/>
            <p:nvPr/>
          </p:nvSpPr>
          <p:spPr>
            <a:xfrm>
              <a:off x="2983680" y="2294280"/>
              <a:ext cx="1044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21" name="Rectangle 334"/>
            <p:cNvSpPr/>
            <p:nvPr/>
          </p:nvSpPr>
          <p:spPr>
            <a:xfrm>
              <a:off x="2945880" y="215388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22" name="Rectangle 335"/>
            <p:cNvSpPr/>
            <p:nvPr/>
          </p:nvSpPr>
          <p:spPr>
            <a:xfrm>
              <a:off x="2945880" y="2199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23" name="Rectangle 336"/>
            <p:cNvSpPr/>
            <p:nvPr/>
          </p:nvSpPr>
          <p:spPr>
            <a:xfrm>
              <a:off x="2945880" y="224784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24" name="Rectangle 337"/>
            <p:cNvSpPr/>
            <p:nvPr/>
          </p:nvSpPr>
          <p:spPr>
            <a:xfrm>
              <a:off x="2945880" y="229428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25" name="Freeform 338"/>
            <p:cNvSpPr/>
            <p:nvPr/>
          </p:nvSpPr>
          <p:spPr>
            <a:xfrm>
              <a:off x="2908080" y="2044800"/>
              <a:ext cx="217440" cy="30132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301320"/>
                <a:gd name="textAreaBottom" fmla="*/ 301680 h 301320"/>
                <a:gd name="GluePoint1X" fmla="*/ 41 w 104"/>
                <a:gd name="GluePoint1Y" fmla="*/ 0 h 144"/>
                <a:gd name="GluePoint2X" fmla="*/ 41 w 104"/>
                <a:gd name="GluePoint2Y" fmla="*/ 9 h 144"/>
                <a:gd name="GluePoint3X" fmla="*/ 32 w 104"/>
                <a:gd name="GluePoint3Y" fmla="*/ 9 h 144"/>
                <a:gd name="GluePoint4X" fmla="*/ 30 w 104"/>
                <a:gd name="GluePoint4Y" fmla="*/ 16 h 144"/>
                <a:gd name="GluePoint5X" fmla="*/ 0 w 104"/>
                <a:gd name="GluePoint5Y" fmla="*/ 16 h 144"/>
                <a:gd name="GluePoint6X" fmla="*/ 0 w 104"/>
                <a:gd name="GluePoint6Y" fmla="*/ 144 h 144"/>
                <a:gd name="GluePoint7X" fmla="*/ 104 w 104"/>
                <a:gd name="GluePoint7Y" fmla="*/ 144 h 144"/>
                <a:gd name="GluePoint8X" fmla="*/ 104 w 104"/>
                <a:gd name="GluePoint8Y" fmla="*/ 16 h 144"/>
                <a:gd name="GluePoint9X" fmla="*/ 74 w 104"/>
                <a:gd name="GluePoint9Y" fmla="*/ 16 h 144"/>
                <a:gd name="GluePoint10X" fmla="*/ 72 w 104"/>
                <a:gd name="GluePoint10Y" fmla="*/ 9 h 144"/>
                <a:gd name="GluePoint11X" fmla="*/ 63 w 104"/>
                <a:gd name="GluePoint11Y" fmla="*/ 9 h 144"/>
                <a:gd name="GluePoint12X" fmla="*/ 63 w 104"/>
                <a:gd name="GluePoint12Y" fmla="*/ 0 h 144"/>
                <a:gd name="GluePoint13X" fmla="*/ 41 w 104"/>
                <a:gd name="GluePoint13Y" fmla="*/ 0 h 144"/>
                <a:gd name="GluePoint14X" fmla="*/ 78 w 104"/>
                <a:gd name="GluePoint14Y" fmla="*/ 31 h 144"/>
                <a:gd name="GluePoint15X" fmla="*/ 75 w 104"/>
                <a:gd name="GluePoint15Y" fmla="*/ 20 h 144"/>
                <a:gd name="GluePoint16X" fmla="*/ 99 w 104"/>
                <a:gd name="GluePoint16Y" fmla="*/ 20 h 144"/>
                <a:gd name="GluePoint17X" fmla="*/ 99 w 104"/>
                <a:gd name="GluePoint17Y" fmla="*/ 139 h 144"/>
                <a:gd name="GluePoint18X" fmla="*/ 5 w 104"/>
                <a:gd name="GluePoint18Y" fmla="*/ 139 h 144"/>
                <a:gd name="GluePoint19X" fmla="*/ 5 w 104"/>
                <a:gd name="GluePoint19Y" fmla="*/ 20 h 144"/>
                <a:gd name="GluePoint20X" fmla="*/ 29 w 104"/>
                <a:gd name="GluePoint20Y" fmla="*/ 20 h 144"/>
                <a:gd name="GluePoint21X" fmla="*/ 27 w 104"/>
                <a:gd name="GluePoint21Y" fmla="*/ 31 h 144"/>
                <a:gd name="GluePoint22X" fmla="*/ 78 w 104"/>
                <a:gd name="GluePoint22Y" fmla="*/ 31 h 144"/>
                <a:gd name="GluePoint23X" fmla="*/ 68 w 104"/>
                <a:gd name="GluePoint23Y" fmla="*/ 13 h 144"/>
                <a:gd name="GluePoint24X" fmla="*/ 72 w 104"/>
                <a:gd name="GluePoint24Y" fmla="*/ 27 h 144"/>
                <a:gd name="GluePoint25X" fmla="*/ 33 w 104"/>
                <a:gd name="GluePoint25Y" fmla="*/ 27 h 144"/>
                <a:gd name="GluePoint26X" fmla="*/ 36 w 104"/>
                <a:gd name="GluePoint26Y" fmla="*/ 13 h 144"/>
                <a:gd name="GluePoint27X" fmla="*/ 45 w 104"/>
                <a:gd name="GluePoint27Y" fmla="*/ 13 h 144"/>
                <a:gd name="GluePoint28X" fmla="*/ 45 w 104"/>
                <a:gd name="GluePoint28Y" fmla="*/ 4 h 144"/>
                <a:gd name="GluePoint29X" fmla="*/ 59 w 104"/>
                <a:gd name="GluePoint29Y" fmla="*/ 4 h 144"/>
                <a:gd name="GluePoint30X" fmla="*/ 59 w 104"/>
                <a:gd name="GluePoint30Y" fmla="*/ 13 h 144"/>
                <a:gd name="GluePoint31X" fmla="*/ 68 w 104"/>
                <a:gd name="GluePoint31Y" fmla="*/ 13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104" h="144">
                  <a:moveTo>
                    <a:pt x="41" y="0"/>
                  </a:moveTo>
                  <a:lnTo>
                    <a:pt x="41" y="9"/>
                  </a:lnTo>
                  <a:lnTo>
                    <a:pt x="32" y="9"/>
                  </a:lnTo>
                  <a:lnTo>
                    <a:pt x="30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4" y="144"/>
                  </a:lnTo>
                  <a:lnTo>
                    <a:pt x="104" y="16"/>
                  </a:lnTo>
                  <a:lnTo>
                    <a:pt x="74" y="16"/>
                  </a:lnTo>
                  <a:lnTo>
                    <a:pt x="72" y="9"/>
                  </a:lnTo>
                  <a:lnTo>
                    <a:pt x="63" y="9"/>
                  </a:lnTo>
                  <a:lnTo>
                    <a:pt x="63" y="0"/>
                  </a:lnTo>
                  <a:lnTo>
                    <a:pt x="41" y="0"/>
                  </a:lnTo>
                  <a:close/>
                  <a:moveTo>
                    <a:pt x="78" y="31"/>
                  </a:moveTo>
                  <a:lnTo>
                    <a:pt x="75" y="20"/>
                  </a:lnTo>
                  <a:lnTo>
                    <a:pt x="99" y="20"/>
                  </a:lnTo>
                  <a:lnTo>
                    <a:pt x="99" y="139"/>
                  </a:lnTo>
                  <a:lnTo>
                    <a:pt x="5" y="139"/>
                  </a:lnTo>
                  <a:lnTo>
                    <a:pt x="5" y="20"/>
                  </a:lnTo>
                  <a:lnTo>
                    <a:pt x="29" y="20"/>
                  </a:lnTo>
                  <a:lnTo>
                    <a:pt x="27" y="31"/>
                  </a:lnTo>
                  <a:lnTo>
                    <a:pt x="78" y="31"/>
                  </a:lnTo>
                  <a:close/>
                  <a:moveTo>
                    <a:pt x="68" y="13"/>
                  </a:moveTo>
                  <a:lnTo>
                    <a:pt x="72" y="27"/>
                  </a:lnTo>
                  <a:lnTo>
                    <a:pt x="33" y="27"/>
                  </a:lnTo>
                  <a:lnTo>
                    <a:pt x="36" y="13"/>
                  </a:lnTo>
                  <a:lnTo>
                    <a:pt x="45" y="13"/>
                  </a:lnTo>
                  <a:lnTo>
                    <a:pt x="45" y="4"/>
                  </a:lnTo>
                  <a:lnTo>
                    <a:pt x="59" y="4"/>
                  </a:lnTo>
                  <a:lnTo>
                    <a:pt x="59" y="13"/>
                  </a:lnTo>
                  <a:lnTo>
                    <a:pt x="68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26" name="Group 14"/>
          <p:cNvGrpSpPr/>
          <p:nvPr/>
        </p:nvGrpSpPr>
        <p:grpSpPr>
          <a:xfrm>
            <a:off x="3258000" y="2044800"/>
            <a:ext cx="303480" cy="301320"/>
            <a:chOff x="3258000" y="2044800"/>
            <a:chExt cx="303480" cy="301320"/>
          </a:xfrm>
        </p:grpSpPr>
        <p:sp>
          <p:nvSpPr>
            <p:cNvPr id="1327" name="Rectangle 339"/>
            <p:cNvSpPr/>
            <p:nvPr/>
          </p:nvSpPr>
          <p:spPr>
            <a:xfrm>
              <a:off x="3333600" y="2153880"/>
              <a:ext cx="1044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28" name="Rectangle 340"/>
            <p:cNvSpPr/>
            <p:nvPr/>
          </p:nvSpPr>
          <p:spPr>
            <a:xfrm>
              <a:off x="3333600" y="2199960"/>
              <a:ext cx="1044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29" name="Rectangle 341"/>
            <p:cNvSpPr/>
            <p:nvPr/>
          </p:nvSpPr>
          <p:spPr>
            <a:xfrm>
              <a:off x="3333600" y="2247840"/>
              <a:ext cx="1044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30" name="Rectangle 342"/>
            <p:cNvSpPr/>
            <p:nvPr/>
          </p:nvSpPr>
          <p:spPr>
            <a:xfrm>
              <a:off x="3333600" y="2294280"/>
              <a:ext cx="1044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31" name="Rectangle 343"/>
            <p:cNvSpPr/>
            <p:nvPr/>
          </p:nvSpPr>
          <p:spPr>
            <a:xfrm>
              <a:off x="3295800" y="215388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32" name="Rectangle 344"/>
            <p:cNvSpPr/>
            <p:nvPr/>
          </p:nvSpPr>
          <p:spPr>
            <a:xfrm>
              <a:off x="3295800" y="21999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33" name="Rectangle 345"/>
            <p:cNvSpPr/>
            <p:nvPr/>
          </p:nvSpPr>
          <p:spPr>
            <a:xfrm>
              <a:off x="3295800" y="224784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34" name="Rectangle 346"/>
            <p:cNvSpPr/>
            <p:nvPr/>
          </p:nvSpPr>
          <p:spPr>
            <a:xfrm>
              <a:off x="3295800" y="229428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35" name="Freeform 347"/>
            <p:cNvSpPr/>
            <p:nvPr/>
          </p:nvSpPr>
          <p:spPr>
            <a:xfrm>
              <a:off x="3258000" y="2044800"/>
              <a:ext cx="217440" cy="30132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301320"/>
                <a:gd name="textAreaBottom" fmla="*/ 301680 h 301320"/>
                <a:gd name="GluePoint1X" fmla="*/ 104 w 104"/>
                <a:gd name="GluePoint1Y" fmla="*/ 16 h 144"/>
                <a:gd name="GluePoint2X" fmla="*/ 74 w 104"/>
                <a:gd name="GluePoint2Y" fmla="*/ 16 h 144"/>
                <a:gd name="GluePoint3X" fmla="*/ 72 w 104"/>
                <a:gd name="GluePoint3Y" fmla="*/ 9 h 144"/>
                <a:gd name="GluePoint4X" fmla="*/ 64 w 104"/>
                <a:gd name="GluePoint4Y" fmla="*/ 9 h 144"/>
                <a:gd name="GluePoint5X" fmla="*/ 64 w 104"/>
                <a:gd name="GluePoint5Y" fmla="*/ 0 h 144"/>
                <a:gd name="GluePoint6X" fmla="*/ 41 w 104"/>
                <a:gd name="GluePoint6Y" fmla="*/ 0 h 144"/>
                <a:gd name="GluePoint7X" fmla="*/ 41 w 104"/>
                <a:gd name="GluePoint7Y" fmla="*/ 9 h 144"/>
                <a:gd name="GluePoint8X" fmla="*/ 32 w 104"/>
                <a:gd name="GluePoint8Y" fmla="*/ 9 h 144"/>
                <a:gd name="GluePoint9X" fmla="*/ 30 w 104"/>
                <a:gd name="GluePoint9Y" fmla="*/ 16 h 144"/>
                <a:gd name="GluePoint10X" fmla="*/ 0 w 104"/>
                <a:gd name="GluePoint10Y" fmla="*/ 16 h 144"/>
                <a:gd name="GluePoint11X" fmla="*/ 0 w 104"/>
                <a:gd name="GluePoint11Y" fmla="*/ 144 h 144"/>
                <a:gd name="GluePoint12X" fmla="*/ 104 w 104"/>
                <a:gd name="GluePoint12Y" fmla="*/ 144 h 144"/>
                <a:gd name="GluePoint13X" fmla="*/ 104 w 104"/>
                <a:gd name="GluePoint13Y" fmla="*/ 16 h 144"/>
                <a:gd name="GluePoint14X" fmla="*/ 36 w 104"/>
                <a:gd name="GluePoint14Y" fmla="*/ 13 h 144"/>
                <a:gd name="GluePoint15X" fmla="*/ 45 w 104"/>
                <a:gd name="GluePoint15Y" fmla="*/ 13 h 144"/>
                <a:gd name="GluePoint16X" fmla="*/ 45 w 104"/>
                <a:gd name="GluePoint16Y" fmla="*/ 4 h 144"/>
                <a:gd name="GluePoint17X" fmla="*/ 59 w 104"/>
                <a:gd name="GluePoint17Y" fmla="*/ 4 h 144"/>
                <a:gd name="GluePoint18X" fmla="*/ 59 w 104"/>
                <a:gd name="GluePoint18Y" fmla="*/ 13 h 144"/>
                <a:gd name="GluePoint19X" fmla="*/ 68 w 104"/>
                <a:gd name="GluePoint19Y" fmla="*/ 13 h 144"/>
                <a:gd name="GluePoint20X" fmla="*/ 71 w 104"/>
                <a:gd name="GluePoint20Y" fmla="*/ 27 h 144"/>
                <a:gd name="GluePoint21X" fmla="*/ 33 w 104"/>
                <a:gd name="GluePoint21Y" fmla="*/ 27 h 144"/>
                <a:gd name="GluePoint22X" fmla="*/ 36 w 104"/>
                <a:gd name="GluePoint22Y" fmla="*/ 13 h 144"/>
                <a:gd name="GluePoint23X" fmla="*/ 100 w 104"/>
                <a:gd name="GluePoint23Y" fmla="*/ 139 h 144"/>
                <a:gd name="GluePoint24X" fmla="*/ 5 w 104"/>
                <a:gd name="GluePoint24Y" fmla="*/ 139 h 144"/>
                <a:gd name="GluePoint25X" fmla="*/ 5 w 104"/>
                <a:gd name="GluePoint25Y" fmla="*/ 20 h 144"/>
                <a:gd name="GluePoint26X" fmla="*/ 29 w 104"/>
                <a:gd name="GluePoint26Y" fmla="*/ 20 h 144"/>
                <a:gd name="GluePoint27X" fmla="*/ 26 w 104"/>
                <a:gd name="GluePoint27Y" fmla="*/ 31 h 144"/>
                <a:gd name="GluePoint28X" fmla="*/ 78 w 104"/>
                <a:gd name="GluePoint28Y" fmla="*/ 31 h 144"/>
                <a:gd name="GluePoint29X" fmla="*/ 75 w 104"/>
                <a:gd name="GluePoint29Y" fmla="*/ 20 h 144"/>
                <a:gd name="GluePoint30X" fmla="*/ 100 w 104"/>
                <a:gd name="GluePoint30Y" fmla="*/ 20 h 144"/>
                <a:gd name="GluePoint31X" fmla="*/ 100 w 104"/>
                <a:gd name="GluePoint31Y" fmla="*/ 139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104" h="144">
                  <a:moveTo>
                    <a:pt x="104" y="16"/>
                  </a:moveTo>
                  <a:lnTo>
                    <a:pt x="74" y="16"/>
                  </a:lnTo>
                  <a:lnTo>
                    <a:pt x="72" y="9"/>
                  </a:lnTo>
                  <a:lnTo>
                    <a:pt x="64" y="9"/>
                  </a:lnTo>
                  <a:lnTo>
                    <a:pt x="64" y="0"/>
                  </a:lnTo>
                  <a:lnTo>
                    <a:pt x="41" y="0"/>
                  </a:lnTo>
                  <a:lnTo>
                    <a:pt x="41" y="9"/>
                  </a:lnTo>
                  <a:lnTo>
                    <a:pt x="32" y="9"/>
                  </a:lnTo>
                  <a:lnTo>
                    <a:pt x="30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4" y="144"/>
                  </a:lnTo>
                  <a:lnTo>
                    <a:pt x="104" y="16"/>
                  </a:lnTo>
                  <a:close/>
                  <a:moveTo>
                    <a:pt x="36" y="13"/>
                  </a:moveTo>
                  <a:lnTo>
                    <a:pt x="45" y="13"/>
                  </a:lnTo>
                  <a:lnTo>
                    <a:pt x="45" y="4"/>
                  </a:lnTo>
                  <a:lnTo>
                    <a:pt x="59" y="4"/>
                  </a:lnTo>
                  <a:lnTo>
                    <a:pt x="59" y="13"/>
                  </a:lnTo>
                  <a:lnTo>
                    <a:pt x="68" y="13"/>
                  </a:lnTo>
                  <a:lnTo>
                    <a:pt x="71" y="27"/>
                  </a:lnTo>
                  <a:lnTo>
                    <a:pt x="33" y="27"/>
                  </a:lnTo>
                  <a:lnTo>
                    <a:pt x="36" y="13"/>
                  </a:lnTo>
                  <a:close/>
                  <a:moveTo>
                    <a:pt x="100" y="139"/>
                  </a:moveTo>
                  <a:lnTo>
                    <a:pt x="5" y="139"/>
                  </a:lnTo>
                  <a:lnTo>
                    <a:pt x="5" y="20"/>
                  </a:lnTo>
                  <a:lnTo>
                    <a:pt x="29" y="20"/>
                  </a:lnTo>
                  <a:lnTo>
                    <a:pt x="26" y="31"/>
                  </a:lnTo>
                  <a:lnTo>
                    <a:pt x="78" y="31"/>
                  </a:lnTo>
                  <a:lnTo>
                    <a:pt x="75" y="20"/>
                  </a:lnTo>
                  <a:lnTo>
                    <a:pt x="100" y="20"/>
                  </a:lnTo>
                  <a:lnTo>
                    <a:pt x="100" y="13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36" name="Freeform 348"/>
            <p:cNvSpPr/>
            <p:nvPr/>
          </p:nvSpPr>
          <p:spPr>
            <a:xfrm>
              <a:off x="3494880" y="2053080"/>
              <a:ext cx="66600" cy="28872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288720"/>
                <a:gd name="textAreaBottom" fmla="*/ 289080 h 288720"/>
                <a:gd name="GluePoint1X" fmla="*/ 32 w 32"/>
                <a:gd name="GluePoint1Y" fmla="*/ 0 h 138"/>
                <a:gd name="GluePoint2X" fmla="*/ 9 w 32"/>
                <a:gd name="GluePoint2Y" fmla="*/ 0 h 138"/>
                <a:gd name="GluePoint3X" fmla="*/ 9 w 32"/>
                <a:gd name="GluePoint3Y" fmla="*/ 9 h 138"/>
                <a:gd name="GluePoint4X" fmla="*/ 0 w 32"/>
                <a:gd name="GluePoint4Y" fmla="*/ 9 h 138"/>
                <a:gd name="GluePoint5X" fmla="*/ 0 w 32"/>
                <a:gd name="GluePoint5Y" fmla="*/ 34 h 138"/>
                <a:gd name="GluePoint6X" fmla="*/ 5 w 32"/>
                <a:gd name="GluePoint6Y" fmla="*/ 34 h 138"/>
                <a:gd name="GluePoint7X" fmla="*/ 5 w 32"/>
                <a:gd name="GluePoint7Y" fmla="*/ 14 h 138"/>
                <a:gd name="GluePoint8X" fmla="*/ 9 w 32"/>
                <a:gd name="GluePoint8Y" fmla="*/ 14 h 138"/>
                <a:gd name="GluePoint9X" fmla="*/ 9 w 32"/>
                <a:gd name="GluePoint9Y" fmla="*/ 116 h 138"/>
                <a:gd name="GluePoint10X" fmla="*/ 20 w 32"/>
                <a:gd name="GluePoint10Y" fmla="*/ 138 h 138"/>
                <a:gd name="GluePoint11X" fmla="*/ 32 w 32"/>
                <a:gd name="GluePoint11Y" fmla="*/ 116 h 138"/>
                <a:gd name="GluePoint12X" fmla="*/ 32 w 32"/>
                <a:gd name="GluePoint12Y" fmla="*/ 0 h 138"/>
                <a:gd name="GluePoint13X" fmla="*/ 27 w 32"/>
                <a:gd name="GluePoint13Y" fmla="*/ 115 h 138"/>
                <a:gd name="GluePoint14X" fmla="*/ 20 w 32"/>
                <a:gd name="GluePoint14Y" fmla="*/ 128 h 138"/>
                <a:gd name="GluePoint15X" fmla="*/ 14 w 32"/>
                <a:gd name="GluePoint15Y" fmla="*/ 115 h 138"/>
                <a:gd name="GluePoint16X" fmla="*/ 14 w 32"/>
                <a:gd name="GluePoint16Y" fmla="*/ 5 h 138"/>
                <a:gd name="GluePoint17X" fmla="*/ 27 w 32"/>
                <a:gd name="GluePoint17Y" fmla="*/ 5 h 138"/>
                <a:gd name="GluePoint18X" fmla="*/ 27 w 32"/>
                <a:gd name="GluePoint18Y" fmla="*/ 115 h 1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" h="138">
                  <a:moveTo>
                    <a:pt x="32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34"/>
                  </a:lnTo>
                  <a:lnTo>
                    <a:pt x="5" y="34"/>
                  </a:lnTo>
                  <a:lnTo>
                    <a:pt x="5" y="14"/>
                  </a:lnTo>
                  <a:lnTo>
                    <a:pt x="9" y="14"/>
                  </a:lnTo>
                  <a:lnTo>
                    <a:pt x="9" y="116"/>
                  </a:lnTo>
                  <a:lnTo>
                    <a:pt x="20" y="138"/>
                  </a:lnTo>
                  <a:lnTo>
                    <a:pt x="32" y="116"/>
                  </a:lnTo>
                  <a:lnTo>
                    <a:pt x="32" y="0"/>
                  </a:lnTo>
                  <a:close/>
                  <a:moveTo>
                    <a:pt x="27" y="115"/>
                  </a:moveTo>
                  <a:lnTo>
                    <a:pt x="20" y="128"/>
                  </a:lnTo>
                  <a:lnTo>
                    <a:pt x="14" y="115"/>
                  </a:lnTo>
                  <a:lnTo>
                    <a:pt x="14" y="5"/>
                  </a:lnTo>
                  <a:lnTo>
                    <a:pt x="27" y="5"/>
                  </a:lnTo>
                  <a:lnTo>
                    <a:pt x="27" y="1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37" name="Group 20"/>
          <p:cNvGrpSpPr/>
          <p:nvPr/>
        </p:nvGrpSpPr>
        <p:grpSpPr>
          <a:xfrm>
            <a:off x="3650040" y="2042640"/>
            <a:ext cx="303480" cy="303480"/>
            <a:chOff x="3650040" y="2042640"/>
            <a:chExt cx="303480" cy="303480"/>
          </a:xfrm>
        </p:grpSpPr>
        <p:sp>
          <p:nvSpPr>
            <p:cNvPr id="1338" name="Rectangle 349"/>
            <p:cNvSpPr/>
            <p:nvPr/>
          </p:nvSpPr>
          <p:spPr>
            <a:xfrm>
              <a:off x="3727440" y="2151720"/>
              <a:ext cx="10224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39" name="Rectangle 350"/>
            <p:cNvSpPr/>
            <p:nvPr/>
          </p:nvSpPr>
          <p:spPr>
            <a:xfrm>
              <a:off x="3727440" y="2199960"/>
              <a:ext cx="1022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40" name="Rectangle 351"/>
            <p:cNvSpPr/>
            <p:nvPr/>
          </p:nvSpPr>
          <p:spPr>
            <a:xfrm>
              <a:off x="3727440" y="2246040"/>
              <a:ext cx="10224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41" name="Rectangle 352"/>
            <p:cNvSpPr/>
            <p:nvPr/>
          </p:nvSpPr>
          <p:spPr>
            <a:xfrm>
              <a:off x="3727440" y="2294280"/>
              <a:ext cx="1022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42" name="Rectangle 353"/>
            <p:cNvSpPr/>
            <p:nvPr/>
          </p:nvSpPr>
          <p:spPr>
            <a:xfrm>
              <a:off x="3690000" y="215172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43" name="Rectangle 354"/>
            <p:cNvSpPr/>
            <p:nvPr/>
          </p:nvSpPr>
          <p:spPr>
            <a:xfrm>
              <a:off x="3690000" y="219996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44" name="Rectangle 355"/>
            <p:cNvSpPr/>
            <p:nvPr/>
          </p:nvSpPr>
          <p:spPr>
            <a:xfrm>
              <a:off x="3690000" y="224604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45" name="Rectangle 356"/>
            <p:cNvSpPr/>
            <p:nvPr/>
          </p:nvSpPr>
          <p:spPr>
            <a:xfrm>
              <a:off x="3690000" y="2294280"/>
              <a:ext cx="183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46" name="Freeform 357"/>
            <p:cNvSpPr/>
            <p:nvPr/>
          </p:nvSpPr>
          <p:spPr>
            <a:xfrm>
              <a:off x="3650040" y="2042640"/>
              <a:ext cx="217440" cy="30132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301320"/>
                <a:gd name="textAreaBottom" fmla="*/ 301680 h 301320"/>
                <a:gd name="GluePoint1X" fmla="*/ 104 w 104"/>
                <a:gd name="GluePoint1Y" fmla="*/ 16 h 144"/>
                <a:gd name="GluePoint2X" fmla="*/ 74 w 104"/>
                <a:gd name="GluePoint2Y" fmla="*/ 16 h 144"/>
                <a:gd name="GluePoint3X" fmla="*/ 72 w 104"/>
                <a:gd name="GluePoint3Y" fmla="*/ 9 h 144"/>
                <a:gd name="GluePoint4X" fmla="*/ 64 w 104"/>
                <a:gd name="GluePoint4Y" fmla="*/ 9 h 144"/>
                <a:gd name="GluePoint5X" fmla="*/ 64 w 104"/>
                <a:gd name="GluePoint5Y" fmla="*/ 0 h 144"/>
                <a:gd name="GluePoint6X" fmla="*/ 41 w 104"/>
                <a:gd name="GluePoint6Y" fmla="*/ 0 h 144"/>
                <a:gd name="GluePoint7X" fmla="*/ 41 w 104"/>
                <a:gd name="GluePoint7Y" fmla="*/ 9 h 144"/>
                <a:gd name="GluePoint8X" fmla="*/ 33 w 104"/>
                <a:gd name="GluePoint8Y" fmla="*/ 9 h 144"/>
                <a:gd name="GluePoint9X" fmla="*/ 31 w 104"/>
                <a:gd name="GluePoint9Y" fmla="*/ 16 h 144"/>
                <a:gd name="GluePoint10X" fmla="*/ 0 w 104"/>
                <a:gd name="GluePoint10Y" fmla="*/ 16 h 144"/>
                <a:gd name="GluePoint11X" fmla="*/ 0 w 104"/>
                <a:gd name="GluePoint11Y" fmla="*/ 144 h 144"/>
                <a:gd name="GluePoint12X" fmla="*/ 104 w 104"/>
                <a:gd name="GluePoint12Y" fmla="*/ 144 h 144"/>
                <a:gd name="GluePoint13X" fmla="*/ 104 w 104"/>
                <a:gd name="GluePoint13Y" fmla="*/ 16 h 144"/>
                <a:gd name="GluePoint14X" fmla="*/ 36 w 104"/>
                <a:gd name="GluePoint14Y" fmla="*/ 14 h 144"/>
                <a:gd name="GluePoint15X" fmla="*/ 46 w 104"/>
                <a:gd name="GluePoint15Y" fmla="*/ 14 h 144"/>
                <a:gd name="GluePoint16X" fmla="*/ 46 w 104"/>
                <a:gd name="GluePoint16Y" fmla="*/ 5 h 144"/>
                <a:gd name="GluePoint17X" fmla="*/ 59 w 104"/>
                <a:gd name="GluePoint17Y" fmla="*/ 5 h 144"/>
                <a:gd name="GluePoint18X" fmla="*/ 59 w 104"/>
                <a:gd name="GluePoint18Y" fmla="*/ 14 h 144"/>
                <a:gd name="GluePoint19X" fmla="*/ 69 w 104"/>
                <a:gd name="GluePoint19Y" fmla="*/ 14 h 144"/>
                <a:gd name="GluePoint20X" fmla="*/ 72 w 104"/>
                <a:gd name="GluePoint20Y" fmla="*/ 27 h 144"/>
                <a:gd name="GluePoint21X" fmla="*/ 33 w 104"/>
                <a:gd name="GluePoint21Y" fmla="*/ 27 h 144"/>
                <a:gd name="GluePoint22X" fmla="*/ 36 w 104"/>
                <a:gd name="GluePoint22Y" fmla="*/ 14 h 144"/>
                <a:gd name="GluePoint23X" fmla="*/ 100 w 104"/>
                <a:gd name="GluePoint23Y" fmla="*/ 140 h 144"/>
                <a:gd name="GluePoint24X" fmla="*/ 5 w 104"/>
                <a:gd name="GluePoint24Y" fmla="*/ 140 h 144"/>
                <a:gd name="GluePoint25X" fmla="*/ 5 w 104"/>
                <a:gd name="GluePoint25Y" fmla="*/ 20 h 144"/>
                <a:gd name="GluePoint26X" fmla="*/ 30 w 104"/>
                <a:gd name="GluePoint26Y" fmla="*/ 20 h 144"/>
                <a:gd name="GluePoint27X" fmla="*/ 27 w 104"/>
                <a:gd name="GluePoint27Y" fmla="*/ 32 h 144"/>
                <a:gd name="GluePoint28X" fmla="*/ 78 w 104"/>
                <a:gd name="GluePoint28Y" fmla="*/ 32 h 144"/>
                <a:gd name="GluePoint29X" fmla="*/ 75 w 104"/>
                <a:gd name="GluePoint29Y" fmla="*/ 20 h 144"/>
                <a:gd name="GluePoint30X" fmla="*/ 100 w 104"/>
                <a:gd name="GluePoint30Y" fmla="*/ 20 h 144"/>
                <a:gd name="GluePoint31X" fmla="*/ 100 w 104"/>
                <a:gd name="GluePoint31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104" h="144">
                  <a:moveTo>
                    <a:pt x="104" y="16"/>
                  </a:moveTo>
                  <a:lnTo>
                    <a:pt x="74" y="16"/>
                  </a:lnTo>
                  <a:lnTo>
                    <a:pt x="72" y="9"/>
                  </a:lnTo>
                  <a:lnTo>
                    <a:pt x="64" y="9"/>
                  </a:lnTo>
                  <a:lnTo>
                    <a:pt x="64" y="0"/>
                  </a:lnTo>
                  <a:lnTo>
                    <a:pt x="41" y="0"/>
                  </a:lnTo>
                  <a:lnTo>
                    <a:pt x="41" y="9"/>
                  </a:lnTo>
                  <a:lnTo>
                    <a:pt x="33" y="9"/>
                  </a:lnTo>
                  <a:lnTo>
                    <a:pt x="31" y="16"/>
                  </a:lnTo>
                  <a:lnTo>
                    <a:pt x="0" y="16"/>
                  </a:lnTo>
                  <a:lnTo>
                    <a:pt x="0" y="144"/>
                  </a:lnTo>
                  <a:lnTo>
                    <a:pt x="104" y="144"/>
                  </a:lnTo>
                  <a:lnTo>
                    <a:pt x="104" y="16"/>
                  </a:lnTo>
                  <a:close/>
                  <a:moveTo>
                    <a:pt x="36" y="14"/>
                  </a:moveTo>
                  <a:lnTo>
                    <a:pt x="46" y="14"/>
                  </a:lnTo>
                  <a:lnTo>
                    <a:pt x="46" y="5"/>
                  </a:lnTo>
                  <a:lnTo>
                    <a:pt x="59" y="5"/>
                  </a:lnTo>
                  <a:lnTo>
                    <a:pt x="59" y="14"/>
                  </a:lnTo>
                  <a:lnTo>
                    <a:pt x="69" y="14"/>
                  </a:lnTo>
                  <a:lnTo>
                    <a:pt x="72" y="27"/>
                  </a:lnTo>
                  <a:lnTo>
                    <a:pt x="33" y="27"/>
                  </a:lnTo>
                  <a:lnTo>
                    <a:pt x="36" y="14"/>
                  </a:lnTo>
                  <a:close/>
                  <a:moveTo>
                    <a:pt x="100" y="140"/>
                  </a:moveTo>
                  <a:lnTo>
                    <a:pt x="5" y="140"/>
                  </a:lnTo>
                  <a:lnTo>
                    <a:pt x="5" y="20"/>
                  </a:lnTo>
                  <a:lnTo>
                    <a:pt x="30" y="20"/>
                  </a:lnTo>
                  <a:lnTo>
                    <a:pt x="27" y="32"/>
                  </a:lnTo>
                  <a:lnTo>
                    <a:pt x="78" y="32"/>
                  </a:lnTo>
                  <a:lnTo>
                    <a:pt x="75" y="20"/>
                  </a:lnTo>
                  <a:lnTo>
                    <a:pt x="100" y="20"/>
                  </a:lnTo>
                  <a:lnTo>
                    <a:pt x="100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47" name="Freeform 358"/>
            <p:cNvSpPr/>
            <p:nvPr/>
          </p:nvSpPr>
          <p:spPr>
            <a:xfrm>
              <a:off x="3905640" y="2042640"/>
              <a:ext cx="47880" cy="30348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303480"/>
                <a:gd name="textAreaBottom" fmla="*/ 303840 h 303480"/>
                <a:gd name="GluePoint1X" fmla="*/ 23 w 23"/>
                <a:gd name="GluePoint1Y" fmla="*/ 122 h 145"/>
                <a:gd name="GluePoint2X" fmla="*/ 23 w 23"/>
                <a:gd name="GluePoint2Y" fmla="*/ 0 h 145"/>
                <a:gd name="GluePoint3X" fmla="*/ 0 w 23"/>
                <a:gd name="GluePoint3Y" fmla="*/ 0 h 145"/>
                <a:gd name="GluePoint4X" fmla="*/ 0 w 23"/>
                <a:gd name="GluePoint4Y" fmla="*/ 122 h 145"/>
                <a:gd name="GluePoint5X" fmla="*/ 11 w 23"/>
                <a:gd name="GluePoint5Y" fmla="*/ 145 h 145"/>
                <a:gd name="GluePoint6X" fmla="*/ 23 w 23"/>
                <a:gd name="GluePoint6Y" fmla="*/ 122 h 145"/>
                <a:gd name="GluePoint7X" fmla="*/ 18 w 23"/>
                <a:gd name="GluePoint7Y" fmla="*/ 5 h 145"/>
                <a:gd name="GluePoint8X" fmla="*/ 18 w 23"/>
                <a:gd name="GluePoint8Y" fmla="*/ 23 h 145"/>
                <a:gd name="GluePoint9X" fmla="*/ 5 w 23"/>
                <a:gd name="GluePoint9Y" fmla="*/ 23 h 145"/>
                <a:gd name="GluePoint10X" fmla="*/ 5 w 23"/>
                <a:gd name="GluePoint10Y" fmla="*/ 5 h 145"/>
                <a:gd name="GluePoint11X" fmla="*/ 18 w 23"/>
                <a:gd name="GluePoint11Y" fmla="*/ 5 h 145"/>
                <a:gd name="GluePoint12X" fmla="*/ 5 w 23"/>
                <a:gd name="GluePoint12Y" fmla="*/ 27 h 145"/>
                <a:gd name="GluePoint13X" fmla="*/ 18 w 23"/>
                <a:gd name="GluePoint13Y" fmla="*/ 27 h 145"/>
                <a:gd name="GluePoint14X" fmla="*/ 18 w 23"/>
                <a:gd name="GluePoint14Y" fmla="*/ 121 h 145"/>
                <a:gd name="GluePoint15X" fmla="*/ 11 w 23"/>
                <a:gd name="GluePoint15Y" fmla="*/ 135 h 145"/>
                <a:gd name="GluePoint16X" fmla="*/ 5 w 23"/>
                <a:gd name="GluePoint16Y" fmla="*/ 121 h 145"/>
                <a:gd name="GluePoint17X" fmla="*/ 5 w 23"/>
                <a:gd name="GluePoint17Y" fmla="*/ 27 h 1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3" h="145">
                  <a:moveTo>
                    <a:pt x="23" y="122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0" y="122"/>
                  </a:lnTo>
                  <a:lnTo>
                    <a:pt x="11" y="145"/>
                  </a:lnTo>
                  <a:lnTo>
                    <a:pt x="23" y="122"/>
                  </a:lnTo>
                  <a:close/>
                  <a:moveTo>
                    <a:pt x="18" y="5"/>
                  </a:moveTo>
                  <a:lnTo>
                    <a:pt x="18" y="23"/>
                  </a:lnTo>
                  <a:lnTo>
                    <a:pt x="5" y="23"/>
                  </a:lnTo>
                  <a:lnTo>
                    <a:pt x="5" y="5"/>
                  </a:lnTo>
                  <a:lnTo>
                    <a:pt x="18" y="5"/>
                  </a:lnTo>
                  <a:close/>
                  <a:moveTo>
                    <a:pt x="5" y="27"/>
                  </a:moveTo>
                  <a:lnTo>
                    <a:pt x="18" y="27"/>
                  </a:lnTo>
                  <a:lnTo>
                    <a:pt x="18" y="121"/>
                  </a:lnTo>
                  <a:lnTo>
                    <a:pt x="11" y="135"/>
                  </a:lnTo>
                  <a:lnTo>
                    <a:pt x="5" y="121"/>
                  </a:lnTo>
                  <a:lnTo>
                    <a:pt x="5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48" name="Group 21"/>
          <p:cNvGrpSpPr/>
          <p:nvPr/>
        </p:nvGrpSpPr>
        <p:grpSpPr>
          <a:xfrm>
            <a:off x="4089960" y="2044800"/>
            <a:ext cx="207000" cy="301320"/>
            <a:chOff x="4089960" y="2044800"/>
            <a:chExt cx="207000" cy="301320"/>
          </a:xfrm>
        </p:grpSpPr>
        <p:sp>
          <p:nvSpPr>
            <p:cNvPr id="1349" name="Freeform 359"/>
            <p:cNvSpPr/>
            <p:nvPr/>
          </p:nvSpPr>
          <p:spPr>
            <a:xfrm>
              <a:off x="4089960" y="2044800"/>
              <a:ext cx="207000" cy="301320"/>
            </a:xfrm>
            <a:custGeom>
              <a:avLst/>
              <a:gdLst>
                <a:gd name="textAreaLeft" fmla="*/ 0 w 207000"/>
                <a:gd name="textAreaRight" fmla="*/ 207360 w 207000"/>
                <a:gd name="textAreaTop" fmla="*/ 0 h 301320"/>
                <a:gd name="textAreaBottom" fmla="*/ 301680 h 301320"/>
                <a:gd name="GluePoint1X" fmla="*/ 7 w 99"/>
                <a:gd name="GluePoint1Y" fmla="*/ 144 h 144"/>
                <a:gd name="GluePoint2X" fmla="*/ 93 w 99"/>
                <a:gd name="GluePoint2Y" fmla="*/ 144 h 144"/>
                <a:gd name="GluePoint3X" fmla="*/ 93 w 99"/>
                <a:gd name="GluePoint3Y" fmla="*/ 22 h 144"/>
                <a:gd name="GluePoint4X" fmla="*/ 99 w 99"/>
                <a:gd name="GluePoint4Y" fmla="*/ 22 h 144"/>
                <a:gd name="GluePoint5X" fmla="*/ 99 w 99"/>
                <a:gd name="GluePoint5Y" fmla="*/ 18 h 144"/>
                <a:gd name="GluePoint6X" fmla="*/ 68 w 99"/>
                <a:gd name="GluePoint6Y" fmla="*/ 18 h 144"/>
                <a:gd name="GluePoint7X" fmla="*/ 68 w 99"/>
                <a:gd name="GluePoint7Y" fmla="*/ 0 h 144"/>
                <a:gd name="GluePoint8X" fmla="*/ 32 w 99"/>
                <a:gd name="GluePoint8Y" fmla="*/ 0 h 144"/>
                <a:gd name="GluePoint9X" fmla="*/ 32 w 99"/>
                <a:gd name="GluePoint9Y" fmla="*/ 18 h 144"/>
                <a:gd name="GluePoint10X" fmla="*/ 0 w 99"/>
                <a:gd name="GluePoint10Y" fmla="*/ 18 h 144"/>
                <a:gd name="GluePoint11X" fmla="*/ 0 w 99"/>
                <a:gd name="GluePoint11Y" fmla="*/ 22 h 144"/>
                <a:gd name="GluePoint12X" fmla="*/ 7 w 99"/>
                <a:gd name="GluePoint12Y" fmla="*/ 22 h 144"/>
                <a:gd name="GluePoint13X" fmla="*/ 7 w 99"/>
                <a:gd name="GluePoint13Y" fmla="*/ 144 h 144"/>
                <a:gd name="GluePoint14X" fmla="*/ 36 w 99"/>
                <a:gd name="GluePoint14Y" fmla="*/ 4 h 144"/>
                <a:gd name="GluePoint15X" fmla="*/ 63 w 99"/>
                <a:gd name="GluePoint15Y" fmla="*/ 4 h 144"/>
                <a:gd name="GluePoint16X" fmla="*/ 63 w 99"/>
                <a:gd name="GluePoint16Y" fmla="*/ 18 h 144"/>
                <a:gd name="GluePoint17X" fmla="*/ 36 w 99"/>
                <a:gd name="GluePoint17Y" fmla="*/ 18 h 144"/>
                <a:gd name="GluePoint18X" fmla="*/ 36 w 99"/>
                <a:gd name="GluePoint18Y" fmla="*/ 4 h 144"/>
                <a:gd name="GluePoint19X" fmla="*/ 88 w 99"/>
                <a:gd name="GluePoint19Y" fmla="*/ 22 h 144"/>
                <a:gd name="GluePoint20X" fmla="*/ 88 w 99"/>
                <a:gd name="GluePoint20Y" fmla="*/ 139 h 144"/>
                <a:gd name="GluePoint21X" fmla="*/ 11 w 99"/>
                <a:gd name="GluePoint21Y" fmla="*/ 139 h 144"/>
                <a:gd name="GluePoint22X" fmla="*/ 11 w 99"/>
                <a:gd name="GluePoint22Y" fmla="*/ 22 h 144"/>
                <a:gd name="GluePoint23X" fmla="*/ 88 w 99"/>
                <a:gd name="GluePoint23Y" fmla="*/ 22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99" h="144">
                  <a:moveTo>
                    <a:pt x="7" y="144"/>
                  </a:moveTo>
                  <a:lnTo>
                    <a:pt x="93" y="144"/>
                  </a:lnTo>
                  <a:lnTo>
                    <a:pt x="93" y="22"/>
                  </a:lnTo>
                  <a:lnTo>
                    <a:pt x="99" y="22"/>
                  </a:lnTo>
                  <a:lnTo>
                    <a:pt x="99" y="18"/>
                  </a:lnTo>
                  <a:lnTo>
                    <a:pt x="68" y="18"/>
                  </a:lnTo>
                  <a:lnTo>
                    <a:pt x="68" y="0"/>
                  </a:lnTo>
                  <a:lnTo>
                    <a:pt x="32" y="0"/>
                  </a:lnTo>
                  <a:lnTo>
                    <a:pt x="32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7" y="22"/>
                  </a:lnTo>
                  <a:lnTo>
                    <a:pt x="7" y="144"/>
                  </a:lnTo>
                  <a:close/>
                  <a:moveTo>
                    <a:pt x="36" y="4"/>
                  </a:moveTo>
                  <a:lnTo>
                    <a:pt x="63" y="4"/>
                  </a:lnTo>
                  <a:lnTo>
                    <a:pt x="63" y="18"/>
                  </a:lnTo>
                  <a:lnTo>
                    <a:pt x="36" y="18"/>
                  </a:lnTo>
                  <a:lnTo>
                    <a:pt x="36" y="4"/>
                  </a:lnTo>
                  <a:close/>
                  <a:moveTo>
                    <a:pt x="88" y="22"/>
                  </a:moveTo>
                  <a:lnTo>
                    <a:pt x="88" y="139"/>
                  </a:lnTo>
                  <a:lnTo>
                    <a:pt x="11" y="139"/>
                  </a:lnTo>
                  <a:lnTo>
                    <a:pt x="11" y="22"/>
                  </a:lnTo>
                  <a:lnTo>
                    <a:pt x="88" y="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50" name="Rectangle 360"/>
            <p:cNvSpPr/>
            <p:nvPr/>
          </p:nvSpPr>
          <p:spPr>
            <a:xfrm>
              <a:off x="4161240" y="2139120"/>
              <a:ext cx="7920" cy="158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51" name="Rectangle 361"/>
            <p:cNvSpPr/>
            <p:nvPr/>
          </p:nvSpPr>
          <p:spPr>
            <a:xfrm>
              <a:off x="4218120" y="2139120"/>
              <a:ext cx="7920" cy="158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52" name="Group 22"/>
          <p:cNvGrpSpPr/>
          <p:nvPr/>
        </p:nvGrpSpPr>
        <p:grpSpPr>
          <a:xfrm>
            <a:off x="4456800" y="2044800"/>
            <a:ext cx="257400" cy="301320"/>
            <a:chOff x="4456800" y="2044800"/>
            <a:chExt cx="257400" cy="301320"/>
          </a:xfrm>
        </p:grpSpPr>
        <p:sp>
          <p:nvSpPr>
            <p:cNvPr id="1353" name="Freeform 362"/>
            <p:cNvSpPr/>
            <p:nvPr/>
          </p:nvSpPr>
          <p:spPr>
            <a:xfrm>
              <a:off x="4456800" y="2044800"/>
              <a:ext cx="257400" cy="301320"/>
            </a:xfrm>
            <a:custGeom>
              <a:avLst/>
              <a:gdLst>
                <a:gd name="textAreaLeft" fmla="*/ 0 w 257400"/>
                <a:gd name="textAreaRight" fmla="*/ 257760 w 257400"/>
                <a:gd name="textAreaTop" fmla="*/ 0 h 301320"/>
                <a:gd name="textAreaBottom" fmla="*/ 301680 h 301320"/>
                <a:gd name="GluePoint1X" fmla="*/ 86 w 123"/>
                <a:gd name="GluePoint1Y" fmla="*/ 50 h 144"/>
                <a:gd name="GluePoint2X" fmla="*/ 114 w 123"/>
                <a:gd name="GluePoint2Y" fmla="*/ 142 h 144"/>
                <a:gd name="GluePoint3X" fmla="*/ 118 w 123"/>
                <a:gd name="GluePoint3Y" fmla="*/ 141 h 144"/>
                <a:gd name="GluePoint4X" fmla="*/ 110 w 123"/>
                <a:gd name="GluePoint4Y" fmla="*/ 114 h 144"/>
                <a:gd name="GluePoint5X" fmla="*/ 123 w 123"/>
                <a:gd name="GluePoint5Y" fmla="*/ 109 h 144"/>
                <a:gd name="GluePoint6X" fmla="*/ 112 w 123"/>
                <a:gd name="GluePoint6Y" fmla="*/ 74 h 144"/>
                <a:gd name="GluePoint7X" fmla="*/ 99 w 123"/>
                <a:gd name="GluePoint7Y" fmla="*/ 77 h 144"/>
                <a:gd name="GluePoint8X" fmla="*/ 91 w 123"/>
                <a:gd name="GluePoint8Y" fmla="*/ 48 h 144"/>
                <a:gd name="GluePoint9X" fmla="*/ 86 w 123"/>
                <a:gd name="GluePoint9Y" fmla="*/ 49 h 144"/>
                <a:gd name="GluePoint10X" fmla="*/ 86 w 123"/>
                <a:gd name="GluePoint10Y" fmla="*/ 27 h 144"/>
                <a:gd name="GluePoint11X" fmla="*/ 81 w 123"/>
                <a:gd name="GluePoint11Y" fmla="*/ 27 h 144"/>
                <a:gd name="GluePoint12X" fmla="*/ 70 w 123"/>
                <a:gd name="GluePoint12Y" fmla="*/ 0 h 144"/>
                <a:gd name="GluePoint13X" fmla="*/ 40 w 123"/>
                <a:gd name="GluePoint13Y" fmla="*/ 0 h 144"/>
                <a:gd name="GluePoint14X" fmla="*/ 31 w 123"/>
                <a:gd name="GluePoint14Y" fmla="*/ 11 h 144"/>
                <a:gd name="GluePoint15X" fmla="*/ 10 w 123"/>
                <a:gd name="GluePoint15Y" fmla="*/ 11 h 144"/>
                <a:gd name="GluePoint16X" fmla="*/ 5 w 123"/>
                <a:gd name="GluePoint16Y" fmla="*/ 27 h 144"/>
                <a:gd name="GluePoint17X" fmla="*/ 0 w 123"/>
                <a:gd name="GluePoint17Y" fmla="*/ 27 h 144"/>
                <a:gd name="GluePoint18X" fmla="*/ 0 w 123"/>
                <a:gd name="GluePoint18Y" fmla="*/ 144 h 144"/>
                <a:gd name="GluePoint19X" fmla="*/ 86 w 123"/>
                <a:gd name="GluePoint19Y" fmla="*/ 144 h 144"/>
                <a:gd name="GluePoint20X" fmla="*/ 86 w 123"/>
                <a:gd name="GluePoint20Y" fmla="*/ 50 h 144"/>
                <a:gd name="GluePoint21X" fmla="*/ 110 w 123"/>
                <a:gd name="GluePoint21Y" fmla="*/ 79 h 144"/>
                <a:gd name="GluePoint22X" fmla="*/ 118 w 123"/>
                <a:gd name="GluePoint22Y" fmla="*/ 106 h 144"/>
                <a:gd name="GluePoint23X" fmla="*/ 109 w 123"/>
                <a:gd name="GluePoint23Y" fmla="*/ 109 h 144"/>
                <a:gd name="GluePoint24X" fmla="*/ 101 w 123"/>
                <a:gd name="GluePoint24Y" fmla="*/ 82 h 144"/>
                <a:gd name="GluePoint25X" fmla="*/ 110 w 123"/>
                <a:gd name="GluePoint25Y" fmla="*/ 79 h 144"/>
                <a:gd name="GluePoint26X" fmla="*/ 42 w 123"/>
                <a:gd name="GluePoint26Y" fmla="*/ 4 h 144"/>
                <a:gd name="GluePoint27X" fmla="*/ 67 w 123"/>
                <a:gd name="GluePoint27Y" fmla="*/ 4 h 144"/>
                <a:gd name="GluePoint28X" fmla="*/ 76 w 123"/>
                <a:gd name="GluePoint28Y" fmla="*/ 27 h 144"/>
                <a:gd name="GluePoint29X" fmla="*/ 38 w 123"/>
                <a:gd name="GluePoint29Y" fmla="*/ 27 h 144"/>
                <a:gd name="GluePoint30X" fmla="*/ 34 w 123"/>
                <a:gd name="GluePoint30Y" fmla="*/ 14 h 144"/>
                <a:gd name="GluePoint31X" fmla="*/ 42 w 123"/>
                <a:gd name="GluePoint31Y" fmla="*/ 4 h 144"/>
                <a:gd name="GluePoint32X" fmla="*/ 13 w 123"/>
                <a:gd name="GluePoint32Y" fmla="*/ 16 h 144"/>
                <a:gd name="GluePoint33X" fmla="*/ 30 w 123"/>
                <a:gd name="GluePoint33Y" fmla="*/ 16 h 144"/>
                <a:gd name="GluePoint34X" fmla="*/ 34 w 123"/>
                <a:gd name="GluePoint34Y" fmla="*/ 27 h 144"/>
                <a:gd name="GluePoint35X" fmla="*/ 10 w 123"/>
                <a:gd name="GluePoint35Y" fmla="*/ 27 h 144"/>
                <a:gd name="GluePoint36X" fmla="*/ 13 w 123"/>
                <a:gd name="GluePoint36Y" fmla="*/ 16 h 144"/>
                <a:gd name="GluePoint37X" fmla="*/ 81 w 123"/>
                <a:gd name="GluePoint37Y" fmla="*/ 139 h 144"/>
                <a:gd name="GluePoint38X" fmla="*/ 5 w 123"/>
                <a:gd name="GluePoint38Y" fmla="*/ 139 h 144"/>
                <a:gd name="GluePoint39X" fmla="*/ 5 w 123"/>
                <a:gd name="GluePoint39Y" fmla="*/ 31 h 144"/>
                <a:gd name="GluePoint40X" fmla="*/ 81 w 123"/>
                <a:gd name="GluePoint40Y" fmla="*/ 31 h 144"/>
                <a:gd name="GluePoint41X" fmla="*/ 81 w 123"/>
                <a:gd name="GluePoint41Y" fmla="*/ 139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23" h="144">
                  <a:moveTo>
                    <a:pt x="86" y="50"/>
                  </a:moveTo>
                  <a:lnTo>
                    <a:pt x="114" y="142"/>
                  </a:lnTo>
                  <a:lnTo>
                    <a:pt x="118" y="141"/>
                  </a:lnTo>
                  <a:lnTo>
                    <a:pt x="110" y="114"/>
                  </a:lnTo>
                  <a:lnTo>
                    <a:pt x="123" y="109"/>
                  </a:lnTo>
                  <a:lnTo>
                    <a:pt x="112" y="74"/>
                  </a:lnTo>
                  <a:lnTo>
                    <a:pt x="99" y="77"/>
                  </a:lnTo>
                  <a:lnTo>
                    <a:pt x="91" y="48"/>
                  </a:lnTo>
                  <a:lnTo>
                    <a:pt x="86" y="49"/>
                  </a:lnTo>
                  <a:lnTo>
                    <a:pt x="86" y="27"/>
                  </a:lnTo>
                  <a:lnTo>
                    <a:pt x="81" y="27"/>
                  </a:lnTo>
                  <a:lnTo>
                    <a:pt x="70" y="0"/>
                  </a:lnTo>
                  <a:lnTo>
                    <a:pt x="40" y="0"/>
                  </a:lnTo>
                  <a:lnTo>
                    <a:pt x="31" y="11"/>
                  </a:lnTo>
                  <a:lnTo>
                    <a:pt x="10" y="11"/>
                  </a:lnTo>
                  <a:lnTo>
                    <a:pt x="5" y="27"/>
                  </a:lnTo>
                  <a:lnTo>
                    <a:pt x="0" y="27"/>
                  </a:lnTo>
                  <a:lnTo>
                    <a:pt x="0" y="144"/>
                  </a:lnTo>
                  <a:lnTo>
                    <a:pt x="86" y="144"/>
                  </a:lnTo>
                  <a:lnTo>
                    <a:pt x="86" y="50"/>
                  </a:lnTo>
                  <a:close/>
                  <a:moveTo>
                    <a:pt x="110" y="79"/>
                  </a:moveTo>
                  <a:lnTo>
                    <a:pt x="118" y="106"/>
                  </a:lnTo>
                  <a:lnTo>
                    <a:pt x="109" y="109"/>
                  </a:lnTo>
                  <a:lnTo>
                    <a:pt x="101" y="82"/>
                  </a:lnTo>
                  <a:lnTo>
                    <a:pt x="110" y="79"/>
                  </a:lnTo>
                  <a:close/>
                  <a:moveTo>
                    <a:pt x="42" y="4"/>
                  </a:moveTo>
                  <a:lnTo>
                    <a:pt x="67" y="4"/>
                  </a:lnTo>
                  <a:lnTo>
                    <a:pt x="76" y="27"/>
                  </a:lnTo>
                  <a:lnTo>
                    <a:pt x="38" y="27"/>
                  </a:lnTo>
                  <a:lnTo>
                    <a:pt x="34" y="14"/>
                  </a:lnTo>
                  <a:lnTo>
                    <a:pt x="42" y="4"/>
                  </a:lnTo>
                  <a:close/>
                  <a:moveTo>
                    <a:pt x="13" y="16"/>
                  </a:moveTo>
                  <a:lnTo>
                    <a:pt x="30" y="16"/>
                  </a:lnTo>
                  <a:lnTo>
                    <a:pt x="34" y="27"/>
                  </a:lnTo>
                  <a:lnTo>
                    <a:pt x="10" y="27"/>
                  </a:lnTo>
                  <a:lnTo>
                    <a:pt x="13" y="16"/>
                  </a:lnTo>
                  <a:close/>
                  <a:moveTo>
                    <a:pt x="81" y="139"/>
                  </a:moveTo>
                  <a:lnTo>
                    <a:pt x="5" y="139"/>
                  </a:lnTo>
                  <a:lnTo>
                    <a:pt x="5" y="31"/>
                  </a:lnTo>
                  <a:lnTo>
                    <a:pt x="81" y="31"/>
                  </a:lnTo>
                  <a:lnTo>
                    <a:pt x="81" y="13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54" name="Rectangle 363"/>
            <p:cNvSpPr/>
            <p:nvPr/>
          </p:nvSpPr>
          <p:spPr>
            <a:xfrm>
              <a:off x="4513320" y="2147400"/>
              <a:ext cx="10080" cy="160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55" name="Rectangle 364"/>
            <p:cNvSpPr/>
            <p:nvPr/>
          </p:nvSpPr>
          <p:spPr>
            <a:xfrm>
              <a:off x="4570200" y="2147400"/>
              <a:ext cx="10080" cy="160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56" name="Group 23"/>
          <p:cNvGrpSpPr/>
          <p:nvPr/>
        </p:nvGrpSpPr>
        <p:grpSpPr>
          <a:xfrm>
            <a:off x="4874040" y="2044800"/>
            <a:ext cx="207000" cy="301320"/>
            <a:chOff x="4874040" y="2044800"/>
            <a:chExt cx="207000" cy="301320"/>
          </a:xfrm>
        </p:grpSpPr>
        <p:sp>
          <p:nvSpPr>
            <p:cNvPr id="1357" name="Freeform 365"/>
            <p:cNvSpPr/>
            <p:nvPr/>
          </p:nvSpPr>
          <p:spPr>
            <a:xfrm>
              <a:off x="4874040" y="2044800"/>
              <a:ext cx="207000" cy="301320"/>
            </a:xfrm>
            <a:custGeom>
              <a:avLst/>
              <a:gdLst>
                <a:gd name="textAreaLeft" fmla="*/ 0 w 207000"/>
                <a:gd name="textAreaRight" fmla="*/ 207360 w 207000"/>
                <a:gd name="textAreaTop" fmla="*/ 0 h 301320"/>
                <a:gd name="textAreaBottom" fmla="*/ 301680 h 301320"/>
                <a:gd name="GluePoint1X" fmla="*/ 7 w 99"/>
                <a:gd name="GluePoint1Y" fmla="*/ 144 h 144"/>
                <a:gd name="GluePoint2X" fmla="*/ 93 w 99"/>
                <a:gd name="GluePoint2Y" fmla="*/ 144 h 144"/>
                <a:gd name="GluePoint3X" fmla="*/ 93 w 99"/>
                <a:gd name="GluePoint3Y" fmla="*/ 22 h 144"/>
                <a:gd name="GluePoint4X" fmla="*/ 99 w 99"/>
                <a:gd name="GluePoint4Y" fmla="*/ 22 h 144"/>
                <a:gd name="GluePoint5X" fmla="*/ 99 w 99"/>
                <a:gd name="GluePoint5Y" fmla="*/ 18 h 144"/>
                <a:gd name="GluePoint6X" fmla="*/ 68 w 99"/>
                <a:gd name="GluePoint6Y" fmla="*/ 18 h 144"/>
                <a:gd name="GluePoint7X" fmla="*/ 68 w 99"/>
                <a:gd name="GluePoint7Y" fmla="*/ 0 h 144"/>
                <a:gd name="GluePoint8X" fmla="*/ 32 w 99"/>
                <a:gd name="GluePoint8Y" fmla="*/ 0 h 144"/>
                <a:gd name="GluePoint9X" fmla="*/ 32 w 99"/>
                <a:gd name="GluePoint9Y" fmla="*/ 18 h 144"/>
                <a:gd name="GluePoint10X" fmla="*/ 0 w 99"/>
                <a:gd name="GluePoint10Y" fmla="*/ 18 h 144"/>
                <a:gd name="GluePoint11X" fmla="*/ 0 w 99"/>
                <a:gd name="GluePoint11Y" fmla="*/ 22 h 144"/>
                <a:gd name="GluePoint12X" fmla="*/ 7 w 99"/>
                <a:gd name="GluePoint12Y" fmla="*/ 22 h 144"/>
                <a:gd name="GluePoint13X" fmla="*/ 7 w 99"/>
                <a:gd name="GluePoint13Y" fmla="*/ 144 h 144"/>
                <a:gd name="GluePoint14X" fmla="*/ 36 w 99"/>
                <a:gd name="GluePoint14Y" fmla="*/ 4 h 144"/>
                <a:gd name="GluePoint15X" fmla="*/ 63 w 99"/>
                <a:gd name="GluePoint15Y" fmla="*/ 4 h 144"/>
                <a:gd name="GluePoint16X" fmla="*/ 63 w 99"/>
                <a:gd name="GluePoint16Y" fmla="*/ 18 h 144"/>
                <a:gd name="GluePoint17X" fmla="*/ 36 w 99"/>
                <a:gd name="GluePoint17Y" fmla="*/ 18 h 144"/>
                <a:gd name="GluePoint18X" fmla="*/ 36 w 99"/>
                <a:gd name="GluePoint18Y" fmla="*/ 4 h 144"/>
                <a:gd name="GluePoint19X" fmla="*/ 88 w 99"/>
                <a:gd name="GluePoint19Y" fmla="*/ 22 h 144"/>
                <a:gd name="GluePoint20X" fmla="*/ 88 w 99"/>
                <a:gd name="GluePoint20Y" fmla="*/ 139 h 144"/>
                <a:gd name="GluePoint21X" fmla="*/ 12 w 99"/>
                <a:gd name="GluePoint21Y" fmla="*/ 139 h 144"/>
                <a:gd name="GluePoint22X" fmla="*/ 12 w 99"/>
                <a:gd name="GluePoint22Y" fmla="*/ 22 h 144"/>
                <a:gd name="GluePoint23X" fmla="*/ 88 w 99"/>
                <a:gd name="GluePoint23Y" fmla="*/ 22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99" h="144">
                  <a:moveTo>
                    <a:pt x="7" y="144"/>
                  </a:moveTo>
                  <a:lnTo>
                    <a:pt x="93" y="144"/>
                  </a:lnTo>
                  <a:lnTo>
                    <a:pt x="93" y="22"/>
                  </a:lnTo>
                  <a:lnTo>
                    <a:pt x="99" y="22"/>
                  </a:lnTo>
                  <a:lnTo>
                    <a:pt x="99" y="18"/>
                  </a:lnTo>
                  <a:lnTo>
                    <a:pt x="68" y="18"/>
                  </a:lnTo>
                  <a:lnTo>
                    <a:pt x="68" y="0"/>
                  </a:lnTo>
                  <a:lnTo>
                    <a:pt x="32" y="0"/>
                  </a:lnTo>
                  <a:lnTo>
                    <a:pt x="32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7" y="22"/>
                  </a:lnTo>
                  <a:lnTo>
                    <a:pt x="7" y="144"/>
                  </a:lnTo>
                  <a:close/>
                  <a:moveTo>
                    <a:pt x="36" y="4"/>
                  </a:moveTo>
                  <a:lnTo>
                    <a:pt x="63" y="4"/>
                  </a:lnTo>
                  <a:lnTo>
                    <a:pt x="63" y="18"/>
                  </a:lnTo>
                  <a:lnTo>
                    <a:pt x="36" y="18"/>
                  </a:lnTo>
                  <a:lnTo>
                    <a:pt x="36" y="4"/>
                  </a:lnTo>
                  <a:close/>
                  <a:moveTo>
                    <a:pt x="88" y="22"/>
                  </a:moveTo>
                  <a:lnTo>
                    <a:pt x="88" y="139"/>
                  </a:lnTo>
                  <a:lnTo>
                    <a:pt x="12" y="139"/>
                  </a:lnTo>
                  <a:lnTo>
                    <a:pt x="12" y="22"/>
                  </a:lnTo>
                  <a:lnTo>
                    <a:pt x="88" y="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58" name="Freeform 366"/>
            <p:cNvSpPr/>
            <p:nvPr/>
          </p:nvSpPr>
          <p:spPr>
            <a:xfrm>
              <a:off x="4930560" y="2214360"/>
              <a:ext cx="66600" cy="6264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62640"/>
                <a:gd name="textAreaBottom" fmla="*/ 63000 h 62640"/>
                <a:gd name="GluePoint1X" fmla="*/ 36 w 56"/>
                <a:gd name="GluePoint1Y" fmla="*/ 40 h 54"/>
                <a:gd name="GluePoint2X" fmla="*/ 44 w 56"/>
                <a:gd name="GluePoint2Y" fmla="*/ 40 h 54"/>
                <a:gd name="GluePoint3X" fmla="*/ 37 w 56"/>
                <a:gd name="GluePoint3Y" fmla="*/ 49 h 54"/>
                <a:gd name="GluePoint4X" fmla="*/ 44 w 56"/>
                <a:gd name="GluePoint4Y" fmla="*/ 54 h 54"/>
                <a:gd name="GluePoint5X" fmla="*/ 56 w 56"/>
                <a:gd name="GluePoint5Y" fmla="*/ 38 h 54"/>
                <a:gd name="GluePoint6X" fmla="*/ 56 w 56"/>
                <a:gd name="GluePoint6Y" fmla="*/ 33 h 54"/>
                <a:gd name="GluePoint7X" fmla="*/ 44 w 56"/>
                <a:gd name="GluePoint7Y" fmla="*/ 17 h 54"/>
                <a:gd name="GluePoint8X" fmla="*/ 37 w 56"/>
                <a:gd name="GluePoint8Y" fmla="*/ 22 h 54"/>
                <a:gd name="GluePoint9X" fmla="*/ 44 w 56"/>
                <a:gd name="GluePoint9Y" fmla="*/ 32 h 54"/>
                <a:gd name="GluePoint10X" fmla="*/ 36 w 56"/>
                <a:gd name="GluePoint10Y" fmla="*/ 32 h 54"/>
                <a:gd name="GluePoint11X" fmla="*/ 8 w 56"/>
                <a:gd name="GluePoint11Y" fmla="*/ 0 h 54"/>
                <a:gd name="GluePoint12X" fmla="*/ 0 w 56"/>
                <a:gd name="GluePoint12Y" fmla="*/ 0 h 54"/>
                <a:gd name="GluePoint13X" fmla="*/ 36 w 56"/>
                <a:gd name="GluePoint13Y" fmla="*/ 40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320" bIns="31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59" name="Freeform 367"/>
            <p:cNvSpPr/>
            <p:nvPr/>
          </p:nvSpPr>
          <p:spPr>
            <a:xfrm>
              <a:off x="4959720" y="2149560"/>
              <a:ext cx="64440" cy="644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64440"/>
                <a:gd name="textAreaBottom" fmla="*/ 64800 h 64440"/>
                <a:gd name="GluePoint1X" fmla="*/ 19 w 56"/>
                <a:gd name="GluePoint1Y" fmla="*/ 32 h 55"/>
                <a:gd name="GluePoint2X" fmla="*/ 12 w 56"/>
                <a:gd name="GluePoint2Y" fmla="*/ 23 h 55"/>
                <a:gd name="GluePoint3X" fmla="*/ 20 w 56"/>
                <a:gd name="GluePoint3Y" fmla="*/ 23 h 55"/>
                <a:gd name="GluePoint4X" fmla="*/ 48 w 56"/>
                <a:gd name="GluePoint4Y" fmla="*/ 55 h 55"/>
                <a:gd name="GluePoint5X" fmla="*/ 56 w 56"/>
                <a:gd name="GluePoint5Y" fmla="*/ 55 h 55"/>
                <a:gd name="GluePoint6X" fmla="*/ 20 w 56"/>
                <a:gd name="GluePoint6Y" fmla="*/ 15 h 55"/>
                <a:gd name="GluePoint7X" fmla="*/ 12 w 56"/>
                <a:gd name="GluePoint7Y" fmla="*/ 15 h 55"/>
                <a:gd name="GluePoint8X" fmla="*/ 19 w 56"/>
                <a:gd name="GluePoint8Y" fmla="*/ 5 h 55"/>
                <a:gd name="GluePoint9X" fmla="*/ 12 w 56"/>
                <a:gd name="GluePoint9Y" fmla="*/ 0 h 55"/>
                <a:gd name="GluePoint10X" fmla="*/ 0 w 56"/>
                <a:gd name="GluePoint10Y" fmla="*/ 16 h 55"/>
                <a:gd name="GluePoint11X" fmla="*/ 0 w 56"/>
                <a:gd name="GluePoint11Y" fmla="*/ 21 h 55"/>
                <a:gd name="GluePoint12X" fmla="*/ 12 w 56"/>
                <a:gd name="GluePoint12Y" fmla="*/ 37 h 55"/>
                <a:gd name="GluePoint13X" fmla="*/ 19 w 56"/>
                <a:gd name="GluePoint13Y" fmla="*/ 32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19" y="32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1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2" y="37"/>
                    <a:pt x="12" y="37"/>
                    <a:pt x="12" y="37"/>
                  </a:cubicBezTo>
                  <a:lnTo>
                    <a:pt x="19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400" bIns="32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60" name="Group 24"/>
          <p:cNvGrpSpPr/>
          <p:nvPr/>
        </p:nvGrpSpPr>
        <p:grpSpPr>
          <a:xfrm>
            <a:off x="5265720" y="2044800"/>
            <a:ext cx="209160" cy="301320"/>
            <a:chOff x="5265720" y="2044800"/>
            <a:chExt cx="209160" cy="301320"/>
          </a:xfrm>
        </p:grpSpPr>
        <p:sp>
          <p:nvSpPr>
            <p:cNvPr id="1361" name="Freeform 368"/>
            <p:cNvSpPr/>
            <p:nvPr/>
          </p:nvSpPr>
          <p:spPr>
            <a:xfrm>
              <a:off x="5265720" y="2044800"/>
              <a:ext cx="209160" cy="30132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301320"/>
                <a:gd name="textAreaBottom" fmla="*/ 301680 h 301320"/>
                <a:gd name="GluePoint1X" fmla="*/ 7 w 100"/>
                <a:gd name="GluePoint1Y" fmla="*/ 144 h 144"/>
                <a:gd name="GluePoint2X" fmla="*/ 93 w 100"/>
                <a:gd name="GluePoint2Y" fmla="*/ 144 h 144"/>
                <a:gd name="GluePoint3X" fmla="*/ 93 w 100"/>
                <a:gd name="GluePoint3Y" fmla="*/ 22 h 144"/>
                <a:gd name="GluePoint4X" fmla="*/ 100 w 100"/>
                <a:gd name="GluePoint4Y" fmla="*/ 22 h 144"/>
                <a:gd name="GluePoint5X" fmla="*/ 100 w 100"/>
                <a:gd name="GluePoint5Y" fmla="*/ 18 h 144"/>
                <a:gd name="GluePoint6X" fmla="*/ 68 w 100"/>
                <a:gd name="GluePoint6Y" fmla="*/ 18 h 144"/>
                <a:gd name="GluePoint7X" fmla="*/ 68 w 100"/>
                <a:gd name="GluePoint7Y" fmla="*/ 0 h 144"/>
                <a:gd name="GluePoint8X" fmla="*/ 32 w 100"/>
                <a:gd name="GluePoint8Y" fmla="*/ 0 h 144"/>
                <a:gd name="GluePoint9X" fmla="*/ 32 w 100"/>
                <a:gd name="GluePoint9Y" fmla="*/ 18 h 144"/>
                <a:gd name="GluePoint10X" fmla="*/ 0 w 100"/>
                <a:gd name="GluePoint10Y" fmla="*/ 18 h 144"/>
                <a:gd name="GluePoint11X" fmla="*/ 0 w 100"/>
                <a:gd name="GluePoint11Y" fmla="*/ 22 h 144"/>
                <a:gd name="GluePoint12X" fmla="*/ 7 w 100"/>
                <a:gd name="GluePoint12Y" fmla="*/ 22 h 144"/>
                <a:gd name="GluePoint13X" fmla="*/ 7 w 100"/>
                <a:gd name="GluePoint13Y" fmla="*/ 144 h 144"/>
                <a:gd name="GluePoint14X" fmla="*/ 36 w 100"/>
                <a:gd name="GluePoint14Y" fmla="*/ 4 h 144"/>
                <a:gd name="GluePoint15X" fmla="*/ 63 w 100"/>
                <a:gd name="GluePoint15Y" fmla="*/ 4 h 144"/>
                <a:gd name="GluePoint16X" fmla="*/ 63 w 100"/>
                <a:gd name="GluePoint16Y" fmla="*/ 18 h 144"/>
                <a:gd name="GluePoint17X" fmla="*/ 36 w 100"/>
                <a:gd name="GluePoint17Y" fmla="*/ 18 h 144"/>
                <a:gd name="GluePoint18X" fmla="*/ 36 w 100"/>
                <a:gd name="GluePoint18Y" fmla="*/ 4 h 144"/>
                <a:gd name="GluePoint19X" fmla="*/ 88 w 100"/>
                <a:gd name="GluePoint19Y" fmla="*/ 22 h 144"/>
                <a:gd name="GluePoint20X" fmla="*/ 88 w 100"/>
                <a:gd name="GluePoint20Y" fmla="*/ 139 h 144"/>
                <a:gd name="GluePoint21X" fmla="*/ 12 w 100"/>
                <a:gd name="GluePoint21Y" fmla="*/ 139 h 144"/>
                <a:gd name="GluePoint22X" fmla="*/ 12 w 100"/>
                <a:gd name="GluePoint22Y" fmla="*/ 22 h 144"/>
                <a:gd name="GluePoint23X" fmla="*/ 88 w 100"/>
                <a:gd name="GluePoint23Y" fmla="*/ 22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100" h="144">
                  <a:moveTo>
                    <a:pt x="7" y="144"/>
                  </a:moveTo>
                  <a:lnTo>
                    <a:pt x="93" y="144"/>
                  </a:lnTo>
                  <a:lnTo>
                    <a:pt x="93" y="22"/>
                  </a:lnTo>
                  <a:lnTo>
                    <a:pt x="100" y="22"/>
                  </a:lnTo>
                  <a:lnTo>
                    <a:pt x="100" y="18"/>
                  </a:lnTo>
                  <a:lnTo>
                    <a:pt x="68" y="18"/>
                  </a:lnTo>
                  <a:lnTo>
                    <a:pt x="68" y="0"/>
                  </a:lnTo>
                  <a:lnTo>
                    <a:pt x="32" y="0"/>
                  </a:lnTo>
                  <a:lnTo>
                    <a:pt x="32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7" y="22"/>
                  </a:lnTo>
                  <a:lnTo>
                    <a:pt x="7" y="144"/>
                  </a:lnTo>
                  <a:close/>
                  <a:moveTo>
                    <a:pt x="36" y="4"/>
                  </a:moveTo>
                  <a:lnTo>
                    <a:pt x="63" y="4"/>
                  </a:lnTo>
                  <a:lnTo>
                    <a:pt x="63" y="18"/>
                  </a:lnTo>
                  <a:lnTo>
                    <a:pt x="36" y="18"/>
                  </a:lnTo>
                  <a:lnTo>
                    <a:pt x="36" y="4"/>
                  </a:lnTo>
                  <a:close/>
                  <a:moveTo>
                    <a:pt x="88" y="22"/>
                  </a:moveTo>
                  <a:lnTo>
                    <a:pt x="88" y="139"/>
                  </a:lnTo>
                  <a:lnTo>
                    <a:pt x="12" y="139"/>
                  </a:lnTo>
                  <a:lnTo>
                    <a:pt x="12" y="22"/>
                  </a:lnTo>
                  <a:lnTo>
                    <a:pt x="88" y="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62" name="Freeform 369"/>
            <p:cNvSpPr/>
            <p:nvPr/>
          </p:nvSpPr>
          <p:spPr>
            <a:xfrm>
              <a:off x="5333040" y="2176920"/>
              <a:ext cx="73080" cy="730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73080"/>
                <a:gd name="textAreaBottom" fmla="*/ 73440 h 73080"/>
                <a:gd name="GluePoint1X" fmla="*/ 4 w 35"/>
                <a:gd name="GluePoint1Y" fmla="*/ 35 h 35"/>
                <a:gd name="GluePoint2X" fmla="*/ 18 w 35"/>
                <a:gd name="GluePoint2Y" fmla="*/ 21 h 35"/>
                <a:gd name="GluePoint3X" fmla="*/ 32 w 35"/>
                <a:gd name="GluePoint3Y" fmla="*/ 35 h 35"/>
                <a:gd name="GluePoint4X" fmla="*/ 35 w 35"/>
                <a:gd name="GluePoint4Y" fmla="*/ 32 h 35"/>
                <a:gd name="GluePoint5X" fmla="*/ 21 w 35"/>
                <a:gd name="GluePoint5Y" fmla="*/ 18 h 35"/>
                <a:gd name="GluePoint6X" fmla="*/ 35 w 35"/>
                <a:gd name="GluePoint6Y" fmla="*/ 4 h 35"/>
                <a:gd name="GluePoint7X" fmla="*/ 32 w 35"/>
                <a:gd name="GluePoint7Y" fmla="*/ 0 h 35"/>
                <a:gd name="GluePoint8X" fmla="*/ 18 w 35"/>
                <a:gd name="GluePoint8Y" fmla="*/ 14 h 35"/>
                <a:gd name="GluePoint9X" fmla="*/ 4 w 35"/>
                <a:gd name="GluePoint9Y" fmla="*/ 0 h 35"/>
                <a:gd name="GluePoint10X" fmla="*/ 0 w 35"/>
                <a:gd name="GluePoint10Y" fmla="*/ 4 h 35"/>
                <a:gd name="GluePoint11X" fmla="*/ 15 w 35"/>
                <a:gd name="GluePoint11Y" fmla="*/ 18 h 35"/>
                <a:gd name="GluePoint12X" fmla="*/ 0 w 35"/>
                <a:gd name="GluePoint12Y" fmla="*/ 32 h 35"/>
                <a:gd name="GluePoint13X" fmla="*/ 4 w 35"/>
                <a:gd name="GluePoint13Y" fmla="*/ 35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5" h="35">
                  <a:moveTo>
                    <a:pt x="4" y="35"/>
                  </a:moveTo>
                  <a:lnTo>
                    <a:pt x="18" y="21"/>
                  </a:lnTo>
                  <a:lnTo>
                    <a:pt x="32" y="35"/>
                  </a:lnTo>
                  <a:lnTo>
                    <a:pt x="35" y="32"/>
                  </a:lnTo>
                  <a:lnTo>
                    <a:pt x="21" y="18"/>
                  </a:lnTo>
                  <a:lnTo>
                    <a:pt x="35" y="4"/>
                  </a:lnTo>
                  <a:lnTo>
                    <a:pt x="32" y="0"/>
                  </a:lnTo>
                  <a:lnTo>
                    <a:pt x="18" y="14"/>
                  </a:lnTo>
                  <a:lnTo>
                    <a:pt x="4" y="0"/>
                  </a:lnTo>
                  <a:lnTo>
                    <a:pt x="0" y="4"/>
                  </a:lnTo>
                  <a:lnTo>
                    <a:pt x="15" y="18"/>
                  </a:lnTo>
                  <a:lnTo>
                    <a:pt x="0" y="32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63" name="Group 25"/>
          <p:cNvGrpSpPr/>
          <p:nvPr/>
        </p:nvGrpSpPr>
        <p:grpSpPr>
          <a:xfrm>
            <a:off x="5611680" y="2070000"/>
            <a:ext cx="301320" cy="251280"/>
            <a:chOff x="5611680" y="2070000"/>
            <a:chExt cx="301320" cy="251280"/>
          </a:xfrm>
        </p:grpSpPr>
        <p:sp>
          <p:nvSpPr>
            <p:cNvPr id="1364" name="Freeform 370"/>
            <p:cNvSpPr/>
            <p:nvPr/>
          </p:nvSpPr>
          <p:spPr>
            <a:xfrm>
              <a:off x="5720760" y="2164320"/>
              <a:ext cx="83520" cy="1569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56960"/>
                <a:gd name="textAreaBottom" fmla="*/ 157320 h 156960"/>
                <a:gd name="GluePoint1X" fmla="*/ 22 w 40"/>
                <a:gd name="GluePoint1Y" fmla="*/ 75 h 75"/>
                <a:gd name="GluePoint2X" fmla="*/ 22 w 40"/>
                <a:gd name="GluePoint2Y" fmla="*/ 8 h 75"/>
                <a:gd name="GluePoint3X" fmla="*/ 36 w 40"/>
                <a:gd name="GluePoint3Y" fmla="*/ 22 h 75"/>
                <a:gd name="GluePoint4X" fmla="*/ 40 w 40"/>
                <a:gd name="GluePoint4Y" fmla="*/ 18 h 75"/>
                <a:gd name="GluePoint5X" fmla="*/ 22 w 40"/>
                <a:gd name="GluePoint5Y" fmla="*/ 0 h 75"/>
                <a:gd name="GluePoint6X" fmla="*/ 18 w 40"/>
                <a:gd name="GluePoint6Y" fmla="*/ 0 h 75"/>
                <a:gd name="GluePoint7X" fmla="*/ 0 w 40"/>
                <a:gd name="GluePoint7Y" fmla="*/ 18 h 75"/>
                <a:gd name="GluePoint8X" fmla="*/ 4 w 40"/>
                <a:gd name="GluePoint8Y" fmla="*/ 22 h 75"/>
                <a:gd name="GluePoint9X" fmla="*/ 18 w 40"/>
                <a:gd name="GluePoint9Y" fmla="*/ 8 h 75"/>
                <a:gd name="GluePoint10X" fmla="*/ 18 w 40"/>
                <a:gd name="GluePoint10Y" fmla="*/ 75 h 75"/>
                <a:gd name="GluePoint11X" fmla="*/ 22 w 40"/>
                <a:gd name="GluePoint11Y" fmla="*/ 75 h 7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0" h="75">
                  <a:moveTo>
                    <a:pt x="22" y="75"/>
                  </a:moveTo>
                  <a:lnTo>
                    <a:pt x="22" y="8"/>
                  </a:lnTo>
                  <a:lnTo>
                    <a:pt x="36" y="22"/>
                  </a:lnTo>
                  <a:lnTo>
                    <a:pt x="40" y="18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18" y="8"/>
                  </a:lnTo>
                  <a:lnTo>
                    <a:pt x="18" y="75"/>
                  </a:lnTo>
                  <a:lnTo>
                    <a:pt x="22" y="7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65" name="Freeform 371"/>
            <p:cNvSpPr/>
            <p:nvPr/>
          </p:nvSpPr>
          <p:spPr>
            <a:xfrm>
              <a:off x="5611680" y="2070000"/>
              <a:ext cx="301320" cy="1800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180000"/>
                <a:gd name="textAreaBottom" fmla="*/ 180360 h 180000"/>
                <a:gd name="GluePoint1X" fmla="*/ 54 w 144"/>
                <a:gd name="GluePoint1Y" fmla="*/ 81 h 86"/>
                <a:gd name="GluePoint2X" fmla="*/ 4 w 144"/>
                <a:gd name="GluePoint2Y" fmla="*/ 81 h 86"/>
                <a:gd name="GluePoint3X" fmla="*/ 4 w 144"/>
                <a:gd name="GluePoint3Y" fmla="*/ 5 h 86"/>
                <a:gd name="GluePoint4X" fmla="*/ 140 w 144"/>
                <a:gd name="GluePoint4Y" fmla="*/ 5 h 86"/>
                <a:gd name="GluePoint5X" fmla="*/ 140 w 144"/>
                <a:gd name="GluePoint5Y" fmla="*/ 81 h 86"/>
                <a:gd name="GluePoint6X" fmla="*/ 90 w 144"/>
                <a:gd name="GluePoint6Y" fmla="*/ 81 h 86"/>
                <a:gd name="GluePoint7X" fmla="*/ 90 w 144"/>
                <a:gd name="GluePoint7Y" fmla="*/ 86 h 86"/>
                <a:gd name="GluePoint8X" fmla="*/ 144 w 144"/>
                <a:gd name="GluePoint8Y" fmla="*/ 86 h 86"/>
                <a:gd name="GluePoint9X" fmla="*/ 144 w 144"/>
                <a:gd name="GluePoint9Y" fmla="*/ 0 h 86"/>
                <a:gd name="GluePoint10X" fmla="*/ 0 w 144"/>
                <a:gd name="GluePoint10Y" fmla="*/ 0 h 86"/>
                <a:gd name="GluePoint11X" fmla="*/ 0 w 144"/>
                <a:gd name="GluePoint11Y" fmla="*/ 86 h 86"/>
                <a:gd name="GluePoint12X" fmla="*/ 54 w 144"/>
                <a:gd name="GluePoint12Y" fmla="*/ 86 h 86"/>
                <a:gd name="GluePoint13X" fmla="*/ 54 w 144"/>
                <a:gd name="GluePoint13Y" fmla="*/ 81 h 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44" h="86">
                  <a:moveTo>
                    <a:pt x="54" y="81"/>
                  </a:moveTo>
                  <a:lnTo>
                    <a:pt x="4" y="81"/>
                  </a:lnTo>
                  <a:lnTo>
                    <a:pt x="4" y="5"/>
                  </a:lnTo>
                  <a:lnTo>
                    <a:pt x="140" y="5"/>
                  </a:lnTo>
                  <a:lnTo>
                    <a:pt x="140" y="81"/>
                  </a:lnTo>
                  <a:lnTo>
                    <a:pt x="90" y="81"/>
                  </a:lnTo>
                  <a:lnTo>
                    <a:pt x="90" y="86"/>
                  </a:lnTo>
                  <a:lnTo>
                    <a:pt x="144" y="86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54" y="86"/>
                  </a:lnTo>
                  <a:lnTo>
                    <a:pt x="54" y="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66" name="Group 33"/>
          <p:cNvGrpSpPr/>
          <p:nvPr/>
        </p:nvGrpSpPr>
        <p:grpSpPr>
          <a:xfrm>
            <a:off x="6001560" y="2042640"/>
            <a:ext cx="305640" cy="305640"/>
            <a:chOff x="6001560" y="2042640"/>
            <a:chExt cx="305640" cy="305640"/>
          </a:xfrm>
        </p:grpSpPr>
        <p:sp>
          <p:nvSpPr>
            <p:cNvPr id="1367" name="Freeform 372"/>
            <p:cNvSpPr/>
            <p:nvPr/>
          </p:nvSpPr>
          <p:spPr>
            <a:xfrm>
              <a:off x="6001560" y="2042640"/>
              <a:ext cx="305640" cy="305640"/>
            </a:xfrm>
            <a:custGeom>
              <a:avLst/>
              <a:gdLst>
                <a:gd name="textAreaLeft" fmla="*/ 0 w 305640"/>
                <a:gd name="textAreaRight" fmla="*/ 306000 w 305640"/>
                <a:gd name="textAreaTop" fmla="*/ 0 h 305640"/>
                <a:gd name="textAreaBottom" fmla="*/ 306000 h 305640"/>
                <a:gd name="GluePoint1X" fmla="*/ 64 w 146"/>
                <a:gd name="GluePoint1Y" fmla="*/ 31 h 146"/>
                <a:gd name="GluePoint2X" fmla="*/ 33 w 146"/>
                <a:gd name="GluePoint2Y" fmla="*/ 0 h 146"/>
                <a:gd name="GluePoint3X" fmla="*/ 0 w 146"/>
                <a:gd name="GluePoint3Y" fmla="*/ 32 h 146"/>
                <a:gd name="GluePoint4X" fmla="*/ 32 w 146"/>
                <a:gd name="GluePoint4Y" fmla="*/ 64 h 146"/>
                <a:gd name="GluePoint5X" fmla="*/ 23 w 146"/>
                <a:gd name="GluePoint5Y" fmla="*/ 73 h 146"/>
                <a:gd name="GluePoint6X" fmla="*/ 96 w 146"/>
                <a:gd name="GluePoint6Y" fmla="*/ 146 h 146"/>
                <a:gd name="GluePoint7X" fmla="*/ 146 w 146"/>
                <a:gd name="GluePoint7Y" fmla="*/ 95 h 146"/>
                <a:gd name="GluePoint8X" fmla="*/ 73 w 146"/>
                <a:gd name="GluePoint8Y" fmla="*/ 22 h 146"/>
                <a:gd name="GluePoint9X" fmla="*/ 64 w 146"/>
                <a:gd name="GluePoint9Y" fmla="*/ 31 h 146"/>
                <a:gd name="GluePoint10X" fmla="*/ 7 w 146"/>
                <a:gd name="GluePoint10Y" fmla="*/ 32 h 146"/>
                <a:gd name="GluePoint11X" fmla="*/ 33 w 146"/>
                <a:gd name="GluePoint11Y" fmla="*/ 6 h 146"/>
                <a:gd name="GluePoint12X" fmla="*/ 61 w 146"/>
                <a:gd name="GluePoint12Y" fmla="*/ 35 h 146"/>
                <a:gd name="GluePoint13X" fmla="*/ 35 w 146"/>
                <a:gd name="GluePoint13Y" fmla="*/ 60 h 146"/>
                <a:gd name="GluePoint14X" fmla="*/ 7 w 146"/>
                <a:gd name="GluePoint14Y" fmla="*/ 32 h 146"/>
                <a:gd name="GluePoint15X" fmla="*/ 96 w 146"/>
                <a:gd name="GluePoint15Y" fmla="*/ 139 h 146"/>
                <a:gd name="GluePoint16X" fmla="*/ 29 w 146"/>
                <a:gd name="GluePoint16Y" fmla="*/ 73 h 146"/>
                <a:gd name="GluePoint17X" fmla="*/ 35 w 146"/>
                <a:gd name="GluePoint17Y" fmla="*/ 67 h 146"/>
                <a:gd name="GluePoint18X" fmla="*/ 67 w 146"/>
                <a:gd name="GluePoint18Y" fmla="*/ 35 h 146"/>
                <a:gd name="GluePoint19X" fmla="*/ 73 w 146"/>
                <a:gd name="GluePoint19Y" fmla="*/ 28 h 146"/>
                <a:gd name="GluePoint20X" fmla="*/ 140 w 146"/>
                <a:gd name="GluePoint20Y" fmla="*/ 95 h 146"/>
                <a:gd name="GluePoint21X" fmla="*/ 96 w 146"/>
                <a:gd name="GluePoint21Y" fmla="*/ 139 h 1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146" h="146">
                  <a:moveTo>
                    <a:pt x="64" y="31"/>
                  </a:moveTo>
                  <a:lnTo>
                    <a:pt x="33" y="0"/>
                  </a:lnTo>
                  <a:lnTo>
                    <a:pt x="0" y="32"/>
                  </a:lnTo>
                  <a:lnTo>
                    <a:pt x="32" y="64"/>
                  </a:lnTo>
                  <a:lnTo>
                    <a:pt x="23" y="73"/>
                  </a:lnTo>
                  <a:lnTo>
                    <a:pt x="96" y="146"/>
                  </a:lnTo>
                  <a:lnTo>
                    <a:pt x="146" y="95"/>
                  </a:lnTo>
                  <a:lnTo>
                    <a:pt x="73" y="22"/>
                  </a:lnTo>
                  <a:lnTo>
                    <a:pt x="64" y="31"/>
                  </a:lnTo>
                  <a:close/>
                  <a:moveTo>
                    <a:pt x="7" y="32"/>
                  </a:moveTo>
                  <a:lnTo>
                    <a:pt x="33" y="6"/>
                  </a:lnTo>
                  <a:lnTo>
                    <a:pt x="61" y="35"/>
                  </a:lnTo>
                  <a:lnTo>
                    <a:pt x="35" y="60"/>
                  </a:lnTo>
                  <a:lnTo>
                    <a:pt x="7" y="32"/>
                  </a:lnTo>
                  <a:close/>
                  <a:moveTo>
                    <a:pt x="96" y="139"/>
                  </a:moveTo>
                  <a:lnTo>
                    <a:pt x="29" y="73"/>
                  </a:lnTo>
                  <a:lnTo>
                    <a:pt x="35" y="67"/>
                  </a:lnTo>
                  <a:lnTo>
                    <a:pt x="67" y="35"/>
                  </a:lnTo>
                  <a:lnTo>
                    <a:pt x="73" y="28"/>
                  </a:lnTo>
                  <a:lnTo>
                    <a:pt x="140" y="95"/>
                  </a:lnTo>
                  <a:lnTo>
                    <a:pt x="96" y="13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68" name="Freeform 373"/>
            <p:cNvSpPr/>
            <p:nvPr/>
          </p:nvSpPr>
          <p:spPr>
            <a:xfrm>
              <a:off x="6035040" y="2101320"/>
              <a:ext cx="47880" cy="5004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50040"/>
                <a:gd name="textAreaBottom" fmla="*/ 50400 h 50040"/>
                <a:gd name="GluePoint1X" fmla="*/ 20 w 23"/>
                <a:gd name="GluePoint1Y" fmla="*/ 24 h 24"/>
                <a:gd name="GluePoint2X" fmla="*/ 0 w 23"/>
                <a:gd name="GluePoint2Y" fmla="*/ 4 h 24"/>
                <a:gd name="GluePoint3X" fmla="*/ 2 w 23"/>
                <a:gd name="GluePoint3Y" fmla="*/ 0 h 24"/>
                <a:gd name="GluePoint4X" fmla="*/ 23 w 23"/>
                <a:gd name="GluePoint4Y" fmla="*/ 21 h 24"/>
                <a:gd name="GluePoint5X" fmla="*/ 20 w 23"/>
                <a:gd name="GluePoint5Y" fmla="*/ 24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" h="24">
                  <a:moveTo>
                    <a:pt x="20" y="24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23" y="21"/>
                  </a:lnTo>
                  <a:lnTo>
                    <a:pt x="20" y="2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200" bIns="25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69" name="Freeform 374"/>
            <p:cNvSpPr/>
            <p:nvPr/>
          </p:nvSpPr>
          <p:spPr>
            <a:xfrm>
              <a:off x="6062040" y="2073960"/>
              <a:ext cx="47880" cy="4788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47880"/>
                <a:gd name="textAreaBottom" fmla="*/ 48240 h 47880"/>
                <a:gd name="GluePoint1X" fmla="*/ 0 w 23"/>
                <a:gd name="GluePoint1Y" fmla="*/ 3 h 23"/>
                <a:gd name="GluePoint2X" fmla="*/ 3 w 23"/>
                <a:gd name="GluePoint2Y" fmla="*/ 0 h 23"/>
                <a:gd name="GluePoint3X" fmla="*/ 23 w 23"/>
                <a:gd name="GluePoint3Y" fmla="*/ 20 h 23"/>
                <a:gd name="GluePoint4X" fmla="*/ 20 w 23"/>
                <a:gd name="GluePoint4Y" fmla="*/ 23 h 23"/>
                <a:gd name="GluePoint5X" fmla="*/ 0 w 23"/>
                <a:gd name="GluePoint5Y" fmla="*/ 3 h 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" h="23">
                  <a:moveTo>
                    <a:pt x="0" y="3"/>
                  </a:moveTo>
                  <a:lnTo>
                    <a:pt x="3" y="0"/>
                  </a:lnTo>
                  <a:lnTo>
                    <a:pt x="23" y="20"/>
                  </a:lnTo>
                  <a:lnTo>
                    <a:pt x="20" y="2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4120" bIns="24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70" name="Group 34"/>
          <p:cNvGrpSpPr/>
          <p:nvPr/>
        </p:nvGrpSpPr>
        <p:grpSpPr>
          <a:xfrm>
            <a:off x="6397560" y="2093040"/>
            <a:ext cx="301320" cy="203040"/>
            <a:chOff x="6397560" y="2093040"/>
            <a:chExt cx="301320" cy="203040"/>
          </a:xfrm>
        </p:grpSpPr>
        <p:sp>
          <p:nvSpPr>
            <p:cNvPr id="1371" name="Freeform 375"/>
            <p:cNvSpPr/>
            <p:nvPr/>
          </p:nvSpPr>
          <p:spPr>
            <a:xfrm>
              <a:off x="6397560" y="2093040"/>
              <a:ext cx="301320" cy="20304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03040"/>
                <a:gd name="textAreaBottom" fmla="*/ 203400 h 203040"/>
                <a:gd name="GluePoint1X" fmla="*/ 106 w 144"/>
                <a:gd name="GluePoint1Y" fmla="*/ 18 h 97"/>
                <a:gd name="GluePoint2X" fmla="*/ 90 w 144"/>
                <a:gd name="GluePoint2Y" fmla="*/ 18 h 97"/>
                <a:gd name="GluePoint3X" fmla="*/ 72 w 144"/>
                <a:gd name="GluePoint3Y" fmla="*/ 0 h 97"/>
                <a:gd name="GluePoint4X" fmla="*/ 13 w 144"/>
                <a:gd name="GluePoint4Y" fmla="*/ 0 h 97"/>
                <a:gd name="GluePoint5X" fmla="*/ 13 w 144"/>
                <a:gd name="GluePoint5Y" fmla="*/ 5 h 97"/>
                <a:gd name="GluePoint6X" fmla="*/ 71 w 144"/>
                <a:gd name="GluePoint6Y" fmla="*/ 5 h 97"/>
                <a:gd name="GluePoint7X" fmla="*/ 84 w 144"/>
                <a:gd name="GluePoint7Y" fmla="*/ 18 h 97"/>
                <a:gd name="GluePoint8X" fmla="*/ 0 w 144"/>
                <a:gd name="GluePoint8Y" fmla="*/ 18 h 97"/>
                <a:gd name="GluePoint9X" fmla="*/ 0 w 144"/>
                <a:gd name="GluePoint9Y" fmla="*/ 95 h 97"/>
                <a:gd name="GluePoint10X" fmla="*/ 106 w 144"/>
                <a:gd name="GluePoint10Y" fmla="*/ 95 h 97"/>
                <a:gd name="GluePoint11X" fmla="*/ 106 w 144"/>
                <a:gd name="GluePoint11Y" fmla="*/ 74 h 97"/>
                <a:gd name="GluePoint12X" fmla="*/ 144 w 144"/>
                <a:gd name="GluePoint12Y" fmla="*/ 97 h 97"/>
                <a:gd name="GluePoint13X" fmla="*/ 144 w 144"/>
                <a:gd name="GluePoint13Y" fmla="*/ 17 h 97"/>
                <a:gd name="GluePoint14X" fmla="*/ 106 w 144"/>
                <a:gd name="GluePoint14Y" fmla="*/ 39 h 97"/>
                <a:gd name="GluePoint15X" fmla="*/ 106 w 144"/>
                <a:gd name="GluePoint15Y" fmla="*/ 18 h 97"/>
                <a:gd name="GluePoint16X" fmla="*/ 139 w 144"/>
                <a:gd name="GluePoint16Y" fmla="*/ 25 h 97"/>
                <a:gd name="GluePoint17X" fmla="*/ 139 w 144"/>
                <a:gd name="GluePoint17Y" fmla="*/ 89 h 97"/>
                <a:gd name="GluePoint18X" fmla="*/ 101 w 144"/>
                <a:gd name="GluePoint18Y" fmla="*/ 66 h 97"/>
                <a:gd name="GluePoint19X" fmla="*/ 101 w 144"/>
                <a:gd name="GluePoint19Y" fmla="*/ 91 h 97"/>
                <a:gd name="GluePoint20X" fmla="*/ 4 w 144"/>
                <a:gd name="GluePoint20Y" fmla="*/ 91 h 97"/>
                <a:gd name="GluePoint21X" fmla="*/ 4 w 144"/>
                <a:gd name="GluePoint21Y" fmla="*/ 23 h 97"/>
                <a:gd name="GluePoint22X" fmla="*/ 101 w 144"/>
                <a:gd name="GluePoint22Y" fmla="*/ 23 h 97"/>
                <a:gd name="GluePoint23X" fmla="*/ 101 w 144"/>
                <a:gd name="GluePoint23Y" fmla="*/ 47 h 97"/>
                <a:gd name="GluePoint24X" fmla="*/ 139 w 144"/>
                <a:gd name="GluePoint24Y" fmla="*/ 25 h 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144" h="97">
                  <a:moveTo>
                    <a:pt x="106" y="18"/>
                  </a:moveTo>
                  <a:lnTo>
                    <a:pt x="90" y="18"/>
                  </a:lnTo>
                  <a:lnTo>
                    <a:pt x="72" y="0"/>
                  </a:lnTo>
                  <a:lnTo>
                    <a:pt x="13" y="0"/>
                  </a:lnTo>
                  <a:lnTo>
                    <a:pt x="13" y="5"/>
                  </a:lnTo>
                  <a:lnTo>
                    <a:pt x="71" y="5"/>
                  </a:lnTo>
                  <a:lnTo>
                    <a:pt x="84" y="18"/>
                  </a:lnTo>
                  <a:lnTo>
                    <a:pt x="0" y="18"/>
                  </a:lnTo>
                  <a:lnTo>
                    <a:pt x="0" y="95"/>
                  </a:lnTo>
                  <a:lnTo>
                    <a:pt x="106" y="95"/>
                  </a:lnTo>
                  <a:lnTo>
                    <a:pt x="106" y="74"/>
                  </a:lnTo>
                  <a:lnTo>
                    <a:pt x="144" y="97"/>
                  </a:lnTo>
                  <a:lnTo>
                    <a:pt x="144" y="17"/>
                  </a:lnTo>
                  <a:lnTo>
                    <a:pt x="106" y="39"/>
                  </a:lnTo>
                  <a:lnTo>
                    <a:pt x="106" y="18"/>
                  </a:lnTo>
                  <a:close/>
                  <a:moveTo>
                    <a:pt x="139" y="25"/>
                  </a:moveTo>
                  <a:lnTo>
                    <a:pt x="139" y="89"/>
                  </a:lnTo>
                  <a:lnTo>
                    <a:pt x="101" y="66"/>
                  </a:lnTo>
                  <a:lnTo>
                    <a:pt x="101" y="91"/>
                  </a:lnTo>
                  <a:lnTo>
                    <a:pt x="4" y="91"/>
                  </a:lnTo>
                  <a:lnTo>
                    <a:pt x="4" y="23"/>
                  </a:lnTo>
                  <a:lnTo>
                    <a:pt x="101" y="23"/>
                  </a:lnTo>
                  <a:lnTo>
                    <a:pt x="101" y="47"/>
                  </a:lnTo>
                  <a:lnTo>
                    <a:pt x="139" y="2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72" name="Rectangle 376"/>
            <p:cNvSpPr/>
            <p:nvPr/>
          </p:nvSpPr>
          <p:spPr>
            <a:xfrm>
              <a:off x="6424920" y="216828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73" name="Rectangle 377"/>
            <p:cNvSpPr/>
            <p:nvPr/>
          </p:nvSpPr>
          <p:spPr>
            <a:xfrm>
              <a:off x="6462360" y="216828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74" name="Freeform 378"/>
            <p:cNvSpPr/>
            <p:nvPr/>
          </p:nvSpPr>
          <p:spPr>
            <a:xfrm>
              <a:off x="6424920" y="2206080"/>
              <a:ext cx="93960" cy="5832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58320"/>
                <a:gd name="textAreaBottom" fmla="*/ 58680 h 58320"/>
                <a:gd name="GluePoint1X" fmla="*/ 0 w 45"/>
                <a:gd name="GluePoint1Y" fmla="*/ 28 h 28"/>
                <a:gd name="GluePoint2X" fmla="*/ 45 w 45"/>
                <a:gd name="GluePoint2Y" fmla="*/ 28 h 28"/>
                <a:gd name="GluePoint3X" fmla="*/ 45 w 45"/>
                <a:gd name="GluePoint3Y" fmla="*/ 0 h 28"/>
                <a:gd name="GluePoint4X" fmla="*/ 0 w 45"/>
                <a:gd name="GluePoint4Y" fmla="*/ 0 h 28"/>
                <a:gd name="GluePoint5X" fmla="*/ 0 w 45"/>
                <a:gd name="GluePoint5Y" fmla="*/ 28 h 28"/>
                <a:gd name="GluePoint6X" fmla="*/ 5 w 45"/>
                <a:gd name="GluePoint6Y" fmla="*/ 5 h 28"/>
                <a:gd name="GluePoint7X" fmla="*/ 41 w 45"/>
                <a:gd name="GluePoint7Y" fmla="*/ 5 h 28"/>
                <a:gd name="GluePoint8X" fmla="*/ 41 w 45"/>
                <a:gd name="GluePoint8Y" fmla="*/ 23 h 28"/>
                <a:gd name="GluePoint9X" fmla="*/ 5 w 45"/>
                <a:gd name="GluePoint9Y" fmla="*/ 23 h 28"/>
                <a:gd name="GluePoint10X" fmla="*/ 5 w 45"/>
                <a:gd name="GluePoint10Y" fmla="*/ 5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5" h="28">
                  <a:moveTo>
                    <a:pt x="0" y="28"/>
                  </a:moveTo>
                  <a:lnTo>
                    <a:pt x="45" y="28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28"/>
                  </a:lnTo>
                  <a:close/>
                  <a:moveTo>
                    <a:pt x="5" y="5"/>
                  </a:moveTo>
                  <a:lnTo>
                    <a:pt x="41" y="5"/>
                  </a:lnTo>
                  <a:lnTo>
                    <a:pt x="41" y="23"/>
                  </a:lnTo>
                  <a:lnTo>
                    <a:pt x="5" y="23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9160" bIns="29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75" name="Group 35"/>
          <p:cNvGrpSpPr/>
          <p:nvPr/>
        </p:nvGrpSpPr>
        <p:grpSpPr>
          <a:xfrm>
            <a:off x="6839640" y="2044800"/>
            <a:ext cx="198720" cy="301320"/>
            <a:chOff x="6839640" y="2044800"/>
            <a:chExt cx="198720" cy="301320"/>
          </a:xfrm>
        </p:grpSpPr>
        <p:sp>
          <p:nvSpPr>
            <p:cNvPr id="1376" name="Freeform 379"/>
            <p:cNvSpPr/>
            <p:nvPr/>
          </p:nvSpPr>
          <p:spPr>
            <a:xfrm>
              <a:off x="6839640" y="2044800"/>
              <a:ext cx="198720" cy="3013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301320"/>
                <a:gd name="textAreaBottom" fmla="*/ 301680 h 301320"/>
                <a:gd name="GluePoint1X" fmla="*/ 168 w 168"/>
                <a:gd name="GluePoint1Y" fmla="*/ 128 h 256"/>
                <a:gd name="GluePoint2X" fmla="*/ 133 w 168"/>
                <a:gd name="GluePoint2Y" fmla="*/ 60 h 256"/>
                <a:gd name="GluePoint3X" fmla="*/ 136 w 168"/>
                <a:gd name="GluePoint3Y" fmla="*/ 60 h 256"/>
                <a:gd name="GluePoint4X" fmla="*/ 136 w 168"/>
                <a:gd name="GluePoint4Y" fmla="*/ 0 h 256"/>
                <a:gd name="GluePoint5X" fmla="*/ 32 w 168"/>
                <a:gd name="GluePoint5Y" fmla="*/ 0 h 256"/>
                <a:gd name="GluePoint6X" fmla="*/ 32 w 168"/>
                <a:gd name="GluePoint6Y" fmla="*/ 60 h 256"/>
                <a:gd name="GluePoint7X" fmla="*/ 35 w 168"/>
                <a:gd name="GluePoint7Y" fmla="*/ 60 h 256"/>
                <a:gd name="GluePoint8X" fmla="*/ 0 w 168"/>
                <a:gd name="GluePoint8Y" fmla="*/ 128 h 256"/>
                <a:gd name="GluePoint9X" fmla="*/ 35 w 168"/>
                <a:gd name="GluePoint9Y" fmla="*/ 196 h 256"/>
                <a:gd name="GluePoint10X" fmla="*/ 32 w 168"/>
                <a:gd name="GluePoint10Y" fmla="*/ 196 h 256"/>
                <a:gd name="GluePoint11X" fmla="*/ 32 w 168"/>
                <a:gd name="GluePoint11Y" fmla="*/ 256 h 256"/>
                <a:gd name="GluePoint12X" fmla="*/ 136 w 168"/>
                <a:gd name="GluePoint12Y" fmla="*/ 256 h 256"/>
                <a:gd name="GluePoint13X" fmla="*/ 136 w 168"/>
                <a:gd name="GluePoint13Y" fmla="*/ 196 h 256"/>
                <a:gd name="GluePoint14X" fmla="*/ 133 w 168"/>
                <a:gd name="GluePoint14Y" fmla="*/ 196 h 256"/>
                <a:gd name="GluePoint15X" fmla="*/ 168 w 168"/>
                <a:gd name="GluePoint15Y" fmla="*/ 128 h 256"/>
                <a:gd name="GluePoint16X" fmla="*/ 40 w 168"/>
                <a:gd name="GluePoint16Y" fmla="*/ 8 h 256"/>
                <a:gd name="GluePoint17X" fmla="*/ 128 w 168"/>
                <a:gd name="GluePoint17Y" fmla="*/ 8 h 256"/>
                <a:gd name="GluePoint18X" fmla="*/ 128 w 168"/>
                <a:gd name="GluePoint18Y" fmla="*/ 56 h 256"/>
                <a:gd name="GluePoint19X" fmla="*/ 84 w 168"/>
                <a:gd name="GluePoint19Y" fmla="*/ 44 h 256"/>
                <a:gd name="GluePoint20X" fmla="*/ 40 w 168"/>
                <a:gd name="GluePoint20Y" fmla="*/ 56 h 256"/>
                <a:gd name="GluePoint21X" fmla="*/ 40 w 168"/>
                <a:gd name="GluePoint21Y" fmla="*/ 8 h 256"/>
                <a:gd name="GluePoint22X" fmla="*/ 128 w 168"/>
                <a:gd name="GluePoint22Y" fmla="*/ 248 h 256"/>
                <a:gd name="GluePoint23X" fmla="*/ 40 w 168"/>
                <a:gd name="GluePoint23Y" fmla="*/ 248 h 256"/>
                <a:gd name="GluePoint24X" fmla="*/ 40 w 168"/>
                <a:gd name="GluePoint24Y" fmla="*/ 199 h 256"/>
                <a:gd name="GluePoint25X" fmla="*/ 84 w 168"/>
                <a:gd name="GluePoint25Y" fmla="*/ 212 h 256"/>
                <a:gd name="GluePoint26X" fmla="*/ 128 w 168"/>
                <a:gd name="GluePoint26Y" fmla="*/ 199 h 256"/>
                <a:gd name="GluePoint27X" fmla="*/ 128 w 168"/>
                <a:gd name="GluePoint27Y" fmla="*/ 248 h 256"/>
                <a:gd name="GluePoint28X" fmla="*/ 84 w 168"/>
                <a:gd name="GluePoint28Y" fmla="*/ 204 h 256"/>
                <a:gd name="GluePoint29X" fmla="*/ 8 w 168"/>
                <a:gd name="GluePoint29Y" fmla="*/ 128 h 256"/>
                <a:gd name="GluePoint30X" fmla="*/ 84 w 168"/>
                <a:gd name="GluePoint30Y" fmla="*/ 52 h 256"/>
                <a:gd name="GluePoint31X" fmla="*/ 160 w 168"/>
                <a:gd name="GluePoint31Y" fmla="*/ 128 h 256"/>
                <a:gd name="GluePoint32X" fmla="*/ 84 w 168"/>
                <a:gd name="GluePoint32Y" fmla="*/ 204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168" h="256">
                  <a:moveTo>
                    <a:pt x="168" y="128"/>
                  </a:moveTo>
                  <a:cubicBezTo>
                    <a:pt x="168" y="100"/>
                    <a:pt x="154" y="75"/>
                    <a:pt x="133" y="60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13" y="75"/>
                    <a:pt x="0" y="100"/>
                    <a:pt x="0" y="128"/>
                  </a:cubicBezTo>
                  <a:cubicBezTo>
                    <a:pt x="0" y="156"/>
                    <a:pt x="13" y="180"/>
                    <a:pt x="35" y="196"/>
                  </a:cubicBezTo>
                  <a:cubicBezTo>
                    <a:pt x="32" y="196"/>
                    <a:pt x="32" y="196"/>
                    <a:pt x="32" y="196"/>
                  </a:cubicBezTo>
                  <a:cubicBezTo>
                    <a:pt x="32" y="256"/>
                    <a:pt x="32" y="256"/>
                    <a:pt x="32" y="256"/>
                  </a:cubicBezTo>
                  <a:cubicBezTo>
                    <a:pt x="136" y="256"/>
                    <a:pt x="136" y="256"/>
                    <a:pt x="136" y="256"/>
                  </a:cubicBezTo>
                  <a:cubicBezTo>
                    <a:pt x="136" y="196"/>
                    <a:pt x="136" y="196"/>
                    <a:pt x="136" y="196"/>
                  </a:cubicBezTo>
                  <a:cubicBezTo>
                    <a:pt x="133" y="196"/>
                    <a:pt x="133" y="196"/>
                    <a:pt x="133" y="196"/>
                  </a:cubicBezTo>
                  <a:cubicBezTo>
                    <a:pt x="154" y="180"/>
                    <a:pt x="168" y="156"/>
                    <a:pt x="168" y="128"/>
                  </a:cubicBezTo>
                  <a:close/>
                  <a:moveTo>
                    <a:pt x="40" y="8"/>
                  </a:moveTo>
                  <a:cubicBezTo>
                    <a:pt x="128" y="8"/>
                    <a:pt x="128" y="8"/>
                    <a:pt x="128" y="8"/>
                  </a:cubicBezTo>
                  <a:cubicBezTo>
                    <a:pt x="128" y="56"/>
                    <a:pt x="128" y="56"/>
                    <a:pt x="128" y="56"/>
                  </a:cubicBezTo>
                  <a:cubicBezTo>
                    <a:pt x="115" y="48"/>
                    <a:pt x="100" y="44"/>
                    <a:pt x="84" y="44"/>
                  </a:cubicBezTo>
                  <a:cubicBezTo>
                    <a:pt x="68" y="44"/>
                    <a:pt x="52" y="48"/>
                    <a:pt x="40" y="56"/>
                  </a:cubicBezTo>
                  <a:lnTo>
                    <a:pt x="40" y="8"/>
                  </a:lnTo>
                  <a:close/>
                  <a:moveTo>
                    <a:pt x="128" y="248"/>
                  </a:moveTo>
                  <a:cubicBezTo>
                    <a:pt x="40" y="248"/>
                    <a:pt x="40" y="248"/>
                    <a:pt x="40" y="248"/>
                  </a:cubicBezTo>
                  <a:cubicBezTo>
                    <a:pt x="40" y="199"/>
                    <a:pt x="40" y="199"/>
                    <a:pt x="40" y="199"/>
                  </a:cubicBezTo>
                  <a:cubicBezTo>
                    <a:pt x="52" y="207"/>
                    <a:pt x="68" y="212"/>
                    <a:pt x="84" y="212"/>
                  </a:cubicBezTo>
                  <a:cubicBezTo>
                    <a:pt x="100" y="212"/>
                    <a:pt x="115" y="207"/>
                    <a:pt x="128" y="199"/>
                  </a:cubicBezTo>
                  <a:lnTo>
                    <a:pt x="128" y="248"/>
                  </a:lnTo>
                  <a:close/>
                  <a:moveTo>
                    <a:pt x="84" y="204"/>
                  </a:moveTo>
                  <a:cubicBezTo>
                    <a:pt x="42" y="204"/>
                    <a:pt x="8" y="170"/>
                    <a:pt x="8" y="128"/>
                  </a:cubicBezTo>
                  <a:cubicBezTo>
                    <a:pt x="8" y="86"/>
                    <a:pt x="42" y="52"/>
                    <a:pt x="84" y="52"/>
                  </a:cubicBezTo>
                  <a:cubicBezTo>
                    <a:pt x="126" y="52"/>
                    <a:pt x="160" y="86"/>
                    <a:pt x="160" y="128"/>
                  </a:cubicBezTo>
                  <a:cubicBezTo>
                    <a:pt x="160" y="170"/>
                    <a:pt x="126" y="204"/>
                    <a:pt x="84" y="20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77" name="Freeform 380"/>
            <p:cNvSpPr/>
            <p:nvPr/>
          </p:nvSpPr>
          <p:spPr>
            <a:xfrm>
              <a:off x="6936120" y="2139120"/>
              <a:ext cx="41400" cy="792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79200"/>
                <a:gd name="textAreaBottom" fmla="*/ 79560 h 79200"/>
                <a:gd name="GluePoint1X" fmla="*/ 4 w 20"/>
                <a:gd name="GluePoint1Y" fmla="*/ 0 h 38"/>
                <a:gd name="GluePoint2X" fmla="*/ 0 w 20"/>
                <a:gd name="GluePoint2Y" fmla="*/ 0 h 38"/>
                <a:gd name="GluePoint3X" fmla="*/ 0 w 20"/>
                <a:gd name="GluePoint3Y" fmla="*/ 28 h 38"/>
                <a:gd name="GluePoint4X" fmla="*/ 19 w 20"/>
                <a:gd name="GluePoint4Y" fmla="*/ 38 h 38"/>
                <a:gd name="GluePoint5X" fmla="*/ 20 w 20"/>
                <a:gd name="GluePoint5Y" fmla="*/ 34 h 38"/>
                <a:gd name="GluePoint6X" fmla="*/ 4 w 20"/>
                <a:gd name="GluePoint6Y" fmla="*/ 25 h 38"/>
                <a:gd name="GluePoint7X" fmla="*/ 4 w 20"/>
                <a:gd name="GluePoint7Y" fmla="*/ 0 h 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20" h="38">
                  <a:moveTo>
                    <a:pt x="4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9" y="38"/>
                  </a:lnTo>
                  <a:lnTo>
                    <a:pt x="20" y="34"/>
                  </a:lnTo>
                  <a:lnTo>
                    <a:pt x="4" y="2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0" bIns="39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78" name="Group 4"/>
          <p:cNvGrpSpPr/>
          <p:nvPr/>
        </p:nvGrpSpPr>
        <p:grpSpPr>
          <a:xfrm>
            <a:off x="2082240" y="2463840"/>
            <a:ext cx="301320" cy="244800"/>
            <a:chOff x="2082240" y="2463840"/>
            <a:chExt cx="301320" cy="244800"/>
          </a:xfrm>
        </p:grpSpPr>
        <p:sp>
          <p:nvSpPr>
            <p:cNvPr id="1379" name="Freeform 381"/>
            <p:cNvSpPr/>
            <p:nvPr/>
          </p:nvSpPr>
          <p:spPr>
            <a:xfrm>
              <a:off x="2082240" y="2463840"/>
              <a:ext cx="301320" cy="2448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44800"/>
                <a:gd name="textAreaBottom" fmla="*/ 245160 h 244800"/>
                <a:gd name="GluePoint1X" fmla="*/ 0 w 144"/>
                <a:gd name="GluePoint1Y" fmla="*/ 117 h 117"/>
                <a:gd name="GluePoint2X" fmla="*/ 144 w 144"/>
                <a:gd name="GluePoint2Y" fmla="*/ 117 h 117"/>
                <a:gd name="GluePoint3X" fmla="*/ 144 w 144"/>
                <a:gd name="GluePoint3Y" fmla="*/ 0 h 117"/>
                <a:gd name="GluePoint4X" fmla="*/ 0 w 144"/>
                <a:gd name="GluePoint4Y" fmla="*/ 0 h 117"/>
                <a:gd name="GluePoint5X" fmla="*/ 0 w 144"/>
                <a:gd name="GluePoint5Y" fmla="*/ 117 h 117"/>
                <a:gd name="GluePoint6X" fmla="*/ 4 w 144"/>
                <a:gd name="GluePoint6Y" fmla="*/ 113 h 117"/>
                <a:gd name="GluePoint7X" fmla="*/ 4 w 144"/>
                <a:gd name="GluePoint7Y" fmla="*/ 23 h 117"/>
                <a:gd name="GluePoint8X" fmla="*/ 139 w 144"/>
                <a:gd name="GluePoint8Y" fmla="*/ 23 h 117"/>
                <a:gd name="GluePoint9X" fmla="*/ 139 w 144"/>
                <a:gd name="GluePoint9Y" fmla="*/ 113 h 117"/>
                <a:gd name="GluePoint10X" fmla="*/ 4 w 144"/>
                <a:gd name="GluePoint10Y" fmla="*/ 113 h 117"/>
                <a:gd name="GluePoint11X" fmla="*/ 139 w 144"/>
                <a:gd name="GluePoint11Y" fmla="*/ 5 h 117"/>
                <a:gd name="GluePoint12X" fmla="*/ 139 w 144"/>
                <a:gd name="GluePoint12Y" fmla="*/ 18 h 117"/>
                <a:gd name="GluePoint13X" fmla="*/ 4 w 144"/>
                <a:gd name="GluePoint13Y" fmla="*/ 18 h 117"/>
                <a:gd name="GluePoint14X" fmla="*/ 4 w 144"/>
                <a:gd name="GluePoint14Y" fmla="*/ 5 h 117"/>
                <a:gd name="GluePoint15X" fmla="*/ 139 w 144"/>
                <a:gd name="GluePoint15Y" fmla="*/ 5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44" h="117">
                  <a:moveTo>
                    <a:pt x="0" y="117"/>
                  </a:moveTo>
                  <a:lnTo>
                    <a:pt x="144" y="117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17"/>
                  </a:lnTo>
                  <a:close/>
                  <a:moveTo>
                    <a:pt x="4" y="113"/>
                  </a:moveTo>
                  <a:lnTo>
                    <a:pt x="4" y="23"/>
                  </a:lnTo>
                  <a:lnTo>
                    <a:pt x="139" y="23"/>
                  </a:lnTo>
                  <a:lnTo>
                    <a:pt x="139" y="113"/>
                  </a:lnTo>
                  <a:lnTo>
                    <a:pt x="4" y="113"/>
                  </a:lnTo>
                  <a:close/>
                  <a:moveTo>
                    <a:pt x="139" y="5"/>
                  </a:moveTo>
                  <a:lnTo>
                    <a:pt x="139" y="18"/>
                  </a:lnTo>
                  <a:lnTo>
                    <a:pt x="4" y="18"/>
                  </a:lnTo>
                  <a:lnTo>
                    <a:pt x="4" y="5"/>
                  </a:lnTo>
                  <a:lnTo>
                    <a:pt x="139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80" name="Rectangle 382"/>
            <p:cNvSpPr/>
            <p:nvPr/>
          </p:nvSpPr>
          <p:spPr>
            <a:xfrm>
              <a:off x="2109600" y="248292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81" name="Rectangle 383"/>
            <p:cNvSpPr/>
            <p:nvPr/>
          </p:nvSpPr>
          <p:spPr>
            <a:xfrm>
              <a:off x="2147400" y="248292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82" name="Rectangle 384"/>
            <p:cNvSpPr/>
            <p:nvPr/>
          </p:nvSpPr>
          <p:spPr>
            <a:xfrm>
              <a:off x="2185200" y="248292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83" name="Group 5"/>
          <p:cNvGrpSpPr/>
          <p:nvPr/>
        </p:nvGrpSpPr>
        <p:grpSpPr>
          <a:xfrm>
            <a:off x="2474280" y="2463840"/>
            <a:ext cx="301320" cy="244800"/>
            <a:chOff x="2474280" y="2463840"/>
            <a:chExt cx="301320" cy="244800"/>
          </a:xfrm>
        </p:grpSpPr>
        <p:sp>
          <p:nvSpPr>
            <p:cNvPr id="1384" name="Freeform 385"/>
            <p:cNvSpPr/>
            <p:nvPr/>
          </p:nvSpPr>
          <p:spPr>
            <a:xfrm>
              <a:off x="2474280" y="2463840"/>
              <a:ext cx="301320" cy="24480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244800"/>
                <a:gd name="textAreaBottom" fmla="*/ 245160 h 244800"/>
                <a:gd name="GluePoint1X" fmla="*/ 0 w 144"/>
                <a:gd name="GluePoint1Y" fmla="*/ 117 h 117"/>
                <a:gd name="GluePoint2X" fmla="*/ 144 w 144"/>
                <a:gd name="GluePoint2Y" fmla="*/ 117 h 117"/>
                <a:gd name="GluePoint3X" fmla="*/ 144 w 144"/>
                <a:gd name="GluePoint3Y" fmla="*/ 0 h 117"/>
                <a:gd name="GluePoint4X" fmla="*/ 0 w 144"/>
                <a:gd name="GluePoint4Y" fmla="*/ 0 h 117"/>
                <a:gd name="GluePoint5X" fmla="*/ 0 w 144"/>
                <a:gd name="GluePoint5Y" fmla="*/ 117 h 117"/>
                <a:gd name="GluePoint6X" fmla="*/ 4 w 144"/>
                <a:gd name="GluePoint6Y" fmla="*/ 113 h 117"/>
                <a:gd name="GluePoint7X" fmla="*/ 4 w 144"/>
                <a:gd name="GluePoint7Y" fmla="*/ 23 h 117"/>
                <a:gd name="GluePoint8X" fmla="*/ 139 w 144"/>
                <a:gd name="GluePoint8Y" fmla="*/ 23 h 117"/>
                <a:gd name="GluePoint9X" fmla="*/ 139 w 144"/>
                <a:gd name="GluePoint9Y" fmla="*/ 113 h 117"/>
                <a:gd name="GluePoint10X" fmla="*/ 4 w 144"/>
                <a:gd name="GluePoint10Y" fmla="*/ 113 h 117"/>
                <a:gd name="GluePoint11X" fmla="*/ 139 w 144"/>
                <a:gd name="GluePoint11Y" fmla="*/ 5 h 117"/>
                <a:gd name="GluePoint12X" fmla="*/ 139 w 144"/>
                <a:gd name="GluePoint12Y" fmla="*/ 18 h 117"/>
                <a:gd name="GluePoint13X" fmla="*/ 4 w 144"/>
                <a:gd name="GluePoint13Y" fmla="*/ 18 h 117"/>
                <a:gd name="GluePoint14X" fmla="*/ 4 w 144"/>
                <a:gd name="GluePoint14Y" fmla="*/ 5 h 117"/>
                <a:gd name="GluePoint15X" fmla="*/ 139 w 144"/>
                <a:gd name="GluePoint15Y" fmla="*/ 5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44" h="117">
                  <a:moveTo>
                    <a:pt x="0" y="117"/>
                  </a:moveTo>
                  <a:lnTo>
                    <a:pt x="144" y="117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17"/>
                  </a:lnTo>
                  <a:close/>
                  <a:moveTo>
                    <a:pt x="4" y="113"/>
                  </a:moveTo>
                  <a:lnTo>
                    <a:pt x="4" y="23"/>
                  </a:lnTo>
                  <a:lnTo>
                    <a:pt x="139" y="23"/>
                  </a:lnTo>
                  <a:lnTo>
                    <a:pt x="139" y="113"/>
                  </a:lnTo>
                  <a:lnTo>
                    <a:pt x="4" y="113"/>
                  </a:lnTo>
                  <a:close/>
                  <a:moveTo>
                    <a:pt x="139" y="5"/>
                  </a:moveTo>
                  <a:lnTo>
                    <a:pt x="139" y="18"/>
                  </a:lnTo>
                  <a:lnTo>
                    <a:pt x="4" y="18"/>
                  </a:lnTo>
                  <a:lnTo>
                    <a:pt x="4" y="5"/>
                  </a:lnTo>
                  <a:lnTo>
                    <a:pt x="139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85" name="Rectangle 386"/>
            <p:cNvSpPr/>
            <p:nvPr/>
          </p:nvSpPr>
          <p:spPr>
            <a:xfrm>
              <a:off x="2501640" y="248292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86" name="Rectangle 387"/>
            <p:cNvSpPr/>
            <p:nvPr/>
          </p:nvSpPr>
          <p:spPr>
            <a:xfrm>
              <a:off x="2539440" y="248292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87" name="Rectangle 388"/>
            <p:cNvSpPr/>
            <p:nvPr/>
          </p:nvSpPr>
          <p:spPr>
            <a:xfrm>
              <a:off x="2576880" y="248292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88" name="Rectangle 389"/>
            <p:cNvSpPr/>
            <p:nvPr/>
          </p:nvSpPr>
          <p:spPr>
            <a:xfrm>
              <a:off x="2501640" y="254988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89" name="Rectangle 390"/>
            <p:cNvSpPr/>
            <p:nvPr/>
          </p:nvSpPr>
          <p:spPr>
            <a:xfrm>
              <a:off x="2501640" y="258768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90" name="Rectangle 391"/>
            <p:cNvSpPr/>
            <p:nvPr/>
          </p:nvSpPr>
          <p:spPr>
            <a:xfrm>
              <a:off x="2501640" y="2625120"/>
              <a:ext cx="127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91" name="Freeform 392"/>
            <p:cNvSpPr/>
            <p:nvPr/>
          </p:nvSpPr>
          <p:spPr>
            <a:xfrm>
              <a:off x="2648160" y="2549880"/>
              <a:ext cx="98280" cy="8352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83520"/>
                <a:gd name="textAreaBottom" fmla="*/ 83880 h 83520"/>
                <a:gd name="GluePoint1X" fmla="*/ 0 w 47"/>
                <a:gd name="GluePoint1Y" fmla="*/ 40 h 40"/>
                <a:gd name="GluePoint2X" fmla="*/ 47 w 47"/>
                <a:gd name="GluePoint2Y" fmla="*/ 40 h 40"/>
                <a:gd name="GluePoint3X" fmla="*/ 47 w 47"/>
                <a:gd name="GluePoint3Y" fmla="*/ 0 h 40"/>
                <a:gd name="GluePoint4X" fmla="*/ 0 w 47"/>
                <a:gd name="GluePoint4Y" fmla="*/ 0 h 40"/>
                <a:gd name="GluePoint5X" fmla="*/ 0 w 47"/>
                <a:gd name="GluePoint5Y" fmla="*/ 40 h 40"/>
                <a:gd name="GluePoint6X" fmla="*/ 5 w 47"/>
                <a:gd name="GluePoint6Y" fmla="*/ 4 h 40"/>
                <a:gd name="GluePoint7X" fmla="*/ 43 w 47"/>
                <a:gd name="GluePoint7Y" fmla="*/ 4 h 40"/>
                <a:gd name="GluePoint8X" fmla="*/ 43 w 47"/>
                <a:gd name="GluePoint8Y" fmla="*/ 36 h 40"/>
                <a:gd name="GluePoint9X" fmla="*/ 5 w 47"/>
                <a:gd name="GluePoint9Y" fmla="*/ 36 h 40"/>
                <a:gd name="GluePoint10X" fmla="*/ 5 w 47"/>
                <a:gd name="GluePoint10Y" fmla="*/ 4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40">
                  <a:moveTo>
                    <a:pt x="0" y="40"/>
                  </a:moveTo>
                  <a:lnTo>
                    <a:pt x="47" y="40"/>
                  </a:lnTo>
                  <a:lnTo>
                    <a:pt x="47" y="0"/>
                  </a:lnTo>
                  <a:lnTo>
                    <a:pt x="0" y="0"/>
                  </a:lnTo>
                  <a:lnTo>
                    <a:pt x="0" y="40"/>
                  </a:lnTo>
                  <a:close/>
                  <a:moveTo>
                    <a:pt x="5" y="4"/>
                  </a:moveTo>
                  <a:lnTo>
                    <a:pt x="43" y="4"/>
                  </a:lnTo>
                  <a:lnTo>
                    <a:pt x="43" y="36"/>
                  </a:lnTo>
                  <a:lnTo>
                    <a:pt x="5" y="36"/>
                  </a:lnTo>
                  <a:lnTo>
                    <a:pt x="5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92" name="Group 12"/>
          <p:cNvGrpSpPr/>
          <p:nvPr/>
        </p:nvGrpSpPr>
        <p:grpSpPr>
          <a:xfrm>
            <a:off x="2866320" y="2463840"/>
            <a:ext cx="301320" cy="244800"/>
            <a:chOff x="2866320" y="2463840"/>
            <a:chExt cx="301320" cy="244800"/>
          </a:xfrm>
        </p:grpSpPr>
        <p:sp>
          <p:nvSpPr>
            <p:cNvPr id="1393" name="Freeform 393"/>
            <p:cNvSpPr/>
            <p:nvPr/>
          </p:nvSpPr>
          <p:spPr>
            <a:xfrm>
              <a:off x="2866320" y="2501640"/>
              <a:ext cx="263880" cy="20700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207000"/>
                <a:gd name="textAreaBottom" fmla="*/ 207360 h 207000"/>
                <a:gd name="GluePoint1X" fmla="*/ 126 w 126"/>
                <a:gd name="GluePoint1Y" fmla="*/ 0 h 99"/>
                <a:gd name="GluePoint2X" fmla="*/ 0 w 126"/>
                <a:gd name="GluePoint2Y" fmla="*/ 0 h 99"/>
                <a:gd name="GluePoint3X" fmla="*/ 0 w 126"/>
                <a:gd name="GluePoint3Y" fmla="*/ 99 h 99"/>
                <a:gd name="GluePoint4X" fmla="*/ 126 w 126"/>
                <a:gd name="GluePoint4Y" fmla="*/ 99 h 99"/>
                <a:gd name="GluePoint5X" fmla="*/ 126 w 126"/>
                <a:gd name="GluePoint5Y" fmla="*/ 0 h 99"/>
                <a:gd name="GluePoint6X" fmla="*/ 121 w 126"/>
                <a:gd name="GluePoint6Y" fmla="*/ 5 h 99"/>
                <a:gd name="GluePoint7X" fmla="*/ 121 w 126"/>
                <a:gd name="GluePoint7Y" fmla="*/ 18 h 99"/>
                <a:gd name="GluePoint8X" fmla="*/ 4 w 126"/>
                <a:gd name="GluePoint8Y" fmla="*/ 18 h 99"/>
                <a:gd name="GluePoint9X" fmla="*/ 4 w 126"/>
                <a:gd name="GluePoint9Y" fmla="*/ 5 h 99"/>
                <a:gd name="GluePoint10X" fmla="*/ 121 w 126"/>
                <a:gd name="GluePoint10Y" fmla="*/ 5 h 99"/>
                <a:gd name="GluePoint11X" fmla="*/ 4 w 126"/>
                <a:gd name="GluePoint11Y" fmla="*/ 95 h 99"/>
                <a:gd name="GluePoint12X" fmla="*/ 4 w 126"/>
                <a:gd name="GluePoint12Y" fmla="*/ 23 h 99"/>
                <a:gd name="GluePoint13X" fmla="*/ 121 w 126"/>
                <a:gd name="GluePoint13Y" fmla="*/ 23 h 99"/>
                <a:gd name="GluePoint14X" fmla="*/ 121 w 126"/>
                <a:gd name="GluePoint14Y" fmla="*/ 95 h 99"/>
                <a:gd name="GluePoint15X" fmla="*/ 4 w 126"/>
                <a:gd name="GluePoint15Y" fmla="*/ 95 h 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26" h="99">
                  <a:moveTo>
                    <a:pt x="126" y="0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126" y="99"/>
                  </a:lnTo>
                  <a:lnTo>
                    <a:pt x="126" y="0"/>
                  </a:lnTo>
                  <a:close/>
                  <a:moveTo>
                    <a:pt x="121" y="5"/>
                  </a:moveTo>
                  <a:lnTo>
                    <a:pt x="121" y="18"/>
                  </a:lnTo>
                  <a:lnTo>
                    <a:pt x="4" y="18"/>
                  </a:lnTo>
                  <a:lnTo>
                    <a:pt x="4" y="5"/>
                  </a:lnTo>
                  <a:lnTo>
                    <a:pt x="121" y="5"/>
                  </a:lnTo>
                  <a:close/>
                  <a:moveTo>
                    <a:pt x="4" y="95"/>
                  </a:moveTo>
                  <a:lnTo>
                    <a:pt x="4" y="23"/>
                  </a:lnTo>
                  <a:lnTo>
                    <a:pt x="121" y="23"/>
                  </a:lnTo>
                  <a:lnTo>
                    <a:pt x="121" y="95"/>
                  </a:lnTo>
                  <a:lnTo>
                    <a:pt x="4" y="9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94" name="Freeform 394"/>
            <p:cNvSpPr/>
            <p:nvPr/>
          </p:nvSpPr>
          <p:spPr>
            <a:xfrm>
              <a:off x="2912400" y="2463840"/>
              <a:ext cx="255240" cy="21348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213480"/>
                <a:gd name="textAreaBottom" fmla="*/ 213840 h 213480"/>
                <a:gd name="GluePoint1X" fmla="*/ 0 w 122"/>
                <a:gd name="GluePoint1Y" fmla="*/ 14 h 102"/>
                <a:gd name="GluePoint2X" fmla="*/ 5 w 122"/>
                <a:gd name="GluePoint2Y" fmla="*/ 14 h 102"/>
                <a:gd name="GluePoint3X" fmla="*/ 5 w 122"/>
                <a:gd name="GluePoint3Y" fmla="*/ 5 h 102"/>
                <a:gd name="GluePoint4X" fmla="*/ 118 w 122"/>
                <a:gd name="GluePoint4Y" fmla="*/ 5 h 102"/>
                <a:gd name="GluePoint5X" fmla="*/ 118 w 122"/>
                <a:gd name="GluePoint5Y" fmla="*/ 97 h 102"/>
                <a:gd name="GluePoint6X" fmla="*/ 109 w 122"/>
                <a:gd name="GluePoint6Y" fmla="*/ 97 h 102"/>
                <a:gd name="GluePoint7X" fmla="*/ 109 w 122"/>
                <a:gd name="GluePoint7Y" fmla="*/ 102 h 102"/>
                <a:gd name="GluePoint8X" fmla="*/ 122 w 122"/>
                <a:gd name="GluePoint8Y" fmla="*/ 102 h 102"/>
                <a:gd name="GluePoint9X" fmla="*/ 122 w 122"/>
                <a:gd name="GluePoint9Y" fmla="*/ 0 h 102"/>
                <a:gd name="GluePoint10X" fmla="*/ 0 w 122"/>
                <a:gd name="GluePoint10Y" fmla="*/ 0 h 102"/>
                <a:gd name="GluePoint11X" fmla="*/ 0 w 122"/>
                <a:gd name="GluePoint11Y" fmla="*/ 14 h 10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22" h="102">
                  <a:moveTo>
                    <a:pt x="0" y="14"/>
                  </a:moveTo>
                  <a:lnTo>
                    <a:pt x="5" y="14"/>
                  </a:lnTo>
                  <a:lnTo>
                    <a:pt x="5" y="5"/>
                  </a:lnTo>
                  <a:lnTo>
                    <a:pt x="118" y="5"/>
                  </a:lnTo>
                  <a:lnTo>
                    <a:pt x="118" y="97"/>
                  </a:lnTo>
                  <a:lnTo>
                    <a:pt x="109" y="97"/>
                  </a:lnTo>
                  <a:lnTo>
                    <a:pt x="109" y="102"/>
                  </a:lnTo>
                  <a:lnTo>
                    <a:pt x="122" y="102"/>
                  </a:lnTo>
                  <a:lnTo>
                    <a:pt x="122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95" name="Rectangle 395"/>
            <p:cNvSpPr/>
            <p:nvPr/>
          </p:nvSpPr>
          <p:spPr>
            <a:xfrm>
              <a:off x="2893320" y="25203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96" name="Rectangle 396"/>
            <p:cNvSpPr/>
            <p:nvPr/>
          </p:nvSpPr>
          <p:spPr>
            <a:xfrm>
              <a:off x="2931120" y="25203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397" name="Rectangle 397"/>
            <p:cNvSpPr/>
            <p:nvPr/>
          </p:nvSpPr>
          <p:spPr>
            <a:xfrm>
              <a:off x="2968920" y="252036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398" name="Group 13"/>
          <p:cNvGrpSpPr/>
          <p:nvPr/>
        </p:nvGrpSpPr>
        <p:grpSpPr>
          <a:xfrm>
            <a:off x="3258000" y="2450160"/>
            <a:ext cx="303480" cy="246960"/>
            <a:chOff x="3258000" y="2450160"/>
            <a:chExt cx="303480" cy="246960"/>
          </a:xfrm>
        </p:grpSpPr>
        <p:sp>
          <p:nvSpPr>
            <p:cNvPr id="1399" name="Rectangle 398"/>
            <p:cNvSpPr/>
            <p:nvPr/>
          </p:nvSpPr>
          <p:spPr>
            <a:xfrm>
              <a:off x="3287520" y="2536200"/>
              <a:ext cx="2448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00" name="Rectangle 399"/>
            <p:cNvSpPr/>
            <p:nvPr/>
          </p:nvSpPr>
          <p:spPr>
            <a:xfrm>
              <a:off x="3287520" y="2573640"/>
              <a:ext cx="2448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01" name="Rectangle 400"/>
            <p:cNvSpPr/>
            <p:nvPr/>
          </p:nvSpPr>
          <p:spPr>
            <a:xfrm>
              <a:off x="3287520" y="2611440"/>
              <a:ext cx="2448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02" name="Freeform 401"/>
            <p:cNvSpPr/>
            <p:nvPr/>
          </p:nvSpPr>
          <p:spPr>
            <a:xfrm>
              <a:off x="3258000" y="2450160"/>
              <a:ext cx="303480" cy="24696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246960"/>
                <a:gd name="textAreaBottom" fmla="*/ 247320 h 246960"/>
                <a:gd name="GluePoint1X" fmla="*/ 145 w 145"/>
                <a:gd name="GluePoint1Y" fmla="*/ 0 h 118"/>
                <a:gd name="GluePoint2X" fmla="*/ 0 w 145"/>
                <a:gd name="GluePoint2Y" fmla="*/ 0 h 118"/>
                <a:gd name="GluePoint3X" fmla="*/ 0 w 145"/>
                <a:gd name="GluePoint3Y" fmla="*/ 118 h 118"/>
                <a:gd name="GluePoint4X" fmla="*/ 145 w 145"/>
                <a:gd name="GluePoint4Y" fmla="*/ 118 h 118"/>
                <a:gd name="GluePoint5X" fmla="*/ 145 w 145"/>
                <a:gd name="GluePoint5Y" fmla="*/ 0 h 118"/>
                <a:gd name="GluePoint6X" fmla="*/ 140 w 145"/>
                <a:gd name="GluePoint6Y" fmla="*/ 5 h 118"/>
                <a:gd name="GluePoint7X" fmla="*/ 140 w 145"/>
                <a:gd name="GluePoint7Y" fmla="*/ 18 h 118"/>
                <a:gd name="GluePoint8X" fmla="*/ 5 w 145"/>
                <a:gd name="GluePoint8Y" fmla="*/ 18 h 118"/>
                <a:gd name="GluePoint9X" fmla="*/ 5 w 145"/>
                <a:gd name="GluePoint9Y" fmla="*/ 5 h 118"/>
                <a:gd name="GluePoint10X" fmla="*/ 140 w 145"/>
                <a:gd name="GluePoint10Y" fmla="*/ 5 h 118"/>
                <a:gd name="GluePoint11X" fmla="*/ 5 w 145"/>
                <a:gd name="GluePoint11Y" fmla="*/ 113 h 118"/>
                <a:gd name="GluePoint12X" fmla="*/ 5 w 145"/>
                <a:gd name="GluePoint12Y" fmla="*/ 23 h 118"/>
                <a:gd name="GluePoint13X" fmla="*/ 140 w 145"/>
                <a:gd name="GluePoint13Y" fmla="*/ 23 h 118"/>
                <a:gd name="GluePoint14X" fmla="*/ 140 w 145"/>
                <a:gd name="GluePoint14Y" fmla="*/ 113 h 118"/>
                <a:gd name="GluePoint15X" fmla="*/ 5 w 145"/>
                <a:gd name="GluePoint15Y" fmla="*/ 113 h 1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45" h="118">
                  <a:moveTo>
                    <a:pt x="145" y="0"/>
                  </a:moveTo>
                  <a:lnTo>
                    <a:pt x="0" y="0"/>
                  </a:lnTo>
                  <a:lnTo>
                    <a:pt x="0" y="118"/>
                  </a:lnTo>
                  <a:lnTo>
                    <a:pt x="145" y="118"/>
                  </a:lnTo>
                  <a:lnTo>
                    <a:pt x="145" y="0"/>
                  </a:lnTo>
                  <a:close/>
                  <a:moveTo>
                    <a:pt x="140" y="5"/>
                  </a:moveTo>
                  <a:lnTo>
                    <a:pt x="140" y="18"/>
                  </a:lnTo>
                  <a:lnTo>
                    <a:pt x="5" y="18"/>
                  </a:lnTo>
                  <a:lnTo>
                    <a:pt x="5" y="5"/>
                  </a:lnTo>
                  <a:lnTo>
                    <a:pt x="140" y="5"/>
                  </a:lnTo>
                  <a:close/>
                  <a:moveTo>
                    <a:pt x="5" y="113"/>
                  </a:moveTo>
                  <a:lnTo>
                    <a:pt x="5" y="23"/>
                  </a:lnTo>
                  <a:lnTo>
                    <a:pt x="140" y="23"/>
                  </a:lnTo>
                  <a:lnTo>
                    <a:pt x="140" y="113"/>
                  </a:lnTo>
                  <a:lnTo>
                    <a:pt x="5" y="1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03" name="Rectangle 402"/>
            <p:cNvSpPr/>
            <p:nvPr/>
          </p:nvSpPr>
          <p:spPr>
            <a:xfrm>
              <a:off x="3287520" y="246888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04" name="Rectangle 403"/>
            <p:cNvSpPr/>
            <p:nvPr/>
          </p:nvSpPr>
          <p:spPr>
            <a:xfrm>
              <a:off x="3325320" y="246888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05" name="Rectangle 404"/>
            <p:cNvSpPr/>
            <p:nvPr/>
          </p:nvSpPr>
          <p:spPr>
            <a:xfrm>
              <a:off x="3362760" y="2468880"/>
              <a:ext cx="1836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406" name="Freeform 405"/>
          <p:cNvSpPr/>
          <p:nvPr/>
        </p:nvSpPr>
        <p:spPr>
          <a:xfrm>
            <a:off x="3650040" y="2436480"/>
            <a:ext cx="303480" cy="301320"/>
          </a:xfrm>
          <a:custGeom>
            <a:avLst/>
            <a:gdLst>
              <a:gd name="textAreaLeft" fmla="*/ 0 w 303480"/>
              <a:gd name="textAreaRight" fmla="*/ 303840 w 303480"/>
              <a:gd name="textAreaTop" fmla="*/ 0 h 301320"/>
              <a:gd name="textAreaBottom" fmla="*/ 301680 h 301320"/>
              <a:gd name="GluePoint1X" fmla="*/ 38 w 257"/>
              <a:gd name="GluePoint1Y" fmla="*/ 37 h 256"/>
              <a:gd name="GluePoint2X" fmla="*/ 38 w 257"/>
              <a:gd name="GluePoint2Y" fmla="*/ 219 h 256"/>
              <a:gd name="GluePoint3X" fmla="*/ 129 w 257"/>
              <a:gd name="GluePoint3Y" fmla="*/ 256 h 256"/>
              <a:gd name="GluePoint4X" fmla="*/ 257 w 257"/>
              <a:gd name="GluePoint4Y" fmla="*/ 128 h 256"/>
              <a:gd name="GluePoint5X" fmla="*/ 129 w 257"/>
              <a:gd name="GluePoint5Y" fmla="*/ 0 h 256"/>
              <a:gd name="GluePoint6X" fmla="*/ 188 w 257"/>
              <a:gd name="GluePoint6Y" fmla="*/ 73 h 256"/>
              <a:gd name="GluePoint7X" fmla="*/ 214 w 257"/>
              <a:gd name="GluePoint7Y" fmla="*/ 43 h 256"/>
              <a:gd name="GluePoint8X" fmla="*/ 135 w 257"/>
              <a:gd name="GluePoint8Y" fmla="*/ 248 h 256"/>
              <a:gd name="GluePoint9X" fmla="*/ 133 w 257"/>
              <a:gd name="GluePoint9Y" fmla="*/ 172 h 256"/>
              <a:gd name="GluePoint10X" fmla="*/ 135 w 257"/>
              <a:gd name="GluePoint10Y" fmla="*/ 248 h 256"/>
              <a:gd name="GluePoint11X" fmla="*/ 125 w 257"/>
              <a:gd name="GluePoint11Y" fmla="*/ 172 h 256"/>
              <a:gd name="GluePoint12X" fmla="*/ 122 w 257"/>
              <a:gd name="GluePoint12Y" fmla="*/ 248 h 256"/>
              <a:gd name="GluePoint13X" fmla="*/ 122 w 257"/>
              <a:gd name="GluePoint13Y" fmla="*/ 8 h 256"/>
              <a:gd name="GluePoint14X" fmla="*/ 125 w 257"/>
              <a:gd name="GluePoint14Y" fmla="*/ 84 h 256"/>
              <a:gd name="GluePoint15X" fmla="*/ 122 w 257"/>
              <a:gd name="GluePoint15Y" fmla="*/ 8 h 256"/>
              <a:gd name="GluePoint16X" fmla="*/ 133 w 257"/>
              <a:gd name="GluePoint16Y" fmla="*/ 84 h 256"/>
              <a:gd name="GluePoint17X" fmla="*/ 135 w 257"/>
              <a:gd name="GluePoint17Y" fmla="*/ 8 h 256"/>
              <a:gd name="GluePoint18X" fmla="*/ 133 w 257"/>
              <a:gd name="GluePoint18Y" fmla="*/ 92 h 256"/>
              <a:gd name="GluePoint19X" fmla="*/ 189 w 257"/>
              <a:gd name="GluePoint19Y" fmla="*/ 124 h 256"/>
              <a:gd name="GluePoint20X" fmla="*/ 133 w 257"/>
              <a:gd name="GluePoint20Y" fmla="*/ 92 h 256"/>
              <a:gd name="GluePoint21X" fmla="*/ 125 w 257"/>
              <a:gd name="GluePoint21Y" fmla="*/ 124 h 256"/>
              <a:gd name="GluePoint22X" fmla="*/ 75 w 257"/>
              <a:gd name="GluePoint22Y" fmla="*/ 84 h 256"/>
              <a:gd name="GluePoint23X" fmla="*/ 61 w 257"/>
              <a:gd name="GluePoint23Y" fmla="*/ 124 h 256"/>
              <a:gd name="GluePoint24X" fmla="*/ 33 w 257"/>
              <a:gd name="GluePoint24Y" fmla="*/ 55 h 256"/>
              <a:gd name="GluePoint25X" fmla="*/ 61 w 257"/>
              <a:gd name="GluePoint25Y" fmla="*/ 124 h 256"/>
              <a:gd name="GluePoint26X" fmla="*/ 67 w 257"/>
              <a:gd name="GluePoint26Y" fmla="*/ 175 h 256"/>
              <a:gd name="GluePoint27X" fmla="*/ 8 w 257"/>
              <a:gd name="GluePoint27Y" fmla="*/ 132 h 256"/>
              <a:gd name="GluePoint28X" fmla="*/ 69 w 257"/>
              <a:gd name="GluePoint28Y" fmla="*/ 132 h 256"/>
              <a:gd name="GluePoint29X" fmla="*/ 125 w 257"/>
              <a:gd name="GluePoint29Y" fmla="*/ 164 h 256"/>
              <a:gd name="GluePoint30X" fmla="*/ 69 w 257"/>
              <a:gd name="GluePoint30Y" fmla="*/ 132 h 256"/>
              <a:gd name="GluePoint31X" fmla="*/ 133 w 257"/>
              <a:gd name="GluePoint31Y" fmla="*/ 132 h 256"/>
              <a:gd name="GluePoint32X" fmla="*/ 182 w 257"/>
              <a:gd name="GluePoint32Y" fmla="*/ 172 h 256"/>
              <a:gd name="GluePoint33X" fmla="*/ 197 w 257"/>
              <a:gd name="GluePoint33Y" fmla="*/ 132 h 256"/>
              <a:gd name="GluePoint34X" fmla="*/ 225 w 257"/>
              <a:gd name="GluePoint34Y" fmla="*/ 201 h 256"/>
              <a:gd name="GluePoint35X" fmla="*/ 197 w 257"/>
              <a:gd name="GluePoint35Y" fmla="*/ 132 h 256"/>
              <a:gd name="GluePoint36X" fmla="*/ 190 w 257"/>
              <a:gd name="GluePoint36Y" fmla="*/ 81 h 256"/>
              <a:gd name="GluePoint37X" fmla="*/ 249 w 257"/>
              <a:gd name="GluePoint37Y" fmla="*/ 124 h 256"/>
              <a:gd name="GluePoint38X" fmla="*/ 109 w 257"/>
              <a:gd name="GluePoint38Y" fmla="*/ 9 h 256"/>
              <a:gd name="GluePoint39X" fmla="*/ 55 w 257"/>
              <a:gd name="GluePoint39Y" fmla="*/ 65 h 256"/>
              <a:gd name="GluePoint40X" fmla="*/ 44 w 257"/>
              <a:gd name="GluePoint40Y" fmla="*/ 43 h 256"/>
              <a:gd name="GluePoint41X" fmla="*/ 38 w 257"/>
              <a:gd name="GluePoint41Y" fmla="*/ 207 h 256"/>
              <a:gd name="GluePoint42X" fmla="*/ 109 w 257"/>
              <a:gd name="GluePoint42Y" fmla="*/ 247 h 256"/>
              <a:gd name="GluePoint43X" fmla="*/ 38 w 257"/>
              <a:gd name="GluePoint43Y" fmla="*/ 207 h 256"/>
              <a:gd name="GluePoint44X" fmla="*/ 129 w 257"/>
              <a:gd name="GluePoint44Y" fmla="*/ 252 h 256"/>
              <a:gd name="GluePoint45X" fmla="*/ 148 w 257"/>
              <a:gd name="GluePoint45Y" fmla="*/ 247 h 256"/>
              <a:gd name="GluePoint46X" fmla="*/ 202 w 257"/>
              <a:gd name="GluePoint46Y" fmla="*/ 191 h 256"/>
              <a:gd name="GluePoint47X" fmla="*/ 148 w 257"/>
              <a:gd name="GluePoint47Y" fmla="*/ 247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</a:cxnLst>
            <a:rect l="textAreaLeft" t="textAreaTop" r="textAreaRight" b="textAreaBottom"/>
            <a:pathLst>
              <a:path w="257" h="256">
                <a:moveTo>
                  <a:pt x="129" y="0"/>
                </a:moveTo>
                <a:cubicBezTo>
                  <a:pt x="94" y="0"/>
                  <a:pt x="62" y="13"/>
                  <a:pt x="38" y="37"/>
                </a:cubicBezTo>
                <a:cubicBezTo>
                  <a:pt x="14" y="61"/>
                  <a:pt x="0" y="94"/>
                  <a:pt x="0" y="128"/>
                </a:cubicBezTo>
                <a:cubicBezTo>
                  <a:pt x="0" y="162"/>
                  <a:pt x="14" y="194"/>
                  <a:pt x="38" y="219"/>
                </a:cubicBezTo>
                <a:cubicBezTo>
                  <a:pt x="62" y="243"/>
                  <a:pt x="94" y="256"/>
                  <a:pt x="129" y="256"/>
                </a:cubicBezTo>
                <a:cubicBezTo>
                  <a:pt x="129" y="256"/>
                  <a:pt x="129" y="256"/>
                  <a:pt x="129" y="256"/>
                </a:cubicBezTo>
                <a:cubicBezTo>
                  <a:pt x="129" y="256"/>
                  <a:pt x="129" y="256"/>
                  <a:pt x="129" y="256"/>
                </a:cubicBezTo>
                <a:cubicBezTo>
                  <a:pt x="200" y="256"/>
                  <a:pt x="257" y="199"/>
                  <a:pt x="257" y="128"/>
                </a:cubicBezTo>
                <a:cubicBezTo>
                  <a:pt x="257" y="93"/>
                  <a:pt x="244" y="61"/>
                  <a:pt x="220" y="37"/>
                </a:cubicBezTo>
                <a:cubicBezTo>
                  <a:pt x="195" y="13"/>
                  <a:pt x="163" y="0"/>
                  <a:pt x="129" y="0"/>
                </a:cubicBezTo>
                <a:close/>
                <a:moveTo>
                  <a:pt x="219" y="49"/>
                </a:moveTo>
                <a:cubicBezTo>
                  <a:pt x="216" y="54"/>
                  <a:pt x="207" y="65"/>
                  <a:pt x="188" y="73"/>
                </a:cubicBezTo>
                <a:cubicBezTo>
                  <a:pt x="177" y="42"/>
                  <a:pt x="159" y="20"/>
                  <a:pt x="148" y="9"/>
                </a:cubicBezTo>
                <a:cubicBezTo>
                  <a:pt x="173" y="13"/>
                  <a:pt x="196" y="25"/>
                  <a:pt x="214" y="43"/>
                </a:cubicBezTo>
                <a:cubicBezTo>
                  <a:pt x="216" y="45"/>
                  <a:pt x="218" y="47"/>
                  <a:pt x="219" y="49"/>
                </a:cubicBezTo>
                <a:close/>
                <a:moveTo>
                  <a:pt x="135" y="248"/>
                </a:moveTo>
                <a:cubicBezTo>
                  <a:pt x="134" y="248"/>
                  <a:pt x="133" y="248"/>
                  <a:pt x="133" y="248"/>
                </a:cubicBezTo>
                <a:cubicBezTo>
                  <a:pt x="133" y="172"/>
                  <a:pt x="133" y="172"/>
                  <a:pt x="133" y="172"/>
                </a:cubicBezTo>
                <a:cubicBezTo>
                  <a:pt x="152" y="172"/>
                  <a:pt x="168" y="176"/>
                  <a:pt x="180" y="180"/>
                </a:cubicBezTo>
                <a:cubicBezTo>
                  <a:pt x="166" y="221"/>
                  <a:pt x="139" y="244"/>
                  <a:pt x="135" y="248"/>
                </a:cubicBezTo>
                <a:close/>
                <a:moveTo>
                  <a:pt x="77" y="180"/>
                </a:moveTo>
                <a:cubicBezTo>
                  <a:pt x="90" y="176"/>
                  <a:pt x="105" y="172"/>
                  <a:pt x="125" y="172"/>
                </a:cubicBezTo>
                <a:cubicBezTo>
                  <a:pt x="125" y="248"/>
                  <a:pt x="125" y="248"/>
                  <a:pt x="125" y="248"/>
                </a:cubicBezTo>
                <a:cubicBezTo>
                  <a:pt x="124" y="248"/>
                  <a:pt x="123" y="248"/>
                  <a:pt x="122" y="248"/>
                </a:cubicBezTo>
                <a:cubicBezTo>
                  <a:pt x="118" y="244"/>
                  <a:pt x="91" y="221"/>
                  <a:pt x="77" y="180"/>
                </a:cubicBezTo>
                <a:close/>
                <a:moveTo>
                  <a:pt x="122" y="8"/>
                </a:moveTo>
                <a:cubicBezTo>
                  <a:pt x="123" y="8"/>
                  <a:pt x="124" y="8"/>
                  <a:pt x="125" y="8"/>
                </a:cubicBezTo>
                <a:cubicBezTo>
                  <a:pt x="125" y="84"/>
                  <a:pt x="125" y="84"/>
                  <a:pt x="125" y="84"/>
                </a:cubicBezTo>
                <a:cubicBezTo>
                  <a:pt x="105" y="84"/>
                  <a:pt x="89" y="80"/>
                  <a:pt x="77" y="76"/>
                </a:cubicBezTo>
                <a:cubicBezTo>
                  <a:pt x="91" y="35"/>
                  <a:pt x="118" y="12"/>
                  <a:pt x="122" y="8"/>
                </a:cubicBezTo>
                <a:close/>
                <a:moveTo>
                  <a:pt x="180" y="76"/>
                </a:moveTo>
                <a:cubicBezTo>
                  <a:pt x="168" y="80"/>
                  <a:pt x="152" y="84"/>
                  <a:pt x="133" y="84"/>
                </a:cubicBezTo>
                <a:cubicBezTo>
                  <a:pt x="133" y="8"/>
                  <a:pt x="133" y="8"/>
                  <a:pt x="133" y="8"/>
                </a:cubicBezTo>
                <a:cubicBezTo>
                  <a:pt x="133" y="8"/>
                  <a:pt x="134" y="8"/>
                  <a:pt x="135" y="8"/>
                </a:cubicBezTo>
                <a:cubicBezTo>
                  <a:pt x="139" y="12"/>
                  <a:pt x="166" y="35"/>
                  <a:pt x="180" y="76"/>
                </a:cubicBezTo>
                <a:close/>
                <a:moveTo>
                  <a:pt x="133" y="92"/>
                </a:moveTo>
                <a:cubicBezTo>
                  <a:pt x="153" y="92"/>
                  <a:pt x="169" y="88"/>
                  <a:pt x="182" y="84"/>
                </a:cubicBezTo>
                <a:cubicBezTo>
                  <a:pt x="186" y="96"/>
                  <a:pt x="188" y="109"/>
                  <a:pt x="189" y="124"/>
                </a:cubicBezTo>
                <a:cubicBezTo>
                  <a:pt x="133" y="124"/>
                  <a:pt x="133" y="124"/>
                  <a:pt x="133" y="124"/>
                </a:cubicBezTo>
                <a:lnTo>
                  <a:pt x="133" y="92"/>
                </a:lnTo>
                <a:close/>
                <a:moveTo>
                  <a:pt x="125" y="92"/>
                </a:moveTo>
                <a:cubicBezTo>
                  <a:pt x="125" y="124"/>
                  <a:pt x="125" y="124"/>
                  <a:pt x="125" y="124"/>
                </a:cubicBezTo>
                <a:cubicBezTo>
                  <a:pt x="69" y="124"/>
                  <a:pt x="69" y="124"/>
                  <a:pt x="69" y="124"/>
                </a:cubicBezTo>
                <a:cubicBezTo>
                  <a:pt x="69" y="109"/>
                  <a:pt x="71" y="96"/>
                  <a:pt x="75" y="84"/>
                </a:cubicBezTo>
                <a:cubicBezTo>
                  <a:pt x="88" y="88"/>
                  <a:pt x="104" y="92"/>
                  <a:pt x="125" y="92"/>
                </a:cubicBezTo>
                <a:close/>
                <a:moveTo>
                  <a:pt x="61" y="124"/>
                </a:moveTo>
                <a:cubicBezTo>
                  <a:pt x="8" y="124"/>
                  <a:pt x="8" y="124"/>
                  <a:pt x="8" y="124"/>
                </a:cubicBezTo>
                <a:cubicBezTo>
                  <a:pt x="9" y="99"/>
                  <a:pt x="18" y="75"/>
                  <a:pt x="33" y="55"/>
                </a:cubicBezTo>
                <a:cubicBezTo>
                  <a:pt x="38" y="62"/>
                  <a:pt x="48" y="73"/>
                  <a:pt x="67" y="81"/>
                </a:cubicBezTo>
                <a:cubicBezTo>
                  <a:pt x="64" y="94"/>
                  <a:pt x="61" y="108"/>
                  <a:pt x="61" y="124"/>
                </a:cubicBezTo>
                <a:close/>
                <a:moveTo>
                  <a:pt x="61" y="132"/>
                </a:moveTo>
                <a:cubicBezTo>
                  <a:pt x="61" y="148"/>
                  <a:pt x="64" y="162"/>
                  <a:pt x="67" y="175"/>
                </a:cubicBezTo>
                <a:cubicBezTo>
                  <a:pt x="48" y="183"/>
                  <a:pt x="38" y="194"/>
                  <a:pt x="33" y="201"/>
                </a:cubicBezTo>
                <a:cubicBezTo>
                  <a:pt x="18" y="181"/>
                  <a:pt x="9" y="157"/>
                  <a:pt x="8" y="132"/>
                </a:cubicBezTo>
                <a:lnTo>
                  <a:pt x="61" y="132"/>
                </a:lnTo>
                <a:close/>
                <a:moveTo>
                  <a:pt x="69" y="132"/>
                </a:moveTo>
                <a:cubicBezTo>
                  <a:pt x="125" y="132"/>
                  <a:pt x="125" y="132"/>
                  <a:pt x="125" y="132"/>
                </a:cubicBezTo>
                <a:cubicBezTo>
                  <a:pt x="125" y="164"/>
                  <a:pt x="125" y="164"/>
                  <a:pt x="125" y="164"/>
                </a:cubicBezTo>
                <a:cubicBezTo>
                  <a:pt x="104" y="164"/>
                  <a:pt x="88" y="168"/>
                  <a:pt x="75" y="172"/>
                </a:cubicBezTo>
                <a:cubicBezTo>
                  <a:pt x="71" y="160"/>
                  <a:pt x="69" y="147"/>
                  <a:pt x="69" y="132"/>
                </a:cubicBezTo>
                <a:close/>
                <a:moveTo>
                  <a:pt x="133" y="164"/>
                </a:moveTo>
                <a:cubicBezTo>
                  <a:pt x="133" y="132"/>
                  <a:pt x="133" y="132"/>
                  <a:pt x="133" y="132"/>
                </a:cubicBezTo>
                <a:cubicBezTo>
                  <a:pt x="189" y="132"/>
                  <a:pt x="189" y="132"/>
                  <a:pt x="189" y="132"/>
                </a:cubicBezTo>
                <a:cubicBezTo>
                  <a:pt x="188" y="147"/>
                  <a:pt x="186" y="160"/>
                  <a:pt x="182" y="172"/>
                </a:cubicBezTo>
                <a:cubicBezTo>
                  <a:pt x="169" y="168"/>
                  <a:pt x="153" y="164"/>
                  <a:pt x="133" y="164"/>
                </a:cubicBezTo>
                <a:close/>
                <a:moveTo>
                  <a:pt x="197" y="132"/>
                </a:moveTo>
                <a:cubicBezTo>
                  <a:pt x="249" y="132"/>
                  <a:pt x="249" y="132"/>
                  <a:pt x="249" y="132"/>
                </a:cubicBezTo>
                <a:cubicBezTo>
                  <a:pt x="248" y="158"/>
                  <a:pt x="239" y="181"/>
                  <a:pt x="225" y="201"/>
                </a:cubicBezTo>
                <a:cubicBezTo>
                  <a:pt x="220" y="194"/>
                  <a:pt x="209" y="183"/>
                  <a:pt x="190" y="175"/>
                </a:cubicBezTo>
                <a:cubicBezTo>
                  <a:pt x="194" y="162"/>
                  <a:pt x="196" y="148"/>
                  <a:pt x="197" y="132"/>
                </a:cubicBezTo>
                <a:close/>
                <a:moveTo>
                  <a:pt x="197" y="124"/>
                </a:moveTo>
                <a:cubicBezTo>
                  <a:pt x="196" y="108"/>
                  <a:pt x="194" y="94"/>
                  <a:pt x="190" y="81"/>
                </a:cubicBezTo>
                <a:cubicBezTo>
                  <a:pt x="209" y="73"/>
                  <a:pt x="220" y="62"/>
                  <a:pt x="225" y="55"/>
                </a:cubicBezTo>
                <a:cubicBezTo>
                  <a:pt x="240" y="75"/>
                  <a:pt x="248" y="99"/>
                  <a:pt x="249" y="124"/>
                </a:cubicBezTo>
                <a:cubicBezTo>
                  <a:pt x="197" y="124"/>
                  <a:pt x="197" y="124"/>
                  <a:pt x="197" y="124"/>
                </a:cubicBezTo>
                <a:close/>
                <a:moveTo>
                  <a:pt x="109" y="9"/>
                </a:moveTo>
                <a:cubicBezTo>
                  <a:pt x="98" y="20"/>
                  <a:pt x="81" y="42"/>
                  <a:pt x="70" y="73"/>
                </a:cubicBezTo>
                <a:cubicBezTo>
                  <a:pt x="64" y="71"/>
                  <a:pt x="59" y="68"/>
                  <a:pt x="55" y="65"/>
                </a:cubicBezTo>
                <a:cubicBezTo>
                  <a:pt x="46" y="59"/>
                  <a:pt x="40" y="52"/>
                  <a:pt x="38" y="49"/>
                </a:cubicBezTo>
                <a:cubicBezTo>
                  <a:pt x="40" y="47"/>
                  <a:pt x="42" y="45"/>
                  <a:pt x="44" y="43"/>
                </a:cubicBezTo>
                <a:cubicBezTo>
                  <a:pt x="62" y="25"/>
                  <a:pt x="84" y="13"/>
                  <a:pt x="109" y="9"/>
                </a:cubicBezTo>
                <a:close/>
                <a:moveTo>
                  <a:pt x="38" y="207"/>
                </a:moveTo>
                <a:cubicBezTo>
                  <a:pt x="41" y="202"/>
                  <a:pt x="51" y="191"/>
                  <a:pt x="70" y="183"/>
                </a:cubicBezTo>
                <a:cubicBezTo>
                  <a:pt x="81" y="214"/>
                  <a:pt x="98" y="236"/>
                  <a:pt x="109" y="247"/>
                </a:cubicBezTo>
                <a:cubicBezTo>
                  <a:pt x="84" y="243"/>
                  <a:pt x="62" y="231"/>
                  <a:pt x="44" y="213"/>
                </a:cubicBezTo>
                <a:cubicBezTo>
                  <a:pt x="42" y="211"/>
                  <a:pt x="40" y="209"/>
                  <a:pt x="38" y="207"/>
                </a:cubicBezTo>
                <a:close/>
                <a:moveTo>
                  <a:pt x="129" y="252"/>
                </a:moveTo>
                <a:cubicBezTo>
                  <a:pt x="129" y="252"/>
                  <a:pt x="129" y="252"/>
                  <a:pt x="129" y="252"/>
                </a:cubicBezTo>
                <a:cubicBezTo>
                  <a:pt x="129" y="252"/>
                  <a:pt x="129" y="252"/>
                  <a:pt x="129" y="252"/>
                </a:cubicBezTo>
                <a:close/>
                <a:moveTo>
                  <a:pt x="148" y="247"/>
                </a:moveTo>
                <a:cubicBezTo>
                  <a:pt x="159" y="236"/>
                  <a:pt x="177" y="214"/>
                  <a:pt x="188" y="183"/>
                </a:cubicBezTo>
                <a:cubicBezTo>
                  <a:pt x="194" y="186"/>
                  <a:pt x="199" y="188"/>
                  <a:pt x="202" y="191"/>
                </a:cubicBezTo>
                <a:cubicBezTo>
                  <a:pt x="212" y="197"/>
                  <a:pt x="217" y="204"/>
                  <a:pt x="219" y="207"/>
                </a:cubicBezTo>
                <a:cubicBezTo>
                  <a:pt x="201" y="228"/>
                  <a:pt x="176" y="242"/>
                  <a:pt x="148" y="247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1407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Basic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roup 2"/>
          <p:cNvGrpSpPr/>
          <p:nvPr/>
        </p:nvGrpSpPr>
        <p:grpSpPr>
          <a:xfrm>
            <a:off x="2147400" y="1270440"/>
            <a:ext cx="140040" cy="303120"/>
            <a:chOff x="2147400" y="1270440"/>
            <a:chExt cx="140040" cy="303120"/>
          </a:xfrm>
        </p:grpSpPr>
        <p:sp>
          <p:nvSpPr>
            <p:cNvPr id="1409" name="Freeform 9"/>
            <p:cNvSpPr/>
            <p:nvPr/>
          </p:nvSpPr>
          <p:spPr>
            <a:xfrm>
              <a:off x="2147400" y="1270440"/>
              <a:ext cx="140040" cy="303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303120"/>
                <a:gd name="textAreaBottom" fmla="*/ 303480 h 303120"/>
                <a:gd name="GluePoint1X" fmla="*/ 31 w 62"/>
                <a:gd name="GluePoint1Y" fmla="*/ 103 h 134"/>
                <a:gd name="GluePoint2X" fmla="*/ 62 w 62"/>
                <a:gd name="GluePoint2Y" fmla="*/ 134 h 134"/>
                <a:gd name="GluePoint3X" fmla="*/ 62 w 62"/>
                <a:gd name="GluePoint3Y" fmla="*/ 0 h 134"/>
                <a:gd name="GluePoint4X" fmla="*/ 0 w 62"/>
                <a:gd name="GluePoint4Y" fmla="*/ 0 h 134"/>
                <a:gd name="GluePoint5X" fmla="*/ 0 w 62"/>
                <a:gd name="GluePoint5Y" fmla="*/ 134 h 134"/>
                <a:gd name="GluePoint6X" fmla="*/ 31 w 62"/>
                <a:gd name="GluePoint6Y" fmla="*/ 103 h 134"/>
                <a:gd name="GluePoint7X" fmla="*/ 4 w 62"/>
                <a:gd name="GluePoint7Y" fmla="*/ 4 h 134"/>
                <a:gd name="GluePoint8X" fmla="*/ 58 w 62"/>
                <a:gd name="GluePoint8Y" fmla="*/ 4 h 134"/>
                <a:gd name="GluePoint9X" fmla="*/ 58 w 62"/>
                <a:gd name="GluePoint9Y" fmla="*/ 124 h 134"/>
                <a:gd name="GluePoint10X" fmla="*/ 31 w 62"/>
                <a:gd name="GluePoint10Y" fmla="*/ 97 h 134"/>
                <a:gd name="GluePoint11X" fmla="*/ 4 w 62"/>
                <a:gd name="GluePoint11Y" fmla="*/ 124 h 134"/>
                <a:gd name="GluePoint12X" fmla="*/ 4 w 62"/>
                <a:gd name="GluePoint12Y" fmla="*/ 4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62" h="134">
                  <a:moveTo>
                    <a:pt x="31" y="103"/>
                  </a:moveTo>
                  <a:lnTo>
                    <a:pt x="62" y="134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31" y="103"/>
                  </a:lnTo>
                  <a:close/>
                  <a:moveTo>
                    <a:pt x="4" y="4"/>
                  </a:moveTo>
                  <a:lnTo>
                    <a:pt x="58" y="4"/>
                  </a:lnTo>
                  <a:lnTo>
                    <a:pt x="58" y="124"/>
                  </a:lnTo>
                  <a:lnTo>
                    <a:pt x="31" y="97"/>
                  </a:lnTo>
                  <a:lnTo>
                    <a:pt x="4" y="12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10" name="Freeform 10"/>
            <p:cNvSpPr/>
            <p:nvPr/>
          </p:nvSpPr>
          <p:spPr>
            <a:xfrm>
              <a:off x="2172240" y="1342800"/>
              <a:ext cx="101520" cy="6984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69840"/>
                <a:gd name="textAreaBottom" fmla="*/ 70200 h 69840"/>
                <a:gd name="GluePoint1X" fmla="*/ 41 w 45"/>
                <a:gd name="GluePoint1Y" fmla="*/ 0 h 31"/>
                <a:gd name="GluePoint2X" fmla="*/ 16 w 45"/>
                <a:gd name="GluePoint2Y" fmla="*/ 25 h 31"/>
                <a:gd name="GluePoint3X" fmla="*/ 3 w 45"/>
                <a:gd name="GluePoint3Y" fmla="*/ 12 h 31"/>
                <a:gd name="GluePoint4X" fmla="*/ 0 w 45"/>
                <a:gd name="GluePoint4Y" fmla="*/ 15 h 31"/>
                <a:gd name="GluePoint5X" fmla="*/ 14 w 45"/>
                <a:gd name="GluePoint5Y" fmla="*/ 31 h 31"/>
                <a:gd name="GluePoint6X" fmla="*/ 18 w 45"/>
                <a:gd name="GluePoint6Y" fmla="*/ 31 h 31"/>
                <a:gd name="GluePoint7X" fmla="*/ 45 w 45"/>
                <a:gd name="GluePoint7Y" fmla="*/ 3 h 31"/>
                <a:gd name="GluePoint8X" fmla="*/ 41 w 45"/>
                <a:gd name="GluePoint8Y" fmla="*/ 0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5" h="31">
                  <a:moveTo>
                    <a:pt x="41" y="0"/>
                  </a:moveTo>
                  <a:lnTo>
                    <a:pt x="16" y="25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14" y="31"/>
                  </a:lnTo>
                  <a:lnTo>
                    <a:pt x="18" y="31"/>
                  </a:lnTo>
                  <a:lnTo>
                    <a:pt x="45" y="3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11" name="Group 3"/>
          <p:cNvGrpSpPr/>
          <p:nvPr/>
        </p:nvGrpSpPr>
        <p:grpSpPr>
          <a:xfrm>
            <a:off x="2539440" y="1270440"/>
            <a:ext cx="140040" cy="303120"/>
            <a:chOff x="2539440" y="1270440"/>
            <a:chExt cx="140040" cy="303120"/>
          </a:xfrm>
        </p:grpSpPr>
        <p:sp>
          <p:nvSpPr>
            <p:cNvPr id="1412" name="Rectangle 11"/>
            <p:cNvSpPr/>
            <p:nvPr/>
          </p:nvSpPr>
          <p:spPr>
            <a:xfrm>
              <a:off x="2566440" y="1369800"/>
              <a:ext cx="8568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13" name="Freeform 12"/>
            <p:cNvSpPr/>
            <p:nvPr/>
          </p:nvSpPr>
          <p:spPr>
            <a:xfrm>
              <a:off x="2539440" y="1270440"/>
              <a:ext cx="140040" cy="303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303120"/>
                <a:gd name="textAreaBottom" fmla="*/ 303480 h 303120"/>
                <a:gd name="GluePoint1X" fmla="*/ 31 w 62"/>
                <a:gd name="GluePoint1Y" fmla="*/ 103 h 134"/>
                <a:gd name="GluePoint2X" fmla="*/ 62 w 62"/>
                <a:gd name="GluePoint2Y" fmla="*/ 134 h 134"/>
                <a:gd name="GluePoint3X" fmla="*/ 62 w 62"/>
                <a:gd name="GluePoint3Y" fmla="*/ 0 h 134"/>
                <a:gd name="GluePoint4X" fmla="*/ 0 w 62"/>
                <a:gd name="GluePoint4Y" fmla="*/ 0 h 134"/>
                <a:gd name="GluePoint5X" fmla="*/ 0 w 62"/>
                <a:gd name="GluePoint5Y" fmla="*/ 134 h 134"/>
                <a:gd name="GluePoint6X" fmla="*/ 31 w 62"/>
                <a:gd name="GluePoint6Y" fmla="*/ 103 h 134"/>
                <a:gd name="GluePoint7X" fmla="*/ 4 w 62"/>
                <a:gd name="GluePoint7Y" fmla="*/ 4 h 134"/>
                <a:gd name="GluePoint8X" fmla="*/ 58 w 62"/>
                <a:gd name="GluePoint8Y" fmla="*/ 4 h 134"/>
                <a:gd name="GluePoint9X" fmla="*/ 58 w 62"/>
                <a:gd name="GluePoint9Y" fmla="*/ 124 h 134"/>
                <a:gd name="GluePoint10X" fmla="*/ 31 w 62"/>
                <a:gd name="GluePoint10Y" fmla="*/ 97 h 134"/>
                <a:gd name="GluePoint11X" fmla="*/ 4 w 62"/>
                <a:gd name="GluePoint11Y" fmla="*/ 124 h 134"/>
                <a:gd name="GluePoint12X" fmla="*/ 4 w 62"/>
                <a:gd name="GluePoint12Y" fmla="*/ 4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62" h="134">
                  <a:moveTo>
                    <a:pt x="31" y="103"/>
                  </a:moveTo>
                  <a:lnTo>
                    <a:pt x="62" y="134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31" y="103"/>
                  </a:lnTo>
                  <a:close/>
                  <a:moveTo>
                    <a:pt x="4" y="4"/>
                  </a:moveTo>
                  <a:lnTo>
                    <a:pt x="58" y="4"/>
                  </a:lnTo>
                  <a:lnTo>
                    <a:pt x="58" y="124"/>
                  </a:lnTo>
                  <a:lnTo>
                    <a:pt x="31" y="97"/>
                  </a:lnTo>
                  <a:lnTo>
                    <a:pt x="4" y="12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14" name="Group 6"/>
          <p:cNvGrpSpPr/>
          <p:nvPr/>
        </p:nvGrpSpPr>
        <p:grpSpPr>
          <a:xfrm>
            <a:off x="2931120" y="1270440"/>
            <a:ext cx="140040" cy="303120"/>
            <a:chOff x="2931120" y="1270440"/>
            <a:chExt cx="140040" cy="303120"/>
          </a:xfrm>
        </p:grpSpPr>
        <p:sp>
          <p:nvSpPr>
            <p:cNvPr id="1415" name="Freeform 13"/>
            <p:cNvSpPr/>
            <p:nvPr/>
          </p:nvSpPr>
          <p:spPr>
            <a:xfrm>
              <a:off x="2958120" y="1331280"/>
              <a:ext cx="83520" cy="8568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5680"/>
                <a:gd name="textAreaBottom" fmla="*/ 86040 h 85680"/>
                <a:gd name="GluePoint1X" fmla="*/ 21 w 37"/>
                <a:gd name="GluePoint1Y" fmla="*/ 38 h 38"/>
                <a:gd name="GluePoint2X" fmla="*/ 21 w 37"/>
                <a:gd name="GluePoint2Y" fmla="*/ 21 h 38"/>
                <a:gd name="GluePoint3X" fmla="*/ 37 w 37"/>
                <a:gd name="GluePoint3Y" fmla="*/ 21 h 38"/>
                <a:gd name="GluePoint4X" fmla="*/ 37 w 37"/>
                <a:gd name="GluePoint4Y" fmla="*/ 17 h 38"/>
                <a:gd name="GluePoint5X" fmla="*/ 21 w 37"/>
                <a:gd name="GluePoint5Y" fmla="*/ 17 h 38"/>
                <a:gd name="GluePoint6X" fmla="*/ 21 w 37"/>
                <a:gd name="GluePoint6Y" fmla="*/ 0 h 38"/>
                <a:gd name="GluePoint7X" fmla="*/ 17 w 37"/>
                <a:gd name="GluePoint7Y" fmla="*/ 0 h 38"/>
                <a:gd name="GluePoint8X" fmla="*/ 17 w 37"/>
                <a:gd name="GluePoint8Y" fmla="*/ 17 h 38"/>
                <a:gd name="GluePoint9X" fmla="*/ 0 w 37"/>
                <a:gd name="GluePoint9Y" fmla="*/ 17 h 38"/>
                <a:gd name="GluePoint10X" fmla="*/ 0 w 37"/>
                <a:gd name="GluePoint10Y" fmla="*/ 21 h 38"/>
                <a:gd name="GluePoint11X" fmla="*/ 17 w 37"/>
                <a:gd name="GluePoint11Y" fmla="*/ 21 h 38"/>
                <a:gd name="GluePoint12X" fmla="*/ 17 w 37"/>
                <a:gd name="GluePoint12Y" fmla="*/ 38 h 38"/>
                <a:gd name="GluePoint13X" fmla="*/ 21 w 37"/>
                <a:gd name="GluePoint13Y" fmla="*/ 38 h 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7" h="38">
                  <a:moveTo>
                    <a:pt x="21" y="38"/>
                  </a:moveTo>
                  <a:lnTo>
                    <a:pt x="21" y="21"/>
                  </a:lnTo>
                  <a:lnTo>
                    <a:pt x="37" y="21"/>
                  </a:lnTo>
                  <a:lnTo>
                    <a:pt x="37" y="17"/>
                  </a:lnTo>
                  <a:lnTo>
                    <a:pt x="21" y="17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7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8"/>
                  </a:lnTo>
                  <a:lnTo>
                    <a:pt x="21" y="3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16" name="Freeform 14"/>
            <p:cNvSpPr/>
            <p:nvPr/>
          </p:nvSpPr>
          <p:spPr>
            <a:xfrm>
              <a:off x="2931120" y="1270440"/>
              <a:ext cx="140040" cy="303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303120"/>
                <a:gd name="textAreaBottom" fmla="*/ 303480 h 303120"/>
                <a:gd name="GluePoint1X" fmla="*/ 31 w 62"/>
                <a:gd name="GluePoint1Y" fmla="*/ 103 h 134"/>
                <a:gd name="GluePoint2X" fmla="*/ 62 w 62"/>
                <a:gd name="GluePoint2Y" fmla="*/ 134 h 134"/>
                <a:gd name="GluePoint3X" fmla="*/ 62 w 62"/>
                <a:gd name="GluePoint3Y" fmla="*/ 0 h 134"/>
                <a:gd name="GluePoint4X" fmla="*/ 0 w 62"/>
                <a:gd name="GluePoint4Y" fmla="*/ 0 h 134"/>
                <a:gd name="GluePoint5X" fmla="*/ 0 w 62"/>
                <a:gd name="GluePoint5Y" fmla="*/ 134 h 134"/>
                <a:gd name="GluePoint6X" fmla="*/ 31 w 62"/>
                <a:gd name="GluePoint6Y" fmla="*/ 103 h 134"/>
                <a:gd name="GluePoint7X" fmla="*/ 4 w 62"/>
                <a:gd name="GluePoint7Y" fmla="*/ 4 h 134"/>
                <a:gd name="GluePoint8X" fmla="*/ 58 w 62"/>
                <a:gd name="GluePoint8Y" fmla="*/ 4 h 134"/>
                <a:gd name="GluePoint9X" fmla="*/ 58 w 62"/>
                <a:gd name="GluePoint9Y" fmla="*/ 124 h 134"/>
                <a:gd name="GluePoint10X" fmla="*/ 31 w 62"/>
                <a:gd name="GluePoint10Y" fmla="*/ 97 h 134"/>
                <a:gd name="GluePoint11X" fmla="*/ 4 w 62"/>
                <a:gd name="GluePoint11Y" fmla="*/ 124 h 134"/>
                <a:gd name="GluePoint12X" fmla="*/ 4 w 62"/>
                <a:gd name="GluePoint12Y" fmla="*/ 4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62" h="134">
                  <a:moveTo>
                    <a:pt x="31" y="103"/>
                  </a:moveTo>
                  <a:lnTo>
                    <a:pt x="62" y="134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31" y="103"/>
                  </a:lnTo>
                  <a:close/>
                  <a:moveTo>
                    <a:pt x="4" y="4"/>
                  </a:moveTo>
                  <a:lnTo>
                    <a:pt x="58" y="4"/>
                  </a:lnTo>
                  <a:lnTo>
                    <a:pt x="58" y="124"/>
                  </a:lnTo>
                  <a:lnTo>
                    <a:pt x="31" y="97"/>
                  </a:lnTo>
                  <a:lnTo>
                    <a:pt x="4" y="12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17" name="Group 7"/>
          <p:cNvGrpSpPr/>
          <p:nvPr/>
        </p:nvGrpSpPr>
        <p:grpSpPr>
          <a:xfrm>
            <a:off x="3322800" y="1270440"/>
            <a:ext cx="140040" cy="303120"/>
            <a:chOff x="3322800" y="1270440"/>
            <a:chExt cx="140040" cy="303120"/>
          </a:xfrm>
        </p:grpSpPr>
        <p:sp>
          <p:nvSpPr>
            <p:cNvPr id="1418" name="Freeform 15"/>
            <p:cNvSpPr/>
            <p:nvPr/>
          </p:nvSpPr>
          <p:spPr>
            <a:xfrm>
              <a:off x="3322800" y="1270440"/>
              <a:ext cx="140040" cy="303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303120"/>
                <a:gd name="textAreaBottom" fmla="*/ 303480 h 303120"/>
                <a:gd name="GluePoint1X" fmla="*/ 31 w 62"/>
                <a:gd name="GluePoint1Y" fmla="*/ 103 h 134"/>
                <a:gd name="GluePoint2X" fmla="*/ 62 w 62"/>
                <a:gd name="GluePoint2Y" fmla="*/ 134 h 134"/>
                <a:gd name="GluePoint3X" fmla="*/ 62 w 62"/>
                <a:gd name="GluePoint3Y" fmla="*/ 0 h 134"/>
                <a:gd name="GluePoint4X" fmla="*/ 0 w 62"/>
                <a:gd name="GluePoint4Y" fmla="*/ 0 h 134"/>
                <a:gd name="GluePoint5X" fmla="*/ 0 w 62"/>
                <a:gd name="GluePoint5Y" fmla="*/ 134 h 134"/>
                <a:gd name="GluePoint6X" fmla="*/ 31 w 62"/>
                <a:gd name="GluePoint6Y" fmla="*/ 103 h 134"/>
                <a:gd name="GluePoint7X" fmla="*/ 4 w 62"/>
                <a:gd name="GluePoint7Y" fmla="*/ 4 h 134"/>
                <a:gd name="GluePoint8X" fmla="*/ 58 w 62"/>
                <a:gd name="GluePoint8Y" fmla="*/ 4 h 134"/>
                <a:gd name="GluePoint9X" fmla="*/ 58 w 62"/>
                <a:gd name="GluePoint9Y" fmla="*/ 124 h 134"/>
                <a:gd name="GluePoint10X" fmla="*/ 31 w 62"/>
                <a:gd name="GluePoint10Y" fmla="*/ 97 h 134"/>
                <a:gd name="GluePoint11X" fmla="*/ 4 w 62"/>
                <a:gd name="GluePoint11Y" fmla="*/ 124 h 134"/>
                <a:gd name="GluePoint12X" fmla="*/ 4 w 62"/>
                <a:gd name="GluePoint12Y" fmla="*/ 4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62" h="134">
                  <a:moveTo>
                    <a:pt x="31" y="103"/>
                  </a:moveTo>
                  <a:lnTo>
                    <a:pt x="62" y="134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31" y="103"/>
                  </a:lnTo>
                  <a:close/>
                  <a:moveTo>
                    <a:pt x="4" y="4"/>
                  </a:moveTo>
                  <a:lnTo>
                    <a:pt x="58" y="4"/>
                  </a:lnTo>
                  <a:lnTo>
                    <a:pt x="58" y="124"/>
                  </a:lnTo>
                  <a:lnTo>
                    <a:pt x="31" y="97"/>
                  </a:lnTo>
                  <a:lnTo>
                    <a:pt x="4" y="12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19" name="Freeform 16"/>
            <p:cNvSpPr/>
            <p:nvPr/>
          </p:nvSpPr>
          <p:spPr>
            <a:xfrm>
              <a:off x="3356640" y="1338120"/>
              <a:ext cx="72000" cy="7200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72000"/>
                <a:gd name="textAreaBottom" fmla="*/ 72360 h 72000"/>
                <a:gd name="GluePoint1X" fmla="*/ 29 w 32"/>
                <a:gd name="GluePoint1Y" fmla="*/ 32 h 32"/>
                <a:gd name="GluePoint2X" fmla="*/ 32 w 32"/>
                <a:gd name="GluePoint2Y" fmla="*/ 29 h 32"/>
                <a:gd name="GluePoint3X" fmla="*/ 19 w 32"/>
                <a:gd name="GluePoint3Y" fmla="*/ 16 h 32"/>
                <a:gd name="GluePoint4X" fmla="*/ 32 w 32"/>
                <a:gd name="GluePoint4Y" fmla="*/ 3 h 32"/>
                <a:gd name="GluePoint5X" fmla="*/ 29 w 32"/>
                <a:gd name="GluePoint5Y" fmla="*/ 0 h 32"/>
                <a:gd name="GluePoint6X" fmla="*/ 16 w 32"/>
                <a:gd name="GluePoint6Y" fmla="*/ 13 h 32"/>
                <a:gd name="GluePoint7X" fmla="*/ 3 w 32"/>
                <a:gd name="GluePoint7Y" fmla="*/ 0 h 32"/>
                <a:gd name="GluePoint8X" fmla="*/ 0 w 32"/>
                <a:gd name="GluePoint8Y" fmla="*/ 3 h 32"/>
                <a:gd name="GluePoint9X" fmla="*/ 13 w 32"/>
                <a:gd name="GluePoint9Y" fmla="*/ 16 h 32"/>
                <a:gd name="GluePoint10X" fmla="*/ 0 w 32"/>
                <a:gd name="GluePoint10Y" fmla="*/ 29 h 32"/>
                <a:gd name="GluePoint11X" fmla="*/ 3 w 32"/>
                <a:gd name="GluePoint11Y" fmla="*/ 32 h 32"/>
                <a:gd name="GluePoint12X" fmla="*/ 16 w 32"/>
                <a:gd name="GluePoint12Y" fmla="*/ 19 h 32"/>
                <a:gd name="GluePoint13X" fmla="*/ 29 w 32"/>
                <a:gd name="GluePoint13Y" fmla="*/ 32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2" h="32">
                  <a:moveTo>
                    <a:pt x="29" y="32"/>
                  </a:move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16" y="19"/>
                  </a:lnTo>
                  <a:lnTo>
                    <a:pt x="29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20" name="Group 8"/>
          <p:cNvGrpSpPr/>
          <p:nvPr/>
        </p:nvGrpSpPr>
        <p:grpSpPr>
          <a:xfrm>
            <a:off x="3653640" y="1272600"/>
            <a:ext cx="262440" cy="300960"/>
            <a:chOff x="3653640" y="1272600"/>
            <a:chExt cx="262440" cy="300960"/>
          </a:xfrm>
        </p:grpSpPr>
        <p:sp>
          <p:nvSpPr>
            <p:cNvPr id="1421" name="Freeform 17"/>
            <p:cNvSpPr/>
            <p:nvPr/>
          </p:nvSpPr>
          <p:spPr>
            <a:xfrm>
              <a:off x="3653640" y="1272600"/>
              <a:ext cx="262440" cy="30096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300960"/>
                <a:gd name="textAreaBottom" fmla="*/ 301320 h 300960"/>
                <a:gd name="GluePoint1X" fmla="*/ 224 w 224"/>
                <a:gd name="GluePoint1Y" fmla="*/ 160 h 256"/>
                <a:gd name="GluePoint2X" fmla="*/ 223 w 224"/>
                <a:gd name="GluePoint2Y" fmla="*/ 160 h 256"/>
                <a:gd name="GluePoint3X" fmla="*/ 199 w 224"/>
                <a:gd name="GluePoint3Y" fmla="*/ 0 h 256"/>
                <a:gd name="GluePoint4X" fmla="*/ 24 w 224"/>
                <a:gd name="GluePoint4Y" fmla="*/ 0 h 256"/>
                <a:gd name="GluePoint5X" fmla="*/ 0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1 w 224"/>
                <a:gd name="GluePoint10Y" fmla="*/ 8 h 256"/>
                <a:gd name="GluePoint11X" fmla="*/ 192 w 224"/>
                <a:gd name="GluePoint11Y" fmla="*/ 8 h 256"/>
                <a:gd name="GluePoint12X" fmla="*/ 215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8 w 224"/>
                <a:gd name="GluePoint18Y" fmla="*/ 160 h 256"/>
                <a:gd name="GluePoint19X" fmla="*/ 31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7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22" name="Freeform 18"/>
            <p:cNvSpPr/>
            <p:nvPr/>
          </p:nvSpPr>
          <p:spPr>
            <a:xfrm>
              <a:off x="3739680" y="1342800"/>
              <a:ext cx="99360" cy="6984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9840"/>
                <a:gd name="textAreaBottom" fmla="*/ 70200 h 69840"/>
                <a:gd name="GluePoint1X" fmla="*/ 17 w 44"/>
                <a:gd name="GluePoint1Y" fmla="*/ 31 h 31"/>
                <a:gd name="GluePoint2X" fmla="*/ 44 w 44"/>
                <a:gd name="GluePoint2Y" fmla="*/ 4 h 31"/>
                <a:gd name="GluePoint3X" fmla="*/ 41 w 44"/>
                <a:gd name="GluePoint3Y" fmla="*/ 0 h 31"/>
                <a:gd name="GluePoint4X" fmla="*/ 16 w 44"/>
                <a:gd name="GluePoint4Y" fmla="*/ 26 h 31"/>
                <a:gd name="GluePoint5X" fmla="*/ 3 w 44"/>
                <a:gd name="GluePoint5Y" fmla="*/ 13 h 31"/>
                <a:gd name="GluePoint6X" fmla="*/ 0 w 44"/>
                <a:gd name="GluePoint6Y" fmla="*/ 16 h 31"/>
                <a:gd name="GluePoint7X" fmla="*/ 14 w 44"/>
                <a:gd name="GluePoint7Y" fmla="*/ 31 h 31"/>
                <a:gd name="GluePoint8X" fmla="*/ 17 w 44"/>
                <a:gd name="GluePoint8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31">
                  <a:moveTo>
                    <a:pt x="17" y="31"/>
                  </a:moveTo>
                  <a:lnTo>
                    <a:pt x="44" y="4"/>
                  </a:lnTo>
                  <a:lnTo>
                    <a:pt x="41" y="0"/>
                  </a:lnTo>
                  <a:lnTo>
                    <a:pt x="16" y="2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4" y="31"/>
                  </a:lnTo>
                  <a:lnTo>
                    <a:pt x="17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23" name="Group 9"/>
          <p:cNvGrpSpPr/>
          <p:nvPr/>
        </p:nvGrpSpPr>
        <p:grpSpPr>
          <a:xfrm>
            <a:off x="4043160" y="1272600"/>
            <a:ext cx="264600" cy="300960"/>
            <a:chOff x="4043160" y="1272600"/>
            <a:chExt cx="264600" cy="300960"/>
          </a:xfrm>
        </p:grpSpPr>
        <p:sp>
          <p:nvSpPr>
            <p:cNvPr id="1424" name="Freeform 19"/>
            <p:cNvSpPr/>
            <p:nvPr/>
          </p:nvSpPr>
          <p:spPr>
            <a:xfrm>
              <a:off x="4043160" y="1272600"/>
              <a:ext cx="264600" cy="300960"/>
            </a:xfrm>
            <a:custGeom>
              <a:avLst/>
              <a:gdLst>
                <a:gd name="textAreaLeft" fmla="*/ 0 w 264600"/>
                <a:gd name="textAreaRight" fmla="*/ 264960 w 264600"/>
                <a:gd name="textAreaTop" fmla="*/ 0 h 300960"/>
                <a:gd name="textAreaBottom" fmla="*/ 301320 h 300960"/>
                <a:gd name="GluePoint1X" fmla="*/ 224 w 224"/>
                <a:gd name="GluePoint1Y" fmla="*/ 160 h 256"/>
                <a:gd name="GluePoint2X" fmla="*/ 223 w 224"/>
                <a:gd name="GluePoint2Y" fmla="*/ 160 h 256"/>
                <a:gd name="GluePoint3X" fmla="*/ 199 w 224"/>
                <a:gd name="GluePoint3Y" fmla="*/ 0 h 256"/>
                <a:gd name="GluePoint4X" fmla="*/ 24 w 224"/>
                <a:gd name="GluePoint4Y" fmla="*/ 0 h 256"/>
                <a:gd name="GluePoint5X" fmla="*/ 0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1 w 224"/>
                <a:gd name="GluePoint10Y" fmla="*/ 8 h 256"/>
                <a:gd name="GluePoint11X" fmla="*/ 192 w 224"/>
                <a:gd name="GluePoint11Y" fmla="*/ 8 h 256"/>
                <a:gd name="GluePoint12X" fmla="*/ 215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8 w 224"/>
                <a:gd name="GluePoint18Y" fmla="*/ 160 h 256"/>
                <a:gd name="GluePoint19X" fmla="*/ 31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25" name="Freeform 20"/>
            <p:cNvSpPr/>
            <p:nvPr/>
          </p:nvSpPr>
          <p:spPr>
            <a:xfrm>
              <a:off x="4133520" y="1333800"/>
              <a:ext cx="83520" cy="9720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97200"/>
                <a:gd name="textAreaBottom" fmla="*/ 97560 h 97200"/>
                <a:gd name="GluePoint1X" fmla="*/ 20 w 37"/>
                <a:gd name="GluePoint1Y" fmla="*/ 43 h 43"/>
                <a:gd name="GluePoint2X" fmla="*/ 37 w 37"/>
                <a:gd name="GluePoint2Y" fmla="*/ 26 h 43"/>
                <a:gd name="GluePoint3X" fmla="*/ 34 w 37"/>
                <a:gd name="GluePoint3Y" fmla="*/ 23 h 43"/>
                <a:gd name="GluePoint4X" fmla="*/ 21 w 37"/>
                <a:gd name="GluePoint4Y" fmla="*/ 36 h 43"/>
                <a:gd name="GluePoint5X" fmla="*/ 21 w 37"/>
                <a:gd name="GluePoint5Y" fmla="*/ 0 h 43"/>
                <a:gd name="GluePoint6X" fmla="*/ 17 w 37"/>
                <a:gd name="GluePoint6Y" fmla="*/ 0 h 43"/>
                <a:gd name="GluePoint7X" fmla="*/ 17 w 37"/>
                <a:gd name="GluePoint7Y" fmla="*/ 36 h 43"/>
                <a:gd name="GluePoint8X" fmla="*/ 4 w 37"/>
                <a:gd name="GluePoint8Y" fmla="*/ 23 h 43"/>
                <a:gd name="GluePoint9X" fmla="*/ 0 w 37"/>
                <a:gd name="GluePoint9Y" fmla="*/ 26 h 43"/>
                <a:gd name="GluePoint10X" fmla="*/ 17 w 37"/>
                <a:gd name="GluePoint10Y" fmla="*/ 43 h 43"/>
                <a:gd name="GluePoint11X" fmla="*/ 20 w 37"/>
                <a:gd name="GluePoint11Y" fmla="*/ 43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" h="43">
                  <a:moveTo>
                    <a:pt x="20" y="43"/>
                  </a:moveTo>
                  <a:lnTo>
                    <a:pt x="37" y="26"/>
                  </a:lnTo>
                  <a:lnTo>
                    <a:pt x="34" y="23"/>
                  </a:lnTo>
                  <a:lnTo>
                    <a:pt x="21" y="36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7" y="36"/>
                  </a:lnTo>
                  <a:lnTo>
                    <a:pt x="4" y="23"/>
                  </a:lnTo>
                  <a:lnTo>
                    <a:pt x="0" y="26"/>
                  </a:lnTo>
                  <a:lnTo>
                    <a:pt x="17" y="43"/>
                  </a:lnTo>
                  <a:lnTo>
                    <a:pt x="20" y="4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26" name="Group 10"/>
          <p:cNvGrpSpPr/>
          <p:nvPr/>
        </p:nvGrpSpPr>
        <p:grpSpPr>
          <a:xfrm>
            <a:off x="4434840" y="1272600"/>
            <a:ext cx="264600" cy="300960"/>
            <a:chOff x="4434840" y="1272600"/>
            <a:chExt cx="264600" cy="300960"/>
          </a:xfrm>
        </p:grpSpPr>
        <p:sp>
          <p:nvSpPr>
            <p:cNvPr id="1427" name="Freeform 21"/>
            <p:cNvSpPr/>
            <p:nvPr/>
          </p:nvSpPr>
          <p:spPr>
            <a:xfrm>
              <a:off x="4434840" y="1272600"/>
              <a:ext cx="264600" cy="300960"/>
            </a:xfrm>
            <a:custGeom>
              <a:avLst/>
              <a:gdLst>
                <a:gd name="textAreaLeft" fmla="*/ 0 w 264600"/>
                <a:gd name="textAreaRight" fmla="*/ 264960 w 264600"/>
                <a:gd name="textAreaTop" fmla="*/ 0 h 300960"/>
                <a:gd name="textAreaBottom" fmla="*/ 301320 h 300960"/>
                <a:gd name="GluePoint1X" fmla="*/ 224 w 224"/>
                <a:gd name="GluePoint1Y" fmla="*/ 160 h 256"/>
                <a:gd name="GluePoint2X" fmla="*/ 223 w 224"/>
                <a:gd name="GluePoint2Y" fmla="*/ 160 h 256"/>
                <a:gd name="GluePoint3X" fmla="*/ 199 w 224"/>
                <a:gd name="GluePoint3Y" fmla="*/ 0 h 256"/>
                <a:gd name="GluePoint4X" fmla="*/ 24 w 224"/>
                <a:gd name="GluePoint4Y" fmla="*/ 0 h 256"/>
                <a:gd name="GluePoint5X" fmla="*/ 0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1 w 224"/>
                <a:gd name="GluePoint10Y" fmla="*/ 8 h 256"/>
                <a:gd name="GluePoint11X" fmla="*/ 192 w 224"/>
                <a:gd name="GluePoint11Y" fmla="*/ 8 h 256"/>
                <a:gd name="GluePoint12X" fmla="*/ 215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9 w 224"/>
                <a:gd name="GluePoint18Y" fmla="*/ 160 h 256"/>
                <a:gd name="GluePoint19X" fmla="*/ 31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28" name="Freeform 22"/>
            <p:cNvSpPr/>
            <p:nvPr/>
          </p:nvSpPr>
          <p:spPr>
            <a:xfrm>
              <a:off x="4538880" y="1324800"/>
              <a:ext cx="83520" cy="10620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06200"/>
                <a:gd name="textAreaBottom" fmla="*/ 106560 h 106200"/>
                <a:gd name="GluePoint1X" fmla="*/ 4 w 37"/>
                <a:gd name="GluePoint1Y" fmla="*/ 25 h 47"/>
                <a:gd name="GluePoint2X" fmla="*/ 37 w 37"/>
                <a:gd name="GluePoint2Y" fmla="*/ 25 h 47"/>
                <a:gd name="GluePoint3X" fmla="*/ 31 w 37"/>
                <a:gd name="GluePoint3Y" fmla="*/ 14 h 47"/>
                <a:gd name="GluePoint4X" fmla="*/ 37 w 37"/>
                <a:gd name="GluePoint4Y" fmla="*/ 4 h 47"/>
                <a:gd name="GluePoint5X" fmla="*/ 4 w 37"/>
                <a:gd name="GluePoint5Y" fmla="*/ 4 h 47"/>
                <a:gd name="GluePoint6X" fmla="*/ 4 w 37"/>
                <a:gd name="GluePoint6Y" fmla="*/ 0 h 47"/>
                <a:gd name="GluePoint7X" fmla="*/ 0 w 37"/>
                <a:gd name="GluePoint7Y" fmla="*/ 0 h 47"/>
                <a:gd name="GluePoint8X" fmla="*/ 0 w 37"/>
                <a:gd name="GluePoint8Y" fmla="*/ 47 h 47"/>
                <a:gd name="GluePoint9X" fmla="*/ 4 w 37"/>
                <a:gd name="GluePoint9Y" fmla="*/ 47 h 47"/>
                <a:gd name="GluePoint10X" fmla="*/ 4 w 37"/>
                <a:gd name="GluePoint10Y" fmla="*/ 25 h 47"/>
                <a:gd name="GluePoint11X" fmla="*/ 30 w 37"/>
                <a:gd name="GluePoint11Y" fmla="*/ 8 h 47"/>
                <a:gd name="GluePoint12X" fmla="*/ 26 w 37"/>
                <a:gd name="GluePoint12Y" fmla="*/ 14 h 47"/>
                <a:gd name="GluePoint13X" fmla="*/ 30 w 37"/>
                <a:gd name="GluePoint13Y" fmla="*/ 20 h 47"/>
                <a:gd name="GluePoint14X" fmla="*/ 4 w 37"/>
                <a:gd name="GluePoint14Y" fmla="*/ 20 h 47"/>
                <a:gd name="GluePoint15X" fmla="*/ 4 w 37"/>
                <a:gd name="GluePoint15Y" fmla="*/ 8 h 47"/>
                <a:gd name="GluePoint16X" fmla="*/ 30 w 37"/>
                <a:gd name="GluePoint16Y" fmla="*/ 8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37" h="47">
                  <a:moveTo>
                    <a:pt x="4" y="25"/>
                  </a:moveTo>
                  <a:lnTo>
                    <a:pt x="37" y="25"/>
                  </a:lnTo>
                  <a:lnTo>
                    <a:pt x="31" y="14"/>
                  </a:lnTo>
                  <a:lnTo>
                    <a:pt x="3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7"/>
                  </a:lnTo>
                  <a:lnTo>
                    <a:pt x="4" y="47"/>
                  </a:lnTo>
                  <a:lnTo>
                    <a:pt x="4" y="25"/>
                  </a:lnTo>
                  <a:close/>
                  <a:moveTo>
                    <a:pt x="30" y="8"/>
                  </a:moveTo>
                  <a:lnTo>
                    <a:pt x="26" y="14"/>
                  </a:lnTo>
                  <a:lnTo>
                    <a:pt x="30" y="20"/>
                  </a:lnTo>
                  <a:lnTo>
                    <a:pt x="4" y="20"/>
                  </a:lnTo>
                  <a:lnTo>
                    <a:pt x="4" y="8"/>
                  </a:lnTo>
                  <a:lnTo>
                    <a:pt x="3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29" name="Group 11"/>
          <p:cNvGrpSpPr/>
          <p:nvPr/>
        </p:nvGrpSpPr>
        <p:grpSpPr>
          <a:xfrm>
            <a:off x="4826520" y="1272600"/>
            <a:ext cx="264600" cy="300960"/>
            <a:chOff x="4826520" y="1272600"/>
            <a:chExt cx="264600" cy="300960"/>
          </a:xfrm>
        </p:grpSpPr>
        <p:sp>
          <p:nvSpPr>
            <p:cNvPr id="1430" name="Freeform 23"/>
            <p:cNvSpPr/>
            <p:nvPr/>
          </p:nvSpPr>
          <p:spPr>
            <a:xfrm>
              <a:off x="4826520" y="1272600"/>
              <a:ext cx="264600" cy="300960"/>
            </a:xfrm>
            <a:custGeom>
              <a:avLst/>
              <a:gdLst>
                <a:gd name="textAreaLeft" fmla="*/ 0 w 264600"/>
                <a:gd name="textAreaRight" fmla="*/ 264960 w 264600"/>
                <a:gd name="textAreaTop" fmla="*/ 0 h 300960"/>
                <a:gd name="textAreaBottom" fmla="*/ 301320 h 300960"/>
                <a:gd name="GluePoint1X" fmla="*/ 224 w 224"/>
                <a:gd name="GluePoint1Y" fmla="*/ 160 h 256"/>
                <a:gd name="GluePoint2X" fmla="*/ 224 w 224"/>
                <a:gd name="GluePoint2Y" fmla="*/ 160 h 256"/>
                <a:gd name="GluePoint3X" fmla="*/ 200 w 224"/>
                <a:gd name="GluePoint3Y" fmla="*/ 0 h 256"/>
                <a:gd name="GluePoint4X" fmla="*/ 25 w 224"/>
                <a:gd name="GluePoint4Y" fmla="*/ 0 h 256"/>
                <a:gd name="GluePoint5X" fmla="*/ 1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2 w 224"/>
                <a:gd name="GluePoint10Y" fmla="*/ 8 h 256"/>
                <a:gd name="GluePoint11X" fmla="*/ 193 w 224"/>
                <a:gd name="GluePoint11Y" fmla="*/ 8 h 256"/>
                <a:gd name="GluePoint12X" fmla="*/ 215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9 w 224"/>
                <a:gd name="GluePoint18Y" fmla="*/ 160 h 256"/>
                <a:gd name="GluePoint19X" fmla="*/ 32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31" name="Rectangle 24"/>
            <p:cNvSpPr/>
            <p:nvPr/>
          </p:nvSpPr>
          <p:spPr>
            <a:xfrm>
              <a:off x="4917240" y="1381320"/>
              <a:ext cx="8352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32" name="Group 644"/>
          <p:cNvGrpSpPr/>
          <p:nvPr/>
        </p:nvGrpSpPr>
        <p:grpSpPr>
          <a:xfrm>
            <a:off x="5218200" y="1272600"/>
            <a:ext cx="262440" cy="300960"/>
            <a:chOff x="5218200" y="1272600"/>
            <a:chExt cx="262440" cy="300960"/>
          </a:xfrm>
        </p:grpSpPr>
        <p:sp>
          <p:nvSpPr>
            <p:cNvPr id="1433" name="Freeform 25"/>
            <p:cNvSpPr/>
            <p:nvPr/>
          </p:nvSpPr>
          <p:spPr>
            <a:xfrm>
              <a:off x="5218200" y="1272600"/>
              <a:ext cx="262440" cy="30096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300960"/>
                <a:gd name="textAreaBottom" fmla="*/ 301320 h 300960"/>
                <a:gd name="GluePoint1X" fmla="*/ 224 w 224"/>
                <a:gd name="GluePoint1Y" fmla="*/ 160 h 256"/>
                <a:gd name="GluePoint2X" fmla="*/ 224 w 224"/>
                <a:gd name="GluePoint2Y" fmla="*/ 160 h 256"/>
                <a:gd name="GluePoint3X" fmla="*/ 200 w 224"/>
                <a:gd name="GluePoint3Y" fmla="*/ 0 h 256"/>
                <a:gd name="GluePoint4X" fmla="*/ 25 w 224"/>
                <a:gd name="GluePoint4Y" fmla="*/ 0 h 256"/>
                <a:gd name="GluePoint5X" fmla="*/ 1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2 w 224"/>
                <a:gd name="GluePoint10Y" fmla="*/ 8 h 256"/>
                <a:gd name="GluePoint11X" fmla="*/ 193 w 224"/>
                <a:gd name="GluePoint11Y" fmla="*/ 8 h 256"/>
                <a:gd name="GluePoint12X" fmla="*/ 216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9 w 224"/>
                <a:gd name="GluePoint18Y" fmla="*/ 160 h 256"/>
                <a:gd name="GluePoint19X" fmla="*/ 32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6" y="160"/>
                    <a:pt x="216" y="160"/>
                    <a:pt x="216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34" name="Freeform 26"/>
            <p:cNvSpPr/>
            <p:nvPr/>
          </p:nvSpPr>
          <p:spPr>
            <a:xfrm>
              <a:off x="5306760" y="1342800"/>
              <a:ext cx="85680" cy="8352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83520"/>
                <a:gd name="textAreaBottom" fmla="*/ 83880 h 83520"/>
                <a:gd name="GluePoint1X" fmla="*/ 17 w 38"/>
                <a:gd name="GluePoint1Y" fmla="*/ 37 h 37"/>
                <a:gd name="GluePoint2X" fmla="*/ 21 w 38"/>
                <a:gd name="GluePoint2Y" fmla="*/ 37 h 37"/>
                <a:gd name="GluePoint3X" fmla="*/ 21 w 38"/>
                <a:gd name="GluePoint3Y" fmla="*/ 21 h 37"/>
                <a:gd name="GluePoint4X" fmla="*/ 38 w 38"/>
                <a:gd name="GluePoint4Y" fmla="*/ 21 h 37"/>
                <a:gd name="GluePoint5X" fmla="*/ 38 w 38"/>
                <a:gd name="GluePoint5Y" fmla="*/ 17 h 37"/>
                <a:gd name="GluePoint6X" fmla="*/ 21 w 38"/>
                <a:gd name="GluePoint6Y" fmla="*/ 17 h 37"/>
                <a:gd name="GluePoint7X" fmla="*/ 21 w 38"/>
                <a:gd name="GluePoint7Y" fmla="*/ 0 h 37"/>
                <a:gd name="GluePoint8X" fmla="*/ 17 w 38"/>
                <a:gd name="GluePoint8Y" fmla="*/ 0 h 37"/>
                <a:gd name="GluePoint9X" fmla="*/ 17 w 38"/>
                <a:gd name="GluePoint9Y" fmla="*/ 17 h 37"/>
                <a:gd name="GluePoint10X" fmla="*/ 0 w 38"/>
                <a:gd name="GluePoint10Y" fmla="*/ 17 h 37"/>
                <a:gd name="GluePoint11X" fmla="*/ 0 w 38"/>
                <a:gd name="GluePoint11Y" fmla="*/ 21 h 37"/>
                <a:gd name="GluePoint12X" fmla="*/ 17 w 38"/>
                <a:gd name="GluePoint12Y" fmla="*/ 21 h 37"/>
                <a:gd name="GluePoint13X" fmla="*/ 17 w 38"/>
                <a:gd name="GluePoint13Y" fmla="*/ 37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8" h="37">
                  <a:moveTo>
                    <a:pt x="17" y="37"/>
                  </a:moveTo>
                  <a:lnTo>
                    <a:pt x="21" y="37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7"/>
                  </a:lnTo>
                  <a:lnTo>
                    <a:pt x="21" y="17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7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35" name="Group 645"/>
          <p:cNvGrpSpPr/>
          <p:nvPr/>
        </p:nvGrpSpPr>
        <p:grpSpPr>
          <a:xfrm>
            <a:off x="5610240" y="1272600"/>
            <a:ext cx="262440" cy="300960"/>
            <a:chOff x="5610240" y="1272600"/>
            <a:chExt cx="262440" cy="300960"/>
          </a:xfrm>
        </p:grpSpPr>
        <p:sp>
          <p:nvSpPr>
            <p:cNvPr id="1436" name="Freeform 27"/>
            <p:cNvSpPr/>
            <p:nvPr/>
          </p:nvSpPr>
          <p:spPr>
            <a:xfrm>
              <a:off x="5610240" y="1272600"/>
              <a:ext cx="262440" cy="30096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300960"/>
                <a:gd name="textAreaBottom" fmla="*/ 301320 h 300960"/>
                <a:gd name="GluePoint1X" fmla="*/ 224 w 224"/>
                <a:gd name="GluePoint1Y" fmla="*/ 160 h 256"/>
                <a:gd name="GluePoint2X" fmla="*/ 224 w 224"/>
                <a:gd name="GluePoint2Y" fmla="*/ 160 h 256"/>
                <a:gd name="GluePoint3X" fmla="*/ 200 w 224"/>
                <a:gd name="GluePoint3Y" fmla="*/ 0 h 256"/>
                <a:gd name="GluePoint4X" fmla="*/ 25 w 224"/>
                <a:gd name="GluePoint4Y" fmla="*/ 0 h 256"/>
                <a:gd name="GluePoint5X" fmla="*/ 1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2 w 224"/>
                <a:gd name="GluePoint10Y" fmla="*/ 8 h 256"/>
                <a:gd name="GluePoint11X" fmla="*/ 193 w 224"/>
                <a:gd name="GluePoint11Y" fmla="*/ 8 h 256"/>
                <a:gd name="GluePoint12X" fmla="*/ 216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9 w 224"/>
                <a:gd name="GluePoint18Y" fmla="*/ 160 h 256"/>
                <a:gd name="GluePoint19X" fmla="*/ 32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6" y="160"/>
                    <a:pt x="216" y="160"/>
                    <a:pt x="216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7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37" name="Freeform 28"/>
            <p:cNvSpPr/>
            <p:nvPr/>
          </p:nvSpPr>
          <p:spPr>
            <a:xfrm>
              <a:off x="5698440" y="138564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36 w 56"/>
                <a:gd name="GluePoint1Y" fmla="*/ 40 h 54"/>
                <a:gd name="GluePoint2X" fmla="*/ 44 w 56"/>
                <a:gd name="GluePoint2Y" fmla="*/ 40 h 54"/>
                <a:gd name="GluePoint3X" fmla="*/ 37 w 56"/>
                <a:gd name="GluePoint3Y" fmla="*/ 49 h 54"/>
                <a:gd name="GluePoint4X" fmla="*/ 44 w 56"/>
                <a:gd name="GluePoint4Y" fmla="*/ 54 h 54"/>
                <a:gd name="GluePoint5X" fmla="*/ 56 w 56"/>
                <a:gd name="GluePoint5Y" fmla="*/ 38 h 54"/>
                <a:gd name="GluePoint6X" fmla="*/ 56 w 56"/>
                <a:gd name="GluePoint6Y" fmla="*/ 33 h 54"/>
                <a:gd name="GluePoint7X" fmla="*/ 44 w 56"/>
                <a:gd name="GluePoint7Y" fmla="*/ 17 h 54"/>
                <a:gd name="GluePoint8X" fmla="*/ 37 w 56"/>
                <a:gd name="GluePoint8Y" fmla="*/ 22 h 54"/>
                <a:gd name="GluePoint9X" fmla="*/ 44 w 56"/>
                <a:gd name="GluePoint9Y" fmla="*/ 32 h 54"/>
                <a:gd name="GluePoint10X" fmla="*/ 36 w 56"/>
                <a:gd name="GluePoint10Y" fmla="*/ 32 h 54"/>
                <a:gd name="GluePoint11X" fmla="*/ 8 w 56"/>
                <a:gd name="GluePoint11Y" fmla="*/ 0 h 54"/>
                <a:gd name="GluePoint12X" fmla="*/ 0 w 56"/>
                <a:gd name="GluePoint12Y" fmla="*/ 0 h 54"/>
                <a:gd name="GluePoint13X" fmla="*/ 36 w 56"/>
                <a:gd name="GluePoint13Y" fmla="*/ 40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1" y="32"/>
                    <a:pt x="8" y="1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16" y="40"/>
                    <a:pt x="36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38" name="Freeform 29"/>
            <p:cNvSpPr/>
            <p:nvPr/>
          </p:nvSpPr>
          <p:spPr>
            <a:xfrm>
              <a:off x="5727960" y="1320120"/>
              <a:ext cx="65160" cy="651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5160"/>
                <a:gd name="textAreaBottom" fmla="*/ 65520 h 65160"/>
                <a:gd name="GluePoint1X" fmla="*/ 20 w 56"/>
                <a:gd name="GluePoint1Y" fmla="*/ 32 h 55"/>
                <a:gd name="GluePoint2X" fmla="*/ 12 w 56"/>
                <a:gd name="GluePoint2Y" fmla="*/ 23 h 55"/>
                <a:gd name="GluePoint3X" fmla="*/ 20 w 56"/>
                <a:gd name="GluePoint3Y" fmla="*/ 23 h 55"/>
                <a:gd name="GluePoint4X" fmla="*/ 48 w 56"/>
                <a:gd name="GluePoint4Y" fmla="*/ 55 h 55"/>
                <a:gd name="GluePoint5X" fmla="*/ 56 w 56"/>
                <a:gd name="GluePoint5Y" fmla="*/ 55 h 55"/>
                <a:gd name="GluePoint6X" fmla="*/ 20 w 56"/>
                <a:gd name="GluePoint6Y" fmla="*/ 15 h 55"/>
                <a:gd name="GluePoint7X" fmla="*/ 12 w 56"/>
                <a:gd name="GluePoint7Y" fmla="*/ 15 h 55"/>
                <a:gd name="GluePoint8X" fmla="*/ 20 w 56"/>
                <a:gd name="GluePoint8Y" fmla="*/ 5 h 55"/>
                <a:gd name="GluePoint9X" fmla="*/ 13 w 56"/>
                <a:gd name="GluePoint9Y" fmla="*/ 0 h 55"/>
                <a:gd name="GluePoint10X" fmla="*/ 0 w 56"/>
                <a:gd name="GluePoint10Y" fmla="*/ 16 h 55"/>
                <a:gd name="GluePoint11X" fmla="*/ 0 w 56"/>
                <a:gd name="GluePoint11Y" fmla="*/ 21 h 55"/>
                <a:gd name="GluePoint12X" fmla="*/ 13 w 56"/>
                <a:gd name="GluePoint12Y" fmla="*/ 37 h 55"/>
                <a:gd name="GluePoint13X" fmla="*/ 20 w 56"/>
                <a:gd name="GluePoint13Y" fmla="*/ 32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20" y="32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1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lnTo>
                    <a:pt x="20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39" name="Group 646"/>
          <p:cNvGrpSpPr/>
          <p:nvPr/>
        </p:nvGrpSpPr>
        <p:grpSpPr>
          <a:xfrm>
            <a:off x="5999760" y="1272600"/>
            <a:ext cx="264600" cy="300960"/>
            <a:chOff x="5999760" y="1272600"/>
            <a:chExt cx="264600" cy="300960"/>
          </a:xfrm>
        </p:grpSpPr>
        <p:sp>
          <p:nvSpPr>
            <p:cNvPr id="1440" name="Freeform 30"/>
            <p:cNvSpPr/>
            <p:nvPr/>
          </p:nvSpPr>
          <p:spPr>
            <a:xfrm>
              <a:off x="5999760" y="1272600"/>
              <a:ext cx="264600" cy="300960"/>
            </a:xfrm>
            <a:custGeom>
              <a:avLst/>
              <a:gdLst>
                <a:gd name="textAreaLeft" fmla="*/ 0 w 264600"/>
                <a:gd name="textAreaRight" fmla="*/ 264960 w 264600"/>
                <a:gd name="textAreaTop" fmla="*/ 0 h 300960"/>
                <a:gd name="textAreaBottom" fmla="*/ 301320 h 300960"/>
                <a:gd name="GluePoint1X" fmla="*/ 224 w 224"/>
                <a:gd name="GluePoint1Y" fmla="*/ 160 h 256"/>
                <a:gd name="GluePoint2X" fmla="*/ 224 w 224"/>
                <a:gd name="GluePoint2Y" fmla="*/ 160 h 256"/>
                <a:gd name="GluePoint3X" fmla="*/ 200 w 224"/>
                <a:gd name="GluePoint3Y" fmla="*/ 0 h 256"/>
                <a:gd name="GluePoint4X" fmla="*/ 25 w 224"/>
                <a:gd name="GluePoint4Y" fmla="*/ 0 h 256"/>
                <a:gd name="GluePoint5X" fmla="*/ 1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2 w 224"/>
                <a:gd name="GluePoint10Y" fmla="*/ 8 h 256"/>
                <a:gd name="GluePoint11X" fmla="*/ 193 w 224"/>
                <a:gd name="GluePoint11Y" fmla="*/ 8 h 256"/>
                <a:gd name="GluePoint12X" fmla="*/ 216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9 w 224"/>
                <a:gd name="GluePoint18Y" fmla="*/ 160 h 256"/>
                <a:gd name="GluePoint19X" fmla="*/ 32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5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6" y="160"/>
                    <a:pt x="216" y="160"/>
                    <a:pt x="216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5" y="168"/>
                    <a:pt x="65" y="168"/>
                    <a:pt x="65" y="168"/>
                  </a:cubicBezTo>
                  <a:cubicBezTo>
                    <a:pt x="67" y="192"/>
                    <a:pt x="87" y="212"/>
                    <a:pt x="112" y="212"/>
                  </a:cubicBezTo>
                  <a:cubicBezTo>
                    <a:pt x="138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41" name="Freeform 31"/>
            <p:cNvSpPr/>
            <p:nvPr/>
          </p:nvSpPr>
          <p:spPr>
            <a:xfrm>
              <a:off x="6096960" y="1347120"/>
              <a:ext cx="72000" cy="7200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72000"/>
                <a:gd name="textAreaBottom" fmla="*/ 72360 h 72000"/>
                <a:gd name="GluePoint1X" fmla="*/ 3 w 32"/>
                <a:gd name="GluePoint1Y" fmla="*/ 32 h 32"/>
                <a:gd name="GluePoint2X" fmla="*/ 16 w 32"/>
                <a:gd name="GluePoint2Y" fmla="*/ 19 h 32"/>
                <a:gd name="GluePoint3X" fmla="*/ 29 w 32"/>
                <a:gd name="GluePoint3Y" fmla="*/ 32 h 32"/>
                <a:gd name="GluePoint4X" fmla="*/ 32 w 32"/>
                <a:gd name="GluePoint4Y" fmla="*/ 30 h 32"/>
                <a:gd name="GluePoint5X" fmla="*/ 19 w 32"/>
                <a:gd name="GluePoint5Y" fmla="*/ 17 h 32"/>
                <a:gd name="GluePoint6X" fmla="*/ 32 w 32"/>
                <a:gd name="GluePoint6Y" fmla="*/ 3 h 32"/>
                <a:gd name="GluePoint7X" fmla="*/ 29 w 32"/>
                <a:gd name="GluePoint7Y" fmla="*/ 0 h 32"/>
                <a:gd name="GluePoint8X" fmla="*/ 16 w 32"/>
                <a:gd name="GluePoint8Y" fmla="*/ 13 h 32"/>
                <a:gd name="GluePoint9X" fmla="*/ 3 w 32"/>
                <a:gd name="GluePoint9Y" fmla="*/ 0 h 32"/>
                <a:gd name="GluePoint10X" fmla="*/ 0 w 32"/>
                <a:gd name="GluePoint10Y" fmla="*/ 3 h 32"/>
                <a:gd name="GluePoint11X" fmla="*/ 13 w 32"/>
                <a:gd name="GluePoint11Y" fmla="*/ 17 h 32"/>
                <a:gd name="GluePoint12X" fmla="*/ 0 w 32"/>
                <a:gd name="GluePoint12Y" fmla="*/ 30 h 32"/>
                <a:gd name="GluePoint13X" fmla="*/ 3 w 32"/>
                <a:gd name="GluePoint13Y" fmla="*/ 32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2" h="32">
                  <a:moveTo>
                    <a:pt x="3" y="32"/>
                  </a:moveTo>
                  <a:lnTo>
                    <a:pt x="16" y="19"/>
                  </a:lnTo>
                  <a:lnTo>
                    <a:pt x="29" y="32"/>
                  </a:lnTo>
                  <a:lnTo>
                    <a:pt x="32" y="30"/>
                  </a:lnTo>
                  <a:lnTo>
                    <a:pt x="19" y="17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0"/>
                  </a:lnTo>
                  <a:lnTo>
                    <a:pt x="3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42" name="Group 647"/>
          <p:cNvGrpSpPr/>
          <p:nvPr/>
        </p:nvGrpSpPr>
        <p:grpSpPr>
          <a:xfrm>
            <a:off x="6393600" y="1272600"/>
            <a:ext cx="262440" cy="300960"/>
            <a:chOff x="6393600" y="1272600"/>
            <a:chExt cx="262440" cy="300960"/>
          </a:xfrm>
        </p:grpSpPr>
        <p:sp>
          <p:nvSpPr>
            <p:cNvPr id="1443" name="Freeform 32"/>
            <p:cNvSpPr/>
            <p:nvPr/>
          </p:nvSpPr>
          <p:spPr>
            <a:xfrm>
              <a:off x="6393600" y="1272600"/>
              <a:ext cx="262440" cy="30096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300960"/>
                <a:gd name="textAreaBottom" fmla="*/ 301320 h 300960"/>
                <a:gd name="GluePoint1X" fmla="*/ 224 w 224"/>
                <a:gd name="GluePoint1Y" fmla="*/ 160 h 256"/>
                <a:gd name="GluePoint2X" fmla="*/ 223 w 224"/>
                <a:gd name="GluePoint2Y" fmla="*/ 160 h 256"/>
                <a:gd name="GluePoint3X" fmla="*/ 199 w 224"/>
                <a:gd name="GluePoint3Y" fmla="*/ 0 h 256"/>
                <a:gd name="GluePoint4X" fmla="*/ 24 w 224"/>
                <a:gd name="GluePoint4Y" fmla="*/ 0 h 256"/>
                <a:gd name="GluePoint5X" fmla="*/ 0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1 w 224"/>
                <a:gd name="GluePoint10Y" fmla="*/ 8 h 256"/>
                <a:gd name="GluePoint11X" fmla="*/ 192 w 224"/>
                <a:gd name="GluePoint11Y" fmla="*/ 8 h 256"/>
                <a:gd name="GluePoint12X" fmla="*/ 215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8 w 224"/>
                <a:gd name="GluePoint18Y" fmla="*/ 160 h 256"/>
                <a:gd name="GluePoint19X" fmla="*/ 31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59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89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6" y="212"/>
                    <a:pt x="112" y="212"/>
                  </a:cubicBezTo>
                  <a:cubicBezTo>
                    <a:pt x="137" y="212"/>
                    <a:pt x="157" y="192"/>
                    <a:pt x="159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44" name="Freeform 33"/>
            <p:cNvSpPr/>
            <p:nvPr/>
          </p:nvSpPr>
          <p:spPr>
            <a:xfrm>
              <a:off x="6477480" y="1338120"/>
              <a:ext cx="92520" cy="9036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0360"/>
                <a:gd name="textAreaBottom" fmla="*/ 90720 h 90360"/>
                <a:gd name="GluePoint1X" fmla="*/ 28 w 78"/>
                <a:gd name="GluePoint1Y" fmla="*/ 56 h 78"/>
                <a:gd name="GluePoint2X" fmla="*/ 44 w 78"/>
                <a:gd name="GluePoint2Y" fmla="*/ 50 h 78"/>
                <a:gd name="GluePoint3X" fmla="*/ 73 w 78"/>
                <a:gd name="GluePoint3Y" fmla="*/ 78 h 78"/>
                <a:gd name="GluePoint4X" fmla="*/ 78 w 78"/>
                <a:gd name="GluePoint4Y" fmla="*/ 73 h 78"/>
                <a:gd name="GluePoint5X" fmla="*/ 50 w 78"/>
                <a:gd name="GluePoint5Y" fmla="*/ 44 h 78"/>
                <a:gd name="GluePoint6X" fmla="*/ 56 w 78"/>
                <a:gd name="GluePoint6Y" fmla="*/ 28 h 78"/>
                <a:gd name="GluePoint7X" fmla="*/ 28 w 78"/>
                <a:gd name="GluePoint7Y" fmla="*/ 0 h 78"/>
                <a:gd name="GluePoint8X" fmla="*/ 0 w 78"/>
                <a:gd name="GluePoint8Y" fmla="*/ 28 h 78"/>
                <a:gd name="GluePoint9X" fmla="*/ 28 w 78"/>
                <a:gd name="GluePoint9Y" fmla="*/ 56 h 78"/>
                <a:gd name="GluePoint10X" fmla="*/ 28 w 78"/>
                <a:gd name="GluePoint10Y" fmla="*/ 8 h 78"/>
                <a:gd name="GluePoint11X" fmla="*/ 48 w 78"/>
                <a:gd name="GluePoint11Y" fmla="*/ 28 h 78"/>
                <a:gd name="GluePoint12X" fmla="*/ 28 w 78"/>
                <a:gd name="GluePoint12Y" fmla="*/ 48 h 78"/>
                <a:gd name="GluePoint13X" fmla="*/ 8 w 78"/>
                <a:gd name="GluePoint13Y" fmla="*/ 28 h 78"/>
                <a:gd name="GluePoint14X" fmla="*/ 28 w 78"/>
                <a:gd name="GluePoint14Y" fmla="*/ 8 h 7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8" h="78">
                  <a:moveTo>
                    <a:pt x="28" y="56"/>
                  </a:moveTo>
                  <a:cubicBezTo>
                    <a:pt x="34" y="56"/>
                    <a:pt x="40" y="53"/>
                    <a:pt x="44" y="5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3" y="40"/>
                    <a:pt x="56" y="34"/>
                    <a:pt x="56" y="28"/>
                  </a:cubicBez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360" bIns="45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45" name="Group 648"/>
          <p:cNvGrpSpPr/>
          <p:nvPr/>
        </p:nvGrpSpPr>
        <p:grpSpPr>
          <a:xfrm>
            <a:off x="6785280" y="1272600"/>
            <a:ext cx="262440" cy="300960"/>
            <a:chOff x="6785280" y="1272600"/>
            <a:chExt cx="262440" cy="300960"/>
          </a:xfrm>
        </p:grpSpPr>
        <p:sp>
          <p:nvSpPr>
            <p:cNvPr id="1446" name="Freeform 34"/>
            <p:cNvSpPr/>
            <p:nvPr/>
          </p:nvSpPr>
          <p:spPr>
            <a:xfrm>
              <a:off x="6785280" y="1272600"/>
              <a:ext cx="262440" cy="30096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300960"/>
                <a:gd name="textAreaBottom" fmla="*/ 301320 h 300960"/>
                <a:gd name="GluePoint1X" fmla="*/ 224 w 224"/>
                <a:gd name="GluePoint1Y" fmla="*/ 160 h 256"/>
                <a:gd name="GluePoint2X" fmla="*/ 223 w 224"/>
                <a:gd name="GluePoint2Y" fmla="*/ 160 h 256"/>
                <a:gd name="GluePoint3X" fmla="*/ 199 w 224"/>
                <a:gd name="GluePoint3Y" fmla="*/ 0 h 256"/>
                <a:gd name="GluePoint4X" fmla="*/ 24 w 224"/>
                <a:gd name="GluePoint4Y" fmla="*/ 0 h 256"/>
                <a:gd name="GluePoint5X" fmla="*/ 0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1 w 224"/>
                <a:gd name="GluePoint10Y" fmla="*/ 8 h 256"/>
                <a:gd name="GluePoint11X" fmla="*/ 192 w 224"/>
                <a:gd name="GluePoint11Y" fmla="*/ 8 h 256"/>
                <a:gd name="GluePoint12X" fmla="*/ 215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8 w 224"/>
                <a:gd name="GluePoint18Y" fmla="*/ 160 h 256"/>
                <a:gd name="GluePoint19X" fmla="*/ 31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3" y="160"/>
                    <a:pt x="223" y="160"/>
                    <a:pt x="223" y="16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1" y="8"/>
                  </a:moveTo>
                  <a:cubicBezTo>
                    <a:pt x="192" y="8"/>
                    <a:pt x="192" y="8"/>
                    <a:pt x="192" y="8"/>
                  </a:cubicBezTo>
                  <a:cubicBezTo>
                    <a:pt x="215" y="160"/>
                    <a:pt x="215" y="160"/>
                    <a:pt x="215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8" y="160"/>
                    <a:pt x="8" y="160"/>
                    <a:pt x="8" y="160"/>
                  </a:cubicBezTo>
                  <a:lnTo>
                    <a:pt x="31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7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47" name="Freeform 35"/>
            <p:cNvSpPr/>
            <p:nvPr/>
          </p:nvSpPr>
          <p:spPr>
            <a:xfrm>
              <a:off x="6862320" y="1322280"/>
              <a:ext cx="106200" cy="99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99360"/>
                <a:gd name="textAreaBottom" fmla="*/ 99720 h 99360"/>
                <a:gd name="GluePoint1X" fmla="*/ 16 w 89"/>
                <a:gd name="GluePoint1Y" fmla="*/ 79 h 85"/>
                <a:gd name="GluePoint2X" fmla="*/ 18 w 89"/>
                <a:gd name="GluePoint2Y" fmla="*/ 84 h 85"/>
                <a:gd name="GluePoint3X" fmla="*/ 22 w 89"/>
                <a:gd name="GluePoint3Y" fmla="*/ 84 h 85"/>
                <a:gd name="GluePoint4X" fmla="*/ 45 w 89"/>
                <a:gd name="GluePoint4Y" fmla="*/ 69 h 85"/>
                <a:gd name="GluePoint5X" fmla="*/ 66 w 89"/>
                <a:gd name="GluePoint5Y" fmla="*/ 84 h 85"/>
                <a:gd name="GluePoint6X" fmla="*/ 68 w 89"/>
                <a:gd name="GluePoint6Y" fmla="*/ 85 h 85"/>
                <a:gd name="GluePoint7X" fmla="*/ 71 w 89"/>
                <a:gd name="GluePoint7Y" fmla="*/ 84 h 85"/>
                <a:gd name="GluePoint8X" fmla="*/ 72 w 89"/>
                <a:gd name="GluePoint8Y" fmla="*/ 80 h 85"/>
                <a:gd name="GluePoint9X" fmla="*/ 65 w 89"/>
                <a:gd name="GluePoint9Y" fmla="*/ 54 h 85"/>
                <a:gd name="GluePoint10X" fmla="*/ 87 w 89"/>
                <a:gd name="GluePoint10Y" fmla="*/ 40 h 85"/>
                <a:gd name="GluePoint11X" fmla="*/ 88 w 89"/>
                <a:gd name="GluePoint11Y" fmla="*/ 35 h 85"/>
                <a:gd name="GluePoint12X" fmla="*/ 85 w 89"/>
                <a:gd name="GluePoint12Y" fmla="*/ 33 h 85"/>
                <a:gd name="GluePoint13X" fmla="*/ 59 w 89"/>
                <a:gd name="GluePoint13Y" fmla="*/ 33 h 85"/>
                <a:gd name="GluePoint14X" fmla="*/ 48 w 89"/>
                <a:gd name="GluePoint14Y" fmla="*/ 3 h 85"/>
                <a:gd name="GluePoint15X" fmla="*/ 45 w 89"/>
                <a:gd name="GluePoint15Y" fmla="*/ 1 h 85"/>
                <a:gd name="GluePoint16X" fmla="*/ 41 w 89"/>
                <a:gd name="GluePoint16Y" fmla="*/ 3 h 85"/>
                <a:gd name="GluePoint17X" fmla="*/ 31 w 89"/>
                <a:gd name="GluePoint17Y" fmla="*/ 33 h 85"/>
                <a:gd name="GluePoint18X" fmla="*/ 5 w 89"/>
                <a:gd name="GluePoint18Y" fmla="*/ 33 h 85"/>
                <a:gd name="GluePoint19X" fmla="*/ 1 w 89"/>
                <a:gd name="GluePoint19Y" fmla="*/ 35 h 85"/>
                <a:gd name="GluePoint20X" fmla="*/ 2 w 89"/>
                <a:gd name="GluePoint20Y" fmla="*/ 40 h 85"/>
                <a:gd name="GluePoint21X" fmla="*/ 24 w 89"/>
                <a:gd name="GluePoint21Y" fmla="*/ 54 h 85"/>
                <a:gd name="GluePoint22X" fmla="*/ 16 w 89"/>
                <a:gd name="GluePoint22Y" fmla="*/ 79 h 85"/>
                <a:gd name="GluePoint23X" fmla="*/ 18 w 89"/>
                <a:gd name="GluePoint23Y" fmla="*/ 41 h 85"/>
                <a:gd name="GluePoint24X" fmla="*/ 34 w 89"/>
                <a:gd name="GluePoint24Y" fmla="*/ 41 h 85"/>
                <a:gd name="GluePoint25X" fmla="*/ 37 w 89"/>
                <a:gd name="GluePoint25Y" fmla="*/ 38 h 85"/>
                <a:gd name="GluePoint26X" fmla="*/ 45 w 89"/>
                <a:gd name="GluePoint26Y" fmla="*/ 16 h 85"/>
                <a:gd name="GluePoint27X" fmla="*/ 53 w 89"/>
                <a:gd name="GluePoint27Y" fmla="*/ 38 h 85"/>
                <a:gd name="GluePoint28X" fmla="*/ 57 w 89"/>
                <a:gd name="GluePoint28Y" fmla="*/ 41 h 85"/>
                <a:gd name="GluePoint29X" fmla="*/ 71 w 89"/>
                <a:gd name="GluePoint29Y" fmla="*/ 41 h 85"/>
                <a:gd name="GluePoint30X" fmla="*/ 58 w 89"/>
                <a:gd name="GluePoint30Y" fmla="*/ 49 h 85"/>
                <a:gd name="GluePoint31X" fmla="*/ 57 w 89"/>
                <a:gd name="GluePoint31Y" fmla="*/ 54 h 85"/>
                <a:gd name="GluePoint32X" fmla="*/ 62 w 89"/>
                <a:gd name="GluePoint32Y" fmla="*/ 71 h 85"/>
                <a:gd name="GluePoint33X" fmla="*/ 47 w 89"/>
                <a:gd name="GluePoint33Y" fmla="*/ 61 h 85"/>
                <a:gd name="GluePoint34X" fmla="*/ 42 w 89"/>
                <a:gd name="GluePoint34Y" fmla="*/ 61 h 85"/>
                <a:gd name="GluePoint35X" fmla="*/ 27 w 89"/>
                <a:gd name="GluePoint35Y" fmla="*/ 71 h 85"/>
                <a:gd name="GluePoint36X" fmla="*/ 33 w 89"/>
                <a:gd name="GluePoint36Y" fmla="*/ 54 h 85"/>
                <a:gd name="GluePoint37X" fmla="*/ 31 w 89"/>
                <a:gd name="GluePoint37Y" fmla="*/ 49 h 85"/>
                <a:gd name="GluePoint38X" fmla="*/ 18 w 89"/>
                <a:gd name="GluePoint38Y" fmla="*/ 41 h 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89" h="85">
                  <a:moveTo>
                    <a:pt x="16" y="79"/>
                  </a:moveTo>
                  <a:cubicBezTo>
                    <a:pt x="16" y="81"/>
                    <a:pt x="16" y="83"/>
                    <a:pt x="18" y="84"/>
                  </a:cubicBezTo>
                  <a:cubicBezTo>
                    <a:pt x="19" y="85"/>
                    <a:pt x="21" y="85"/>
                    <a:pt x="22" y="84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7" y="84"/>
                    <a:pt x="68" y="85"/>
                    <a:pt x="68" y="85"/>
                  </a:cubicBezTo>
                  <a:cubicBezTo>
                    <a:pt x="69" y="85"/>
                    <a:pt x="70" y="84"/>
                    <a:pt x="71" y="84"/>
                  </a:cubicBezTo>
                  <a:cubicBezTo>
                    <a:pt x="72" y="83"/>
                    <a:pt x="73" y="81"/>
                    <a:pt x="72" y="80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9"/>
                    <a:pt x="89" y="37"/>
                    <a:pt x="88" y="35"/>
                  </a:cubicBezTo>
                  <a:cubicBezTo>
                    <a:pt x="88" y="34"/>
                    <a:pt x="86" y="33"/>
                    <a:pt x="85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6" y="0"/>
                    <a:pt x="45" y="1"/>
                  </a:cubicBezTo>
                  <a:cubicBezTo>
                    <a:pt x="43" y="1"/>
                    <a:pt x="41" y="2"/>
                    <a:pt x="41" y="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1" y="34"/>
                    <a:pt x="1" y="35"/>
                  </a:cubicBezTo>
                  <a:cubicBezTo>
                    <a:pt x="0" y="37"/>
                    <a:pt x="1" y="39"/>
                    <a:pt x="2" y="40"/>
                  </a:cubicBezTo>
                  <a:cubicBezTo>
                    <a:pt x="24" y="54"/>
                    <a:pt x="24" y="54"/>
                    <a:pt x="24" y="54"/>
                  </a:cubicBezTo>
                  <a:lnTo>
                    <a:pt x="16" y="79"/>
                  </a:lnTo>
                  <a:close/>
                  <a:moveTo>
                    <a:pt x="18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5" y="41"/>
                    <a:pt x="37" y="40"/>
                    <a:pt x="37" y="38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4" y="40"/>
                    <a:pt x="55" y="41"/>
                    <a:pt x="5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58" y="49"/>
                    <a:pt x="58" y="49"/>
                    <a:pt x="58" y="49"/>
                  </a:cubicBezTo>
                  <a:cubicBezTo>
                    <a:pt x="57" y="50"/>
                    <a:pt x="56" y="52"/>
                    <a:pt x="57" y="54"/>
                  </a:cubicBezTo>
                  <a:cubicBezTo>
                    <a:pt x="62" y="71"/>
                    <a:pt x="62" y="71"/>
                    <a:pt x="62" y="71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6" y="60"/>
                    <a:pt x="44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2"/>
                    <a:pt x="32" y="50"/>
                    <a:pt x="31" y="49"/>
                  </a:cubicBezTo>
                  <a:lnTo>
                    <a:pt x="18" y="4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48" name="Group 630"/>
          <p:cNvGrpSpPr/>
          <p:nvPr/>
        </p:nvGrpSpPr>
        <p:grpSpPr>
          <a:xfrm>
            <a:off x="2086200" y="1662120"/>
            <a:ext cx="262440" cy="303120"/>
            <a:chOff x="2086200" y="1662120"/>
            <a:chExt cx="262440" cy="303120"/>
          </a:xfrm>
        </p:grpSpPr>
        <p:sp>
          <p:nvSpPr>
            <p:cNvPr id="1449" name="Freeform 36"/>
            <p:cNvSpPr/>
            <p:nvPr/>
          </p:nvSpPr>
          <p:spPr>
            <a:xfrm>
              <a:off x="2086200" y="1662120"/>
              <a:ext cx="262440" cy="30312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303120"/>
                <a:gd name="textAreaBottom" fmla="*/ 303480 h 303120"/>
                <a:gd name="GluePoint1X" fmla="*/ 224 w 224"/>
                <a:gd name="GluePoint1Y" fmla="*/ 160 h 256"/>
                <a:gd name="GluePoint2X" fmla="*/ 224 w 224"/>
                <a:gd name="GluePoint2Y" fmla="*/ 160 h 256"/>
                <a:gd name="GluePoint3X" fmla="*/ 200 w 224"/>
                <a:gd name="GluePoint3Y" fmla="*/ 0 h 256"/>
                <a:gd name="GluePoint4X" fmla="*/ 25 w 224"/>
                <a:gd name="GluePoint4Y" fmla="*/ 0 h 256"/>
                <a:gd name="GluePoint5X" fmla="*/ 1 w 224"/>
                <a:gd name="GluePoint5Y" fmla="*/ 160 h 256"/>
                <a:gd name="GluePoint6X" fmla="*/ 0 w 224"/>
                <a:gd name="GluePoint6Y" fmla="*/ 160 h 256"/>
                <a:gd name="GluePoint7X" fmla="*/ 0 w 224"/>
                <a:gd name="GluePoint7Y" fmla="*/ 256 h 256"/>
                <a:gd name="GluePoint8X" fmla="*/ 224 w 224"/>
                <a:gd name="GluePoint8Y" fmla="*/ 256 h 256"/>
                <a:gd name="GluePoint9X" fmla="*/ 224 w 224"/>
                <a:gd name="GluePoint9Y" fmla="*/ 160 h 256"/>
                <a:gd name="GluePoint10X" fmla="*/ 32 w 224"/>
                <a:gd name="GluePoint10Y" fmla="*/ 8 h 256"/>
                <a:gd name="GluePoint11X" fmla="*/ 193 w 224"/>
                <a:gd name="GluePoint11Y" fmla="*/ 8 h 256"/>
                <a:gd name="GluePoint12X" fmla="*/ 216 w 224"/>
                <a:gd name="GluePoint12Y" fmla="*/ 160 h 256"/>
                <a:gd name="GluePoint13X" fmla="*/ 152 w 224"/>
                <a:gd name="GluePoint13Y" fmla="*/ 160 h 256"/>
                <a:gd name="GluePoint14X" fmla="*/ 152 w 224"/>
                <a:gd name="GluePoint14Y" fmla="*/ 164 h 256"/>
                <a:gd name="GluePoint15X" fmla="*/ 112 w 224"/>
                <a:gd name="GluePoint15Y" fmla="*/ 204 h 256"/>
                <a:gd name="GluePoint16X" fmla="*/ 72 w 224"/>
                <a:gd name="GluePoint16Y" fmla="*/ 164 h 256"/>
                <a:gd name="GluePoint17X" fmla="*/ 72 w 224"/>
                <a:gd name="GluePoint17Y" fmla="*/ 160 h 256"/>
                <a:gd name="GluePoint18X" fmla="*/ 9 w 224"/>
                <a:gd name="GluePoint18Y" fmla="*/ 160 h 256"/>
                <a:gd name="GluePoint19X" fmla="*/ 32 w 224"/>
                <a:gd name="GluePoint19Y" fmla="*/ 8 h 256"/>
                <a:gd name="GluePoint20X" fmla="*/ 216 w 224"/>
                <a:gd name="GluePoint20Y" fmla="*/ 248 h 256"/>
                <a:gd name="GluePoint21X" fmla="*/ 8 w 224"/>
                <a:gd name="GluePoint21Y" fmla="*/ 248 h 256"/>
                <a:gd name="GluePoint22X" fmla="*/ 8 w 224"/>
                <a:gd name="GluePoint22Y" fmla="*/ 168 h 256"/>
                <a:gd name="GluePoint23X" fmla="*/ 64 w 224"/>
                <a:gd name="GluePoint23Y" fmla="*/ 168 h 256"/>
                <a:gd name="GluePoint24X" fmla="*/ 112 w 224"/>
                <a:gd name="GluePoint24Y" fmla="*/ 212 h 256"/>
                <a:gd name="GluePoint25X" fmla="*/ 160 w 224"/>
                <a:gd name="GluePoint25Y" fmla="*/ 168 h 256"/>
                <a:gd name="GluePoint26X" fmla="*/ 216 w 224"/>
                <a:gd name="GluePoint26Y" fmla="*/ 168 h 256"/>
                <a:gd name="GluePoint27X" fmla="*/ 216 w 224"/>
                <a:gd name="GluePoint27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24" h="256">
                  <a:moveTo>
                    <a:pt x="224" y="160"/>
                  </a:moveTo>
                  <a:cubicBezTo>
                    <a:pt x="224" y="160"/>
                    <a:pt x="224" y="160"/>
                    <a:pt x="224" y="16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224" y="256"/>
                    <a:pt x="224" y="256"/>
                    <a:pt x="224" y="256"/>
                  </a:cubicBezTo>
                  <a:lnTo>
                    <a:pt x="224" y="160"/>
                  </a:lnTo>
                  <a:close/>
                  <a:moveTo>
                    <a:pt x="32" y="8"/>
                  </a:moveTo>
                  <a:cubicBezTo>
                    <a:pt x="193" y="8"/>
                    <a:pt x="193" y="8"/>
                    <a:pt x="193" y="8"/>
                  </a:cubicBezTo>
                  <a:cubicBezTo>
                    <a:pt x="216" y="160"/>
                    <a:pt x="216" y="160"/>
                    <a:pt x="216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2" y="164"/>
                    <a:pt x="152" y="164"/>
                    <a:pt x="152" y="164"/>
                  </a:cubicBezTo>
                  <a:cubicBezTo>
                    <a:pt x="152" y="186"/>
                    <a:pt x="134" y="204"/>
                    <a:pt x="112" y="204"/>
                  </a:cubicBezTo>
                  <a:cubicBezTo>
                    <a:pt x="90" y="204"/>
                    <a:pt x="72" y="186"/>
                    <a:pt x="72" y="164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9" y="160"/>
                    <a:pt x="9" y="160"/>
                    <a:pt x="9" y="160"/>
                  </a:cubicBezTo>
                  <a:lnTo>
                    <a:pt x="32" y="8"/>
                  </a:lnTo>
                  <a:close/>
                  <a:moveTo>
                    <a:pt x="21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6" y="192"/>
                    <a:pt x="87" y="212"/>
                    <a:pt x="112" y="212"/>
                  </a:cubicBezTo>
                  <a:cubicBezTo>
                    <a:pt x="137" y="212"/>
                    <a:pt x="158" y="192"/>
                    <a:pt x="160" y="168"/>
                  </a:cubicBezTo>
                  <a:cubicBezTo>
                    <a:pt x="216" y="168"/>
                    <a:pt x="216" y="168"/>
                    <a:pt x="216" y="168"/>
                  </a:cubicBezTo>
                  <a:lnTo>
                    <a:pt x="216" y="2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50" name="Freeform 37"/>
            <p:cNvSpPr/>
            <p:nvPr/>
          </p:nvSpPr>
          <p:spPr>
            <a:xfrm>
              <a:off x="2176920" y="1723320"/>
              <a:ext cx="81000" cy="993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9360"/>
                <a:gd name="textAreaBottom" fmla="*/ 99720 h 99360"/>
                <a:gd name="GluePoint1X" fmla="*/ 16 w 36"/>
                <a:gd name="GluePoint1Y" fmla="*/ 7 h 44"/>
                <a:gd name="GluePoint2X" fmla="*/ 16 w 36"/>
                <a:gd name="GluePoint2Y" fmla="*/ 44 h 44"/>
                <a:gd name="GluePoint3X" fmla="*/ 20 w 36"/>
                <a:gd name="GluePoint3Y" fmla="*/ 44 h 44"/>
                <a:gd name="GluePoint4X" fmla="*/ 20 w 36"/>
                <a:gd name="GluePoint4Y" fmla="*/ 7 h 44"/>
                <a:gd name="GluePoint5X" fmla="*/ 33 w 36"/>
                <a:gd name="GluePoint5Y" fmla="*/ 21 h 44"/>
                <a:gd name="GluePoint6X" fmla="*/ 36 w 36"/>
                <a:gd name="GluePoint6Y" fmla="*/ 17 h 44"/>
                <a:gd name="GluePoint7X" fmla="*/ 20 w 36"/>
                <a:gd name="GluePoint7Y" fmla="*/ 0 h 44"/>
                <a:gd name="GluePoint8X" fmla="*/ 17 w 36"/>
                <a:gd name="GluePoint8Y" fmla="*/ 0 h 44"/>
                <a:gd name="GluePoint9X" fmla="*/ 0 w 36"/>
                <a:gd name="GluePoint9Y" fmla="*/ 17 h 44"/>
                <a:gd name="GluePoint10X" fmla="*/ 3 w 36"/>
                <a:gd name="GluePoint10Y" fmla="*/ 20 h 44"/>
                <a:gd name="GluePoint11X" fmla="*/ 16 w 36"/>
                <a:gd name="GluePoint11Y" fmla="*/ 7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4">
                  <a:moveTo>
                    <a:pt x="16" y="7"/>
                  </a:move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1"/>
                  </a:lnTo>
                  <a:lnTo>
                    <a:pt x="36" y="17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3" y="20"/>
                  </a:lnTo>
                  <a:lnTo>
                    <a:pt x="16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51" name="Group 631"/>
          <p:cNvGrpSpPr/>
          <p:nvPr/>
        </p:nvGrpSpPr>
        <p:grpSpPr>
          <a:xfrm>
            <a:off x="2457720" y="1691640"/>
            <a:ext cx="303120" cy="244080"/>
            <a:chOff x="2457720" y="1691640"/>
            <a:chExt cx="303120" cy="244080"/>
          </a:xfrm>
        </p:grpSpPr>
        <p:sp>
          <p:nvSpPr>
            <p:cNvPr id="1452" name="Freeform 38"/>
            <p:cNvSpPr/>
            <p:nvPr/>
          </p:nvSpPr>
          <p:spPr>
            <a:xfrm>
              <a:off x="2457720" y="1691640"/>
              <a:ext cx="303120" cy="244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44080"/>
                <a:gd name="textAreaBottom" fmla="*/ 244440 h 244080"/>
                <a:gd name="GluePoint1X" fmla="*/ 0 w 134"/>
                <a:gd name="GluePoint1Y" fmla="*/ 108 h 108"/>
                <a:gd name="GluePoint2X" fmla="*/ 134 w 134"/>
                <a:gd name="GluePoint2Y" fmla="*/ 108 h 108"/>
                <a:gd name="GluePoint3X" fmla="*/ 134 w 134"/>
                <a:gd name="GluePoint3Y" fmla="*/ 0 h 108"/>
                <a:gd name="GluePoint4X" fmla="*/ 0 w 134"/>
                <a:gd name="GluePoint4Y" fmla="*/ 0 h 108"/>
                <a:gd name="GluePoint5X" fmla="*/ 0 w 134"/>
                <a:gd name="GluePoint5Y" fmla="*/ 108 h 108"/>
                <a:gd name="GluePoint6X" fmla="*/ 4 w 134"/>
                <a:gd name="GluePoint6Y" fmla="*/ 104 h 108"/>
                <a:gd name="GluePoint7X" fmla="*/ 4 w 134"/>
                <a:gd name="GluePoint7Y" fmla="*/ 21 h 108"/>
                <a:gd name="GluePoint8X" fmla="*/ 129 w 134"/>
                <a:gd name="GluePoint8Y" fmla="*/ 21 h 108"/>
                <a:gd name="GluePoint9X" fmla="*/ 129 w 134"/>
                <a:gd name="GluePoint9Y" fmla="*/ 104 h 108"/>
                <a:gd name="GluePoint10X" fmla="*/ 4 w 134"/>
                <a:gd name="GluePoint10Y" fmla="*/ 104 h 108"/>
                <a:gd name="GluePoint11X" fmla="*/ 129 w 134"/>
                <a:gd name="GluePoint11Y" fmla="*/ 4 h 108"/>
                <a:gd name="GluePoint12X" fmla="*/ 129 w 134"/>
                <a:gd name="GluePoint12Y" fmla="*/ 17 h 108"/>
                <a:gd name="GluePoint13X" fmla="*/ 4 w 134"/>
                <a:gd name="GluePoint13Y" fmla="*/ 17 h 108"/>
                <a:gd name="GluePoint14X" fmla="*/ 4 w 134"/>
                <a:gd name="GluePoint14Y" fmla="*/ 4 h 108"/>
                <a:gd name="GluePoint15X" fmla="*/ 129 w 134"/>
                <a:gd name="GluePoint15Y" fmla="*/ 4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53" name="Rectangle 39"/>
            <p:cNvSpPr/>
            <p:nvPr/>
          </p:nvSpPr>
          <p:spPr>
            <a:xfrm>
              <a:off x="248724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54" name="Rectangle 40"/>
            <p:cNvSpPr/>
            <p:nvPr/>
          </p:nvSpPr>
          <p:spPr>
            <a:xfrm>
              <a:off x="252324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55" name="Rectangle 41"/>
            <p:cNvSpPr/>
            <p:nvPr/>
          </p:nvSpPr>
          <p:spPr>
            <a:xfrm>
              <a:off x="256176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56" name="Freeform 42"/>
            <p:cNvSpPr/>
            <p:nvPr/>
          </p:nvSpPr>
          <p:spPr>
            <a:xfrm>
              <a:off x="2564280" y="1795680"/>
              <a:ext cx="99360" cy="6984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9840"/>
                <a:gd name="textAreaBottom" fmla="*/ 70200 h 69840"/>
                <a:gd name="GluePoint1X" fmla="*/ 16 w 44"/>
                <a:gd name="GluePoint1Y" fmla="*/ 26 h 31"/>
                <a:gd name="GluePoint2X" fmla="*/ 3 w 44"/>
                <a:gd name="GluePoint2Y" fmla="*/ 13 h 31"/>
                <a:gd name="GluePoint3X" fmla="*/ 0 w 44"/>
                <a:gd name="GluePoint3Y" fmla="*/ 16 h 31"/>
                <a:gd name="GluePoint4X" fmla="*/ 15 w 44"/>
                <a:gd name="GluePoint4Y" fmla="*/ 31 h 31"/>
                <a:gd name="GluePoint5X" fmla="*/ 17 w 44"/>
                <a:gd name="GluePoint5Y" fmla="*/ 31 h 31"/>
                <a:gd name="GluePoint6X" fmla="*/ 44 w 44"/>
                <a:gd name="GluePoint6Y" fmla="*/ 3 h 31"/>
                <a:gd name="GluePoint7X" fmla="*/ 42 w 44"/>
                <a:gd name="GluePoint7Y" fmla="*/ 0 h 31"/>
                <a:gd name="GluePoint8X" fmla="*/ 16 w 44"/>
                <a:gd name="GluePoint8Y" fmla="*/ 26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31">
                  <a:moveTo>
                    <a:pt x="16" y="26"/>
                  </a:moveTo>
                  <a:lnTo>
                    <a:pt x="3" y="13"/>
                  </a:lnTo>
                  <a:lnTo>
                    <a:pt x="0" y="16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57" name="Group 632"/>
          <p:cNvGrpSpPr/>
          <p:nvPr/>
        </p:nvGrpSpPr>
        <p:grpSpPr>
          <a:xfrm>
            <a:off x="2849400" y="1691640"/>
            <a:ext cx="300960" cy="244080"/>
            <a:chOff x="2849400" y="1691640"/>
            <a:chExt cx="300960" cy="244080"/>
          </a:xfrm>
        </p:grpSpPr>
        <p:sp>
          <p:nvSpPr>
            <p:cNvPr id="1458" name="Freeform 43"/>
            <p:cNvSpPr/>
            <p:nvPr/>
          </p:nvSpPr>
          <p:spPr>
            <a:xfrm>
              <a:off x="2849400" y="1691640"/>
              <a:ext cx="300960" cy="244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44080"/>
                <a:gd name="textAreaBottom" fmla="*/ 244440 h 244080"/>
                <a:gd name="GluePoint1X" fmla="*/ 0 w 133"/>
                <a:gd name="GluePoint1Y" fmla="*/ 108 h 108"/>
                <a:gd name="GluePoint2X" fmla="*/ 133 w 133"/>
                <a:gd name="GluePoint2Y" fmla="*/ 108 h 108"/>
                <a:gd name="GluePoint3X" fmla="*/ 133 w 133"/>
                <a:gd name="GluePoint3Y" fmla="*/ 0 h 108"/>
                <a:gd name="GluePoint4X" fmla="*/ 0 w 133"/>
                <a:gd name="GluePoint4Y" fmla="*/ 0 h 108"/>
                <a:gd name="GluePoint5X" fmla="*/ 0 w 133"/>
                <a:gd name="GluePoint5Y" fmla="*/ 108 h 108"/>
                <a:gd name="GluePoint6X" fmla="*/ 4 w 133"/>
                <a:gd name="GluePoint6Y" fmla="*/ 104 h 108"/>
                <a:gd name="GluePoint7X" fmla="*/ 4 w 133"/>
                <a:gd name="GluePoint7Y" fmla="*/ 21 h 108"/>
                <a:gd name="GluePoint8X" fmla="*/ 129 w 133"/>
                <a:gd name="GluePoint8Y" fmla="*/ 21 h 108"/>
                <a:gd name="GluePoint9X" fmla="*/ 129 w 133"/>
                <a:gd name="GluePoint9Y" fmla="*/ 104 h 108"/>
                <a:gd name="GluePoint10X" fmla="*/ 4 w 133"/>
                <a:gd name="GluePoint10Y" fmla="*/ 104 h 108"/>
                <a:gd name="GluePoint11X" fmla="*/ 129 w 133"/>
                <a:gd name="GluePoint11Y" fmla="*/ 4 h 108"/>
                <a:gd name="GluePoint12X" fmla="*/ 129 w 133"/>
                <a:gd name="GluePoint12Y" fmla="*/ 17 h 108"/>
                <a:gd name="GluePoint13X" fmla="*/ 4 w 133"/>
                <a:gd name="GluePoint13Y" fmla="*/ 17 h 108"/>
                <a:gd name="GluePoint14X" fmla="*/ 4 w 133"/>
                <a:gd name="GluePoint14Y" fmla="*/ 4 h 108"/>
                <a:gd name="GluePoint15X" fmla="*/ 129 w 133"/>
                <a:gd name="GluePoint15Y" fmla="*/ 4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3" h="108">
                  <a:moveTo>
                    <a:pt x="0" y="108"/>
                  </a:moveTo>
                  <a:lnTo>
                    <a:pt x="133" y="10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59" name="Rectangle 44"/>
            <p:cNvSpPr/>
            <p:nvPr/>
          </p:nvSpPr>
          <p:spPr>
            <a:xfrm>
              <a:off x="287892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60" name="Rectangle 45"/>
            <p:cNvSpPr/>
            <p:nvPr/>
          </p:nvSpPr>
          <p:spPr>
            <a:xfrm>
              <a:off x="291528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61" name="Rectangle 46"/>
            <p:cNvSpPr/>
            <p:nvPr/>
          </p:nvSpPr>
          <p:spPr>
            <a:xfrm>
              <a:off x="295380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62" name="Freeform 47"/>
            <p:cNvSpPr/>
            <p:nvPr/>
          </p:nvSpPr>
          <p:spPr>
            <a:xfrm>
              <a:off x="2960640" y="1786680"/>
              <a:ext cx="81000" cy="9720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7200"/>
                <a:gd name="textAreaBottom" fmla="*/ 97560 h 97200"/>
                <a:gd name="GluePoint1X" fmla="*/ 20 w 36"/>
                <a:gd name="GluePoint1Y" fmla="*/ 36 h 43"/>
                <a:gd name="GluePoint2X" fmla="*/ 20 w 36"/>
                <a:gd name="GluePoint2Y" fmla="*/ 0 h 43"/>
                <a:gd name="GluePoint3X" fmla="*/ 16 w 36"/>
                <a:gd name="GluePoint3Y" fmla="*/ 0 h 43"/>
                <a:gd name="GluePoint4X" fmla="*/ 16 w 36"/>
                <a:gd name="GluePoint4Y" fmla="*/ 36 h 43"/>
                <a:gd name="GluePoint5X" fmla="*/ 3 w 36"/>
                <a:gd name="GluePoint5Y" fmla="*/ 23 h 43"/>
                <a:gd name="GluePoint6X" fmla="*/ 0 w 36"/>
                <a:gd name="GluePoint6Y" fmla="*/ 26 h 43"/>
                <a:gd name="GluePoint7X" fmla="*/ 17 w 36"/>
                <a:gd name="GluePoint7Y" fmla="*/ 43 h 43"/>
                <a:gd name="GluePoint8X" fmla="*/ 19 w 36"/>
                <a:gd name="GluePoint8Y" fmla="*/ 43 h 43"/>
                <a:gd name="GluePoint9X" fmla="*/ 36 w 36"/>
                <a:gd name="GluePoint9Y" fmla="*/ 26 h 43"/>
                <a:gd name="GluePoint10X" fmla="*/ 33 w 36"/>
                <a:gd name="GluePoint10Y" fmla="*/ 23 h 43"/>
                <a:gd name="GluePoint11X" fmla="*/ 20 w 36"/>
                <a:gd name="GluePoint11Y" fmla="*/ 36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3">
                  <a:moveTo>
                    <a:pt x="20" y="36"/>
                  </a:move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3" y="23"/>
                  </a:lnTo>
                  <a:lnTo>
                    <a:pt x="0" y="26"/>
                  </a:lnTo>
                  <a:lnTo>
                    <a:pt x="17" y="43"/>
                  </a:lnTo>
                  <a:lnTo>
                    <a:pt x="19" y="43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63" name="Group 633"/>
          <p:cNvGrpSpPr/>
          <p:nvPr/>
        </p:nvGrpSpPr>
        <p:grpSpPr>
          <a:xfrm>
            <a:off x="3241440" y="1691640"/>
            <a:ext cx="303120" cy="244080"/>
            <a:chOff x="3241440" y="1691640"/>
            <a:chExt cx="303120" cy="244080"/>
          </a:xfrm>
        </p:grpSpPr>
        <p:sp>
          <p:nvSpPr>
            <p:cNvPr id="1464" name="Freeform 48"/>
            <p:cNvSpPr/>
            <p:nvPr/>
          </p:nvSpPr>
          <p:spPr>
            <a:xfrm>
              <a:off x="3241440" y="1691640"/>
              <a:ext cx="303120" cy="244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44080"/>
                <a:gd name="textAreaBottom" fmla="*/ 244440 h 244080"/>
                <a:gd name="GluePoint1X" fmla="*/ 0 w 134"/>
                <a:gd name="GluePoint1Y" fmla="*/ 108 h 108"/>
                <a:gd name="GluePoint2X" fmla="*/ 134 w 134"/>
                <a:gd name="GluePoint2Y" fmla="*/ 108 h 108"/>
                <a:gd name="GluePoint3X" fmla="*/ 134 w 134"/>
                <a:gd name="GluePoint3Y" fmla="*/ 0 h 108"/>
                <a:gd name="GluePoint4X" fmla="*/ 0 w 134"/>
                <a:gd name="GluePoint4Y" fmla="*/ 0 h 108"/>
                <a:gd name="GluePoint5X" fmla="*/ 0 w 134"/>
                <a:gd name="GluePoint5Y" fmla="*/ 108 h 108"/>
                <a:gd name="GluePoint6X" fmla="*/ 5 w 134"/>
                <a:gd name="GluePoint6Y" fmla="*/ 104 h 108"/>
                <a:gd name="GluePoint7X" fmla="*/ 5 w 134"/>
                <a:gd name="GluePoint7Y" fmla="*/ 21 h 108"/>
                <a:gd name="GluePoint8X" fmla="*/ 130 w 134"/>
                <a:gd name="GluePoint8Y" fmla="*/ 21 h 108"/>
                <a:gd name="GluePoint9X" fmla="*/ 130 w 134"/>
                <a:gd name="GluePoint9Y" fmla="*/ 104 h 108"/>
                <a:gd name="GluePoint10X" fmla="*/ 5 w 134"/>
                <a:gd name="GluePoint10Y" fmla="*/ 104 h 108"/>
                <a:gd name="GluePoint11X" fmla="*/ 130 w 134"/>
                <a:gd name="GluePoint11Y" fmla="*/ 4 h 108"/>
                <a:gd name="GluePoint12X" fmla="*/ 130 w 134"/>
                <a:gd name="GluePoint12Y" fmla="*/ 17 h 108"/>
                <a:gd name="GluePoint13X" fmla="*/ 5 w 134"/>
                <a:gd name="GluePoint13Y" fmla="*/ 17 h 108"/>
                <a:gd name="GluePoint14X" fmla="*/ 5 w 134"/>
                <a:gd name="GluePoint14Y" fmla="*/ 4 h 108"/>
                <a:gd name="GluePoint15X" fmla="*/ 130 w 134"/>
                <a:gd name="GluePoint15Y" fmla="*/ 4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5" y="104"/>
                  </a:moveTo>
                  <a:lnTo>
                    <a:pt x="5" y="21"/>
                  </a:lnTo>
                  <a:lnTo>
                    <a:pt x="130" y="21"/>
                  </a:lnTo>
                  <a:lnTo>
                    <a:pt x="130" y="104"/>
                  </a:lnTo>
                  <a:lnTo>
                    <a:pt x="5" y="104"/>
                  </a:lnTo>
                  <a:close/>
                  <a:moveTo>
                    <a:pt x="130" y="4"/>
                  </a:moveTo>
                  <a:lnTo>
                    <a:pt x="130" y="17"/>
                  </a:lnTo>
                  <a:lnTo>
                    <a:pt x="5" y="17"/>
                  </a:lnTo>
                  <a:lnTo>
                    <a:pt x="5" y="4"/>
                  </a:lnTo>
                  <a:lnTo>
                    <a:pt x="13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65" name="Rectangle 49"/>
            <p:cNvSpPr/>
            <p:nvPr/>
          </p:nvSpPr>
          <p:spPr>
            <a:xfrm>
              <a:off x="327060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66" name="Rectangle 50"/>
            <p:cNvSpPr/>
            <p:nvPr/>
          </p:nvSpPr>
          <p:spPr>
            <a:xfrm>
              <a:off x="330912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67" name="Rectangle 51"/>
            <p:cNvSpPr/>
            <p:nvPr/>
          </p:nvSpPr>
          <p:spPr>
            <a:xfrm>
              <a:off x="334548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68" name="Rectangle 52"/>
            <p:cNvSpPr/>
            <p:nvPr/>
          </p:nvSpPr>
          <p:spPr>
            <a:xfrm>
              <a:off x="3350160" y="1832040"/>
              <a:ext cx="85680" cy="108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69" name="Group 634"/>
          <p:cNvGrpSpPr/>
          <p:nvPr/>
        </p:nvGrpSpPr>
        <p:grpSpPr>
          <a:xfrm>
            <a:off x="3633120" y="1691640"/>
            <a:ext cx="303120" cy="244080"/>
            <a:chOff x="3633120" y="1691640"/>
            <a:chExt cx="303120" cy="244080"/>
          </a:xfrm>
        </p:grpSpPr>
        <p:sp>
          <p:nvSpPr>
            <p:cNvPr id="1470" name="Freeform 53"/>
            <p:cNvSpPr/>
            <p:nvPr/>
          </p:nvSpPr>
          <p:spPr>
            <a:xfrm>
              <a:off x="3633120" y="1691640"/>
              <a:ext cx="303120" cy="244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44080"/>
                <a:gd name="textAreaBottom" fmla="*/ 244440 h 244080"/>
                <a:gd name="GluePoint1X" fmla="*/ 0 w 134"/>
                <a:gd name="GluePoint1Y" fmla="*/ 108 h 108"/>
                <a:gd name="GluePoint2X" fmla="*/ 134 w 134"/>
                <a:gd name="GluePoint2Y" fmla="*/ 108 h 108"/>
                <a:gd name="GluePoint3X" fmla="*/ 134 w 134"/>
                <a:gd name="GluePoint3Y" fmla="*/ 0 h 108"/>
                <a:gd name="GluePoint4X" fmla="*/ 0 w 134"/>
                <a:gd name="GluePoint4Y" fmla="*/ 0 h 108"/>
                <a:gd name="GluePoint5X" fmla="*/ 0 w 134"/>
                <a:gd name="GluePoint5Y" fmla="*/ 108 h 108"/>
                <a:gd name="GluePoint6X" fmla="*/ 4 w 134"/>
                <a:gd name="GluePoint6Y" fmla="*/ 104 h 108"/>
                <a:gd name="GluePoint7X" fmla="*/ 4 w 134"/>
                <a:gd name="GluePoint7Y" fmla="*/ 21 h 108"/>
                <a:gd name="GluePoint8X" fmla="*/ 129 w 134"/>
                <a:gd name="GluePoint8Y" fmla="*/ 21 h 108"/>
                <a:gd name="GluePoint9X" fmla="*/ 129 w 134"/>
                <a:gd name="GluePoint9Y" fmla="*/ 104 h 108"/>
                <a:gd name="GluePoint10X" fmla="*/ 4 w 134"/>
                <a:gd name="GluePoint10Y" fmla="*/ 104 h 108"/>
                <a:gd name="GluePoint11X" fmla="*/ 129 w 134"/>
                <a:gd name="GluePoint11Y" fmla="*/ 4 h 108"/>
                <a:gd name="GluePoint12X" fmla="*/ 129 w 134"/>
                <a:gd name="GluePoint12Y" fmla="*/ 17 h 108"/>
                <a:gd name="GluePoint13X" fmla="*/ 4 w 134"/>
                <a:gd name="GluePoint13Y" fmla="*/ 17 h 108"/>
                <a:gd name="GluePoint14X" fmla="*/ 4 w 134"/>
                <a:gd name="GluePoint14Y" fmla="*/ 4 h 108"/>
                <a:gd name="GluePoint15X" fmla="*/ 129 w 134"/>
                <a:gd name="GluePoint15Y" fmla="*/ 4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71" name="Rectangle 54"/>
            <p:cNvSpPr/>
            <p:nvPr/>
          </p:nvSpPr>
          <p:spPr>
            <a:xfrm>
              <a:off x="366264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72" name="Rectangle 55"/>
            <p:cNvSpPr/>
            <p:nvPr/>
          </p:nvSpPr>
          <p:spPr>
            <a:xfrm>
              <a:off x="369864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73" name="Rectangle 56"/>
            <p:cNvSpPr/>
            <p:nvPr/>
          </p:nvSpPr>
          <p:spPr>
            <a:xfrm>
              <a:off x="373716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74" name="Freeform 57"/>
            <p:cNvSpPr/>
            <p:nvPr/>
          </p:nvSpPr>
          <p:spPr>
            <a:xfrm>
              <a:off x="3741840" y="1795680"/>
              <a:ext cx="85680" cy="8352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83520"/>
                <a:gd name="textAreaBottom" fmla="*/ 83880 h 83520"/>
                <a:gd name="GluePoint1X" fmla="*/ 21 w 38"/>
                <a:gd name="GluePoint1Y" fmla="*/ 0 h 37"/>
                <a:gd name="GluePoint2X" fmla="*/ 17 w 38"/>
                <a:gd name="GluePoint2Y" fmla="*/ 0 h 37"/>
                <a:gd name="GluePoint3X" fmla="*/ 17 w 38"/>
                <a:gd name="GluePoint3Y" fmla="*/ 16 h 37"/>
                <a:gd name="GluePoint4X" fmla="*/ 0 w 38"/>
                <a:gd name="GluePoint4Y" fmla="*/ 16 h 37"/>
                <a:gd name="GluePoint5X" fmla="*/ 0 w 38"/>
                <a:gd name="GluePoint5Y" fmla="*/ 21 h 37"/>
                <a:gd name="GluePoint6X" fmla="*/ 17 w 38"/>
                <a:gd name="GluePoint6Y" fmla="*/ 21 h 37"/>
                <a:gd name="GluePoint7X" fmla="*/ 17 w 38"/>
                <a:gd name="GluePoint7Y" fmla="*/ 37 h 37"/>
                <a:gd name="GluePoint8X" fmla="*/ 21 w 38"/>
                <a:gd name="GluePoint8Y" fmla="*/ 37 h 37"/>
                <a:gd name="GluePoint9X" fmla="*/ 21 w 38"/>
                <a:gd name="GluePoint9Y" fmla="*/ 21 h 37"/>
                <a:gd name="GluePoint10X" fmla="*/ 38 w 38"/>
                <a:gd name="GluePoint10Y" fmla="*/ 21 h 37"/>
                <a:gd name="GluePoint11X" fmla="*/ 38 w 38"/>
                <a:gd name="GluePoint11Y" fmla="*/ 16 h 37"/>
                <a:gd name="GluePoint12X" fmla="*/ 21 w 38"/>
                <a:gd name="GluePoint12Y" fmla="*/ 16 h 37"/>
                <a:gd name="GluePoint13X" fmla="*/ 21 w 38"/>
                <a:gd name="GluePoint13Y" fmla="*/ 0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8" h="37">
                  <a:moveTo>
                    <a:pt x="2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lnTo>
                    <a:pt x="21" y="37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6"/>
                  </a:lnTo>
                  <a:lnTo>
                    <a:pt x="21" y="16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75" name="Group 635"/>
          <p:cNvGrpSpPr/>
          <p:nvPr/>
        </p:nvGrpSpPr>
        <p:grpSpPr>
          <a:xfrm>
            <a:off x="4024800" y="1691640"/>
            <a:ext cx="300960" cy="244080"/>
            <a:chOff x="4024800" y="1691640"/>
            <a:chExt cx="300960" cy="244080"/>
          </a:xfrm>
        </p:grpSpPr>
        <p:sp>
          <p:nvSpPr>
            <p:cNvPr id="1476" name="Freeform 58"/>
            <p:cNvSpPr/>
            <p:nvPr/>
          </p:nvSpPr>
          <p:spPr>
            <a:xfrm>
              <a:off x="4024800" y="1691640"/>
              <a:ext cx="300960" cy="244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44080"/>
                <a:gd name="textAreaBottom" fmla="*/ 244440 h 244080"/>
                <a:gd name="GluePoint1X" fmla="*/ 0 w 133"/>
                <a:gd name="GluePoint1Y" fmla="*/ 108 h 108"/>
                <a:gd name="GluePoint2X" fmla="*/ 133 w 133"/>
                <a:gd name="GluePoint2Y" fmla="*/ 108 h 108"/>
                <a:gd name="GluePoint3X" fmla="*/ 133 w 133"/>
                <a:gd name="GluePoint3Y" fmla="*/ 0 h 108"/>
                <a:gd name="GluePoint4X" fmla="*/ 0 w 133"/>
                <a:gd name="GluePoint4Y" fmla="*/ 0 h 108"/>
                <a:gd name="GluePoint5X" fmla="*/ 0 w 133"/>
                <a:gd name="GluePoint5Y" fmla="*/ 108 h 108"/>
                <a:gd name="GluePoint6X" fmla="*/ 4 w 133"/>
                <a:gd name="GluePoint6Y" fmla="*/ 104 h 108"/>
                <a:gd name="GluePoint7X" fmla="*/ 4 w 133"/>
                <a:gd name="GluePoint7Y" fmla="*/ 21 h 108"/>
                <a:gd name="GluePoint8X" fmla="*/ 129 w 133"/>
                <a:gd name="GluePoint8Y" fmla="*/ 21 h 108"/>
                <a:gd name="GluePoint9X" fmla="*/ 129 w 133"/>
                <a:gd name="GluePoint9Y" fmla="*/ 104 h 108"/>
                <a:gd name="GluePoint10X" fmla="*/ 4 w 133"/>
                <a:gd name="GluePoint10Y" fmla="*/ 104 h 108"/>
                <a:gd name="GluePoint11X" fmla="*/ 129 w 133"/>
                <a:gd name="GluePoint11Y" fmla="*/ 4 h 108"/>
                <a:gd name="GluePoint12X" fmla="*/ 129 w 133"/>
                <a:gd name="GluePoint12Y" fmla="*/ 17 h 108"/>
                <a:gd name="GluePoint13X" fmla="*/ 4 w 133"/>
                <a:gd name="GluePoint13Y" fmla="*/ 17 h 108"/>
                <a:gd name="GluePoint14X" fmla="*/ 4 w 133"/>
                <a:gd name="GluePoint14Y" fmla="*/ 4 h 108"/>
                <a:gd name="GluePoint15X" fmla="*/ 129 w 133"/>
                <a:gd name="GluePoint15Y" fmla="*/ 4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3" h="108">
                  <a:moveTo>
                    <a:pt x="0" y="108"/>
                  </a:moveTo>
                  <a:lnTo>
                    <a:pt x="133" y="10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77" name="Freeform 59"/>
            <p:cNvSpPr/>
            <p:nvPr/>
          </p:nvSpPr>
          <p:spPr>
            <a:xfrm>
              <a:off x="4133520" y="1836360"/>
              <a:ext cx="65160" cy="651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5160"/>
                <a:gd name="textAreaBottom" fmla="*/ 65520 h 65160"/>
                <a:gd name="GluePoint1X" fmla="*/ 37 w 56"/>
                <a:gd name="GluePoint1Y" fmla="*/ 22 h 54"/>
                <a:gd name="GluePoint2X" fmla="*/ 44 w 56"/>
                <a:gd name="GluePoint2Y" fmla="*/ 32 h 54"/>
                <a:gd name="GluePoint3X" fmla="*/ 36 w 56"/>
                <a:gd name="GluePoint3Y" fmla="*/ 32 h 54"/>
                <a:gd name="GluePoint4X" fmla="*/ 8 w 56"/>
                <a:gd name="GluePoint4Y" fmla="*/ 0 h 54"/>
                <a:gd name="GluePoint5X" fmla="*/ 0 w 56"/>
                <a:gd name="GluePoint5Y" fmla="*/ 0 h 54"/>
                <a:gd name="GluePoint6X" fmla="*/ 36 w 56"/>
                <a:gd name="GluePoint6Y" fmla="*/ 40 h 54"/>
                <a:gd name="GluePoint7X" fmla="*/ 44 w 56"/>
                <a:gd name="GluePoint7Y" fmla="*/ 40 h 54"/>
                <a:gd name="GluePoint8X" fmla="*/ 37 w 56"/>
                <a:gd name="GluePoint8Y" fmla="*/ 49 h 54"/>
                <a:gd name="GluePoint9X" fmla="*/ 43 w 56"/>
                <a:gd name="GluePoint9Y" fmla="*/ 54 h 54"/>
                <a:gd name="GluePoint10X" fmla="*/ 56 w 56"/>
                <a:gd name="GluePoint10Y" fmla="*/ 38 h 54"/>
                <a:gd name="GluePoint11X" fmla="*/ 56 w 56"/>
                <a:gd name="GluePoint11Y" fmla="*/ 33 h 54"/>
                <a:gd name="GluePoint12X" fmla="*/ 43 w 56"/>
                <a:gd name="GluePoint12Y" fmla="*/ 17 h 54"/>
                <a:gd name="GluePoint13X" fmla="*/ 37 w 56"/>
                <a:gd name="GluePoint13Y" fmla="*/ 22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37" y="22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3" y="17"/>
                    <a:pt x="43" y="17"/>
                    <a:pt x="43" y="17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78" name="Freeform 60"/>
            <p:cNvSpPr/>
            <p:nvPr/>
          </p:nvSpPr>
          <p:spPr>
            <a:xfrm>
              <a:off x="4160880" y="1773000"/>
              <a:ext cx="67680" cy="6300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63000"/>
                <a:gd name="textAreaBottom" fmla="*/ 63360 h 63000"/>
                <a:gd name="GluePoint1X" fmla="*/ 20 w 56"/>
                <a:gd name="GluePoint1Y" fmla="*/ 15 h 55"/>
                <a:gd name="GluePoint2X" fmla="*/ 12 w 56"/>
                <a:gd name="GluePoint2Y" fmla="*/ 15 h 55"/>
                <a:gd name="GluePoint3X" fmla="*/ 19 w 56"/>
                <a:gd name="GluePoint3Y" fmla="*/ 5 h 55"/>
                <a:gd name="GluePoint4X" fmla="*/ 12 w 56"/>
                <a:gd name="GluePoint4Y" fmla="*/ 0 h 55"/>
                <a:gd name="GluePoint5X" fmla="*/ 0 w 56"/>
                <a:gd name="GluePoint5Y" fmla="*/ 16 h 55"/>
                <a:gd name="GluePoint6X" fmla="*/ 0 w 56"/>
                <a:gd name="GluePoint6Y" fmla="*/ 21 h 55"/>
                <a:gd name="GluePoint7X" fmla="*/ 12 w 56"/>
                <a:gd name="GluePoint7Y" fmla="*/ 37 h 55"/>
                <a:gd name="GluePoint8X" fmla="*/ 19 w 56"/>
                <a:gd name="GluePoint8Y" fmla="*/ 32 h 55"/>
                <a:gd name="GluePoint9X" fmla="*/ 12 w 56"/>
                <a:gd name="GluePoint9Y" fmla="*/ 23 h 55"/>
                <a:gd name="GluePoint10X" fmla="*/ 20 w 56"/>
                <a:gd name="GluePoint10Y" fmla="*/ 23 h 55"/>
                <a:gd name="GluePoint11X" fmla="*/ 48 w 56"/>
                <a:gd name="GluePoint11Y" fmla="*/ 55 h 55"/>
                <a:gd name="GluePoint12X" fmla="*/ 56 w 56"/>
                <a:gd name="GluePoint12Y" fmla="*/ 55 h 55"/>
                <a:gd name="GluePoint13X" fmla="*/ 20 w 56"/>
                <a:gd name="GluePoint13Y" fmla="*/ 15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20" y="15"/>
                  </a:moveTo>
                  <a:cubicBezTo>
                    <a:pt x="12" y="15"/>
                    <a:pt x="12" y="15"/>
                    <a:pt x="12" y="1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0" y="15"/>
                    <a:pt x="20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79" name="Rectangle 61"/>
            <p:cNvSpPr/>
            <p:nvPr/>
          </p:nvSpPr>
          <p:spPr>
            <a:xfrm>
              <a:off x="405432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80" name="Rectangle 62"/>
            <p:cNvSpPr/>
            <p:nvPr/>
          </p:nvSpPr>
          <p:spPr>
            <a:xfrm>
              <a:off x="409068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81" name="Rectangle 63"/>
            <p:cNvSpPr/>
            <p:nvPr/>
          </p:nvSpPr>
          <p:spPr>
            <a:xfrm>
              <a:off x="412920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82" name="Group 636"/>
          <p:cNvGrpSpPr/>
          <p:nvPr/>
        </p:nvGrpSpPr>
        <p:grpSpPr>
          <a:xfrm>
            <a:off x="4416480" y="1691640"/>
            <a:ext cx="300960" cy="244080"/>
            <a:chOff x="4416480" y="1691640"/>
            <a:chExt cx="300960" cy="244080"/>
          </a:xfrm>
        </p:grpSpPr>
        <p:sp>
          <p:nvSpPr>
            <p:cNvPr id="1483" name="Freeform 64"/>
            <p:cNvSpPr/>
            <p:nvPr/>
          </p:nvSpPr>
          <p:spPr>
            <a:xfrm>
              <a:off x="4416480" y="1691640"/>
              <a:ext cx="300960" cy="244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44080"/>
                <a:gd name="textAreaBottom" fmla="*/ 244440 h 244080"/>
                <a:gd name="GluePoint1X" fmla="*/ 0 w 133"/>
                <a:gd name="GluePoint1Y" fmla="*/ 108 h 108"/>
                <a:gd name="GluePoint2X" fmla="*/ 133 w 133"/>
                <a:gd name="GluePoint2Y" fmla="*/ 108 h 108"/>
                <a:gd name="GluePoint3X" fmla="*/ 133 w 133"/>
                <a:gd name="GluePoint3Y" fmla="*/ 0 h 108"/>
                <a:gd name="GluePoint4X" fmla="*/ 0 w 133"/>
                <a:gd name="GluePoint4Y" fmla="*/ 0 h 108"/>
                <a:gd name="GluePoint5X" fmla="*/ 0 w 133"/>
                <a:gd name="GluePoint5Y" fmla="*/ 108 h 108"/>
                <a:gd name="GluePoint6X" fmla="*/ 4 w 133"/>
                <a:gd name="GluePoint6Y" fmla="*/ 104 h 108"/>
                <a:gd name="GluePoint7X" fmla="*/ 4 w 133"/>
                <a:gd name="GluePoint7Y" fmla="*/ 21 h 108"/>
                <a:gd name="GluePoint8X" fmla="*/ 129 w 133"/>
                <a:gd name="GluePoint8Y" fmla="*/ 21 h 108"/>
                <a:gd name="GluePoint9X" fmla="*/ 129 w 133"/>
                <a:gd name="GluePoint9Y" fmla="*/ 104 h 108"/>
                <a:gd name="GluePoint10X" fmla="*/ 4 w 133"/>
                <a:gd name="GluePoint10Y" fmla="*/ 104 h 108"/>
                <a:gd name="GluePoint11X" fmla="*/ 129 w 133"/>
                <a:gd name="GluePoint11Y" fmla="*/ 4 h 108"/>
                <a:gd name="GluePoint12X" fmla="*/ 129 w 133"/>
                <a:gd name="GluePoint12Y" fmla="*/ 17 h 108"/>
                <a:gd name="GluePoint13X" fmla="*/ 4 w 133"/>
                <a:gd name="GluePoint13Y" fmla="*/ 17 h 108"/>
                <a:gd name="GluePoint14X" fmla="*/ 4 w 133"/>
                <a:gd name="GluePoint14Y" fmla="*/ 4 h 108"/>
                <a:gd name="GluePoint15X" fmla="*/ 129 w 133"/>
                <a:gd name="GluePoint15Y" fmla="*/ 4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3" h="108">
                  <a:moveTo>
                    <a:pt x="0" y="108"/>
                  </a:moveTo>
                  <a:lnTo>
                    <a:pt x="133" y="10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84" name="Rectangle 65"/>
            <p:cNvSpPr/>
            <p:nvPr/>
          </p:nvSpPr>
          <p:spPr>
            <a:xfrm>
              <a:off x="444384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85" name="Rectangle 66"/>
            <p:cNvSpPr/>
            <p:nvPr/>
          </p:nvSpPr>
          <p:spPr>
            <a:xfrm>
              <a:off x="448236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86" name="Rectangle 67"/>
            <p:cNvSpPr/>
            <p:nvPr/>
          </p:nvSpPr>
          <p:spPr>
            <a:xfrm>
              <a:off x="452088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87" name="Freeform 68"/>
            <p:cNvSpPr/>
            <p:nvPr/>
          </p:nvSpPr>
          <p:spPr>
            <a:xfrm>
              <a:off x="4529880" y="1800360"/>
              <a:ext cx="74520" cy="7452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74520"/>
                <a:gd name="textAreaBottom" fmla="*/ 74880 h 74520"/>
                <a:gd name="GluePoint1X" fmla="*/ 30 w 33"/>
                <a:gd name="GluePoint1Y" fmla="*/ 0 h 33"/>
                <a:gd name="GluePoint2X" fmla="*/ 17 w 33"/>
                <a:gd name="GluePoint2Y" fmla="*/ 13 h 33"/>
                <a:gd name="GluePoint3X" fmla="*/ 3 w 33"/>
                <a:gd name="GluePoint3Y" fmla="*/ 0 h 33"/>
                <a:gd name="GluePoint4X" fmla="*/ 0 w 33"/>
                <a:gd name="GluePoint4Y" fmla="*/ 3 h 33"/>
                <a:gd name="GluePoint5X" fmla="*/ 13 w 33"/>
                <a:gd name="GluePoint5Y" fmla="*/ 16 h 33"/>
                <a:gd name="GluePoint6X" fmla="*/ 0 w 33"/>
                <a:gd name="GluePoint6Y" fmla="*/ 29 h 33"/>
                <a:gd name="GluePoint7X" fmla="*/ 3 w 33"/>
                <a:gd name="GluePoint7Y" fmla="*/ 33 h 33"/>
                <a:gd name="GluePoint8X" fmla="*/ 17 w 33"/>
                <a:gd name="GluePoint8Y" fmla="*/ 19 h 33"/>
                <a:gd name="GluePoint9X" fmla="*/ 30 w 33"/>
                <a:gd name="GluePoint9Y" fmla="*/ 33 h 33"/>
                <a:gd name="GluePoint10X" fmla="*/ 33 w 33"/>
                <a:gd name="GluePoint10Y" fmla="*/ 29 h 33"/>
                <a:gd name="GluePoint11X" fmla="*/ 20 w 33"/>
                <a:gd name="GluePoint11Y" fmla="*/ 16 h 33"/>
                <a:gd name="GluePoint12X" fmla="*/ 33 w 33"/>
                <a:gd name="GluePoint12Y" fmla="*/ 3 h 33"/>
                <a:gd name="GluePoint13X" fmla="*/ 30 w 33"/>
                <a:gd name="GluePoint13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3" h="33">
                  <a:moveTo>
                    <a:pt x="30" y="0"/>
                  </a:moveTo>
                  <a:lnTo>
                    <a:pt x="17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3"/>
                  </a:lnTo>
                  <a:lnTo>
                    <a:pt x="17" y="19"/>
                  </a:lnTo>
                  <a:lnTo>
                    <a:pt x="30" y="33"/>
                  </a:lnTo>
                  <a:lnTo>
                    <a:pt x="33" y="29"/>
                  </a:lnTo>
                  <a:lnTo>
                    <a:pt x="20" y="16"/>
                  </a:lnTo>
                  <a:lnTo>
                    <a:pt x="33" y="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440" bIns="37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88" name="Group 643"/>
          <p:cNvGrpSpPr/>
          <p:nvPr/>
        </p:nvGrpSpPr>
        <p:grpSpPr>
          <a:xfrm>
            <a:off x="4808520" y="1691640"/>
            <a:ext cx="300960" cy="244080"/>
            <a:chOff x="4808520" y="1691640"/>
            <a:chExt cx="300960" cy="244080"/>
          </a:xfrm>
        </p:grpSpPr>
        <p:sp>
          <p:nvSpPr>
            <p:cNvPr id="1489" name="Freeform 69"/>
            <p:cNvSpPr/>
            <p:nvPr/>
          </p:nvSpPr>
          <p:spPr>
            <a:xfrm>
              <a:off x="4808520" y="1691640"/>
              <a:ext cx="300960" cy="244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44080"/>
                <a:gd name="textAreaBottom" fmla="*/ 244440 h 244080"/>
                <a:gd name="GluePoint1X" fmla="*/ 0 w 133"/>
                <a:gd name="GluePoint1Y" fmla="*/ 108 h 108"/>
                <a:gd name="GluePoint2X" fmla="*/ 133 w 133"/>
                <a:gd name="GluePoint2Y" fmla="*/ 108 h 108"/>
                <a:gd name="GluePoint3X" fmla="*/ 133 w 133"/>
                <a:gd name="GluePoint3Y" fmla="*/ 0 h 108"/>
                <a:gd name="GluePoint4X" fmla="*/ 0 w 133"/>
                <a:gd name="GluePoint4Y" fmla="*/ 0 h 108"/>
                <a:gd name="GluePoint5X" fmla="*/ 0 w 133"/>
                <a:gd name="GluePoint5Y" fmla="*/ 108 h 108"/>
                <a:gd name="GluePoint6X" fmla="*/ 4 w 133"/>
                <a:gd name="GluePoint6Y" fmla="*/ 104 h 108"/>
                <a:gd name="GluePoint7X" fmla="*/ 4 w 133"/>
                <a:gd name="GluePoint7Y" fmla="*/ 21 h 108"/>
                <a:gd name="GluePoint8X" fmla="*/ 129 w 133"/>
                <a:gd name="GluePoint8Y" fmla="*/ 21 h 108"/>
                <a:gd name="GluePoint9X" fmla="*/ 129 w 133"/>
                <a:gd name="GluePoint9Y" fmla="*/ 104 h 108"/>
                <a:gd name="GluePoint10X" fmla="*/ 4 w 133"/>
                <a:gd name="GluePoint10Y" fmla="*/ 104 h 108"/>
                <a:gd name="GluePoint11X" fmla="*/ 129 w 133"/>
                <a:gd name="GluePoint11Y" fmla="*/ 4 h 108"/>
                <a:gd name="GluePoint12X" fmla="*/ 129 w 133"/>
                <a:gd name="GluePoint12Y" fmla="*/ 17 h 108"/>
                <a:gd name="GluePoint13X" fmla="*/ 4 w 133"/>
                <a:gd name="GluePoint13Y" fmla="*/ 17 h 108"/>
                <a:gd name="GluePoint14X" fmla="*/ 4 w 133"/>
                <a:gd name="GluePoint14Y" fmla="*/ 4 h 108"/>
                <a:gd name="GluePoint15X" fmla="*/ 129 w 133"/>
                <a:gd name="GluePoint15Y" fmla="*/ 4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3" h="108">
                  <a:moveTo>
                    <a:pt x="0" y="108"/>
                  </a:moveTo>
                  <a:lnTo>
                    <a:pt x="133" y="108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90" name="Rectangle 70"/>
            <p:cNvSpPr/>
            <p:nvPr/>
          </p:nvSpPr>
          <p:spPr>
            <a:xfrm>
              <a:off x="483552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91" name="Rectangle 71"/>
            <p:cNvSpPr/>
            <p:nvPr/>
          </p:nvSpPr>
          <p:spPr>
            <a:xfrm>
              <a:off x="487404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92" name="Rectangle 72"/>
            <p:cNvSpPr/>
            <p:nvPr/>
          </p:nvSpPr>
          <p:spPr>
            <a:xfrm>
              <a:off x="491040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93" name="Freeform 73"/>
            <p:cNvSpPr/>
            <p:nvPr/>
          </p:nvSpPr>
          <p:spPr>
            <a:xfrm>
              <a:off x="4910400" y="1786680"/>
              <a:ext cx="94680" cy="9252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2520"/>
                <a:gd name="textAreaBottom" fmla="*/ 92880 h 92520"/>
                <a:gd name="GluePoint1X" fmla="*/ 56 w 79"/>
                <a:gd name="GluePoint1Y" fmla="*/ 28 h 79"/>
                <a:gd name="GluePoint2X" fmla="*/ 28 w 79"/>
                <a:gd name="GluePoint2Y" fmla="*/ 0 h 79"/>
                <a:gd name="GluePoint3X" fmla="*/ 0 w 79"/>
                <a:gd name="GluePoint3Y" fmla="*/ 28 h 79"/>
                <a:gd name="GluePoint4X" fmla="*/ 28 w 79"/>
                <a:gd name="GluePoint4Y" fmla="*/ 56 h 79"/>
                <a:gd name="GluePoint5X" fmla="*/ 45 w 79"/>
                <a:gd name="GluePoint5Y" fmla="*/ 50 h 79"/>
                <a:gd name="GluePoint6X" fmla="*/ 73 w 79"/>
                <a:gd name="GluePoint6Y" fmla="*/ 79 h 79"/>
                <a:gd name="GluePoint7X" fmla="*/ 79 w 79"/>
                <a:gd name="GluePoint7Y" fmla="*/ 73 h 79"/>
                <a:gd name="GluePoint8X" fmla="*/ 50 w 79"/>
                <a:gd name="GluePoint8Y" fmla="*/ 44 h 79"/>
                <a:gd name="GluePoint9X" fmla="*/ 56 w 79"/>
                <a:gd name="GluePoint9Y" fmla="*/ 28 h 79"/>
                <a:gd name="GluePoint10X" fmla="*/ 8 w 79"/>
                <a:gd name="GluePoint10Y" fmla="*/ 28 h 79"/>
                <a:gd name="GluePoint11X" fmla="*/ 28 w 79"/>
                <a:gd name="GluePoint11Y" fmla="*/ 8 h 79"/>
                <a:gd name="GluePoint12X" fmla="*/ 48 w 79"/>
                <a:gd name="GluePoint12Y" fmla="*/ 28 h 79"/>
                <a:gd name="GluePoint13X" fmla="*/ 28 w 79"/>
                <a:gd name="GluePoint13Y" fmla="*/ 48 h 79"/>
                <a:gd name="GluePoint14X" fmla="*/ 8 w 79"/>
                <a:gd name="GluePoint14Y" fmla="*/ 28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9" h="79">
                  <a:moveTo>
                    <a:pt x="56" y="28"/>
                  </a:moveTo>
                  <a:cubicBezTo>
                    <a:pt x="56" y="12"/>
                    <a:pt x="44" y="0"/>
                    <a:pt x="28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34" y="56"/>
                    <a:pt x="40" y="54"/>
                    <a:pt x="45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6" y="34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494" name="Group 653"/>
          <p:cNvGrpSpPr/>
          <p:nvPr/>
        </p:nvGrpSpPr>
        <p:grpSpPr>
          <a:xfrm>
            <a:off x="5198040" y="1691640"/>
            <a:ext cx="303120" cy="244080"/>
            <a:chOff x="5198040" y="1691640"/>
            <a:chExt cx="303120" cy="244080"/>
          </a:xfrm>
        </p:grpSpPr>
        <p:sp>
          <p:nvSpPr>
            <p:cNvPr id="1495" name="Freeform 74"/>
            <p:cNvSpPr/>
            <p:nvPr/>
          </p:nvSpPr>
          <p:spPr>
            <a:xfrm>
              <a:off x="5198040" y="1691640"/>
              <a:ext cx="303120" cy="244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44080"/>
                <a:gd name="textAreaBottom" fmla="*/ 244440 h 244080"/>
                <a:gd name="GluePoint1X" fmla="*/ 0 w 134"/>
                <a:gd name="GluePoint1Y" fmla="*/ 108 h 108"/>
                <a:gd name="GluePoint2X" fmla="*/ 134 w 134"/>
                <a:gd name="GluePoint2Y" fmla="*/ 108 h 108"/>
                <a:gd name="GluePoint3X" fmla="*/ 134 w 134"/>
                <a:gd name="GluePoint3Y" fmla="*/ 0 h 108"/>
                <a:gd name="GluePoint4X" fmla="*/ 0 w 134"/>
                <a:gd name="GluePoint4Y" fmla="*/ 0 h 108"/>
                <a:gd name="GluePoint5X" fmla="*/ 0 w 134"/>
                <a:gd name="GluePoint5Y" fmla="*/ 108 h 108"/>
                <a:gd name="GluePoint6X" fmla="*/ 5 w 134"/>
                <a:gd name="GluePoint6Y" fmla="*/ 104 h 108"/>
                <a:gd name="GluePoint7X" fmla="*/ 5 w 134"/>
                <a:gd name="GluePoint7Y" fmla="*/ 21 h 108"/>
                <a:gd name="GluePoint8X" fmla="*/ 130 w 134"/>
                <a:gd name="GluePoint8Y" fmla="*/ 21 h 108"/>
                <a:gd name="GluePoint9X" fmla="*/ 130 w 134"/>
                <a:gd name="GluePoint9Y" fmla="*/ 104 h 108"/>
                <a:gd name="GluePoint10X" fmla="*/ 5 w 134"/>
                <a:gd name="GluePoint10Y" fmla="*/ 104 h 108"/>
                <a:gd name="GluePoint11X" fmla="*/ 130 w 134"/>
                <a:gd name="GluePoint11Y" fmla="*/ 4 h 108"/>
                <a:gd name="GluePoint12X" fmla="*/ 130 w 134"/>
                <a:gd name="GluePoint12Y" fmla="*/ 17 h 108"/>
                <a:gd name="GluePoint13X" fmla="*/ 5 w 134"/>
                <a:gd name="GluePoint13Y" fmla="*/ 17 h 108"/>
                <a:gd name="GluePoint14X" fmla="*/ 5 w 134"/>
                <a:gd name="GluePoint14Y" fmla="*/ 4 h 108"/>
                <a:gd name="GluePoint15X" fmla="*/ 130 w 134"/>
                <a:gd name="GluePoint15Y" fmla="*/ 4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5" y="104"/>
                  </a:moveTo>
                  <a:lnTo>
                    <a:pt x="5" y="21"/>
                  </a:lnTo>
                  <a:lnTo>
                    <a:pt x="130" y="21"/>
                  </a:lnTo>
                  <a:lnTo>
                    <a:pt x="130" y="104"/>
                  </a:lnTo>
                  <a:lnTo>
                    <a:pt x="5" y="104"/>
                  </a:lnTo>
                  <a:close/>
                  <a:moveTo>
                    <a:pt x="130" y="4"/>
                  </a:moveTo>
                  <a:lnTo>
                    <a:pt x="130" y="17"/>
                  </a:lnTo>
                  <a:lnTo>
                    <a:pt x="5" y="17"/>
                  </a:lnTo>
                  <a:lnTo>
                    <a:pt x="5" y="4"/>
                  </a:lnTo>
                  <a:lnTo>
                    <a:pt x="13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96" name="Freeform 75"/>
            <p:cNvSpPr/>
            <p:nvPr/>
          </p:nvSpPr>
          <p:spPr>
            <a:xfrm>
              <a:off x="5297760" y="1779840"/>
              <a:ext cx="106200" cy="99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99360"/>
                <a:gd name="textAreaBottom" fmla="*/ 99720 h 99360"/>
                <a:gd name="GluePoint1X" fmla="*/ 84 w 89"/>
                <a:gd name="GluePoint1Y" fmla="*/ 32 h 84"/>
                <a:gd name="GluePoint2X" fmla="*/ 59 w 89"/>
                <a:gd name="GluePoint2Y" fmla="*/ 32 h 84"/>
                <a:gd name="GluePoint3X" fmla="*/ 48 w 89"/>
                <a:gd name="GluePoint3Y" fmla="*/ 2 h 84"/>
                <a:gd name="GluePoint4X" fmla="*/ 44 w 89"/>
                <a:gd name="GluePoint4Y" fmla="*/ 0 h 84"/>
                <a:gd name="GluePoint5X" fmla="*/ 40 w 89"/>
                <a:gd name="GluePoint5Y" fmla="*/ 2 h 84"/>
                <a:gd name="GluePoint6X" fmla="*/ 30 w 89"/>
                <a:gd name="GluePoint6Y" fmla="*/ 32 h 84"/>
                <a:gd name="GluePoint7X" fmla="*/ 4 w 89"/>
                <a:gd name="GluePoint7Y" fmla="*/ 32 h 84"/>
                <a:gd name="GluePoint8X" fmla="*/ 0 w 89"/>
                <a:gd name="GluePoint8Y" fmla="*/ 35 h 84"/>
                <a:gd name="GluePoint9X" fmla="*/ 2 w 89"/>
                <a:gd name="GluePoint9Y" fmla="*/ 39 h 84"/>
                <a:gd name="GluePoint10X" fmla="*/ 23 w 89"/>
                <a:gd name="GluePoint10Y" fmla="*/ 53 h 84"/>
                <a:gd name="GluePoint11X" fmla="*/ 16 w 89"/>
                <a:gd name="GluePoint11Y" fmla="*/ 79 h 84"/>
                <a:gd name="GluePoint12X" fmla="*/ 17 w 89"/>
                <a:gd name="GluePoint12Y" fmla="*/ 83 h 84"/>
                <a:gd name="GluePoint13X" fmla="*/ 22 w 89"/>
                <a:gd name="GluePoint13Y" fmla="*/ 83 h 84"/>
                <a:gd name="GluePoint14X" fmla="*/ 44 w 89"/>
                <a:gd name="GluePoint14Y" fmla="*/ 69 h 84"/>
                <a:gd name="GluePoint15X" fmla="*/ 66 w 89"/>
                <a:gd name="GluePoint15Y" fmla="*/ 83 h 84"/>
                <a:gd name="GluePoint16X" fmla="*/ 68 w 89"/>
                <a:gd name="GluePoint16Y" fmla="*/ 84 h 84"/>
                <a:gd name="GluePoint17X" fmla="*/ 70 w 89"/>
                <a:gd name="GluePoint17Y" fmla="*/ 83 h 84"/>
                <a:gd name="GluePoint18X" fmla="*/ 72 w 89"/>
                <a:gd name="GluePoint18Y" fmla="*/ 79 h 84"/>
                <a:gd name="GluePoint19X" fmla="*/ 65 w 89"/>
                <a:gd name="GluePoint19Y" fmla="*/ 53 h 84"/>
                <a:gd name="GluePoint20X" fmla="*/ 86 w 89"/>
                <a:gd name="GluePoint20Y" fmla="*/ 39 h 84"/>
                <a:gd name="GluePoint21X" fmla="*/ 88 w 89"/>
                <a:gd name="GluePoint21Y" fmla="*/ 35 h 84"/>
                <a:gd name="GluePoint22X" fmla="*/ 84 w 89"/>
                <a:gd name="GluePoint22Y" fmla="*/ 32 h 84"/>
                <a:gd name="GluePoint23X" fmla="*/ 58 w 89"/>
                <a:gd name="GluePoint23Y" fmla="*/ 48 h 84"/>
                <a:gd name="GluePoint24X" fmla="*/ 56 w 89"/>
                <a:gd name="GluePoint24Y" fmla="*/ 53 h 84"/>
                <a:gd name="GluePoint25X" fmla="*/ 61 w 89"/>
                <a:gd name="GluePoint25Y" fmla="*/ 70 h 84"/>
                <a:gd name="GluePoint26X" fmla="*/ 46 w 89"/>
                <a:gd name="GluePoint26Y" fmla="*/ 60 h 84"/>
                <a:gd name="GluePoint27X" fmla="*/ 42 w 89"/>
                <a:gd name="GluePoint27Y" fmla="*/ 60 h 84"/>
                <a:gd name="GluePoint28X" fmla="*/ 27 w 89"/>
                <a:gd name="GluePoint28Y" fmla="*/ 70 h 84"/>
                <a:gd name="GluePoint29X" fmla="*/ 32 w 89"/>
                <a:gd name="GluePoint29Y" fmla="*/ 53 h 84"/>
                <a:gd name="GluePoint30X" fmla="*/ 30 w 89"/>
                <a:gd name="GluePoint30Y" fmla="*/ 48 h 84"/>
                <a:gd name="GluePoint31X" fmla="*/ 17 w 89"/>
                <a:gd name="GluePoint31Y" fmla="*/ 40 h 84"/>
                <a:gd name="GluePoint32X" fmla="*/ 33 w 89"/>
                <a:gd name="GluePoint32Y" fmla="*/ 40 h 84"/>
                <a:gd name="GluePoint33X" fmla="*/ 37 w 89"/>
                <a:gd name="GluePoint33Y" fmla="*/ 37 h 84"/>
                <a:gd name="GluePoint34X" fmla="*/ 44 w 89"/>
                <a:gd name="GluePoint34Y" fmla="*/ 15 h 84"/>
                <a:gd name="GluePoint35X" fmla="*/ 52 w 89"/>
                <a:gd name="GluePoint35Y" fmla="*/ 37 h 84"/>
                <a:gd name="GluePoint36X" fmla="*/ 56 w 89"/>
                <a:gd name="GluePoint36Y" fmla="*/ 40 h 84"/>
                <a:gd name="GluePoint37X" fmla="*/ 71 w 89"/>
                <a:gd name="GluePoint37Y" fmla="*/ 40 h 84"/>
                <a:gd name="GluePoint38X" fmla="*/ 58 w 89"/>
                <a:gd name="GluePoint38Y" fmla="*/ 48 h 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89" h="84">
                  <a:moveTo>
                    <a:pt x="84" y="32"/>
                  </a:moveTo>
                  <a:cubicBezTo>
                    <a:pt x="59" y="32"/>
                    <a:pt x="59" y="32"/>
                    <a:pt x="59" y="3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1"/>
                    <a:pt x="46" y="0"/>
                    <a:pt x="44" y="0"/>
                  </a:cubicBezTo>
                  <a:cubicBezTo>
                    <a:pt x="42" y="0"/>
                    <a:pt x="41" y="1"/>
                    <a:pt x="40" y="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1" y="33"/>
                    <a:pt x="0" y="35"/>
                  </a:cubicBezTo>
                  <a:cubicBezTo>
                    <a:pt x="0" y="36"/>
                    <a:pt x="1" y="38"/>
                    <a:pt x="2" y="39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5" y="80"/>
                    <a:pt x="16" y="82"/>
                    <a:pt x="17" y="83"/>
                  </a:cubicBezTo>
                  <a:cubicBezTo>
                    <a:pt x="19" y="84"/>
                    <a:pt x="20" y="84"/>
                    <a:pt x="22" y="83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66" y="83"/>
                    <a:pt x="66" y="83"/>
                    <a:pt x="66" y="83"/>
                  </a:cubicBezTo>
                  <a:cubicBezTo>
                    <a:pt x="66" y="83"/>
                    <a:pt x="67" y="84"/>
                    <a:pt x="68" y="84"/>
                  </a:cubicBezTo>
                  <a:cubicBezTo>
                    <a:pt x="69" y="84"/>
                    <a:pt x="70" y="83"/>
                    <a:pt x="70" y="83"/>
                  </a:cubicBezTo>
                  <a:cubicBezTo>
                    <a:pt x="72" y="82"/>
                    <a:pt x="72" y="80"/>
                    <a:pt x="72" y="79"/>
                  </a:cubicBezTo>
                  <a:cubicBezTo>
                    <a:pt x="65" y="53"/>
                    <a:pt x="65" y="53"/>
                    <a:pt x="65" y="53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8" y="38"/>
                    <a:pt x="89" y="36"/>
                    <a:pt x="88" y="35"/>
                  </a:cubicBezTo>
                  <a:cubicBezTo>
                    <a:pt x="88" y="33"/>
                    <a:pt x="86" y="32"/>
                    <a:pt x="84" y="32"/>
                  </a:cubicBezTo>
                  <a:close/>
                  <a:moveTo>
                    <a:pt x="58" y="48"/>
                  </a:moveTo>
                  <a:cubicBezTo>
                    <a:pt x="57" y="49"/>
                    <a:pt x="56" y="51"/>
                    <a:pt x="56" y="53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5" y="59"/>
                    <a:pt x="43" y="59"/>
                    <a:pt x="42" y="60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1"/>
                    <a:pt x="32" y="49"/>
                    <a:pt x="30" y="4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6" y="39"/>
                    <a:pt x="37" y="37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52" y="37"/>
                    <a:pt x="52" y="37"/>
                    <a:pt x="52" y="37"/>
                  </a:cubicBezTo>
                  <a:cubicBezTo>
                    <a:pt x="53" y="39"/>
                    <a:pt x="55" y="40"/>
                    <a:pt x="56" y="40"/>
                  </a:cubicBezTo>
                  <a:cubicBezTo>
                    <a:pt x="71" y="40"/>
                    <a:pt x="71" y="40"/>
                    <a:pt x="71" y="40"/>
                  </a:cubicBezTo>
                  <a:lnTo>
                    <a:pt x="58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97" name="Rectangle 76"/>
            <p:cNvSpPr/>
            <p:nvPr/>
          </p:nvSpPr>
          <p:spPr>
            <a:xfrm>
              <a:off x="522756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98" name="Rectangle 77"/>
            <p:cNvSpPr/>
            <p:nvPr/>
          </p:nvSpPr>
          <p:spPr>
            <a:xfrm>
              <a:off x="526572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499" name="Rectangle 78"/>
            <p:cNvSpPr/>
            <p:nvPr/>
          </p:nvSpPr>
          <p:spPr>
            <a:xfrm>
              <a:off x="530208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00" name="Group 652"/>
          <p:cNvGrpSpPr/>
          <p:nvPr/>
        </p:nvGrpSpPr>
        <p:grpSpPr>
          <a:xfrm>
            <a:off x="5589720" y="1691640"/>
            <a:ext cx="303120" cy="244080"/>
            <a:chOff x="5589720" y="1691640"/>
            <a:chExt cx="303120" cy="244080"/>
          </a:xfrm>
        </p:grpSpPr>
        <p:sp>
          <p:nvSpPr>
            <p:cNvPr id="1501" name="Freeform 79"/>
            <p:cNvSpPr/>
            <p:nvPr/>
          </p:nvSpPr>
          <p:spPr>
            <a:xfrm>
              <a:off x="5589720" y="1691640"/>
              <a:ext cx="303120" cy="244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44080"/>
                <a:gd name="textAreaBottom" fmla="*/ 244440 h 244080"/>
                <a:gd name="GluePoint1X" fmla="*/ 0 w 134"/>
                <a:gd name="GluePoint1Y" fmla="*/ 108 h 108"/>
                <a:gd name="GluePoint2X" fmla="*/ 134 w 134"/>
                <a:gd name="GluePoint2Y" fmla="*/ 108 h 108"/>
                <a:gd name="GluePoint3X" fmla="*/ 134 w 134"/>
                <a:gd name="GluePoint3Y" fmla="*/ 0 h 108"/>
                <a:gd name="GluePoint4X" fmla="*/ 0 w 134"/>
                <a:gd name="GluePoint4Y" fmla="*/ 0 h 108"/>
                <a:gd name="GluePoint5X" fmla="*/ 0 w 134"/>
                <a:gd name="GluePoint5Y" fmla="*/ 108 h 108"/>
                <a:gd name="GluePoint6X" fmla="*/ 4 w 134"/>
                <a:gd name="GluePoint6Y" fmla="*/ 104 h 108"/>
                <a:gd name="GluePoint7X" fmla="*/ 4 w 134"/>
                <a:gd name="GluePoint7Y" fmla="*/ 21 h 108"/>
                <a:gd name="GluePoint8X" fmla="*/ 129 w 134"/>
                <a:gd name="GluePoint8Y" fmla="*/ 21 h 108"/>
                <a:gd name="GluePoint9X" fmla="*/ 129 w 134"/>
                <a:gd name="GluePoint9Y" fmla="*/ 104 h 108"/>
                <a:gd name="GluePoint10X" fmla="*/ 4 w 134"/>
                <a:gd name="GluePoint10Y" fmla="*/ 104 h 108"/>
                <a:gd name="GluePoint11X" fmla="*/ 129 w 134"/>
                <a:gd name="GluePoint11Y" fmla="*/ 4 h 108"/>
                <a:gd name="GluePoint12X" fmla="*/ 129 w 134"/>
                <a:gd name="GluePoint12Y" fmla="*/ 17 h 108"/>
                <a:gd name="GluePoint13X" fmla="*/ 4 w 134"/>
                <a:gd name="GluePoint13Y" fmla="*/ 17 h 108"/>
                <a:gd name="GluePoint14X" fmla="*/ 4 w 134"/>
                <a:gd name="GluePoint14Y" fmla="*/ 4 h 108"/>
                <a:gd name="GluePoint15X" fmla="*/ 129 w 134"/>
                <a:gd name="GluePoint15Y" fmla="*/ 4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4" h="108">
                  <a:moveTo>
                    <a:pt x="0" y="108"/>
                  </a:moveTo>
                  <a:lnTo>
                    <a:pt x="134" y="108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8"/>
                  </a:lnTo>
                  <a:close/>
                  <a:moveTo>
                    <a:pt x="4" y="104"/>
                  </a:moveTo>
                  <a:lnTo>
                    <a:pt x="4" y="21"/>
                  </a:lnTo>
                  <a:lnTo>
                    <a:pt x="129" y="21"/>
                  </a:lnTo>
                  <a:lnTo>
                    <a:pt x="129" y="104"/>
                  </a:lnTo>
                  <a:lnTo>
                    <a:pt x="4" y="104"/>
                  </a:lnTo>
                  <a:close/>
                  <a:moveTo>
                    <a:pt x="129" y="4"/>
                  </a:moveTo>
                  <a:lnTo>
                    <a:pt x="129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129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02" name="Rectangle 80"/>
            <p:cNvSpPr/>
            <p:nvPr/>
          </p:nvSpPr>
          <p:spPr>
            <a:xfrm>
              <a:off x="561924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03" name="Rectangle 81"/>
            <p:cNvSpPr/>
            <p:nvPr/>
          </p:nvSpPr>
          <p:spPr>
            <a:xfrm>
              <a:off x="5655240" y="1709640"/>
              <a:ext cx="20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04" name="Rectangle 82"/>
            <p:cNvSpPr/>
            <p:nvPr/>
          </p:nvSpPr>
          <p:spPr>
            <a:xfrm>
              <a:off x="5693760" y="1709640"/>
              <a:ext cx="17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05" name="Freeform 83"/>
            <p:cNvSpPr/>
            <p:nvPr/>
          </p:nvSpPr>
          <p:spPr>
            <a:xfrm>
              <a:off x="5700600" y="1786680"/>
              <a:ext cx="81000" cy="9720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7200"/>
                <a:gd name="textAreaBottom" fmla="*/ 97560 h 97200"/>
                <a:gd name="GluePoint1X" fmla="*/ 16 w 36"/>
                <a:gd name="GluePoint1Y" fmla="*/ 0 h 43"/>
                <a:gd name="GluePoint2X" fmla="*/ 0 w 36"/>
                <a:gd name="GluePoint2Y" fmla="*/ 16 h 43"/>
                <a:gd name="GluePoint3X" fmla="*/ 3 w 36"/>
                <a:gd name="GluePoint3Y" fmla="*/ 19 h 43"/>
                <a:gd name="GluePoint4X" fmla="*/ 16 w 36"/>
                <a:gd name="GluePoint4Y" fmla="*/ 6 h 43"/>
                <a:gd name="GluePoint5X" fmla="*/ 16 w 36"/>
                <a:gd name="GluePoint5Y" fmla="*/ 43 h 43"/>
                <a:gd name="GluePoint6X" fmla="*/ 20 w 36"/>
                <a:gd name="GluePoint6Y" fmla="*/ 43 h 43"/>
                <a:gd name="GluePoint7X" fmla="*/ 20 w 36"/>
                <a:gd name="GluePoint7Y" fmla="*/ 6 h 43"/>
                <a:gd name="GluePoint8X" fmla="*/ 33 w 36"/>
                <a:gd name="GluePoint8Y" fmla="*/ 20 h 43"/>
                <a:gd name="GluePoint9X" fmla="*/ 36 w 36"/>
                <a:gd name="GluePoint9Y" fmla="*/ 16 h 43"/>
                <a:gd name="GluePoint10X" fmla="*/ 19 w 36"/>
                <a:gd name="GluePoint10Y" fmla="*/ 0 h 43"/>
                <a:gd name="GluePoint11X" fmla="*/ 16 w 36"/>
                <a:gd name="GluePoint11Y" fmla="*/ 0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3">
                  <a:moveTo>
                    <a:pt x="16" y="0"/>
                  </a:moveTo>
                  <a:lnTo>
                    <a:pt x="0" y="16"/>
                  </a:lnTo>
                  <a:lnTo>
                    <a:pt x="3" y="19"/>
                  </a:lnTo>
                  <a:lnTo>
                    <a:pt x="16" y="6"/>
                  </a:lnTo>
                  <a:lnTo>
                    <a:pt x="16" y="43"/>
                  </a:lnTo>
                  <a:lnTo>
                    <a:pt x="20" y="43"/>
                  </a:lnTo>
                  <a:lnTo>
                    <a:pt x="20" y="6"/>
                  </a:lnTo>
                  <a:lnTo>
                    <a:pt x="33" y="20"/>
                  </a:lnTo>
                  <a:lnTo>
                    <a:pt x="36" y="16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06" name="Group 651"/>
          <p:cNvGrpSpPr/>
          <p:nvPr/>
        </p:nvGrpSpPr>
        <p:grpSpPr>
          <a:xfrm>
            <a:off x="5981400" y="1686960"/>
            <a:ext cx="300960" cy="253440"/>
            <a:chOff x="5981400" y="1686960"/>
            <a:chExt cx="300960" cy="253440"/>
          </a:xfrm>
        </p:grpSpPr>
        <p:sp>
          <p:nvSpPr>
            <p:cNvPr id="1507" name="Freeform 84"/>
            <p:cNvSpPr/>
            <p:nvPr/>
          </p:nvSpPr>
          <p:spPr>
            <a:xfrm>
              <a:off x="6087960" y="1800360"/>
              <a:ext cx="99360" cy="6984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9840"/>
                <a:gd name="textAreaBottom" fmla="*/ 70200 h 69840"/>
                <a:gd name="GluePoint1X" fmla="*/ 16 w 44"/>
                <a:gd name="GluePoint1Y" fmla="*/ 26 h 31"/>
                <a:gd name="GluePoint2X" fmla="*/ 3 w 44"/>
                <a:gd name="GluePoint2Y" fmla="*/ 13 h 31"/>
                <a:gd name="GluePoint3X" fmla="*/ 0 w 44"/>
                <a:gd name="GluePoint3Y" fmla="*/ 16 h 31"/>
                <a:gd name="GluePoint4X" fmla="*/ 15 w 44"/>
                <a:gd name="GluePoint4Y" fmla="*/ 31 h 31"/>
                <a:gd name="GluePoint5X" fmla="*/ 17 w 44"/>
                <a:gd name="GluePoint5Y" fmla="*/ 31 h 31"/>
                <a:gd name="GluePoint6X" fmla="*/ 44 w 44"/>
                <a:gd name="GluePoint6Y" fmla="*/ 3 h 31"/>
                <a:gd name="GluePoint7X" fmla="*/ 42 w 44"/>
                <a:gd name="GluePoint7Y" fmla="*/ 0 h 31"/>
                <a:gd name="GluePoint8X" fmla="*/ 16 w 44"/>
                <a:gd name="GluePoint8Y" fmla="*/ 26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31">
                  <a:moveTo>
                    <a:pt x="16" y="26"/>
                  </a:moveTo>
                  <a:lnTo>
                    <a:pt x="3" y="13"/>
                  </a:lnTo>
                  <a:lnTo>
                    <a:pt x="0" y="16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08" name="Freeform 85"/>
            <p:cNvSpPr/>
            <p:nvPr/>
          </p:nvSpPr>
          <p:spPr>
            <a:xfrm>
              <a:off x="5981400" y="1686960"/>
              <a:ext cx="300960" cy="25344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53440"/>
                <a:gd name="textAreaBottom" fmla="*/ 253800 h 253440"/>
                <a:gd name="GluePoint1X" fmla="*/ 110 w 133"/>
                <a:gd name="GluePoint1Y" fmla="*/ 0 h 112"/>
                <a:gd name="GluePoint2X" fmla="*/ 94 w 133"/>
                <a:gd name="GluePoint2Y" fmla="*/ 0 h 112"/>
                <a:gd name="GluePoint3X" fmla="*/ 94 w 133"/>
                <a:gd name="GluePoint3Y" fmla="*/ 8 h 112"/>
                <a:gd name="GluePoint4X" fmla="*/ 40 w 133"/>
                <a:gd name="GluePoint4Y" fmla="*/ 8 h 112"/>
                <a:gd name="GluePoint5X" fmla="*/ 40 w 133"/>
                <a:gd name="GluePoint5Y" fmla="*/ 0 h 112"/>
                <a:gd name="GluePoint6X" fmla="*/ 23 w 133"/>
                <a:gd name="GluePoint6Y" fmla="*/ 0 h 112"/>
                <a:gd name="GluePoint7X" fmla="*/ 23 w 133"/>
                <a:gd name="GluePoint7Y" fmla="*/ 8 h 112"/>
                <a:gd name="GluePoint8X" fmla="*/ 0 w 133"/>
                <a:gd name="GluePoint8Y" fmla="*/ 8 h 112"/>
                <a:gd name="GluePoint9X" fmla="*/ 0 w 133"/>
                <a:gd name="GluePoint9Y" fmla="*/ 112 h 112"/>
                <a:gd name="GluePoint10X" fmla="*/ 133 w 133"/>
                <a:gd name="GluePoint10Y" fmla="*/ 112 h 112"/>
                <a:gd name="GluePoint11X" fmla="*/ 133 w 133"/>
                <a:gd name="GluePoint11Y" fmla="*/ 8 h 112"/>
                <a:gd name="GluePoint12X" fmla="*/ 110 w 133"/>
                <a:gd name="GluePoint12Y" fmla="*/ 8 h 112"/>
                <a:gd name="GluePoint13X" fmla="*/ 110 w 133"/>
                <a:gd name="GluePoint13Y" fmla="*/ 0 h 112"/>
                <a:gd name="GluePoint14X" fmla="*/ 98 w 133"/>
                <a:gd name="GluePoint14Y" fmla="*/ 4 h 112"/>
                <a:gd name="GluePoint15X" fmla="*/ 106 w 133"/>
                <a:gd name="GluePoint15Y" fmla="*/ 4 h 112"/>
                <a:gd name="GluePoint16X" fmla="*/ 106 w 133"/>
                <a:gd name="GluePoint16Y" fmla="*/ 16 h 112"/>
                <a:gd name="GluePoint17X" fmla="*/ 98 w 133"/>
                <a:gd name="GluePoint17Y" fmla="*/ 16 h 112"/>
                <a:gd name="GluePoint18X" fmla="*/ 98 w 133"/>
                <a:gd name="GluePoint18Y" fmla="*/ 4 h 112"/>
                <a:gd name="GluePoint19X" fmla="*/ 27 w 133"/>
                <a:gd name="GluePoint19Y" fmla="*/ 4 h 112"/>
                <a:gd name="GluePoint20X" fmla="*/ 36 w 133"/>
                <a:gd name="GluePoint20Y" fmla="*/ 4 h 112"/>
                <a:gd name="GluePoint21X" fmla="*/ 36 w 133"/>
                <a:gd name="GluePoint21Y" fmla="*/ 16 h 112"/>
                <a:gd name="GluePoint22X" fmla="*/ 27 w 133"/>
                <a:gd name="GluePoint22Y" fmla="*/ 16 h 112"/>
                <a:gd name="GluePoint23X" fmla="*/ 27 w 133"/>
                <a:gd name="GluePoint23Y" fmla="*/ 4 h 112"/>
                <a:gd name="GluePoint24X" fmla="*/ 4 w 133"/>
                <a:gd name="GluePoint24Y" fmla="*/ 108 h 112"/>
                <a:gd name="GluePoint25X" fmla="*/ 4 w 133"/>
                <a:gd name="GluePoint25Y" fmla="*/ 29 h 112"/>
                <a:gd name="GluePoint26X" fmla="*/ 129 w 133"/>
                <a:gd name="GluePoint26Y" fmla="*/ 29 h 112"/>
                <a:gd name="GluePoint27X" fmla="*/ 129 w 133"/>
                <a:gd name="GluePoint27Y" fmla="*/ 108 h 112"/>
                <a:gd name="GluePoint28X" fmla="*/ 4 w 133"/>
                <a:gd name="GluePoint28Y" fmla="*/ 108 h 112"/>
                <a:gd name="GluePoint29X" fmla="*/ 129 w 133"/>
                <a:gd name="GluePoint29Y" fmla="*/ 12 h 112"/>
                <a:gd name="GluePoint30X" fmla="*/ 129 w 133"/>
                <a:gd name="GluePoint30Y" fmla="*/ 25 h 112"/>
                <a:gd name="GluePoint31X" fmla="*/ 4 w 133"/>
                <a:gd name="GluePoint31Y" fmla="*/ 25 h 112"/>
                <a:gd name="GluePoint32X" fmla="*/ 4 w 133"/>
                <a:gd name="GluePoint32Y" fmla="*/ 12 h 112"/>
                <a:gd name="GluePoint33X" fmla="*/ 23 w 133"/>
                <a:gd name="GluePoint33Y" fmla="*/ 12 h 112"/>
                <a:gd name="GluePoint34X" fmla="*/ 23 w 133"/>
                <a:gd name="GluePoint34Y" fmla="*/ 21 h 112"/>
                <a:gd name="GluePoint35X" fmla="*/ 40 w 133"/>
                <a:gd name="GluePoint35Y" fmla="*/ 21 h 112"/>
                <a:gd name="GluePoint36X" fmla="*/ 40 w 133"/>
                <a:gd name="GluePoint36Y" fmla="*/ 12 h 112"/>
                <a:gd name="GluePoint37X" fmla="*/ 94 w 133"/>
                <a:gd name="GluePoint37Y" fmla="*/ 12 h 112"/>
                <a:gd name="GluePoint38X" fmla="*/ 94 w 133"/>
                <a:gd name="GluePoint38Y" fmla="*/ 21 h 112"/>
                <a:gd name="GluePoint39X" fmla="*/ 110 w 133"/>
                <a:gd name="GluePoint39Y" fmla="*/ 21 h 112"/>
                <a:gd name="GluePoint40X" fmla="*/ 110 w 133"/>
                <a:gd name="GluePoint40Y" fmla="*/ 12 h 112"/>
                <a:gd name="GluePoint41X" fmla="*/ 129 w 133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40" y="21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1"/>
                  </a:lnTo>
                  <a:lnTo>
                    <a:pt x="110" y="21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09" name="Group 650"/>
          <p:cNvGrpSpPr/>
          <p:nvPr/>
        </p:nvGrpSpPr>
        <p:grpSpPr>
          <a:xfrm>
            <a:off x="6373440" y="1686960"/>
            <a:ext cx="303120" cy="253440"/>
            <a:chOff x="6373440" y="1686960"/>
            <a:chExt cx="303120" cy="253440"/>
          </a:xfrm>
        </p:grpSpPr>
        <p:sp>
          <p:nvSpPr>
            <p:cNvPr id="1510" name="Freeform 86"/>
            <p:cNvSpPr/>
            <p:nvPr/>
          </p:nvSpPr>
          <p:spPr>
            <a:xfrm>
              <a:off x="6373440" y="1686960"/>
              <a:ext cx="303120" cy="2534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53440"/>
                <a:gd name="textAreaBottom" fmla="*/ 253800 h 253440"/>
                <a:gd name="GluePoint1X" fmla="*/ 111 w 134"/>
                <a:gd name="GluePoint1Y" fmla="*/ 0 h 112"/>
                <a:gd name="GluePoint2X" fmla="*/ 94 w 134"/>
                <a:gd name="GluePoint2Y" fmla="*/ 0 h 112"/>
                <a:gd name="GluePoint3X" fmla="*/ 94 w 134"/>
                <a:gd name="GluePoint3Y" fmla="*/ 8 h 112"/>
                <a:gd name="GluePoint4X" fmla="*/ 40 w 134"/>
                <a:gd name="GluePoint4Y" fmla="*/ 8 h 112"/>
                <a:gd name="GluePoint5X" fmla="*/ 40 w 134"/>
                <a:gd name="GluePoint5Y" fmla="*/ 0 h 112"/>
                <a:gd name="GluePoint6X" fmla="*/ 23 w 134"/>
                <a:gd name="GluePoint6Y" fmla="*/ 0 h 112"/>
                <a:gd name="GluePoint7X" fmla="*/ 23 w 134"/>
                <a:gd name="GluePoint7Y" fmla="*/ 8 h 112"/>
                <a:gd name="GluePoint8X" fmla="*/ 0 w 134"/>
                <a:gd name="GluePoint8Y" fmla="*/ 8 h 112"/>
                <a:gd name="GluePoint9X" fmla="*/ 0 w 134"/>
                <a:gd name="GluePoint9Y" fmla="*/ 112 h 112"/>
                <a:gd name="GluePoint10X" fmla="*/ 134 w 134"/>
                <a:gd name="GluePoint10Y" fmla="*/ 112 h 112"/>
                <a:gd name="GluePoint11X" fmla="*/ 134 w 134"/>
                <a:gd name="GluePoint11Y" fmla="*/ 8 h 112"/>
                <a:gd name="GluePoint12X" fmla="*/ 111 w 134"/>
                <a:gd name="GluePoint12Y" fmla="*/ 8 h 112"/>
                <a:gd name="GluePoint13X" fmla="*/ 111 w 134"/>
                <a:gd name="GluePoint13Y" fmla="*/ 0 h 112"/>
                <a:gd name="GluePoint14X" fmla="*/ 98 w 134"/>
                <a:gd name="GluePoint14Y" fmla="*/ 4 h 112"/>
                <a:gd name="GluePoint15X" fmla="*/ 107 w 134"/>
                <a:gd name="GluePoint15Y" fmla="*/ 4 h 112"/>
                <a:gd name="GluePoint16X" fmla="*/ 107 w 134"/>
                <a:gd name="GluePoint16Y" fmla="*/ 16 h 112"/>
                <a:gd name="GluePoint17X" fmla="*/ 98 w 134"/>
                <a:gd name="GluePoint17Y" fmla="*/ 16 h 112"/>
                <a:gd name="GluePoint18X" fmla="*/ 98 w 134"/>
                <a:gd name="GluePoint18Y" fmla="*/ 4 h 112"/>
                <a:gd name="GluePoint19X" fmla="*/ 28 w 134"/>
                <a:gd name="GluePoint19Y" fmla="*/ 4 h 112"/>
                <a:gd name="GluePoint20X" fmla="*/ 36 w 134"/>
                <a:gd name="GluePoint20Y" fmla="*/ 4 h 112"/>
                <a:gd name="GluePoint21X" fmla="*/ 36 w 134"/>
                <a:gd name="GluePoint21Y" fmla="*/ 16 h 112"/>
                <a:gd name="GluePoint22X" fmla="*/ 28 w 134"/>
                <a:gd name="GluePoint22Y" fmla="*/ 16 h 112"/>
                <a:gd name="GluePoint23X" fmla="*/ 28 w 134"/>
                <a:gd name="GluePoint23Y" fmla="*/ 4 h 112"/>
                <a:gd name="GluePoint24X" fmla="*/ 5 w 134"/>
                <a:gd name="GluePoint24Y" fmla="*/ 108 h 112"/>
                <a:gd name="GluePoint25X" fmla="*/ 5 w 134"/>
                <a:gd name="GluePoint25Y" fmla="*/ 29 h 112"/>
                <a:gd name="GluePoint26X" fmla="*/ 130 w 134"/>
                <a:gd name="GluePoint26Y" fmla="*/ 29 h 112"/>
                <a:gd name="GluePoint27X" fmla="*/ 130 w 134"/>
                <a:gd name="GluePoint27Y" fmla="*/ 108 h 112"/>
                <a:gd name="GluePoint28X" fmla="*/ 5 w 134"/>
                <a:gd name="GluePoint28Y" fmla="*/ 108 h 112"/>
                <a:gd name="GluePoint29X" fmla="*/ 130 w 134"/>
                <a:gd name="GluePoint29Y" fmla="*/ 12 h 112"/>
                <a:gd name="GluePoint30X" fmla="*/ 130 w 134"/>
                <a:gd name="GluePoint30Y" fmla="*/ 25 h 112"/>
                <a:gd name="GluePoint31X" fmla="*/ 5 w 134"/>
                <a:gd name="GluePoint31Y" fmla="*/ 25 h 112"/>
                <a:gd name="GluePoint32X" fmla="*/ 5 w 134"/>
                <a:gd name="GluePoint32Y" fmla="*/ 12 h 112"/>
                <a:gd name="GluePoint33X" fmla="*/ 23 w 134"/>
                <a:gd name="GluePoint33Y" fmla="*/ 12 h 112"/>
                <a:gd name="GluePoint34X" fmla="*/ 23 w 134"/>
                <a:gd name="GluePoint34Y" fmla="*/ 21 h 112"/>
                <a:gd name="GluePoint35X" fmla="*/ 40 w 134"/>
                <a:gd name="GluePoint35Y" fmla="*/ 21 h 112"/>
                <a:gd name="GluePoint36X" fmla="*/ 40 w 134"/>
                <a:gd name="GluePoint36Y" fmla="*/ 12 h 112"/>
                <a:gd name="GluePoint37X" fmla="*/ 94 w 134"/>
                <a:gd name="GluePoint37Y" fmla="*/ 12 h 112"/>
                <a:gd name="GluePoint38X" fmla="*/ 94 w 134"/>
                <a:gd name="GluePoint38Y" fmla="*/ 21 h 112"/>
                <a:gd name="GluePoint39X" fmla="*/ 111 w 134"/>
                <a:gd name="GluePoint39Y" fmla="*/ 21 h 112"/>
                <a:gd name="GluePoint40X" fmla="*/ 111 w 134"/>
                <a:gd name="GluePoint40Y" fmla="*/ 12 h 112"/>
                <a:gd name="GluePoint41X" fmla="*/ 130 w 134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8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8" y="16"/>
                  </a:lnTo>
                  <a:lnTo>
                    <a:pt x="28" y="4"/>
                  </a:lnTo>
                  <a:close/>
                  <a:moveTo>
                    <a:pt x="5" y="108"/>
                  </a:moveTo>
                  <a:lnTo>
                    <a:pt x="5" y="29"/>
                  </a:lnTo>
                  <a:lnTo>
                    <a:pt x="130" y="29"/>
                  </a:lnTo>
                  <a:lnTo>
                    <a:pt x="130" y="108"/>
                  </a:lnTo>
                  <a:lnTo>
                    <a:pt x="5" y="108"/>
                  </a:lnTo>
                  <a:close/>
                  <a:moveTo>
                    <a:pt x="130" y="12"/>
                  </a:moveTo>
                  <a:lnTo>
                    <a:pt x="130" y="25"/>
                  </a:lnTo>
                  <a:lnTo>
                    <a:pt x="5" y="25"/>
                  </a:lnTo>
                  <a:lnTo>
                    <a:pt x="5" y="12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40" y="21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1"/>
                  </a:lnTo>
                  <a:lnTo>
                    <a:pt x="111" y="21"/>
                  </a:lnTo>
                  <a:lnTo>
                    <a:pt x="111" y="12"/>
                  </a:lnTo>
                  <a:lnTo>
                    <a:pt x="130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11" name="Freeform 87"/>
            <p:cNvSpPr/>
            <p:nvPr/>
          </p:nvSpPr>
          <p:spPr>
            <a:xfrm>
              <a:off x="6472800" y="1809360"/>
              <a:ext cx="103680" cy="651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65160"/>
                <a:gd name="textAreaBottom" fmla="*/ 65520 h 65160"/>
                <a:gd name="GluePoint1X" fmla="*/ 75 w 88"/>
                <a:gd name="GluePoint1Y" fmla="*/ 24 h 56"/>
                <a:gd name="GluePoint2X" fmla="*/ 44 w 88"/>
                <a:gd name="GluePoint2Y" fmla="*/ 0 h 56"/>
                <a:gd name="GluePoint3X" fmla="*/ 12 w 88"/>
                <a:gd name="GluePoint3Y" fmla="*/ 24 h 56"/>
                <a:gd name="GluePoint4X" fmla="*/ 0 w 88"/>
                <a:gd name="GluePoint4Y" fmla="*/ 40 h 56"/>
                <a:gd name="GluePoint5X" fmla="*/ 16 w 88"/>
                <a:gd name="GluePoint5Y" fmla="*/ 56 h 56"/>
                <a:gd name="GluePoint6X" fmla="*/ 72 w 88"/>
                <a:gd name="GluePoint6Y" fmla="*/ 56 h 56"/>
                <a:gd name="GluePoint7X" fmla="*/ 88 w 88"/>
                <a:gd name="GluePoint7Y" fmla="*/ 40 h 56"/>
                <a:gd name="GluePoint8X" fmla="*/ 75 w 88"/>
                <a:gd name="GluePoint8Y" fmla="*/ 24 h 56"/>
                <a:gd name="GluePoint9X" fmla="*/ 72 w 88"/>
                <a:gd name="GluePoint9Y" fmla="*/ 48 h 56"/>
                <a:gd name="GluePoint10X" fmla="*/ 16 w 88"/>
                <a:gd name="GluePoint10Y" fmla="*/ 48 h 56"/>
                <a:gd name="GluePoint11X" fmla="*/ 8 w 88"/>
                <a:gd name="GluePoint11Y" fmla="*/ 40 h 56"/>
                <a:gd name="GluePoint12X" fmla="*/ 16 w 88"/>
                <a:gd name="GluePoint12Y" fmla="*/ 32 h 56"/>
                <a:gd name="GluePoint13X" fmla="*/ 19 w 88"/>
                <a:gd name="GluePoint13Y" fmla="*/ 32 h 56"/>
                <a:gd name="GluePoint14X" fmla="*/ 19 w 88"/>
                <a:gd name="GluePoint14Y" fmla="*/ 28 h 56"/>
                <a:gd name="GluePoint15X" fmla="*/ 44 w 88"/>
                <a:gd name="GluePoint15Y" fmla="*/ 8 h 56"/>
                <a:gd name="GluePoint16X" fmla="*/ 68 w 88"/>
                <a:gd name="GluePoint16Y" fmla="*/ 28 h 56"/>
                <a:gd name="GluePoint17X" fmla="*/ 68 w 88"/>
                <a:gd name="GluePoint17Y" fmla="*/ 32 h 56"/>
                <a:gd name="GluePoint18X" fmla="*/ 72 w 88"/>
                <a:gd name="GluePoint18Y" fmla="*/ 32 h 56"/>
                <a:gd name="GluePoint19X" fmla="*/ 80 w 88"/>
                <a:gd name="GluePoint19Y" fmla="*/ 40 h 56"/>
                <a:gd name="GluePoint20X" fmla="*/ 72 w 88"/>
                <a:gd name="GluePoint20Y" fmla="*/ 4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75" y="24"/>
                  </a:moveTo>
                  <a:cubicBezTo>
                    <a:pt x="73" y="10"/>
                    <a:pt x="60" y="0"/>
                    <a:pt x="44" y="0"/>
                  </a:cubicBezTo>
                  <a:cubicBezTo>
                    <a:pt x="29" y="0"/>
                    <a:pt x="16" y="12"/>
                    <a:pt x="12" y="24"/>
                  </a:cubicBez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5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6"/>
                    <a:pt x="75" y="24"/>
                  </a:cubicBezTo>
                  <a:close/>
                  <a:moveTo>
                    <a:pt x="72" y="4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5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12" name="Group 649"/>
          <p:cNvGrpSpPr/>
          <p:nvPr/>
        </p:nvGrpSpPr>
        <p:grpSpPr>
          <a:xfrm>
            <a:off x="6765120" y="1686960"/>
            <a:ext cx="300960" cy="253440"/>
            <a:chOff x="6765120" y="1686960"/>
            <a:chExt cx="300960" cy="253440"/>
          </a:xfrm>
        </p:grpSpPr>
        <p:sp>
          <p:nvSpPr>
            <p:cNvPr id="1513" name="Freeform 88"/>
            <p:cNvSpPr/>
            <p:nvPr/>
          </p:nvSpPr>
          <p:spPr>
            <a:xfrm>
              <a:off x="6876000" y="1791000"/>
              <a:ext cx="81000" cy="9720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7200"/>
                <a:gd name="textAreaBottom" fmla="*/ 97560 h 97200"/>
                <a:gd name="GluePoint1X" fmla="*/ 20 w 36"/>
                <a:gd name="GluePoint1Y" fmla="*/ 36 h 43"/>
                <a:gd name="GluePoint2X" fmla="*/ 20 w 36"/>
                <a:gd name="GluePoint2Y" fmla="*/ 0 h 43"/>
                <a:gd name="GluePoint3X" fmla="*/ 16 w 36"/>
                <a:gd name="GluePoint3Y" fmla="*/ 0 h 43"/>
                <a:gd name="GluePoint4X" fmla="*/ 16 w 36"/>
                <a:gd name="GluePoint4Y" fmla="*/ 36 h 43"/>
                <a:gd name="GluePoint5X" fmla="*/ 2 w 36"/>
                <a:gd name="GluePoint5Y" fmla="*/ 23 h 43"/>
                <a:gd name="GluePoint6X" fmla="*/ 0 w 36"/>
                <a:gd name="GluePoint6Y" fmla="*/ 26 h 43"/>
                <a:gd name="GluePoint7X" fmla="*/ 16 w 36"/>
                <a:gd name="GluePoint7Y" fmla="*/ 43 h 43"/>
                <a:gd name="GluePoint8X" fmla="*/ 19 w 36"/>
                <a:gd name="GluePoint8Y" fmla="*/ 43 h 43"/>
                <a:gd name="GluePoint9X" fmla="*/ 36 w 36"/>
                <a:gd name="GluePoint9Y" fmla="*/ 26 h 43"/>
                <a:gd name="GluePoint10X" fmla="*/ 33 w 36"/>
                <a:gd name="GluePoint10Y" fmla="*/ 23 h 43"/>
                <a:gd name="GluePoint11X" fmla="*/ 20 w 36"/>
                <a:gd name="GluePoint11Y" fmla="*/ 36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3">
                  <a:moveTo>
                    <a:pt x="20" y="36"/>
                  </a:move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2" y="23"/>
                  </a:lnTo>
                  <a:lnTo>
                    <a:pt x="0" y="26"/>
                  </a:lnTo>
                  <a:lnTo>
                    <a:pt x="16" y="43"/>
                  </a:lnTo>
                  <a:lnTo>
                    <a:pt x="19" y="43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14" name="Freeform 89"/>
            <p:cNvSpPr/>
            <p:nvPr/>
          </p:nvSpPr>
          <p:spPr>
            <a:xfrm>
              <a:off x="6765120" y="1686960"/>
              <a:ext cx="300960" cy="25344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53440"/>
                <a:gd name="textAreaBottom" fmla="*/ 253800 h 253440"/>
                <a:gd name="GluePoint1X" fmla="*/ 111 w 133"/>
                <a:gd name="GluePoint1Y" fmla="*/ 0 h 112"/>
                <a:gd name="GluePoint2X" fmla="*/ 94 w 133"/>
                <a:gd name="GluePoint2Y" fmla="*/ 0 h 112"/>
                <a:gd name="GluePoint3X" fmla="*/ 94 w 133"/>
                <a:gd name="GluePoint3Y" fmla="*/ 8 h 112"/>
                <a:gd name="GluePoint4X" fmla="*/ 40 w 133"/>
                <a:gd name="GluePoint4Y" fmla="*/ 8 h 112"/>
                <a:gd name="GluePoint5X" fmla="*/ 40 w 133"/>
                <a:gd name="GluePoint5Y" fmla="*/ 0 h 112"/>
                <a:gd name="GluePoint6X" fmla="*/ 23 w 133"/>
                <a:gd name="GluePoint6Y" fmla="*/ 0 h 112"/>
                <a:gd name="GluePoint7X" fmla="*/ 23 w 133"/>
                <a:gd name="GluePoint7Y" fmla="*/ 8 h 112"/>
                <a:gd name="GluePoint8X" fmla="*/ 0 w 133"/>
                <a:gd name="GluePoint8Y" fmla="*/ 8 h 112"/>
                <a:gd name="GluePoint9X" fmla="*/ 0 w 133"/>
                <a:gd name="GluePoint9Y" fmla="*/ 112 h 112"/>
                <a:gd name="GluePoint10X" fmla="*/ 133 w 133"/>
                <a:gd name="GluePoint10Y" fmla="*/ 112 h 112"/>
                <a:gd name="GluePoint11X" fmla="*/ 133 w 133"/>
                <a:gd name="GluePoint11Y" fmla="*/ 8 h 112"/>
                <a:gd name="GluePoint12X" fmla="*/ 111 w 133"/>
                <a:gd name="GluePoint12Y" fmla="*/ 8 h 112"/>
                <a:gd name="GluePoint13X" fmla="*/ 111 w 133"/>
                <a:gd name="GluePoint13Y" fmla="*/ 0 h 112"/>
                <a:gd name="GluePoint14X" fmla="*/ 98 w 133"/>
                <a:gd name="GluePoint14Y" fmla="*/ 4 h 112"/>
                <a:gd name="GluePoint15X" fmla="*/ 106 w 133"/>
                <a:gd name="GluePoint15Y" fmla="*/ 4 h 112"/>
                <a:gd name="GluePoint16X" fmla="*/ 106 w 133"/>
                <a:gd name="GluePoint16Y" fmla="*/ 16 h 112"/>
                <a:gd name="GluePoint17X" fmla="*/ 98 w 133"/>
                <a:gd name="GluePoint17Y" fmla="*/ 16 h 112"/>
                <a:gd name="GluePoint18X" fmla="*/ 98 w 133"/>
                <a:gd name="GluePoint18Y" fmla="*/ 4 h 112"/>
                <a:gd name="GluePoint19X" fmla="*/ 27 w 133"/>
                <a:gd name="GluePoint19Y" fmla="*/ 4 h 112"/>
                <a:gd name="GluePoint20X" fmla="*/ 36 w 133"/>
                <a:gd name="GluePoint20Y" fmla="*/ 4 h 112"/>
                <a:gd name="GluePoint21X" fmla="*/ 36 w 133"/>
                <a:gd name="GluePoint21Y" fmla="*/ 16 h 112"/>
                <a:gd name="GluePoint22X" fmla="*/ 27 w 133"/>
                <a:gd name="GluePoint22Y" fmla="*/ 16 h 112"/>
                <a:gd name="GluePoint23X" fmla="*/ 27 w 133"/>
                <a:gd name="GluePoint23Y" fmla="*/ 4 h 112"/>
                <a:gd name="GluePoint24X" fmla="*/ 4 w 133"/>
                <a:gd name="GluePoint24Y" fmla="*/ 108 h 112"/>
                <a:gd name="GluePoint25X" fmla="*/ 4 w 133"/>
                <a:gd name="GluePoint25Y" fmla="*/ 29 h 112"/>
                <a:gd name="GluePoint26X" fmla="*/ 129 w 133"/>
                <a:gd name="GluePoint26Y" fmla="*/ 29 h 112"/>
                <a:gd name="GluePoint27X" fmla="*/ 129 w 133"/>
                <a:gd name="GluePoint27Y" fmla="*/ 108 h 112"/>
                <a:gd name="GluePoint28X" fmla="*/ 4 w 133"/>
                <a:gd name="GluePoint28Y" fmla="*/ 108 h 112"/>
                <a:gd name="GluePoint29X" fmla="*/ 129 w 133"/>
                <a:gd name="GluePoint29Y" fmla="*/ 12 h 112"/>
                <a:gd name="GluePoint30X" fmla="*/ 129 w 133"/>
                <a:gd name="GluePoint30Y" fmla="*/ 25 h 112"/>
                <a:gd name="GluePoint31X" fmla="*/ 4 w 133"/>
                <a:gd name="GluePoint31Y" fmla="*/ 25 h 112"/>
                <a:gd name="GluePoint32X" fmla="*/ 4 w 133"/>
                <a:gd name="GluePoint32Y" fmla="*/ 12 h 112"/>
                <a:gd name="GluePoint33X" fmla="*/ 23 w 133"/>
                <a:gd name="GluePoint33Y" fmla="*/ 12 h 112"/>
                <a:gd name="GluePoint34X" fmla="*/ 23 w 133"/>
                <a:gd name="GluePoint34Y" fmla="*/ 21 h 112"/>
                <a:gd name="GluePoint35X" fmla="*/ 40 w 133"/>
                <a:gd name="GluePoint35Y" fmla="*/ 21 h 112"/>
                <a:gd name="GluePoint36X" fmla="*/ 40 w 133"/>
                <a:gd name="GluePoint36Y" fmla="*/ 12 h 112"/>
                <a:gd name="GluePoint37X" fmla="*/ 94 w 133"/>
                <a:gd name="GluePoint37Y" fmla="*/ 12 h 112"/>
                <a:gd name="GluePoint38X" fmla="*/ 94 w 133"/>
                <a:gd name="GluePoint38Y" fmla="*/ 21 h 112"/>
                <a:gd name="GluePoint39X" fmla="*/ 111 w 133"/>
                <a:gd name="GluePoint39Y" fmla="*/ 21 h 112"/>
                <a:gd name="GluePoint40X" fmla="*/ 111 w 133"/>
                <a:gd name="GluePoint40Y" fmla="*/ 12 h 112"/>
                <a:gd name="GluePoint41X" fmla="*/ 129 w 133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3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40" y="21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1"/>
                  </a:lnTo>
                  <a:lnTo>
                    <a:pt x="111" y="21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515" name="Freeform 90"/>
          <p:cNvSpPr/>
          <p:nvPr/>
        </p:nvSpPr>
        <p:spPr>
          <a:xfrm>
            <a:off x="2068200" y="2078640"/>
            <a:ext cx="300960" cy="253440"/>
          </a:xfrm>
          <a:custGeom>
            <a:avLst/>
            <a:gdLst>
              <a:gd name="textAreaLeft" fmla="*/ 0 w 300960"/>
              <a:gd name="textAreaRight" fmla="*/ 301320 w 300960"/>
              <a:gd name="textAreaTop" fmla="*/ 0 h 253440"/>
              <a:gd name="textAreaBottom" fmla="*/ 253800 h 253440"/>
              <a:gd name="GluePoint1X" fmla="*/ 110 w 133"/>
              <a:gd name="GluePoint1Y" fmla="*/ 0 h 112"/>
              <a:gd name="GluePoint2X" fmla="*/ 93 w 133"/>
              <a:gd name="GluePoint2Y" fmla="*/ 0 h 112"/>
              <a:gd name="GluePoint3X" fmla="*/ 93 w 133"/>
              <a:gd name="GluePoint3Y" fmla="*/ 8 h 112"/>
              <a:gd name="GluePoint4X" fmla="*/ 39 w 133"/>
              <a:gd name="GluePoint4Y" fmla="*/ 8 h 112"/>
              <a:gd name="GluePoint5X" fmla="*/ 39 w 133"/>
              <a:gd name="GluePoint5Y" fmla="*/ 0 h 112"/>
              <a:gd name="GluePoint6X" fmla="*/ 22 w 133"/>
              <a:gd name="GluePoint6Y" fmla="*/ 0 h 112"/>
              <a:gd name="GluePoint7X" fmla="*/ 22 w 133"/>
              <a:gd name="GluePoint7Y" fmla="*/ 8 h 112"/>
              <a:gd name="GluePoint8X" fmla="*/ 0 w 133"/>
              <a:gd name="GluePoint8Y" fmla="*/ 8 h 112"/>
              <a:gd name="GluePoint9X" fmla="*/ 0 w 133"/>
              <a:gd name="GluePoint9Y" fmla="*/ 112 h 112"/>
              <a:gd name="GluePoint10X" fmla="*/ 133 w 133"/>
              <a:gd name="GluePoint10Y" fmla="*/ 112 h 112"/>
              <a:gd name="GluePoint11X" fmla="*/ 133 w 133"/>
              <a:gd name="GluePoint11Y" fmla="*/ 8 h 112"/>
              <a:gd name="GluePoint12X" fmla="*/ 110 w 133"/>
              <a:gd name="GluePoint12Y" fmla="*/ 8 h 112"/>
              <a:gd name="GluePoint13X" fmla="*/ 110 w 133"/>
              <a:gd name="GluePoint13Y" fmla="*/ 0 h 112"/>
              <a:gd name="GluePoint14X" fmla="*/ 97 w 133"/>
              <a:gd name="GluePoint14Y" fmla="*/ 4 h 112"/>
              <a:gd name="GluePoint15X" fmla="*/ 106 w 133"/>
              <a:gd name="GluePoint15Y" fmla="*/ 4 h 112"/>
              <a:gd name="GluePoint16X" fmla="*/ 106 w 133"/>
              <a:gd name="GluePoint16Y" fmla="*/ 16 h 112"/>
              <a:gd name="GluePoint17X" fmla="*/ 97 w 133"/>
              <a:gd name="GluePoint17Y" fmla="*/ 16 h 112"/>
              <a:gd name="GluePoint18X" fmla="*/ 97 w 133"/>
              <a:gd name="GluePoint18Y" fmla="*/ 4 h 112"/>
              <a:gd name="GluePoint19X" fmla="*/ 27 w 133"/>
              <a:gd name="GluePoint19Y" fmla="*/ 4 h 112"/>
              <a:gd name="GluePoint20X" fmla="*/ 35 w 133"/>
              <a:gd name="GluePoint20Y" fmla="*/ 4 h 112"/>
              <a:gd name="GluePoint21X" fmla="*/ 35 w 133"/>
              <a:gd name="GluePoint21Y" fmla="*/ 16 h 112"/>
              <a:gd name="GluePoint22X" fmla="*/ 27 w 133"/>
              <a:gd name="GluePoint22Y" fmla="*/ 16 h 112"/>
              <a:gd name="GluePoint23X" fmla="*/ 27 w 133"/>
              <a:gd name="GluePoint23Y" fmla="*/ 4 h 112"/>
              <a:gd name="GluePoint24X" fmla="*/ 4 w 133"/>
              <a:gd name="GluePoint24Y" fmla="*/ 108 h 112"/>
              <a:gd name="GluePoint25X" fmla="*/ 4 w 133"/>
              <a:gd name="GluePoint25Y" fmla="*/ 29 h 112"/>
              <a:gd name="GluePoint26X" fmla="*/ 129 w 133"/>
              <a:gd name="GluePoint26Y" fmla="*/ 29 h 112"/>
              <a:gd name="GluePoint27X" fmla="*/ 129 w 133"/>
              <a:gd name="GluePoint27Y" fmla="*/ 108 h 112"/>
              <a:gd name="GluePoint28X" fmla="*/ 4 w 133"/>
              <a:gd name="GluePoint28Y" fmla="*/ 108 h 112"/>
              <a:gd name="GluePoint29X" fmla="*/ 129 w 133"/>
              <a:gd name="GluePoint29Y" fmla="*/ 12 h 112"/>
              <a:gd name="GluePoint30X" fmla="*/ 129 w 133"/>
              <a:gd name="GluePoint30Y" fmla="*/ 25 h 112"/>
              <a:gd name="GluePoint31X" fmla="*/ 4 w 133"/>
              <a:gd name="GluePoint31Y" fmla="*/ 25 h 112"/>
              <a:gd name="GluePoint32X" fmla="*/ 4 w 133"/>
              <a:gd name="GluePoint32Y" fmla="*/ 12 h 112"/>
              <a:gd name="GluePoint33X" fmla="*/ 22 w 133"/>
              <a:gd name="GluePoint33Y" fmla="*/ 12 h 112"/>
              <a:gd name="GluePoint34X" fmla="*/ 22 w 133"/>
              <a:gd name="GluePoint34Y" fmla="*/ 20 h 112"/>
              <a:gd name="GluePoint35X" fmla="*/ 39 w 133"/>
              <a:gd name="GluePoint35Y" fmla="*/ 20 h 112"/>
              <a:gd name="GluePoint36X" fmla="*/ 39 w 133"/>
              <a:gd name="GluePoint36Y" fmla="*/ 12 h 112"/>
              <a:gd name="GluePoint37X" fmla="*/ 93 w 133"/>
              <a:gd name="GluePoint37Y" fmla="*/ 12 h 112"/>
              <a:gd name="GluePoint38X" fmla="*/ 93 w 133"/>
              <a:gd name="GluePoint38Y" fmla="*/ 20 h 112"/>
              <a:gd name="GluePoint39X" fmla="*/ 110 w 133"/>
              <a:gd name="GluePoint39Y" fmla="*/ 20 h 112"/>
              <a:gd name="GluePoint40X" fmla="*/ 110 w 133"/>
              <a:gd name="GluePoint40Y" fmla="*/ 12 h 112"/>
              <a:gd name="GluePoint41X" fmla="*/ 129 w 133"/>
              <a:gd name="GluePoint41Y" fmla="*/ 12 h 11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textAreaLeft" t="textAreaTop" r="textAreaRight" b="textAreaBottom"/>
            <a:pathLst>
              <a:path w="133" h="112">
                <a:moveTo>
                  <a:pt x="110" y="0"/>
                </a:moveTo>
                <a:lnTo>
                  <a:pt x="93" y="0"/>
                </a:lnTo>
                <a:lnTo>
                  <a:pt x="93" y="8"/>
                </a:lnTo>
                <a:lnTo>
                  <a:pt x="39" y="8"/>
                </a:lnTo>
                <a:lnTo>
                  <a:pt x="39" y="0"/>
                </a:lnTo>
                <a:lnTo>
                  <a:pt x="22" y="0"/>
                </a:lnTo>
                <a:lnTo>
                  <a:pt x="22" y="8"/>
                </a:lnTo>
                <a:lnTo>
                  <a:pt x="0" y="8"/>
                </a:lnTo>
                <a:lnTo>
                  <a:pt x="0" y="112"/>
                </a:lnTo>
                <a:lnTo>
                  <a:pt x="133" y="112"/>
                </a:lnTo>
                <a:lnTo>
                  <a:pt x="133" y="8"/>
                </a:lnTo>
                <a:lnTo>
                  <a:pt x="110" y="8"/>
                </a:lnTo>
                <a:lnTo>
                  <a:pt x="110" y="0"/>
                </a:lnTo>
                <a:close/>
                <a:moveTo>
                  <a:pt x="97" y="4"/>
                </a:moveTo>
                <a:lnTo>
                  <a:pt x="106" y="4"/>
                </a:lnTo>
                <a:lnTo>
                  <a:pt x="106" y="16"/>
                </a:lnTo>
                <a:lnTo>
                  <a:pt x="97" y="16"/>
                </a:lnTo>
                <a:lnTo>
                  <a:pt x="97" y="4"/>
                </a:lnTo>
                <a:close/>
                <a:moveTo>
                  <a:pt x="27" y="4"/>
                </a:moveTo>
                <a:lnTo>
                  <a:pt x="35" y="4"/>
                </a:lnTo>
                <a:lnTo>
                  <a:pt x="35" y="16"/>
                </a:lnTo>
                <a:lnTo>
                  <a:pt x="27" y="16"/>
                </a:lnTo>
                <a:lnTo>
                  <a:pt x="27" y="4"/>
                </a:lnTo>
                <a:close/>
                <a:moveTo>
                  <a:pt x="4" y="108"/>
                </a:moveTo>
                <a:lnTo>
                  <a:pt x="4" y="29"/>
                </a:lnTo>
                <a:lnTo>
                  <a:pt x="129" y="29"/>
                </a:lnTo>
                <a:lnTo>
                  <a:pt x="129" y="108"/>
                </a:lnTo>
                <a:lnTo>
                  <a:pt x="4" y="108"/>
                </a:lnTo>
                <a:close/>
                <a:moveTo>
                  <a:pt x="129" y="12"/>
                </a:moveTo>
                <a:lnTo>
                  <a:pt x="129" y="25"/>
                </a:lnTo>
                <a:lnTo>
                  <a:pt x="4" y="25"/>
                </a:lnTo>
                <a:lnTo>
                  <a:pt x="4" y="12"/>
                </a:lnTo>
                <a:lnTo>
                  <a:pt x="22" y="12"/>
                </a:lnTo>
                <a:lnTo>
                  <a:pt x="22" y="20"/>
                </a:lnTo>
                <a:lnTo>
                  <a:pt x="39" y="20"/>
                </a:lnTo>
                <a:lnTo>
                  <a:pt x="39" y="12"/>
                </a:lnTo>
                <a:lnTo>
                  <a:pt x="93" y="12"/>
                </a:lnTo>
                <a:lnTo>
                  <a:pt x="93" y="20"/>
                </a:lnTo>
                <a:lnTo>
                  <a:pt x="110" y="20"/>
                </a:lnTo>
                <a:lnTo>
                  <a:pt x="110" y="12"/>
                </a:lnTo>
                <a:lnTo>
                  <a:pt x="129" y="12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516" name="Group 637"/>
          <p:cNvGrpSpPr/>
          <p:nvPr/>
        </p:nvGrpSpPr>
        <p:grpSpPr>
          <a:xfrm>
            <a:off x="2457720" y="2078640"/>
            <a:ext cx="303120" cy="253440"/>
            <a:chOff x="2457720" y="2078640"/>
            <a:chExt cx="303120" cy="253440"/>
          </a:xfrm>
        </p:grpSpPr>
        <p:sp>
          <p:nvSpPr>
            <p:cNvPr id="1517" name="Freeform 91"/>
            <p:cNvSpPr/>
            <p:nvPr/>
          </p:nvSpPr>
          <p:spPr>
            <a:xfrm>
              <a:off x="2457720" y="2078640"/>
              <a:ext cx="303120" cy="2534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53440"/>
                <a:gd name="textAreaBottom" fmla="*/ 253800 h 253440"/>
                <a:gd name="GluePoint1X" fmla="*/ 111 w 134"/>
                <a:gd name="GluePoint1Y" fmla="*/ 0 h 112"/>
                <a:gd name="GluePoint2X" fmla="*/ 94 w 134"/>
                <a:gd name="GluePoint2Y" fmla="*/ 0 h 112"/>
                <a:gd name="GluePoint3X" fmla="*/ 94 w 134"/>
                <a:gd name="GluePoint3Y" fmla="*/ 8 h 112"/>
                <a:gd name="GluePoint4X" fmla="*/ 40 w 134"/>
                <a:gd name="GluePoint4Y" fmla="*/ 8 h 112"/>
                <a:gd name="GluePoint5X" fmla="*/ 40 w 134"/>
                <a:gd name="GluePoint5Y" fmla="*/ 0 h 112"/>
                <a:gd name="GluePoint6X" fmla="*/ 23 w 134"/>
                <a:gd name="GluePoint6Y" fmla="*/ 0 h 112"/>
                <a:gd name="GluePoint7X" fmla="*/ 23 w 134"/>
                <a:gd name="GluePoint7Y" fmla="*/ 8 h 112"/>
                <a:gd name="GluePoint8X" fmla="*/ 0 w 134"/>
                <a:gd name="GluePoint8Y" fmla="*/ 8 h 112"/>
                <a:gd name="GluePoint9X" fmla="*/ 0 w 134"/>
                <a:gd name="GluePoint9Y" fmla="*/ 112 h 112"/>
                <a:gd name="GluePoint10X" fmla="*/ 134 w 134"/>
                <a:gd name="GluePoint10Y" fmla="*/ 112 h 112"/>
                <a:gd name="GluePoint11X" fmla="*/ 134 w 134"/>
                <a:gd name="GluePoint11Y" fmla="*/ 8 h 112"/>
                <a:gd name="GluePoint12X" fmla="*/ 111 w 134"/>
                <a:gd name="GluePoint12Y" fmla="*/ 8 h 112"/>
                <a:gd name="GluePoint13X" fmla="*/ 111 w 134"/>
                <a:gd name="GluePoint13Y" fmla="*/ 0 h 112"/>
                <a:gd name="GluePoint14X" fmla="*/ 98 w 134"/>
                <a:gd name="GluePoint14Y" fmla="*/ 4 h 112"/>
                <a:gd name="GluePoint15X" fmla="*/ 107 w 134"/>
                <a:gd name="GluePoint15Y" fmla="*/ 4 h 112"/>
                <a:gd name="GluePoint16X" fmla="*/ 107 w 134"/>
                <a:gd name="GluePoint16Y" fmla="*/ 16 h 112"/>
                <a:gd name="GluePoint17X" fmla="*/ 98 w 134"/>
                <a:gd name="GluePoint17Y" fmla="*/ 16 h 112"/>
                <a:gd name="GluePoint18X" fmla="*/ 98 w 134"/>
                <a:gd name="GluePoint18Y" fmla="*/ 4 h 112"/>
                <a:gd name="GluePoint19X" fmla="*/ 27 w 134"/>
                <a:gd name="GluePoint19Y" fmla="*/ 4 h 112"/>
                <a:gd name="GluePoint20X" fmla="*/ 36 w 134"/>
                <a:gd name="GluePoint20Y" fmla="*/ 4 h 112"/>
                <a:gd name="GluePoint21X" fmla="*/ 36 w 134"/>
                <a:gd name="GluePoint21Y" fmla="*/ 16 h 112"/>
                <a:gd name="GluePoint22X" fmla="*/ 27 w 134"/>
                <a:gd name="GluePoint22Y" fmla="*/ 16 h 112"/>
                <a:gd name="GluePoint23X" fmla="*/ 27 w 134"/>
                <a:gd name="GluePoint23Y" fmla="*/ 4 h 112"/>
                <a:gd name="GluePoint24X" fmla="*/ 4 w 134"/>
                <a:gd name="GluePoint24Y" fmla="*/ 108 h 112"/>
                <a:gd name="GluePoint25X" fmla="*/ 4 w 134"/>
                <a:gd name="GluePoint25Y" fmla="*/ 29 h 112"/>
                <a:gd name="GluePoint26X" fmla="*/ 129 w 134"/>
                <a:gd name="GluePoint26Y" fmla="*/ 29 h 112"/>
                <a:gd name="GluePoint27X" fmla="*/ 129 w 134"/>
                <a:gd name="GluePoint27Y" fmla="*/ 108 h 112"/>
                <a:gd name="GluePoint28X" fmla="*/ 4 w 134"/>
                <a:gd name="GluePoint28Y" fmla="*/ 108 h 112"/>
                <a:gd name="GluePoint29X" fmla="*/ 129 w 134"/>
                <a:gd name="GluePoint29Y" fmla="*/ 12 h 112"/>
                <a:gd name="GluePoint30X" fmla="*/ 129 w 134"/>
                <a:gd name="GluePoint30Y" fmla="*/ 25 h 112"/>
                <a:gd name="GluePoint31X" fmla="*/ 4 w 134"/>
                <a:gd name="GluePoint31Y" fmla="*/ 25 h 112"/>
                <a:gd name="GluePoint32X" fmla="*/ 4 w 134"/>
                <a:gd name="GluePoint32Y" fmla="*/ 12 h 112"/>
                <a:gd name="GluePoint33X" fmla="*/ 23 w 134"/>
                <a:gd name="GluePoint33Y" fmla="*/ 12 h 112"/>
                <a:gd name="GluePoint34X" fmla="*/ 23 w 134"/>
                <a:gd name="GluePoint34Y" fmla="*/ 20 h 112"/>
                <a:gd name="GluePoint35X" fmla="*/ 40 w 134"/>
                <a:gd name="GluePoint35Y" fmla="*/ 20 h 112"/>
                <a:gd name="GluePoint36X" fmla="*/ 40 w 134"/>
                <a:gd name="GluePoint36Y" fmla="*/ 12 h 112"/>
                <a:gd name="GluePoint37X" fmla="*/ 94 w 134"/>
                <a:gd name="GluePoint37Y" fmla="*/ 12 h 112"/>
                <a:gd name="GluePoint38X" fmla="*/ 94 w 134"/>
                <a:gd name="GluePoint38Y" fmla="*/ 20 h 112"/>
                <a:gd name="GluePoint39X" fmla="*/ 111 w 134"/>
                <a:gd name="GluePoint39Y" fmla="*/ 20 h 112"/>
                <a:gd name="GluePoint40X" fmla="*/ 111 w 134"/>
                <a:gd name="GluePoint40Y" fmla="*/ 12 h 112"/>
                <a:gd name="GluePoint41X" fmla="*/ 129 w 134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18" name="Freeform 92"/>
            <p:cNvSpPr/>
            <p:nvPr/>
          </p:nvSpPr>
          <p:spPr>
            <a:xfrm>
              <a:off x="2580120" y="2180520"/>
              <a:ext cx="85680" cy="10836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08360"/>
                <a:gd name="textAreaBottom" fmla="*/ 108720 h 108360"/>
                <a:gd name="GluePoint1X" fmla="*/ 5 w 38"/>
                <a:gd name="GluePoint1Y" fmla="*/ 5 h 48"/>
                <a:gd name="GluePoint2X" fmla="*/ 5 w 38"/>
                <a:gd name="GluePoint2Y" fmla="*/ 0 h 48"/>
                <a:gd name="GluePoint3X" fmla="*/ 0 w 38"/>
                <a:gd name="GluePoint3Y" fmla="*/ 0 h 48"/>
                <a:gd name="GluePoint4X" fmla="*/ 0 w 38"/>
                <a:gd name="GluePoint4Y" fmla="*/ 48 h 48"/>
                <a:gd name="GluePoint5X" fmla="*/ 5 w 38"/>
                <a:gd name="GluePoint5Y" fmla="*/ 48 h 48"/>
                <a:gd name="GluePoint6X" fmla="*/ 5 w 38"/>
                <a:gd name="GluePoint6Y" fmla="*/ 25 h 48"/>
                <a:gd name="GluePoint7X" fmla="*/ 38 w 38"/>
                <a:gd name="GluePoint7Y" fmla="*/ 25 h 48"/>
                <a:gd name="GluePoint8X" fmla="*/ 31 w 38"/>
                <a:gd name="GluePoint8Y" fmla="*/ 15 h 48"/>
                <a:gd name="GluePoint9X" fmla="*/ 38 w 38"/>
                <a:gd name="GluePoint9Y" fmla="*/ 5 h 48"/>
                <a:gd name="GluePoint10X" fmla="*/ 5 w 38"/>
                <a:gd name="GluePoint10Y" fmla="*/ 5 h 48"/>
                <a:gd name="GluePoint11X" fmla="*/ 30 w 38"/>
                <a:gd name="GluePoint11Y" fmla="*/ 21 h 48"/>
                <a:gd name="GluePoint12X" fmla="*/ 5 w 38"/>
                <a:gd name="GluePoint12Y" fmla="*/ 21 h 48"/>
                <a:gd name="GluePoint13X" fmla="*/ 5 w 38"/>
                <a:gd name="GluePoint13Y" fmla="*/ 9 h 48"/>
                <a:gd name="GluePoint14X" fmla="*/ 30 w 38"/>
                <a:gd name="GluePoint14Y" fmla="*/ 9 h 48"/>
                <a:gd name="GluePoint15X" fmla="*/ 26 w 38"/>
                <a:gd name="GluePoint15Y" fmla="*/ 15 h 48"/>
                <a:gd name="GluePoint16X" fmla="*/ 30 w 38"/>
                <a:gd name="GluePoint16Y" fmla="*/ 21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38" h="48">
                  <a:moveTo>
                    <a:pt x="5" y="5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5" y="48"/>
                  </a:lnTo>
                  <a:lnTo>
                    <a:pt x="5" y="25"/>
                  </a:lnTo>
                  <a:lnTo>
                    <a:pt x="38" y="25"/>
                  </a:lnTo>
                  <a:lnTo>
                    <a:pt x="31" y="15"/>
                  </a:lnTo>
                  <a:lnTo>
                    <a:pt x="38" y="5"/>
                  </a:lnTo>
                  <a:lnTo>
                    <a:pt x="5" y="5"/>
                  </a:lnTo>
                  <a:close/>
                  <a:moveTo>
                    <a:pt x="30" y="21"/>
                  </a:moveTo>
                  <a:lnTo>
                    <a:pt x="5" y="21"/>
                  </a:lnTo>
                  <a:lnTo>
                    <a:pt x="5" y="9"/>
                  </a:lnTo>
                  <a:lnTo>
                    <a:pt x="30" y="9"/>
                  </a:lnTo>
                  <a:lnTo>
                    <a:pt x="26" y="15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19" name="Group 638"/>
          <p:cNvGrpSpPr/>
          <p:nvPr/>
        </p:nvGrpSpPr>
        <p:grpSpPr>
          <a:xfrm>
            <a:off x="2849400" y="2078640"/>
            <a:ext cx="300960" cy="253440"/>
            <a:chOff x="2849400" y="2078640"/>
            <a:chExt cx="300960" cy="253440"/>
          </a:xfrm>
        </p:grpSpPr>
        <p:sp>
          <p:nvSpPr>
            <p:cNvPr id="1520" name="Freeform 93"/>
            <p:cNvSpPr/>
            <p:nvPr/>
          </p:nvSpPr>
          <p:spPr>
            <a:xfrm>
              <a:off x="2849400" y="2078640"/>
              <a:ext cx="300960" cy="25344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53440"/>
                <a:gd name="textAreaBottom" fmla="*/ 253800 h 253440"/>
                <a:gd name="GluePoint1X" fmla="*/ 110 w 133"/>
                <a:gd name="GluePoint1Y" fmla="*/ 0 h 112"/>
                <a:gd name="GluePoint2X" fmla="*/ 94 w 133"/>
                <a:gd name="GluePoint2Y" fmla="*/ 0 h 112"/>
                <a:gd name="GluePoint3X" fmla="*/ 94 w 133"/>
                <a:gd name="GluePoint3Y" fmla="*/ 8 h 112"/>
                <a:gd name="GluePoint4X" fmla="*/ 40 w 133"/>
                <a:gd name="GluePoint4Y" fmla="*/ 8 h 112"/>
                <a:gd name="GluePoint5X" fmla="*/ 40 w 133"/>
                <a:gd name="GluePoint5Y" fmla="*/ 0 h 112"/>
                <a:gd name="GluePoint6X" fmla="*/ 23 w 133"/>
                <a:gd name="GluePoint6Y" fmla="*/ 0 h 112"/>
                <a:gd name="GluePoint7X" fmla="*/ 23 w 133"/>
                <a:gd name="GluePoint7Y" fmla="*/ 8 h 112"/>
                <a:gd name="GluePoint8X" fmla="*/ 0 w 133"/>
                <a:gd name="GluePoint8Y" fmla="*/ 8 h 112"/>
                <a:gd name="GluePoint9X" fmla="*/ 0 w 133"/>
                <a:gd name="GluePoint9Y" fmla="*/ 112 h 112"/>
                <a:gd name="GluePoint10X" fmla="*/ 133 w 133"/>
                <a:gd name="GluePoint10Y" fmla="*/ 112 h 112"/>
                <a:gd name="GluePoint11X" fmla="*/ 133 w 133"/>
                <a:gd name="GluePoint11Y" fmla="*/ 8 h 112"/>
                <a:gd name="GluePoint12X" fmla="*/ 110 w 133"/>
                <a:gd name="GluePoint12Y" fmla="*/ 8 h 112"/>
                <a:gd name="GluePoint13X" fmla="*/ 110 w 133"/>
                <a:gd name="GluePoint13Y" fmla="*/ 0 h 112"/>
                <a:gd name="GluePoint14X" fmla="*/ 98 w 133"/>
                <a:gd name="GluePoint14Y" fmla="*/ 4 h 112"/>
                <a:gd name="GluePoint15X" fmla="*/ 106 w 133"/>
                <a:gd name="GluePoint15Y" fmla="*/ 4 h 112"/>
                <a:gd name="GluePoint16X" fmla="*/ 106 w 133"/>
                <a:gd name="GluePoint16Y" fmla="*/ 16 h 112"/>
                <a:gd name="GluePoint17X" fmla="*/ 98 w 133"/>
                <a:gd name="GluePoint17Y" fmla="*/ 16 h 112"/>
                <a:gd name="GluePoint18X" fmla="*/ 98 w 133"/>
                <a:gd name="GluePoint18Y" fmla="*/ 4 h 112"/>
                <a:gd name="GluePoint19X" fmla="*/ 27 w 133"/>
                <a:gd name="GluePoint19Y" fmla="*/ 4 h 112"/>
                <a:gd name="GluePoint20X" fmla="*/ 36 w 133"/>
                <a:gd name="GluePoint20Y" fmla="*/ 4 h 112"/>
                <a:gd name="GluePoint21X" fmla="*/ 36 w 133"/>
                <a:gd name="GluePoint21Y" fmla="*/ 16 h 112"/>
                <a:gd name="GluePoint22X" fmla="*/ 27 w 133"/>
                <a:gd name="GluePoint22Y" fmla="*/ 16 h 112"/>
                <a:gd name="GluePoint23X" fmla="*/ 27 w 133"/>
                <a:gd name="GluePoint23Y" fmla="*/ 4 h 112"/>
                <a:gd name="GluePoint24X" fmla="*/ 4 w 133"/>
                <a:gd name="GluePoint24Y" fmla="*/ 108 h 112"/>
                <a:gd name="GluePoint25X" fmla="*/ 4 w 133"/>
                <a:gd name="GluePoint25Y" fmla="*/ 29 h 112"/>
                <a:gd name="GluePoint26X" fmla="*/ 129 w 133"/>
                <a:gd name="GluePoint26Y" fmla="*/ 29 h 112"/>
                <a:gd name="GluePoint27X" fmla="*/ 129 w 133"/>
                <a:gd name="GluePoint27Y" fmla="*/ 108 h 112"/>
                <a:gd name="GluePoint28X" fmla="*/ 4 w 133"/>
                <a:gd name="GluePoint28Y" fmla="*/ 108 h 112"/>
                <a:gd name="GluePoint29X" fmla="*/ 129 w 133"/>
                <a:gd name="GluePoint29Y" fmla="*/ 12 h 112"/>
                <a:gd name="GluePoint30X" fmla="*/ 129 w 133"/>
                <a:gd name="GluePoint30Y" fmla="*/ 25 h 112"/>
                <a:gd name="GluePoint31X" fmla="*/ 4 w 133"/>
                <a:gd name="GluePoint31Y" fmla="*/ 25 h 112"/>
                <a:gd name="GluePoint32X" fmla="*/ 4 w 133"/>
                <a:gd name="GluePoint32Y" fmla="*/ 12 h 112"/>
                <a:gd name="GluePoint33X" fmla="*/ 23 w 133"/>
                <a:gd name="GluePoint33Y" fmla="*/ 12 h 112"/>
                <a:gd name="GluePoint34X" fmla="*/ 23 w 133"/>
                <a:gd name="GluePoint34Y" fmla="*/ 20 h 112"/>
                <a:gd name="GluePoint35X" fmla="*/ 40 w 133"/>
                <a:gd name="GluePoint35Y" fmla="*/ 20 h 112"/>
                <a:gd name="GluePoint36X" fmla="*/ 40 w 133"/>
                <a:gd name="GluePoint36Y" fmla="*/ 12 h 112"/>
                <a:gd name="GluePoint37X" fmla="*/ 94 w 133"/>
                <a:gd name="GluePoint37Y" fmla="*/ 12 h 112"/>
                <a:gd name="GluePoint38X" fmla="*/ 94 w 133"/>
                <a:gd name="GluePoint38Y" fmla="*/ 20 h 112"/>
                <a:gd name="GluePoint39X" fmla="*/ 110 w 133"/>
                <a:gd name="GluePoint39Y" fmla="*/ 20 h 112"/>
                <a:gd name="GluePoint40X" fmla="*/ 110 w 133"/>
                <a:gd name="GluePoint40Y" fmla="*/ 12 h 112"/>
                <a:gd name="GluePoint41X" fmla="*/ 129 w 133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21" name="Freeform 94"/>
            <p:cNvSpPr/>
            <p:nvPr/>
          </p:nvSpPr>
          <p:spPr>
            <a:xfrm>
              <a:off x="2949120" y="2192040"/>
              <a:ext cx="103680" cy="8784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87840"/>
                <a:gd name="textAreaBottom" fmla="*/ 88200 h 87840"/>
                <a:gd name="GluePoint1X" fmla="*/ 64 w 88"/>
                <a:gd name="GluePoint1Y" fmla="*/ 0 h 76"/>
                <a:gd name="GluePoint2X" fmla="*/ 44 w 88"/>
                <a:gd name="GluePoint2Y" fmla="*/ 11 h 76"/>
                <a:gd name="GluePoint3X" fmla="*/ 24 w 88"/>
                <a:gd name="GluePoint3Y" fmla="*/ 0 h 76"/>
                <a:gd name="GluePoint4X" fmla="*/ 0 w 88"/>
                <a:gd name="GluePoint4Y" fmla="*/ 24 h 76"/>
                <a:gd name="GluePoint5X" fmla="*/ 43 w 88"/>
                <a:gd name="GluePoint5Y" fmla="*/ 75 h 76"/>
                <a:gd name="GluePoint6X" fmla="*/ 44 w 88"/>
                <a:gd name="GluePoint6Y" fmla="*/ 76 h 76"/>
                <a:gd name="GluePoint7X" fmla="*/ 46 w 88"/>
                <a:gd name="GluePoint7Y" fmla="*/ 75 h 76"/>
                <a:gd name="GluePoint8X" fmla="*/ 88 w 88"/>
                <a:gd name="GluePoint8Y" fmla="*/ 24 h 76"/>
                <a:gd name="GluePoint9X" fmla="*/ 64 w 88"/>
                <a:gd name="GluePoint9Y" fmla="*/ 0 h 76"/>
                <a:gd name="GluePoint10X" fmla="*/ 44 w 88"/>
                <a:gd name="GluePoint10Y" fmla="*/ 67 h 76"/>
                <a:gd name="GluePoint11X" fmla="*/ 8 w 88"/>
                <a:gd name="GluePoint11Y" fmla="*/ 24 h 76"/>
                <a:gd name="GluePoint12X" fmla="*/ 24 w 88"/>
                <a:gd name="GluePoint12Y" fmla="*/ 8 h 76"/>
                <a:gd name="GluePoint13X" fmla="*/ 40 w 88"/>
                <a:gd name="GluePoint13Y" fmla="*/ 24 h 76"/>
                <a:gd name="GluePoint14X" fmla="*/ 48 w 88"/>
                <a:gd name="GluePoint14Y" fmla="*/ 24 h 76"/>
                <a:gd name="GluePoint15X" fmla="*/ 64 w 88"/>
                <a:gd name="GluePoint15Y" fmla="*/ 8 h 76"/>
                <a:gd name="GluePoint16X" fmla="*/ 80 w 88"/>
                <a:gd name="GluePoint16Y" fmla="*/ 24 h 76"/>
                <a:gd name="GluePoint17X" fmla="*/ 44 w 88"/>
                <a:gd name="GluePoint17Y" fmla="*/ 67 h 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88" h="76">
                  <a:moveTo>
                    <a:pt x="64" y="0"/>
                  </a:moveTo>
                  <a:cubicBezTo>
                    <a:pt x="56" y="0"/>
                    <a:pt x="49" y="4"/>
                    <a:pt x="44" y="11"/>
                  </a:cubicBezTo>
                  <a:cubicBezTo>
                    <a:pt x="40" y="4"/>
                    <a:pt x="33" y="0"/>
                    <a:pt x="24" y="0"/>
                  </a:cubicBezTo>
                  <a:cubicBezTo>
                    <a:pt x="11" y="0"/>
                    <a:pt x="0" y="10"/>
                    <a:pt x="0" y="24"/>
                  </a:cubicBezTo>
                  <a:cubicBezTo>
                    <a:pt x="0" y="53"/>
                    <a:pt x="41" y="74"/>
                    <a:pt x="43" y="75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8" y="74"/>
                    <a:pt x="88" y="53"/>
                    <a:pt x="88" y="24"/>
                  </a:cubicBezTo>
                  <a:cubicBezTo>
                    <a:pt x="88" y="10"/>
                    <a:pt x="78" y="0"/>
                    <a:pt x="64" y="0"/>
                  </a:cubicBezTo>
                  <a:close/>
                  <a:moveTo>
                    <a:pt x="44" y="67"/>
                  </a:moveTo>
                  <a:cubicBezTo>
                    <a:pt x="37" y="63"/>
                    <a:pt x="8" y="45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6" y="8"/>
                    <a:pt x="64" y="8"/>
                  </a:cubicBezTo>
                  <a:cubicBezTo>
                    <a:pt x="74" y="8"/>
                    <a:pt x="80" y="15"/>
                    <a:pt x="80" y="24"/>
                  </a:cubicBezTo>
                  <a:cubicBezTo>
                    <a:pt x="80" y="45"/>
                    <a:pt x="52" y="63"/>
                    <a:pt x="44" y="6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920" bIns="43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22" name="Group 212"/>
          <p:cNvGrpSpPr/>
          <p:nvPr/>
        </p:nvGrpSpPr>
        <p:grpSpPr>
          <a:xfrm>
            <a:off x="3241440" y="2078640"/>
            <a:ext cx="303120" cy="253440"/>
            <a:chOff x="3241440" y="2078640"/>
            <a:chExt cx="303120" cy="253440"/>
          </a:xfrm>
        </p:grpSpPr>
        <p:sp>
          <p:nvSpPr>
            <p:cNvPr id="1523" name="Rectangle 95"/>
            <p:cNvSpPr/>
            <p:nvPr/>
          </p:nvSpPr>
          <p:spPr>
            <a:xfrm>
              <a:off x="3350160" y="2228400"/>
              <a:ext cx="8568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24" name="Freeform 96"/>
            <p:cNvSpPr/>
            <p:nvPr/>
          </p:nvSpPr>
          <p:spPr>
            <a:xfrm>
              <a:off x="3241440" y="2078640"/>
              <a:ext cx="303120" cy="2534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53440"/>
                <a:gd name="textAreaBottom" fmla="*/ 253800 h 253440"/>
                <a:gd name="GluePoint1X" fmla="*/ 111 w 134"/>
                <a:gd name="GluePoint1Y" fmla="*/ 0 h 112"/>
                <a:gd name="GluePoint2X" fmla="*/ 94 w 134"/>
                <a:gd name="GluePoint2Y" fmla="*/ 0 h 112"/>
                <a:gd name="GluePoint3X" fmla="*/ 94 w 134"/>
                <a:gd name="GluePoint3Y" fmla="*/ 8 h 112"/>
                <a:gd name="GluePoint4X" fmla="*/ 40 w 134"/>
                <a:gd name="GluePoint4Y" fmla="*/ 8 h 112"/>
                <a:gd name="GluePoint5X" fmla="*/ 40 w 134"/>
                <a:gd name="GluePoint5Y" fmla="*/ 0 h 112"/>
                <a:gd name="GluePoint6X" fmla="*/ 23 w 134"/>
                <a:gd name="GluePoint6Y" fmla="*/ 0 h 112"/>
                <a:gd name="GluePoint7X" fmla="*/ 23 w 134"/>
                <a:gd name="GluePoint7Y" fmla="*/ 8 h 112"/>
                <a:gd name="GluePoint8X" fmla="*/ 0 w 134"/>
                <a:gd name="GluePoint8Y" fmla="*/ 8 h 112"/>
                <a:gd name="GluePoint9X" fmla="*/ 0 w 134"/>
                <a:gd name="GluePoint9Y" fmla="*/ 112 h 112"/>
                <a:gd name="GluePoint10X" fmla="*/ 134 w 134"/>
                <a:gd name="GluePoint10Y" fmla="*/ 112 h 112"/>
                <a:gd name="GluePoint11X" fmla="*/ 134 w 134"/>
                <a:gd name="GluePoint11Y" fmla="*/ 8 h 112"/>
                <a:gd name="GluePoint12X" fmla="*/ 111 w 134"/>
                <a:gd name="GluePoint12Y" fmla="*/ 8 h 112"/>
                <a:gd name="GluePoint13X" fmla="*/ 111 w 134"/>
                <a:gd name="GluePoint13Y" fmla="*/ 0 h 112"/>
                <a:gd name="GluePoint14X" fmla="*/ 98 w 134"/>
                <a:gd name="GluePoint14Y" fmla="*/ 4 h 112"/>
                <a:gd name="GluePoint15X" fmla="*/ 107 w 134"/>
                <a:gd name="GluePoint15Y" fmla="*/ 4 h 112"/>
                <a:gd name="GluePoint16X" fmla="*/ 107 w 134"/>
                <a:gd name="GluePoint16Y" fmla="*/ 16 h 112"/>
                <a:gd name="GluePoint17X" fmla="*/ 98 w 134"/>
                <a:gd name="GluePoint17Y" fmla="*/ 16 h 112"/>
                <a:gd name="GluePoint18X" fmla="*/ 98 w 134"/>
                <a:gd name="GluePoint18Y" fmla="*/ 4 h 112"/>
                <a:gd name="GluePoint19X" fmla="*/ 28 w 134"/>
                <a:gd name="GluePoint19Y" fmla="*/ 4 h 112"/>
                <a:gd name="GluePoint20X" fmla="*/ 36 w 134"/>
                <a:gd name="GluePoint20Y" fmla="*/ 4 h 112"/>
                <a:gd name="GluePoint21X" fmla="*/ 36 w 134"/>
                <a:gd name="GluePoint21Y" fmla="*/ 16 h 112"/>
                <a:gd name="GluePoint22X" fmla="*/ 28 w 134"/>
                <a:gd name="GluePoint22Y" fmla="*/ 16 h 112"/>
                <a:gd name="GluePoint23X" fmla="*/ 28 w 134"/>
                <a:gd name="GluePoint23Y" fmla="*/ 4 h 112"/>
                <a:gd name="GluePoint24X" fmla="*/ 5 w 134"/>
                <a:gd name="GluePoint24Y" fmla="*/ 108 h 112"/>
                <a:gd name="GluePoint25X" fmla="*/ 5 w 134"/>
                <a:gd name="GluePoint25Y" fmla="*/ 29 h 112"/>
                <a:gd name="GluePoint26X" fmla="*/ 130 w 134"/>
                <a:gd name="GluePoint26Y" fmla="*/ 29 h 112"/>
                <a:gd name="GluePoint27X" fmla="*/ 130 w 134"/>
                <a:gd name="GluePoint27Y" fmla="*/ 108 h 112"/>
                <a:gd name="GluePoint28X" fmla="*/ 5 w 134"/>
                <a:gd name="GluePoint28Y" fmla="*/ 108 h 112"/>
                <a:gd name="GluePoint29X" fmla="*/ 130 w 134"/>
                <a:gd name="GluePoint29Y" fmla="*/ 12 h 112"/>
                <a:gd name="GluePoint30X" fmla="*/ 130 w 134"/>
                <a:gd name="GluePoint30Y" fmla="*/ 25 h 112"/>
                <a:gd name="GluePoint31X" fmla="*/ 5 w 134"/>
                <a:gd name="GluePoint31Y" fmla="*/ 25 h 112"/>
                <a:gd name="GluePoint32X" fmla="*/ 5 w 134"/>
                <a:gd name="GluePoint32Y" fmla="*/ 12 h 112"/>
                <a:gd name="GluePoint33X" fmla="*/ 23 w 134"/>
                <a:gd name="GluePoint33Y" fmla="*/ 12 h 112"/>
                <a:gd name="GluePoint34X" fmla="*/ 23 w 134"/>
                <a:gd name="GluePoint34Y" fmla="*/ 20 h 112"/>
                <a:gd name="GluePoint35X" fmla="*/ 40 w 134"/>
                <a:gd name="GluePoint35Y" fmla="*/ 20 h 112"/>
                <a:gd name="GluePoint36X" fmla="*/ 40 w 134"/>
                <a:gd name="GluePoint36Y" fmla="*/ 12 h 112"/>
                <a:gd name="GluePoint37X" fmla="*/ 94 w 134"/>
                <a:gd name="GluePoint37Y" fmla="*/ 12 h 112"/>
                <a:gd name="GluePoint38X" fmla="*/ 94 w 134"/>
                <a:gd name="GluePoint38Y" fmla="*/ 20 h 112"/>
                <a:gd name="GluePoint39X" fmla="*/ 111 w 134"/>
                <a:gd name="GluePoint39Y" fmla="*/ 20 h 112"/>
                <a:gd name="GluePoint40X" fmla="*/ 111 w 134"/>
                <a:gd name="GluePoint40Y" fmla="*/ 12 h 112"/>
                <a:gd name="GluePoint41X" fmla="*/ 130 w 134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8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8" y="16"/>
                  </a:lnTo>
                  <a:lnTo>
                    <a:pt x="28" y="4"/>
                  </a:lnTo>
                  <a:close/>
                  <a:moveTo>
                    <a:pt x="5" y="108"/>
                  </a:moveTo>
                  <a:lnTo>
                    <a:pt x="5" y="29"/>
                  </a:lnTo>
                  <a:lnTo>
                    <a:pt x="130" y="29"/>
                  </a:lnTo>
                  <a:lnTo>
                    <a:pt x="130" y="108"/>
                  </a:lnTo>
                  <a:lnTo>
                    <a:pt x="5" y="108"/>
                  </a:lnTo>
                  <a:close/>
                  <a:moveTo>
                    <a:pt x="130" y="12"/>
                  </a:moveTo>
                  <a:lnTo>
                    <a:pt x="130" y="25"/>
                  </a:lnTo>
                  <a:lnTo>
                    <a:pt x="5" y="25"/>
                  </a:lnTo>
                  <a:lnTo>
                    <a:pt x="5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30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25" name="Group 639"/>
          <p:cNvGrpSpPr/>
          <p:nvPr/>
        </p:nvGrpSpPr>
        <p:grpSpPr>
          <a:xfrm>
            <a:off x="3633120" y="2078640"/>
            <a:ext cx="303120" cy="253440"/>
            <a:chOff x="3633120" y="2078640"/>
            <a:chExt cx="303120" cy="253440"/>
          </a:xfrm>
        </p:grpSpPr>
        <p:sp>
          <p:nvSpPr>
            <p:cNvPr id="1526" name="Freeform 97"/>
            <p:cNvSpPr/>
            <p:nvPr/>
          </p:nvSpPr>
          <p:spPr>
            <a:xfrm>
              <a:off x="3633120" y="2078640"/>
              <a:ext cx="303120" cy="2534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53440"/>
                <a:gd name="textAreaBottom" fmla="*/ 253800 h 253440"/>
                <a:gd name="GluePoint1X" fmla="*/ 111 w 134"/>
                <a:gd name="GluePoint1Y" fmla="*/ 0 h 112"/>
                <a:gd name="GluePoint2X" fmla="*/ 94 w 134"/>
                <a:gd name="GluePoint2Y" fmla="*/ 0 h 112"/>
                <a:gd name="GluePoint3X" fmla="*/ 94 w 134"/>
                <a:gd name="GluePoint3Y" fmla="*/ 8 h 112"/>
                <a:gd name="GluePoint4X" fmla="*/ 40 w 134"/>
                <a:gd name="GluePoint4Y" fmla="*/ 8 h 112"/>
                <a:gd name="GluePoint5X" fmla="*/ 40 w 134"/>
                <a:gd name="GluePoint5Y" fmla="*/ 0 h 112"/>
                <a:gd name="GluePoint6X" fmla="*/ 23 w 134"/>
                <a:gd name="GluePoint6Y" fmla="*/ 0 h 112"/>
                <a:gd name="GluePoint7X" fmla="*/ 23 w 134"/>
                <a:gd name="GluePoint7Y" fmla="*/ 8 h 112"/>
                <a:gd name="GluePoint8X" fmla="*/ 0 w 134"/>
                <a:gd name="GluePoint8Y" fmla="*/ 8 h 112"/>
                <a:gd name="GluePoint9X" fmla="*/ 0 w 134"/>
                <a:gd name="GluePoint9Y" fmla="*/ 112 h 112"/>
                <a:gd name="GluePoint10X" fmla="*/ 134 w 134"/>
                <a:gd name="GluePoint10Y" fmla="*/ 112 h 112"/>
                <a:gd name="GluePoint11X" fmla="*/ 134 w 134"/>
                <a:gd name="GluePoint11Y" fmla="*/ 8 h 112"/>
                <a:gd name="GluePoint12X" fmla="*/ 111 w 134"/>
                <a:gd name="GluePoint12Y" fmla="*/ 8 h 112"/>
                <a:gd name="GluePoint13X" fmla="*/ 111 w 134"/>
                <a:gd name="GluePoint13Y" fmla="*/ 0 h 112"/>
                <a:gd name="GluePoint14X" fmla="*/ 98 w 134"/>
                <a:gd name="GluePoint14Y" fmla="*/ 4 h 112"/>
                <a:gd name="GluePoint15X" fmla="*/ 106 w 134"/>
                <a:gd name="GluePoint15Y" fmla="*/ 4 h 112"/>
                <a:gd name="GluePoint16X" fmla="*/ 106 w 134"/>
                <a:gd name="GluePoint16Y" fmla="*/ 16 h 112"/>
                <a:gd name="GluePoint17X" fmla="*/ 98 w 134"/>
                <a:gd name="GluePoint17Y" fmla="*/ 16 h 112"/>
                <a:gd name="GluePoint18X" fmla="*/ 98 w 134"/>
                <a:gd name="GluePoint18Y" fmla="*/ 4 h 112"/>
                <a:gd name="GluePoint19X" fmla="*/ 27 w 134"/>
                <a:gd name="GluePoint19Y" fmla="*/ 4 h 112"/>
                <a:gd name="GluePoint20X" fmla="*/ 36 w 134"/>
                <a:gd name="GluePoint20Y" fmla="*/ 4 h 112"/>
                <a:gd name="GluePoint21X" fmla="*/ 36 w 134"/>
                <a:gd name="GluePoint21Y" fmla="*/ 16 h 112"/>
                <a:gd name="GluePoint22X" fmla="*/ 27 w 134"/>
                <a:gd name="GluePoint22Y" fmla="*/ 16 h 112"/>
                <a:gd name="GluePoint23X" fmla="*/ 27 w 134"/>
                <a:gd name="GluePoint23Y" fmla="*/ 4 h 112"/>
                <a:gd name="GluePoint24X" fmla="*/ 4 w 134"/>
                <a:gd name="GluePoint24Y" fmla="*/ 108 h 112"/>
                <a:gd name="GluePoint25X" fmla="*/ 4 w 134"/>
                <a:gd name="GluePoint25Y" fmla="*/ 29 h 112"/>
                <a:gd name="GluePoint26X" fmla="*/ 129 w 134"/>
                <a:gd name="GluePoint26Y" fmla="*/ 29 h 112"/>
                <a:gd name="GluePoint27X" fmla="*/ 129 w 134"/>
                <a:gd name="GluePoint27Y" fmla="*/ 108 h 112"/>
                <a:gd name="GluePoint28X" fmla="*/ 4 w 134"/>
                <a:gd name="GluePoint28Y" fmla="*/ 108 h 112"/>
                <a:gd name="GluePoint29X" fmla="*/ 129 w 134"/>
                <a:gd name="GluePoint29Y" fmla="*/ 12 h 112"/>
                <a:gd name="GluePoint30X" fmla="*/ 129 w 134"/>
                <a:gd name="GluePoint30Y" fmla="*/ 25 h 112"/>
                <a:gd name="GluePoint31X" fmla="*/ 4 w 134"/>
                <a:gd name="GluePoint31Y" fmla="*/ 25 h 112"/>
                <a:gd name="GluePoint32X" fmla="*/ 4 w 134"/>
                <a:gd name="GluePoint32Y" fmla="*/ 12 h 112"/>
                <a:gd name="GluePoint33X" fmla="*/ 23 w 134"/>
                <a:gd name="GluePoint33Y" fmla="*/ 12 h 112"/>
                <a:gd name="GluePoint34X" fmla="*/ 23 w 134"/>
                <a:gd name="GluePoint34Y" fmla="*/ 20 h 112"/>
                <a:gd name="GluePoint35X" fmla="*/ 40 w 134"/>
                <a:gd name="GluePoint35Y" fmla="*/ 20 h 112"/>
                <a:gd name="GluePoint36X" fmla="*/ 40 w 134"/>
                <a:gd name="GluePoint36Y" fmla="*/ 12 h 112"/>
                <a:gd name="GluePoint37X" fmla="*/ 94 w 134"/>
                <a:gd name="GluePoint37Y" fmla="*/ 12 h 112"/>
                <a:gd name="GluePoint38X" fmla="*/ 94 w 134"/>
                <a:gd name="GluePoint38Y" fmla="*/ 20 h 112"/>
                <a:gd name="GluePoint39X" fmla="*/ 111 w 134"/>
                <a:gd name="GluePoint39Y" fmla="*/ 20 h 112"/>
                <a:gd name="GluePoint40X" fmla="*/ 111 w 134"/>
                <a:gd name="GluePoint40Y" fmla="*/ 12 h 112"/>
                <a:gd name="GluePoint41X" fmla="*/ 129 w 134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27" name="Freeform 98"/>
            <p:cNvSpPr/>
            <p:nvPr/>
          </p:nvSpPr>
          <p:spPr>
            <a:xfrm>
              <a:off x="3737160" y="2192040"/>
              <a:ext cx="99360" cy="810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81000"/>
                <a:gd name="textAreaBottom" fmla="*/ 81360 h 81000"/>
                <a:gd name="GluePoint1X" fmla="*/ 23 w 44"/>
                <a:gd name="GluePoint1Y" fmla="*/ 3 h 36"/>
                <a:gd name="GluePoint2X" fmla="*/ 37 w 44"/>
                <a:gd name="GluePoint2Y" fmla="*/ 16 h 36"/>
                <a:gd name="GluePoint3X" fmla="*/ 0 w 44"/>
                <a:gd name="GluePoint3Y" fmla="*/ 16 h 36"/>
                <a:gd name="GluePoint4X" fmla="*/ 0 w 44"/>
                <a:gd name="GluePoint4Y" fmla="*/ 20 h 36"/>
                <a:gd name="GluePoint5X" fmla="*/ 37 w 44"/>
                <a:gd name="GluePoint5Y" fmla="*/ 20 h 36"/>
                <a:gd name="GluePoint6X" fmla="*/ 23 w 44"/>
                <a:gd name="GluePoint6Y" fmla="*/ 33 h 36"/>
                <a:gd name="GluePoint7X" fmla="*/ 27 w 44"/>
                <a:gd name="GluePoint7Y" fmla="*/ 36 h 36"/>
                <a:gd name="GluePoint8X" fmla="*/ 44 w 44"/>
                <a:gd name="GluePoint8Y" fmla="*/ 20 h 36"/>
                <a:gd name="GluePoint9X" fmla="*/ 44 w 44"/>
                <a:gd name="GluePoint9Y" fmla="*/ 17 h 36"/>
                <a:gd name="GluePoint10X" fmla="*/ 27 w 44"/>
                <a:gd name="GluePoint10Y" fmla="*/ 0 h 36"/>
                <a:gd name="GluePoint11X" fmla="*/ 23 w 44"/>
                <a:gd name="GluePoint11Y" fmla="*/ 3 h 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4" h="36">
                  <a:moveTo>
                    <a:pt x="23" y="3"/>
                  </a:moveTo>
                  <a:lnTo>
                    <a:pt x="37" y="16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37" y="20"/>
                  </a:lnTo>
                  <a:lnTo>
                    <a:pt x="23" y="33"/>
                  </a:lnTo>
                  <a:lnTo>
                    <a:pt x="27" y="36"/>
                  </a:lnTo>
                  <a:lnTo>
                    <a:pt x="44" y="20"/>
                  </a:lnTo>
                  <a:lnTo>
                    <a:pt x="44" y="17"/>
                  </a:lnTo>
                  <a:lnTo>
                    <a:pt x="27" y="0"/>
                  </a:lnTo>
                  <a:lnTo>
                    <a:pt x="2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680" bIns="40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28" name="Group 640"/>
          <p:cNvGrpSpPr/>
          <p:nvPr/>
        </p:nvGrpSpPr>
        <p:grpSpPr>
          <a:xfrm>
            <a:off x="4024800" y="2078640"/>
            <a:ext cx="300960" cy="253440"/>
            <a:chOff x="4024800" y="2078640"/>
            <a:chExt cx="300960" cy="253440"/>
          </a:xfrm>
        </p:grpSpPr>
        <p:sp>
          <p:nvSpPr>
            <p:cNvPr id="1529" name="Freeform 99"/>
            <p:cNvSpPr/>
            <p:nvPr/>
          </p:nvSpPr>
          <p:spPr>
            <a:xfrm>
              <a:off x="4024800" y="2078640"/>
              <a:ext cx="300960" cy="25344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53440"/>
                <a:gd name="textAreaBottom" fmla="*/ 253800 h 253440"/>
                <a:gd name="GluePoint1X" fmla="*/ 110 w 133"/>
                <a:gd name="GluePoint1Y" fmla="*/ 0 h 112"/>
                <a:gd name="GluePoint2X" fmla="*/ 94 w 133"/>
                <a:gd name="GluePoint2Y" fmla="*/ 0 h 112"/>
                <a:gd name="GluePoint3X" fmla="*/ 94 w 133"/>
                <a:gd name="GluePoint3Y" fmla="*/ 8 h 112"/>
                <a:gd name="GluePoint4X" fmla="*/ 40 w 133"/>
                <a:gd name="GluePoint4Y" fmla="*/ 8 h 112"/>
                <a:gd name="GluePoint5X" fmla="*/ 40 w 133"/>
                <a:gd name="GluePoint5Y" fmla="*/ 0 h 112"/>
                <a:gd name="GluePoint6X" fmla="*/ 23 w 133"/>
                <a:gd name="GluePoint6Y" fmla="*/ 0 h 112"/>
                <a:gd name="GluePoint7X" fmla="*/ 23 w 133"/>
                <a:gd name="GluePoint7Y" fmla="*/ 8 h 112"/>
                <a:gd name="GluePoint8X" fmla="*/ 0 w 133"/>
                <a:gd name="GluePoint8Y" fmla="*/ 8 h 112"/>
                <a:gd name="GluePoint9X" fmla="*/ 0 w 133"/>
                <a:gd name="GluePoint9Y" fmla="*/ 112 h 112"/>
                <a:gd name="GluePoint10X" fmla="*/ 133 w 133"/>
                <a:gd name="GluePoint10Y" fmla="*/ 112 h 112"/>
                <a:gd name="GluePoint11X" fmla="*/ 133 w 133"/>
                <a:gd name="GluePoint11Y" fmla="*/ 8 h 112"/>
                <a:gd name="GluePoint12X" fmla="*/ 110 w 133"/>
                <a:gd name="GluePoint12Y" fmla="*/ 8 h 112"/>
                <a:gd name="GluePoint13X" fmla="*/ 110 w 133"/>
                <a:gd name="GluePoint13Y" fmla="*/ 0 h 112"/>
                <a:gd name="GluePoint14X" fmla="*/ 98 w 133"/>
                <a:gd name="GluePoint14Y" fmla="*/ 4 h 112"/>
                <a:gd name="GluePoint15X" fmla="*/ 106 w 133"/>
                <a:gd name="GluePoint15Y" fmla="*/ 4 h 112"/>
                <a:gd name="GluePoint16X" fmla="*/ 106 w 133"/>
                <a:gd name="GluePoint16Y" fmla="*/ 16 h 112"/>
                <a:gd name="GluePoint17X" fmla="*/ 98 w 133"/>
                <a:gd name="GluePoint17Y" fmla="*/ 16 h 112"/>
                <a:gd name="GluePoint18X" fmla="*/ 98 w 133"/>
                <a:gd name="GluePoint18Y" fmla="*/ 4 h 112"/>
                <a:gd name="GluePoint19X" fmla="*/ 27 w 133"/>
                <a:gd name="GluePoint19Y" fmla="*/ 4 h 112"/>
                <a:gd name="GluePoint20X" fmla="*/ 35 w 133"/>
                <a:gd name="GluePoint20Y" fmla="*/ 4 h 112"/>
                <a:gd name="GluePoint21X" fmla="*/ 35 w 133"/>
                <a:gd name="GluePoint21Y" fmla="*/ 16 h 112"/>
                <a:gd name="GluePoint22X" fmla="*/ 27 w 133"/>
                <a:gd name="GluePoint22Y" fmla="*/ 16 h 112"/>
                <a:gd name="GluePoint23X" fmla="*/ 27 w 133"/>
                <a:gd name="GluePoint23Y" fmla="*/ 4 h 112"/>
                <a:gd name="GluePoint24X" fmla="*/ 4 w 133"/>
                <a:gd name="GluePoint24Y" fmla="*/ 108 h 112"/>
                <a:gd name="GluePoint25X" fmla="*/ 4 w 133"/>
                <a:gd name="GluePoint25Y" fmla="*/ 29 h 112"/>
                <a:gd name="GluePoint26X" fmla="*/ 129 w 133"/>
                <a:gd name="GluePoint26Y" fmla="*/ 29 h 112"/>
                <a:gd name="GluePoint27X" fmla="*/ 129 w 133"/>
                <a:gd name="GluePoint27Y" fmla="*/ 108 h 112"/>
                <a:gd name="GluePoint28X" fmla="*/ 4 w 133"/>
                <a:gd name="GluePoint28Y" fmla="*/ 108 h 112"/>
                <a:gd name="GluePoint29X" fmla="*/ 129 w 133"/>
                <a:gd name="GluePoint29Y" fmla="*/ 12 h 112"/>
                <a:gd name="GluePoint30X" fmla="*/ 129 w 133"/>
                <a:gd name="GluePoint30Y" fmla="*/ 25 h 112"/>
                <a:gd name="GluePoint31X" fmla="*/ 4 w 133"/>
                <a:gd name="GluePoint31Y" fmla="*/ 25 h 112"/>
                <a:gd name="GluePoint32X" fmla="*/ 4 w 133"/>
                <a:gd name="GluePoint32Y" fmla="*/ 12 h 112"/>
                <a:gd name="GluePoint33X" fmla="*/ 23 w 133"/>
                <a:gd name="GluePoint33Y" fmla="*/ 12 h 112"/>
                <a:gd name="GluePoint34X" fmla="*/ 23 w 133"/>
                <a:gd name="GluePoint34Y" fmla="*/ 20 h 112"/>
                <a:gd name="GluePoint35X" fmla="*/ 40 w 133"/>
                <a:gd name="GluePoint35Y" fmla="*/ 20 h 112"/>
                <a:gd name="GluePoint36X" fmla="*/ 40 w 133"/>
                <a:gd name="GluePoint36Y" fmla="*/ 12 h 112"/>
                <a:gd name="GluePoint37X" fmla="*/ 94 w 133"/>
                <a:gd name="GluePoint37Y" fmla="*/ 12 h 112"/>
                <a:gd name="GluePoint38X" fmla="*/ 94 w 133"/>
                <a:gd name="GluePoint38Y" fmla="*/ 20 h 112"/>
                <a:gd name="GluePoint39X" fmla="*/ 110 w 133"/>
                <a:gd name="GluePoint39Y" fmla="*/ 20 h 112"/>
                <a:gd name="GluePoint40X" fmla="*/ 110 w 133"/>
                <a:gd name="GluePoint40Y" fmla="*/ 12 h 112"/>
                <a:gd name="GluePoint41X" fmla="*/ 129 w 133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5" y="4"/>
                  </a:lnTo>
                  <a:lnTo>
                    <a:pt x="35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30" name="Freeform 100"/>
            <p:cNvSpPr/>
            <p:nvPr/>
          </p:nvSpPr>
          <p:spPr>
            <a:xfrm>
              <a:off x="4129200" y="2185200"/>
              <a:ext cx="94680" cy="9468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4680"/>
                <a:gd name="textAreaBottom" fmla="*/ 95040 h 94680"/>
                <a:gd name="GluePoint1X" fmla="*/ 40 w 80"/>
                <a:gd name="GluePoint1Y" fmla="*/ 0 h 80"/>
                <a:gd name="GluePoint2X" fmla="*/ 12 w 80"/>
                <a:gd name="GluePoint2Y" fmla="*/ 12 h 80"/>
                <a:gd name="GluePoint3X" fmla="*/ 0 w 80"/>
                <a:gd name="GluePoint3Y" fmla="*/ 40 h 80"/>
                <a:gd name="GluePoint4X" fmla="*/ 12 w 80"/>
                <a:gd name="GluePoint4Y" fmla="*/ 68 h 80"/>
                <a:gd name="GluePoint5X" fmla="*/ 40 w 80"/>
                <a:gd name="GluePoint5Y" fmla="*/ 80 h 80"/>
                <a:gd name="GluePoint6X" fmla="*/ 40 w 80"/>
                <a:gd name="GluePoint6Y" fmla="*/ 80 h 80"/>
                <a:gd name="GluePoint7X" fmla="*/ 80 w 80"/>
                <a:gd name="GluePoint7Y" fmla="*/ 40 h 80"/>
                <a:gd name="GluePoint8X" fmla="*/ 68 w 80"/>
                <a:gd name="GluePoint8Y" fmla="*/ 12 h 80"/>
                <a:gd name="GluePoint9X" fmla="*/ 40 w 80"/>
                <a:gd name="GluePoint9Y" fmla="*/ 0 h 80"/>
                <a:gd name="GluePoint10X" fmla="*/ 40 w 80"/>
                <a:gd name="GluePoint10Y" fmla="*/ 72 h 80"/>
                <a:gd name="GluePoint11X" fmla="*/ 17 w 80"/>
                <a:gd name="GluePoint11Y" fmla="*/ 62 h 80"/>
                <a:gd name="GluePoint12X" fmla="*/ 8 w 80"/>
                <a:gd name="GluePoint12Y" fmla="*/ 40 h 80"/>
                <a:gd name="GluePoint13X" fmla="*/ 15 w 80"/>
                <a:gd name="GluePoint13Y" fmla="*/ 20 h 80"/>
                <a:gd name="GluePoint14X" fmla="*/ 59 w 80"/>
                <a:gd name="GluePoint14Y" fmla="*/ 65 h 80"/>
                <a:gd name="GluePoint15X" fmla="*/ 40 w 80"/>
                <a:gd name="GluePoint15Y" fmla="*/ 72 h 80"/>
                <a:gd name="GluePoint16X" fmla="*/ 65 w 80"/>
                <a:gd name="GluePoint16Y" fmla="*/ 59 h 80"/>
                <a:gd name="GluePoint17X" fmla="*/ 20 w 80"/>
                <a:gd name="GluePoint17Y" fmla="*/ 15 h 80"/>
                <a:gd name="GluePoint18X" fmla="*/ 40 w 80"/>
                <a:gd name="GluePoint18Y" fmla="*/ 8 h 80"/>
                <a:gd name="GluePoint19X" fmla="*/ 62 w 80"/>
                <a:gd name="GluePoint19Y" fmla="*/ 17 h 80"/>
                <a:gd name="GluePoint20X" fmla="*/ 72 w 80"/>
                <a:gd name="GluePoint20Y" fmla="*/ 40 h 80"/>
                <a:gd name="GluePoint21X" fmla="*/ 65 w 80"/>
                <a:gd name="GluePoint21Y" fmla="*/ 59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80" h="80">
                  <a:moveTo>
                    <a:pt x="40" y="0"/>
                  </a:moveTo>
                  <a:cubicBezTo>
                    <a:pt x="29" y="0"/>
                    <a:pt x="19" y="4"/>
                    <a:pt x="12" y="12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1"/>
                    <a:pt x="4" y="61"/>
                    <a:pt x="12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2"/>
                  </a:cubicBezTo>
                  <a:cubicBezTo>
                    <a:pt x="61" y="4"/>
                    <a:pt x="51" y="0"/>
                    <a:pt x="40" y="0"/>
                  </a:cubicBezTo>
                  <a:close/>
                  <a:moveTo>
                    <a:pt x="40" y="72"/>
                  </a:moveTo>
                  <a:cubicBezTo>
                    <a:pt x="31" y="72"/>
                    <a:pt x="23" y="69"/>
                    <a:pt x="17" y="62"/>
                  </a:cubicBezTo>
                  <a:cubicBezTo>
                    <a:pt x="11" y="56"/>
                    <a:pt x="8" y="48"/>
                    <a:pt x="8" y="40"/>
                  </a:cubicBezTo>
                  <a:cubicBezTo>
                    <a:pt x="8" y="33"/>
                    <a:pt x="10" y="26"/>
                    <a:pt x="15" y="20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4" y="69"/>
                    <a:pt x="47" y="72"/>
                    <a:pt x="40" y="72"/>
                  </a:cubicBezTo>
                  <a:close/>
                  <a:moveTo>
                    <a:pt x="65" y="59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6" y="10"/>
                    <a:pt x="33" y="8"/>
                    <a:pt x="40" y="8"/>
                  </a:cubicBezTo>
                  <a:cubicBezTo>
                    <a:pt x="48" y="8"/>
                    <a:pt x="56" y="11"/>
                    <a:pt x="62" y="17"/>
                  </a:cubicBezTo>
                  <a:cubicBezTo>
                    <a:pt x="68" y="23"/>
                    <a:pt x="72" y="31"/>
                    <a:pt x="72" y="40"/>
                  </a:cubicBezTo>
                  <a:cubicBezTo>
                    <a:pt x="72" y="47"/>
                    <a:pt x="69" y="54"/>
                    <a:pt x="65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31" name="Group 641"/>
          <p:cNvGrpSpPr/>
          <p:nvPr/>
        </p:nvGrpSpPr>
        <p:grpSpPr>
          <a:xfrm>
            <a:off x="4416480" y="2078640"/>
            <a:ext cx="300960" cy="253440"/>
            <a:chOff x="4416480" y="2078640"/>
            <a:chExt cx="300960" cy="253440"/>
          </a:xfrm>
        </p:grpSpPr>
        <p:sp>
          <p:nvSpPr>
            <p:cNvPr id="1532" name="Freeform 101"/>
            <p:cNvSpPr/>
            <p:nvPr/>
          </p:nvSpPr>
          <p:spPr>
            <a:xfrm>
              <a:off x="4416480" y="2078640"/>
              <a:ext cx="300960" cy="25344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53440"/>
                <a:gd name="textAreaBottom" fmla="*/ 253800 h 253440"/>
                <a:gd name="GluePoint1X" fmla="*/ 110 w 133"/>
                <a:gd name="GluePoint1Y" fmla="*/ 0 h 112"/>
                <a:gd name="GluePoint2X" fmla="*/ 94 w 133"/>
                <a:gd name="GluePoint2Y" fmla="*/ 0 h 112"/>
                <a:gd name="GluePoint3X" fmla="*/ 94 w 133"/>
                <a:gd name="GluePoint3Y" fmla="*/ 8 h 112"/>
                <a:gd name="GluePoint4X" fmla="*/ 39 w 133"/>
                <a:gd name="GluePoint4Y" fmla="*/ 8 h 112"/>
                <a:gd name="GluePoint5X" fmla="*/ 39 w 133"/>
                <a:gd name="GluePoint5Y" fmla="*/ 0 h 112"/>
                <a:gd name="GluePoint6X" fmla="*/ 23 w 133"/>
                <a:gd name="GluePoint6Y" fmla="*/ 0 h 112"/>
                <a:gd name="GluePoint7X" fmla="*/ 23 w 133"/>
                <a:gd name="GluePoint7Y" fmla="*/ 8 h 112"/>
                <a:gd name="GluePoint8X" fmla="*/ 0 w 133"/>
                <a:gd name="GluePoint8Y" fmla="*/ 8 h 112"/>
                <a:gd name="GluePoint9X" fmla="*/ 0 w 133"/>
                <a:gd name="GluePoint9Y" fmla="*/ 112 h 112"/>
                <a:gd name="GluePoint10X" fmla="*/ 133 w 133"/>
                <a:gd name="GluePoint10Y" fmla="*/ 112 h 112"/>
                <a:gd name="GluePoint11X" fmla="*/ 133 w 133"/>
                <a:gd name="GluePoint11Y" fmla="*/ 8 h 112"/>
                <a:gd name="GluePoint12X" fmla="*/ 110 w 133"/>
                <a:gd name="GluePoint12Y" fmla="*/ 8 h 112"/>
                <a:gd name="GluePoint13X" fmla="*/ 110 w 133"/>
                <a:gd name="GluePoint13Y" fmla="*/ 0 h 112"/>
                <a:gd name="GluePoint14X" fmla="*/ 98 w 133"/>
                <a:gd name="GluePoint14Y" fmla="*/ 4 h 112"/>
                <a:gd name="GluePoint15X" fmla="*/ 106 w 133"/>
                <a:gd name="GluePoint15Y" fmla="*/ 4 h 112"/>
                <a:gd name="GluePoint16X" fmla="*/ 106 w 133"/>
                <a:gd name="GluePoint16Y" fmla="*/ 16 h 112"/>
                <a:gd name="GluePoint17X" fmla="*/ 98 w 133"/>
                <a:gd name="GluePoint17Y" fmla="*/ 16 h 112"/>
                <a:gd name="GluePoint18X" fmla="*/ 98 w 133"/>
                <a:gd name="GluePoint18Y" fmla="*/ 4 h 112"/>
                <a:gd name="GluePoint19X" fmla="*/ 27 w 133"/>
                <a:gd name="GluePoint19Y" fmla="*/ 4 h 112"/>
                <a:gd name="GluePoint20X" fmla="*/ 35 w 133"/>
                <a:gd name="GluePoint20Y" fmla="*/ 4 h 112"/>
                <a:gd name="GluePoint21X" fmla="*/ 35 w 133"/>
                <a:gd name="GluePoint21Y" fmla="*/ 16 h 112"/>
                <a:gd name="GluePoint22X" fmla="*/ 27 w 133"/>
                <a:gd name="GluePoint22Y" fmla="*/ 16 h 112"/>
                <a:gd name="GluePoint23X" fmla="*/ 27 w 133"/>
                <a:gd name="GluePoint23Y" fmla="*/ 4 h 112"/>
                <a:gd name="GluePoint24X" fmla="*/ 4 w 133"/>
                <a:gd name="GluePoint24Y" fmla="*/ 108 h 112"/>
                <a:gd name="GluePoint25X" fmla="*/ 4 w 133"/>
                <a:gd name="GluePoint25Y" fmla="*/ 29 h 112"/>
                <a:gd name="GluePoint26X" fmla="*/ 129 w 133"/>
                <a:gd name="GluePoint26Y" fmla="*/ 29 h 112"/>
                <a:gd name="GluePoint27X" fmla="*/ 129 w 133"/>
                <a:gd name="GluePoint27Y" fmla="*/ 108 h 112"/>
                <a:gd name="GluePoint28X" fmla="*/ 4 w 133"/>
                <a:gd name="GluePoint28Y" fmla="*/ 108 h 112"/>
                <a:gd name="GluePoint29X" fmla="*/ 129 w 133"/>
                <a:gd name="GluePoint29Y" fmla="*/ 12 h 112"/>
                <a:gd name="GluePoint30X" fmla="*/ 129 w 133"/>
                <a:gd name="GluePoint30Y" fmla="*/ 25 h 112"/>
                <a:gd name="GluePoint31X" fmla="*/ 4 w 133"/>
                <a:gd name="GluePoint31Y" fmla="*/ 25 h 112"/>
                <a:gd name="GluePoint32X" fmla="*/ 4 w 133"/>
                <a:gd name="GluePoint32Y" fmla="*/ 12 h 112"/>
                <a:gd name="GluePoint33X" fmla="*/ 23 w 133"/>
                <a:gd name="GluePoint33Y" fmla="*/ 12 h 112"/>
                <a:gd name="GluePoint34X" fmla="*/ 23 w 133"/>
                <a:gd name="GluePoint34Y" fmla="*/ 20 h 112"/>
                <a:gd name="GluePoint35X" fmla="*/ 39 w 133"/>
                <a:gd name="GluePoint35Y" fmla="*/ 20 h 112"/>
                <a:gd name="GluePoint36X" fmla="*/ 39 w 133"/>
                <a:gd name="GluePoint36Y" fmla="*/ 12 h 112"/>
                <a:gd name="GluePoint37X" fmla="*/ 94 w 133"/>
                <a:gd name="GluePoint37Y" fmla="*/ 12 h 112"/>
                <a:gd name="GluePoint38X" fmla="*/ 94 w 133"/>
                <a:gd name="GluePoint38Y" fmla="*/ 20 h 112"/>
                <a:gd name="GluePoint39X" fmla="*/ 110 w 133"/>
                <a:gd name="GluePoint39Y" fmla="*/ 20 h 112"/>
                <a:gd name="GluePoint40X" fmla="*/ 110 w 133"/>
                <a:gd name="GluePoint40Y" fmla="*/ 12 h 112"/>
                <a:gd name="GluePoint41X" fmla="*/ 129 w 133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39" y="8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5" y="4"/>
                  </a:lnTo>
                  <a:lnTo>
                    <a:pt x="35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39" y="20"/>
                  </a:lnTo>
                  <a:lnTo>
                    <a:pt x="39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33" name="Freeform 102"/>
            <p:cNvSpPr/>
            <p:nvPr/>
          </p:nvSpPr>
          <p:spPr>
            <a:xfrm>
              <a:off x="4514040" y="2178360"/>
              <a:ext cx="106200" cy="108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08360"/>
                <a:gd name="textAreaBottom" fmla="*/ 108720 h 108360"/>
                <a:gd name="GluePoint1X" fmla="*/ 3 w 47"/>
                <a:gd name="GluePoint1Y" fmla="*/ 34 h 48"/>
                <a:gd name="GluePoint2X" fmla="*/ 0 w 47"/>
                <a:gd name="GluePoint2Y" fmla="*/ 48 h 48"/>
                <a:gd name="GluePoint3X" fmla="*/ 14 w 47"/>
                <a:gd name="GluePoint3Y" fmla="*/ 45 h 48"/>
                <a:gd name="GluePoint4X" fmla="*/ 47 w 47"/>
                <a:gd name="GluePoint4Y" fmla="*/ 12 h 48"/>
                <a:gd name="GluePoint5X" fmla="*/ 36 w 47"/>
                <a:gd name="GluePoint5Y" fmla="*/ 0 h 48"/>
                <a:gd name="GluePoint6X" fmla="*/ 3 w 47"/>
                <a:gd name="GluePoint6Y" fmla="*/ 34 h 48"/>
                <a:gd name="GluePoint7X" fmla="*/ 12 w 47"/>
                <a:gd name="GluePoint7Y" fmla="*/ 41 h 48"/>
                <a:gd name="GluePoint8X" fmla="*/ 5 w 47"/>
                <a:gd name="GluePoint8Y" fmla="*/ 42 h 48"/>
                <a:gd name="GluePoint9X" fmla="*/ 7 w 47"/>
                <a:gd name="GluePoint9Y" fmla="*/ 36 h 48"/>
                <a:gd name="GluePoint10X" fmla="*/ 30 w 47"/>
                <a:gd name="GluePoint10Y" fmla="*/ 12 h 48"/>
                <a:gd name="GluePoint11X" fmla="*/ 35 w 47"/>
                <a:gd name="GluePoint11Y" fmla="*/ 18 h 48"/>
                <a:gd name="GluePoint12X" fmla="*/ 12 w 47"/>
                <a:gd name="GluePoint12Y" fmla="*/ 41 h 48"/>
                <a:gd name="GluePoint13X" fmla="*/ 38 w 47"/>
                <a:gd name="GluePoint13Y" fmla="*/ 15 h 48"/>
                <a:gd name="GluePoint14X" fmla="*/ 33 w 47"/>
                <a:gd name="GluePoint14Y" fmla="*/ 10 h 48"/>
                <a:gd name="GluePoint15X" fmla="*/ 36 w 47"/>
                <a:gd name="GluePoint15Y" fmla="*/ 6 h 48"/>
                <a:gd name="GluePoint16X" fmla="*/ 41 w 47"/>
                <a:gd name="GluePoint16Y" fmla="*/ 12 h 48"/>
                <a:gd name="GluePoint17X" fmla="*/ 38 w 47"/>
                <a:gd name="GluePoint17Y" fmla="*/ 15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7" h="48">
                  <a:moveTo>
                    <a:pt x="3" y="34"/>
                  </a:moveTo>
                  <a:lnTo>
                    <a:pt x="0" y="48"/>
                  </a:lnTo>
                  <a:lnTo>
                    <a:pt x="14" y="45"/>
                  </a:lnTo>
                  <a:lnTo>
                    <a:pt x="47" y="12"/>
                  </a:lnTo>
                  <a:lnTo>
                    <a:pt x="36" y="0"/>
                  </a:lnTo>
                  <a:lnTo>
                    <a:pt x="3" y="34"/>
                  </a:lnTo>
                  <a:close/>
                  <a:moveTo>
                    <a:pt x="12" y="41"/>
                  </a:moveTo>
                  <a:lnTo>
                    <a:pt x="5" y="42"/>
                  </a:lnTo>
                  <a:lnTo>
                    <a:pt x="7" y="36"/>
                  </a:lnTo>
                  <a:lnTo>
                    <a:pt x="30" y="12"/>
                  </a:lnTo>
                  <a:lnTo>
                    <a:pt x="35" y="18"/>
                  </a:lnTo>
                  <a:lnTo>
                    <a:pt x="12" y="41"/>
                  </a:lnTo>
                  <a:close/>
                  <a:moveTo>
                    <a:pt x="38" y="15"/>
                  </a:moveTo>
                  <a:lnTo>
                    <a:pt x="33" y="10"/>
                  </a:lnTo>
                  <a:lnTo>
                    <a:pt x="36" y="6"/>
                  </a:lnTo>
                  <a:lnTo>
                    <a:pt x="41" y="12"/>
                  </a:lnTo>
                  <a:lnTo>
                    <a:pt x="38" y="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34" name="Group 642"/>
          <p:cNvGrpSpPr/>
          <p:nvPr/>
        </p:nvGrpSpPr>
        <p:grpSpPr>
          <a:xfrm>
            <a:off x="4808520" y="2078640"/>
            <a:ext cx="300960" cy="253440"/>
            <a:chOff x="4808520" y="2078640"/>
            <a:chExt cx="300960" cy="253440"/>
          </a:xfrm>
        </p:grpSpPr>
        <p:sp>
          <p:nvSpPr>
            <p:cNvPr id="1535" name="Freeform 103"/>
            <p:cNvSpPr/>
            <p:nvPr/>
          </p:nvSpPr>
          <p:spPr>
            <a:xfrm>
              <a:off x="4808520" y="2078640"/>
              <a:ext cx="300960" cy="25344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53440"/>
                <a:gd name="textAreaBottom" fmla="*/ 253800 h 253440"/>
                <a:gd name="GluePoint1X" fmla="*/ 110 w 133"/>
                <a:gd name="GluePoint1Y" fmla="*/ 0 h 112"/>
                <a:gd name="GluePoint2X" fmla="*/ 93 w 133"/>
                <a:gd name="GluePoint2Y" fmla="*/ 0 h 112"/>
                <a:gd name="GluePoint3X" fmla="*/ 93 w 133"/>
                <a:gd name="GluePoint3Y" fmla="*/ 8 h 112"/>
                <a:gd name="GluePoint4X" fmla="*/ 39 w 133"/>
                <a:gd name="GluePoint4Y" fmla="*/ 8 h 112"/>
                <a:gd name="GluePoint5X" fmla="*/ 39 w 133"/>
                <a:gd name="GluePoint5Y" fmla="*/ 0 h 112"/>
                <a:gd name="GluePoint6X" fmla="*/ 23 w 133"/>
                <a:gd name="GluePoint6Y" fmla="*/ 0 h 112"/>
                <a:gd name="GluePoint7X" fmla="*/ 23 w 133"/>
                <a:gd name="GluePoint7Y" fmla="*/ 8 h 112"/>
                <a:gd name="GluePoint8X" fmla="*/ 0 w 133"/>
                <a:gd name="GluePoint8Y" fmla="*/ 8 h 112"/>
                <a:gd name="GluePoint9X" fmla="*/ 0 w 133"/>
                <a:gd name="GluePoint9Y" fmla="*/ 112 h 112"/>
                <a:gd name="GluePoint10X" fmla="*/ 133 w 133"/>
                <a:gd name="GluePoint10Y" fmla="*/ 112 h 112"/>
                <a:gd name="GluePoint11X" fmla="*/ 133 w 133"/>
                <a:gd name="GluePoint11Y" fmla="*/ 8 h 112"/>
                <a:gd name="GluePoint12X" fmla="*/ 110 w 133"/>
                <a:gd name="GluePoint12Y" fmla="*/ 8 h 112"/>
                <a:gd name="GluePoint13X" fmla="*/ 110 w 133"/>
                <a:gd name="GluePoint13Y" fmla="*/ 0 h 112"/>
                <a:gd name="GluePoint14X" fmla="*/ 98 w 133"/>
                <a:gd name="GluePoint14Y" fmla="*/ 4 h 112"/>
                <a:gd name="GluePoint15X" fmla="*/ 106 w 133"/>
                <a:gd name="GluePoint15Y" fmla="*/ 4 h 112"/>
                <a:gd name="GluePoint16X" fmla="*/ 106 w 133"/>
                <a:gd name="GluePoint16Y" fmla="*/ 16 h 112"/>
                <a:gd name="GluePoint17X" fmla="*/ 98 w 133"/>
                <a:gd name="GluePoint17Y" fmla="*/ 16 h 112"/>
                <a:gd name="GluePoint18X" fmla="*/ 98 w 133"/>
                <a:gd name="GluePoint18Y" fmla="*/ 4 h 112"/>
                <a:gd name="GluePoint19X" fmla="*/ 27 w 133"/>
                <a:gd name="GluePoint19Y" fmla="*/ 4 h 112"/>
                <a:gd name="GluePoint20X" fmla="*/ 35 w 133"/>
                <a:gd name="GluePoint20Y" fmla="*/ 4 h 112"/>
                <a:gd name="GluePoint21X" fmla="*/ 35 w 133"/>
                <a:gd name="GluePoint21Y" fmla="*/ 16 h 112"/>
                <a:gd name="GluePoint22X" fmla="*/ 27 w 133"/>
                <a:gd name="GluePoint22Y" fmla="*/ 16 h 112"/>
                <a:gd name="GluePoint23X" fmla="*/ 27 w 133"/>
                <a:gd name="GluePoint23Y" fmla="*/ 4 h 112"/>
                <a:gd name="GluePoint24X" fmla="*/ 4 w 133"/>
                <a:gd name="GluePoint24Y" fmla="*/ 108 h 112"/>
                <a:gd name="GluePoint25X" fmla="*/ 4 w 133"/>
                <a:gd name="GluePoint25Y" fmla="*/ 29 h 112"/>
                <a:gd name="GluePoint26X" fmla="*/ 129 w 133"/>
                <a:gd name="GluePoint26Y" fmla="*/ 29 h 112"/>
                <a:gd name="GluePoint27X" fmla="*/ 129 w 133"/>
                <a:gd name="GluePoint27Y" fmla="*/ 108 h 112"/>
                <a:gd name="GluePoint28X" fmla="*/ 4 w 133"/>
                <a:gd name="GluePoint28Y" fmla="*/ 108 h 112"/>
                <a:gd name="GluePoint29X" fmla="*/ 129 w 133"/>
                <a:gd name="GluePoint29Y" fmla="*/ 12 h 112"/>
                <a:gd name="GluePoint30X" fmla="*/ 129 w 133"/>
                <a:gd name="GluePoint30Y" fmla="*/ 25 h 112"/>
                <a:gd name="GluePoint31X" fmla="*/ 4 w 133"/>
                <a:gd name="GluePoint31Y" fmla="*/ 25 h 112"/>
                <a:gd name="GluePoint32X" fmla="*/ 4 w 133"/>
                <a:gd name="GluePoint32Y" fmla="*/ 12 h 112"/>
                <a:gd name="GluePoint33X" fmla="*/ 23 w 133"/>
                <a:gd name="GluePoint33Y" fmla="*/ 12 h 112"/>
                <a:gd name="GluePoint34X" fmla="*/ 23 w 133"/>
                <a:gd name="GluePoint34Y" fmla="*/ 20 h 112"/>
                <a:gd name="GluePoint35X" fmla="*/ 39 w 133"/>
                <a:gd name="GluePoint35Y" fmla="*/ 20 h 112"/>
                <a:gd name="GluePoint36X" fmla="*/ 39 w 133"/>
                <a:gd name="GluePoint36Y" fmla="*/ 12 h 112"/>
                <a:gd name="GluePoint37X" fmla="*/ 93 w 133"/>
                <a:gd name="GluePoint37Y" fmla="*/ 12 h 112"/>
                <a:gd name="GluePoint38X" fmla="*/ 93 w 133"/>
                <a:gd name="GluePoint38Y" fmla="*/ 20 h 112"/>
                <a:gd name="GluePoint39X" fmla="*/ 110 w 133"/>
                <a:gd name="GluePoint39Y" fmla="*/ 20 h 112"/>
                <a:gd name="GluePoint40X" fmla="*/ 110 w 133"/>
                <a:gd name="GluePoint40Y" fmla="*/ 12 h 112"/>
                <a:gd name="GluePoint41X" fmla="*/ 129 w 133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3" h="112">
                  <a:moveTo>
                    <a:pt x="110" y="0"/>
                  </a:moveTo>
                  <a:lnTo>
                    <a:pt x="93" y="0"/>
                  </a:lnTo>
                  <a:lnTo>
                    <a:pt x="93" y="8"/>
                  </a:lnTo>
                  <a:lnTo>
                    <a:pt x="39" y="8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5" y="4"/>
                  </a:lnTo>
                  <a:lnTo>
                    <a:pt x="35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39" y="20"/>
                  </a:lnTo>
                  <a:lnTo>
                    <a:pt x="39" y="12"/>
                  </a:lnTo>
                  <a:lnTo>
                    <a:pt x="93" y="12"/>
                  </a:lnTo>
                  <a:lnTo>
                    <a:pt x="93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36" name="Freeform 104"/>
            <p:cNvSpPr/>
            <p:nvPr/>
          </p:nvSpPr>
          <p:spPr>
            <a:xfrm>
              <a:off x="4917240" y="2192040"/>
              <a:ext cx="83520" cy="835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3520"/>
                <a:gd name="textAreaBottom" fmla="*/ 83880 h 83520"/>
                <a:gd name="GluePoint1X" fmla="*/ 20 w 37"/>
                <a:gd name="GluePoint1Y" fmla="*/ 0 h 37"/>
                <a:gd name="GluePoint2X" fmla="*/ 16 w 37"/>
                <a:gd name="GluePoint2Y" fmla="*/ 0 h 37"/>
                <a:gd name="GluePoint3X" fmla="*/ 16 w 37"/>
                <a:gd name="GluePoint3Y" fmla="*/ 16 h 37"/>
                <a:gd name="GluePoint4X" fmla="*/ 0 w 37"/>
                <a:gd name="GluePoint4Y" fmla="*/ 16 h 37"/>
                <a:gd name="GluePoint5X" fmla="*/ 0 w 37"/>
                <a:gd name="GluePoint5Y" fmla="*/ 20 h 37"/>
                <a:gd name="GluePoint6X" fmla="*/ 16 w 37"/>
                <a:gd name="GluePoint6Y" fmla="*/ 20 h 37"/>
                <a:gd name="GluePoint7X" fmla="*/ 16 w 37"/>
                <a:gd name="GluePoint7Y" fmla="*/ 37 h 37"/>
                <a:gd name="GluePoint8X" fmla="*/ 20 w 37"/>
                <a:gd name="GluePoint8Y" fmla="*/ 37 h 37"/>
                <a:gd name="GluePoint9X" fmla="*/ 20 w 37"/>
                <a:gd name="GluePoint9Y" fmla="*/ 20 h 37"/>
                <a:gd name="GluePoint10X" fmla="*/ 37 w 37"/>
                <a:gd name="GluePoint10Y" fmla="*/ 20 h 37"/>
                <a:gd name="GluePoint11X" fmla="*/ 37 w 37"/>
                <a:gd name="GluePoint11Y" fmla="*/ 16 h 37"/>
                <a:gd name="GluePoint12X" fmla="*/ 20 w 37"/>
                <a:gd name="GluePoint12Y" fmla="*/ 16 h 37"/>
                <a:gd name="GluePoint13X" fmla="*/ 20 w 37"/>
                <a:gd name="GluePoint13Y" fmla="*/ 0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7" h="37">
                  <a:moveTo>
                    <a:pt x="20" y="0"/>
                  </a:move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16" y="20"/>
                  </a:lnTo>
                  <a:lnTo>
                    <a:pt x="16" y="37"/>
                  </a:lnTo>
                  <a:lnTo>
                    <a:pt x="20" y="37"/>
                  </a:lnTo>
                  <a:lnTo>
                    <a:pt x="20" y="20"/>
                  </a:lnTo>
                  <a:lnTo>
                    <a:pt x="37" y="20"/>
                  </a:lnTo>
                  <a:lnTo>
                    <a:pt x="37" y="16"/>
                  </a:lnTo>
                  <a:lnTo>
                    <a:pt x="20" y="16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37" name="Group 654"/>
          <p:cNvGrpSpPr/>
          <p:nvPr/>
        </p:nvGrpSpPr>
        <p:grpSpPr>
          <a:xfrm>
            <a:off x="5198040" y="2078640"/>
            <a:ext cx="303120" cy="253440"/>
            <a:chOff x="5198040" y="2078640"/>
            <a:chExt cx="303120" cy="253440"/>
          </a:xfrm>
        </p:grpSpPr>
        <p:sp>
          <p:nvSpPr>
            <p:cNvPr id="1538" name="Freeform 105"/>
            <p:cNvSpPr/>
            <p:nvPr/>
          </p:nvSpPr>
          <p:spPr>
            <a:xfrm>
              <a:off x="5198040" y="2078640"/>
              <a:ext cx="303120" cy="2534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53440"/>
                <a:gd name="textAreaBottom" fmla="*/ 253800 h 253440"/>
                <a:gd name="GluePoint1X" fmla="*/ 111 w 134"/>
                <a:gd name="GluePoint1Y" fmla="*/ 0 h 112"/>
                <a:gd name="GluePoint2X" fmla="*/ 94 w 134"/>
                <a:gd name="GluePoint2Y" fmla="*/ 0 h 112"/>
                <a:gd name="GluePoint3X" fmla="*/ 94 w 134"/>
                <a:gd name="GluePoint3Y" fmla="*/ 8 h 112"/>
                <a:gd name="GluePoint4X" fmla="*/ 40 w 134"/>
                <a:gd name="GluePoint4Y" fmla="*/ 8 h 112"/>
                <a:gd name="GluePoint5X" fmla="*/ 40 w 134"/>
                <a:gd name="GluePoint5Y" fmla="*/ 0 h 112"/>
                <a:gd name="GluePoint6X" fmla="*/ 23 w 134"/>
                <a:gd name="GluePoint6Y" fmla="*/ 0 h 112"/>
                <a:gd name="GluePoint7X" fmla="*/ 23 w 134"/>
                <a:gd name="GluePoint7Y" fmla="*/ 8 h 112"/>
                <a:gd name="GluePoint8X" fmla="*/ 0 w 134"/>
                <a:gd name="GluePoint8Y" fmla="*/ 8 h 112"/>
                <a:gd name="GluePoint9X" fmla="*/ 0 w 134"/>
                <a:gd name="GluePoint9Y" fmla="*/ 112 h 112"/>
                <a:gd name="GluePoint10X" fmla="*/ 134 w 134"/>
                <a:gd name="GluePoint10Y" fmla="*/ 112 h 112"/>
                <a:gd name="GluePoint11X" fmla="*/ 134 w 134"/>
                <a:gd name="GluePoint11Y" fmla="*/ 8 h 112"/>
                <a:gd name="GluePoint12X" fmla="*/ 111 w 134"/>
                <a:gd name="GluePoint12Y" fmla="*/ 8 h 112"/>
                <a:gd name="GluePoint13X" fmla="*/ 111 w 134"/>
                <a:gd name="GluePoint13Y" fmla="*/ 0 h 112"/>
                <a:gd name="GluePoint14X" fmla="*/ 98 w 134"/>
                <a:gd name="GluePoint14Y" fmla="*/ 4 h 112"/>
                <a:gd name="GluePoint15X" fmla="*/ 107 w 134"/>
                <a:gd name="GluePoint15Y" fmla="*/ 4 h 112"/>
                <a:gd name="GluePoint16X" fmla="*/ 107 w 134"/>
                <a:gd name="GluePoint16Y" fmla="*/ 16 h 112"/>
                <a:gd name="GluePoint17X" fmla="*/ 98 w 134"/>
                <a:gd name="GluePoint17Y" fmla="*/ 16 h 112"/>
                <a:gd name="GluePoint18X" fmla="*/ 98 w 134"/>
                <a:gd name="GluePoint18Y" fmla="*/ 4 h 112"/>
                <a:gd name="GluePoint19X" fmla="*/ 28 w 134"/>
                <a:gd name="GluePoint19Y" fmla="*/ 4 h 112"/>
                <a:gd name="GluePoint20X" fmla="*/ 36 w 134"/>
                <a:gd name="GluePoint20Y" fmla="*/ 4 h 112"/>
                <a:gd name="GluePoint21X" fmla="*/ 36 w 134"/>
                <a:gd name="GluePoint21Y" fmla="*/ 16 h 112"/>
                <a:gd name="GluePoint22X" fmla="*/ 28 w 134"/>
                <a:gd name="GluePoint22Y" fmla="*/ 16 h 112"/>
                <a:gd name="GluePoint23X" fmla="*/ 28 w 134"/>
                <a:gd name="GluePoint23Y" fmla="*/ 4 h 112"/>
                <a:gd name="GluePoint24X" fmla="*/ 5 w 134"/>
                <a:gd name="GluePoint24Y" fmla="*/ 108 h 112"/>
                <a:gd name="GluePoint25X" fmla="*/ 5 w 134"/>
                <a:gd name="GluePoint25Y" fmla="*/ 29 h 112"/>
                <a:gd name="GluePoint26X" fmla="*/ 130 w 134"/>
                <a:gd name="GluePoint26Y" fmla="*/ 29 h 112"/>
                <a:gd name="GluePoint27X" fmla="*/ 130 w 134"/>
                <a:gd name="GluePoint27Y" fmla="*/ 108 h 112"/>
                <a:gd name="GluePoint28X" fmla="*/ 5 w 134"/>
                <a:gd name="GluePoint28Y" fmla="*/ 108 h 112"/>
                <a:gd name="GluePoint29X" fmla="*/ 130 w 134"/>
                <a:gd name="GluePoint29Y" fmla="*/ 12 h 112"/>
                <a:gd name="GluePoint30X" fmla="*/ 130 w 134"/>
                <a:gd name="GluePoint30Y" fmla="*/ 25 h 112"/>
                <a:gd name="GluePoint31X" fmla="*/ 5 w 134"/>
                <a:gd name="GluePoint31Y" fmla="*/ 25 h 112"/>
                <a:gd name="GluePoint32X" fmla="*/ 5 w 134"/>
                <a:gd name="GluePoint32Y" fmla="*/ 12 h 112"/>
                <a:gd name="GluePoint33X" fmla="*/ 23 w 134"/>
                <a:gd name="GluePoint33Y" fmla="*/ 12 h 112"/>
                <a:gd name="GluePoint34X" fmla="*/ 23 w 134"/>
                <a:gd name="GluePoint34Y" fmla="*/ 20 h 112"/>
                <a:gd name="GluePoint35X" fmla="*/ 40 w 134"/>
                <a:gd name="GluePoint35Y" fmla="*/ 20 h 112"/>
                <a:gd name="GluePoint36X" fmla="*/ 40 w 134"/>
                <a:gd name="GluePoint36Y" fmla="*/ 12 h 112"/>
                <a:gd name="GluePoint37X" fmla="*/ 94 w 134"/>
                <a:gd name="GluePoint37Y" fmla="*/ 12 h 112"/>
                <a:gd name="GluePoint38X" fmla="*/ 94 w 134"/>
                <a:gd name="GluePoint38Y" fmla="*/ 20 h 112"/>
                <a:gd name="GluePoint39X" fmla="*/ 111 w 134"/>
                <a:gd name="GluePoint39Y" fmla="*/ 20 h 112"/>
                <a:gd name="GluePoint40X" fmla="*/ 111 w 134"/>
                <a:gd name="GluePoint40Y" fmla="*/ 12 h 112"/>
                <a:gd name="GluePoint41X" fmla="*/ 130 w 134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8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8" y="16"/>
                  </a:lnTo>
                  <a:lnTo>
                    <a:pt x="28" y="4"/>
                  </a:lnTo>
                  <a:close/>
                  <a:moveTo>
                    <a:pt x="5" y="108"/>
                  </a:moveTo>
                  <a:lnTo>
                    <a:pt x="5" y="29"/>
                  </a:lnTo>
                  <a:lnTo>
                    <a:pt x="130" y="29"/>
                  </a:lnTo>
                  <a:lnTo>
                    <a:pt x="130" y="108"/>
                  </a:lnTo>
                  <a:lnTo>
                    <a:pt x="5" y="108"/>
                  </a:lnTo>
                  <a:close/>
                  <a:moveTo>
                    <a:pt x="130" y="12"/>
                  </a:moveTo>
                  <a:lnTo>
                    <a:pt x="130" y="25"/>
                  </a:lnTo>
                  <a:lnTo>
                    <a:pt x="5" y="25"/>
                  </a:lnTo>
                  <a:lnTo>
                    <a:pt x="5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30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39" name="Freeform 106"/>
            <p:cNvSpPr/>
            <p:nvPr/>
          </p:nvSpPr>
          <p:spPr>
            <a:xfrm>
              <a:off x="5297760" y="2192040"/>
              <a:ext cx="99360" cy="810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81000"/>
                <a:gd name="textAreaBottom" fmla="*/ 81360 h 81000"/>
                <a:gd name="GluePoint1X" fmla="*/ 21 w 44"/>
                <a:gd name="GluePoint1Y" fmla="*/ 3 h 36"/>
                <a:gd name="GluePoint2X" fmla="*/ 17 w 44"/>
                <a:gd name="GluePoint2Y" fmla="*/ 0 h 36"/>
                <a:gd name="GluePoint3X" fmla="*/ 0 w 44"/>
                <a:gd name="GluePoint3Y" fmla="*/ 17 h 36"/>
                <a:gd name="GluePoint4X" fmla="*/ 0 w 44"/>
                <a:gd name="GluePoint4Y" fmla="*/ 20 h 36"/>
                <a:gd name="GluePoint5X" fmla="*/ 17 w 44"/>
                <a:gd name="GluePoint5Y" fmla="*/ 36 h 36"/>
                <a:gd name="GluePoint6X" fmla="*/ 21 w 44"/>
                <a:gd name="GluePoint6Y" fmla="*/ 33 h 36"/>
                <a:gd name="GluePoint7X" fmla="*/ 8 w 44"/>
                <a:gd name="GluePoint7Y" fmla="*/ 20 h 36"/>
                <a:gd name="GluePoint8X" fmla="*/ 44 w 44"/>
                <a:gd name="GluePoint8Y" fmla="*/ 20 h 36"/>
                <a:gd name="GluePoint9X" fmla="*/ 44 w 44"/>
                <a:gd name="GluePoint9Y" fmla="*/ 16 h 36"/>
                <a:gd name="GluePoint10X" fmla="*/ 8 w 44"/>
                <a:gd name="GluePoint10Y" fmla="*/ 16 h 36"/>
                <a:gd name="GluePoint11X" fmla="*/ 21 w 44"/>
                <a:gd name="GluePoint11Y" fmla="*/ 3 h 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4" h="36">
                  <a:moveTo>
                    <a:pt x="21" y="3"/>
                  </a:moveTo>
                  <a:lnTo>
                    <a:pt x="17" y="0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17" y="36"/>
                  </a:lnTo>
                  <a:lnTo>
                    <a:pt x="21" y="33"/>
                  </a:lnTo>
                  <a:lnTo>
                    <a:pt x="8" y="20"/>
                  </a:lnTo>
                  <a:lnTo>
                    <a:pt x="44" y="20"/>
                  </a:lnTo>
                  <a:lnTo>
                    <a:pt x="44" y="16"/>
                  </a:lnTo>
                  <a:lnTo>
                    <a:pt x="8" y="16"/>
                  </a:lnTo>
                  <a:lnTo>
                    <a:pt x="21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680" bIns="40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40" name="Group 655"/>
          <p:cNvGrpSpPr/>
          <p:nvPr/>
        </p:nvGrpSpPr>
        <p:grpSpPr>
          <a:xfrm>
            <a:off x="5589720" y="2078640"/>
            <a:ext cx="303120" cy="253440"/>
            <a:chOff x="5589720" y="2078640"/>
            <a:chExt cx="303120" cy="253440"/>
          </a:xfrm>
        </p:grpSpPr>
        <p:sp>
          <p:nvSpPr>
            <p:cNvPr id="1541" name="Freeform 107"/>
            <p:cNvSpPr/>
            <p:nvPr/>
          </p:nvSpPr>
          <p:spPr>
            <a:xfrm>
              <a:off x="5698440" y="223272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37 w 56"/>
                <a:gd name="GluePoint1Y" fmla="*/ 22 h 54"/>
                <a:gd name="GluePoint2X" fmla="*/ 44 w 56"/>
                <a:gd name="GluePoint2Y" fmla="*/ 32 h 54"/>
                <a:gd name="GluePoint3X" fmla="*/ 36 w 56"/>
                <a:gd name="GluePoint3Y" fmla="*/ 32 h 54"/>
                <a:gd name="GluePoint4X" fmla="*/ 8 w 56"/>
                <a:gd name="GluePoint4Y" fmla="*/ 0 h 54"/>
                <a:gd name="GluePoint5X" fmla="*/ 0 w 56"/>
                <a:gd name="GluePoint5Y" fmla="*/ 0 h 54"/>
                <a:gd name="GluePoint6X" fmla="*/ 36 w 56"/>
                <a:gd name="GluePoint6Y" fmla="*/ 40 h 54"/>
                <a:gd name="GluePoint7X" fmla="*/ 44 w 56"/>
                <a:gd name="GluePoint7Y" fmla="*/ 40 h 54"/>
                <a:gd name="GluePoint8X" fmla="*/ 37 w 56"/>
                <a:gd name="GluePoint8Y" fmla="*/ 49 h 54"/>
                <a:gd name="GluePoint9X" fmla="*/ 44 w 56"/>
                <a:gd name="GluePoint9Y" fmla="*/ 54 h 54"/>
                <a:gd name="GluePoint10X" fmla="*/ 56 w 56"/>
                <a:gd name="GluePoint10Y" fmla="*/ 38 h 54"/>
                <a:gd name="GluePoint11X" fmla="*/ 56 w 56"/>
                <a:gd name="GluePoint11Y" fmla="*/ 33 h 54"/>
                <a:gd name="GluePoint12X" fmla="*/ 44 w 56"/>
                <a:gd name="GluePoint12Y" fmla="*/ 17 h 54"/>
                <a:gd name="GluePoint13X" fmla="*/ 37 w 56"/>
                <a:gd name="GluePoint13Y" fmla="*/ 22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37" y="22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1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6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4" y="17"/>
                    <a:pt x="44" y="17"/>
                    <a:pt x="44" y="17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42" name="Freeform 108"/>
            <p:cNvSpPr/>
            <p:nvPr/>
          </p:nvSpPr>
          <p:spPr>
            <a:xfrm>
              <a:off x="5727960" y="216936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20 w 56"/>
                <a:gd name="GluePoint1Y" fmla="*/ 15 h 55"/>
                <a:gd name="GluePoint2X" fmla="*/ 12 w 56"/>
                <a:gd name="GluePoint2Y" fmla="*/ 15 h 55"/>
                <a:gd name="GluePoint3X" fmla="*/ 20 w 56"/>
                <a:gd name="GluePoint3Y" fmla="*/ 5 h 55"/>
                <a:gd name="GluePoint4X" fmla="*/ 13 w 56"/>
                <a:gd name="GluePoint4Y" fmla="*/ 0 h 55"/>
                <a:gd name="GluePoint5X" fmla="*/ 0 w 56"/>
                <a:gd name="GluePoint5Y" fmla="*/ 16 h 55"/>
                <a:gd name="GluePoint6X" fmla="*/ 0 w 56"/>
                <a:gd name="GluePoint6Y" fmla="*/ 21 h 55"/>
                <a:gd name="GluePoint7X" fmla="*/ 13 w 56"/>
                <a:gd name="GluePoint7Y" fmla="*/ 37 h 55"/>
                <a:gd name="GluePoint8X" fmla="*/ 19 w 56"/>
                <a:gd name="GluePoint8Y" fmla="*/ 32 h 55"/>
                <a:gd name="GluePoint9X" fmla="*/ 12 w 56"/>
                <a:gd name="GluePoint9Y" fmla="*/ 23 h 55"/>
                <a:gd name="GluePoint10X" fmla="*/ 20 w 56"/>
                <a:gd name="GluePoint10Y" fmla="*/ 23 h 55"/>
                <a:gd name="GluePoint11X" fmla="*/ 48 w 56"/>
                <a:gd name="GluePoint11Y" fmla="*/ 55 h 55"/>
                <a:gd name="GluePoint12X" fmla="*/ 56 w 56"/>
                <a:gd name="GluePoint12Y" fmla="*/ 55 h 55"/>
                <a:gd name="GluePoint13X" fmla="*/ 20 w 56"/>
                <a:gd name="GluePoint13Y" fmla="*/ 15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20" y="15"/>
                  </a:moveTo>
                  <a:cubicBezTo>
                    <a:pt x="12" y="15"/>
                    <a:pt x="12" y="15"/>
                    <a:pt x="12" y="1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1" y="15"/>
                    <a:pt x="20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43" name="Freeform 109"/>
            <p:cNvSpPr/>
            <p:nvPr/>
          </p:nvSpPr>
          <p:spPr>
            <a:xfrm>
              <a:off x="5589720" y="2078640"/>
              <a:ext cx="303120" cy="2534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53440"/>
                <a:gd name="textAreaBottom" fmla="*/ 253800 h 253440"/>
                <a:gd name="GluePoint1X" fmla="*/ 111 w 134"/>
                <a:gd name="GluePoint1Y" fmla="*/ 0 h 112"/>
                <a:gd name="GluePoint2X" fmla="*/ 94 w 134"/>
                <a:gd name="GluePoint2Y" fmla="*/ 0 h 112"/>
                <a:gd name="GluePoint3X" fmla="*/ 94 w 134"/>
                <a:gd name="GluePoint3Y" fmla="*/ 8 h 112"/>
                <a:gd name="GluePoint4X" fmla="*/ 40 w 134"/>
                <a:gd name="GluePoint4Y" fmla="*/ 8 h 112"/>
                <a:gd name="GluePoint5X" fmla="*/ 40 w 134"/>
                <a:gd name="GluePoint5Y" fmla="*/ 0 h 112"/>
                <a:gd name="GluePoint6X" fmla="*/ 23 w 134"/>
                <a:gd name="GluePoint6Y" fmla="*/ 0 h 112"/>
                <a:gd name="GluePoint7X" fmla="*/ 23 w 134"/>
                <a:gd name="GluePoint7Y" fmla="*/ 8 h 112"/>
                <a:gd name="GluePoint8X" fmla="*/ 0 w 134"/>
                <a:gd name="GluePoint8Y" fmla="*/ 8 h 112"/>
                <a:gd name="GluePoint9X" fmla="*/ 0 w 134"/>
                <a:gd name="GluePoint9Y" fmla="*/ 112 h 112"/>
                <a:gd name="GluePoint10X" fmla="*/ 134 w 134"/>
                <a:gd name="GluePoint10Y" fmla="*/ 112 h 112"/>
                <a:gd name="GluePoint11X" fmla="*/ 134 w 134"/>
                <a:gd name="GluePoint11Y" fmla="*/ 8 h 112"/>
                <a:gd name="GluePoint12X" fmla="*/ 111 w 134"/>
                <a:gd name="GluePoint12Y" fmla="*/ 8 h 112"/>
                <a:gd name="GluePoint13X" fmla="*/ 111 w 134"/>
                <a:gd name="GluePoint13Y" fmla="*/ 0 h 112"/>
                <a:gd name="GluePoint14X" fmla="*/ 98 w 134"/>
                <a:gd name="GluePoint14Y" fmla="*/ 4 h 112"/>
                <a:gd name="GluePoint15X" fmla="*/ 106 w 134"/>
                <a:gd name="GluePoint15Y" fmla="*/ 4 h 112"/>
                <a:gd name="GluePoint16X" fmla="*/ 106 w 134"/>
                <a:gd name="GluePoint16Y" fmla="*/ 16 h 112"/>
                <a:gd name="GluePoint17X" fmla="*/ 98 w 134"/>
                <a:gd name="GluePoint17Y" fmla="*/ 16 h 112"/>
                <a:gd name="GluePoint18X" fmla="*/ 98 w 134"/>
                <a:gd name="GluePoint18Y" fmla="*/ 4 h 112"/>
                <a:gd name="GluePoint19X" fmla="*/ 27 w 134"/>
                <a:gd name="GluePoint19Y" fmla="*/ 4 h 112"/>
                <a:gd name="GluePoint20X" fmla="*/ 36 w 134"/>
                <a:gd name="GluePoint20Y" fmla="*/ 4 h 112"/>
                <a:gd name="GluePoint21X" fmla="*/ 36 w 134"/>
                <a:gd name="GluePoint21Y" fmla="*/ 16 h 112"/>
                <a:gd name="GluePoint22X" fmla="*/ 27 w 134"/>
                <a:gd name="GluePoint22Y" fmla="*/ 16 h 112"/>
                <a:gd name="GluePoint23X" fmla="*/ 27 w 134"/>
                <a:gd name="GluePoint23Y" fmla="*/ 4 h 112"/>
                <a:gd name="GluePoint24X" fmla="*/ 4 w 134"/>
                <a:gd name="GluePoint24Y" fmla="*/ 108 h 112"/>
                <a:gd name="GluePoint25X" fmla="*/ 4 w 134"/>
                <a:gd name="GluePoint25Y" fmla="*/ 29 h 112"/>
                <a:gd name="GluePoint26X" fmla="*/ 129 w 134"/>
                <a:gd name="GluePoint26Y" fmla="*/ 29 h 112"/>
                <a:gd name="GluePoint27X" fmla="*/ 129 w 134"/>
                <a:gd name="GluePoint27Y" fmla="*/ 108 h 112"/>
                <a:gd name="GluePoint28X" fmla="*/ 4 w 134"/>
                <a:gd name="GluePoint28Y" fmla="*/ 108 h 112"/>
                <a:gd name="GluePoint29X" fmla="*/ 129 w 134"/>
                <a:gd name="GluePoint29Y" fmla="*/ 12 h 112"/>
                <a:gd name="GluePoint30X" fmla="*/ 129 w 134"/>
                <a:gd name="GluePoint30Y" fmla="*/ 25 h 112"/>
                <a:gd name="GluePoint31X" fmla="*/ 4 w 134"/>
                <a:gd name="GluePoint31Y" fmla="*/ 25 h 112"/>
                <a:gd name="GluePoint32X" fmla="*/ 4 w 134"/>
                <a:gd name="GluePoint32Y" fmla="*/ 12 h 112"/>
                <a:gd name="GluePoint33X" fmla="*/ 23 w 134"/>
                <a:gd name="GluePoint33Y" fmla="*/ 12 h 112"/>
                <a:gd name="GluePoint34X" fmla="*/ 23 w 134"/>
                <a:gd name="GluePoint34Y" fmla="*/ 20 h 112"/>
                <a:gd name="GluePoint35X" fmla="*/ 40 w 134"/>
                <a:gd name="GluePoint35Y" fmla="*/ 20 h 112"/>
                <a:gd name="GluePoint36X" fmla="*/ 40 w 134"/>
                <a:gd name="GluePoint36Y" fmla="*/ 12 h 112"/>
                <a:gd name="GluePoint37X" fmla="*/ 94 w 134"/>
                <a:gd name="GluePoint37Y" fmla="*/ 12 h 112"/>
                <a:gd name="GluePoint38X" fmla="*/ 94 w 134"/>
                <a:gd name="GluePoint38Y" fmla="*/ 20 h 112"/>
                <a:gd name="GluePoint39X" fmla="*/ 111 w 134"/>
                <a:gd name="GluePoint39Y" fmla="*/ 20 h 112"/>
                <a:gd name="GluePoint40X" fmla="*/ 111 w 134"/>
                <a:gd name="GluePoint40Y" fmla="*/ 12 h 112"/>
                <a:gd name="GluePoint41X" fmla="*/ 129 w 134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44" name="Group 656"/>
          <p:cNvGrpSpPr/>
          <p:nvPr/>
        </p:nvGrpSpPr>
        <p:grpSpPr>
          <a:xfrm>
            <a:off x="5981400" y="2078640"/>
            <a:ext cx="300960" cy="253440"/>
            <a:chOff x="5981400" y="2078640"/>
            <a:chExt cx="300960" cy="253440"/>
          </a:xfrm>
        </p:grpSpPr>
        <p:sp>
          <p:nvSpPr>
            <p:cNvPr id="1545" name="Freeform 110"/>
            <p:cNvSpPr/>
            <p:nvPr/>
          </p:nvSpPr>
          <p:spPr>
            <a:xfrm>
              <a:off x="6096960" y="2196360"/>
              <a:ext cx="72000" cy="7200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72000"/>
                <a:gd name="textAreaBottom" fmla="*/ 72360 h 72000"/>
                <a:gd name="GluePoint1X" fmla="*/ 29 w 32"/>
                <a:gd name="GluePoint1Y" fmla="*/ 0 h 32"/>
                <a:gd name="GluePoint2X" fmla="*/ 16 w 32"/>
                <a:gd name="GluePoint2Y" fmla="*/ 13 h 32"/>
                <a:gd name="GluePoint3X" fmla="*/ 3 w 32"/>
                <a:gd name="GluePoint3Y" fmla="*/ 0 h 32"/>
                <a:gd name="GluePoint4X" fmla="*/ 0 w 32"/>
                <a:gd name="GluePoint4Y" fmla="*/ 3 h 32"/>
                <a:gd name="GluePoint5X" fmla="*/ 13 w 32"/>
                <a:gd name="GluePoint5Y" fmla="*/ 16 h 32"/>
                <a:gd name="GluePoint6X" fmla="*/ 0 w 32"/>
                <a:gd name="GluePoint6Y" fmla="*/ 29 h 32"/>
                <a:gd name="GluePoint7X" fmla="*/ 3 w 32"/>
                <a:gd name="GluePoint7Y" fmla="*/ 32 h 32"/>
                <a:gd name="GluePoint8X" fmla="*/ 16 w 32"/>
                <a:gd name="GluePoint8Y" fmla="*/ 19 h 32"/>
                <a:gd name="GluePoint9X" fmla="*/ 29 w 32"/>
                <a:gd name="GluePoint9Y" fmla="*/ 32 h 32"/>
                <a:gd name="GluePoint10X" fmla="*/ 32 w 32"/>
                <a:gd name="GluePoint10Y" fmla="*/ 29 h 32"/>
                <a:gd name="GluePoint11X" fmla="*/ 19 w 32"/>
                <a:gd name="GluePoint11Y" fmla="*/ 16 h 32"/>
                <a:gd name="GluePoint12X" fmla="*/ 32 w 32"/>
                <a:gd name="GluePoint12Y" fmla="*/ 3 h 32"/>
                <a:gd name="GluePoint13X" fmla="*/ 29 w 32"/>
                <a:gd name="GluePoint13Y" fmla="*/ 0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2" h="32">
                  <a:moveTo>
                    <a:pt x="29" y="0"/>
                  </a:move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16" y="19"/>
                  </a:lnTo>
                  <a:lnTo>
                    <a:pt x="29" y="32"/>
                  </a:ln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46" name="Freeform 111"/>
            <p:cNvSpPr/>
            <p:nvPr/>
          </p:nvSpPr>
          <p:spPr>
            <a:xfrm>
              <a:off x="5981400" y="2078640"/>
              <a:ext cx="300960" cy="25344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53440"/>
                <a:gd name="textAreaBottom" fmla="*/ 253800 h 253440"/>
                <a:gd name="GluePoint1X" fmla="*/ 110 w 133"/>
                <a:gd name="GluePoint1Y" fmla="*/ 0 h 112"/>
                <a:gd name="GluePoint2X" fmla="*/ 94 w 133"/>
                <a:gd name="GluePoint2Y" fmla="*/ 0 h 112"/>
                <a:gd name="GluePoint3X" fmla="*/ 94 w 133"/>
                <a:gd name="GluePoint3Y" fmla="*/ 8 h 112"/>
                <a:gd name="GluePoint4X" fmla="*/ 40 w 133"/>
                <a:gd name="GluePoint4Y" fmla="*/ 8 h 112"/>
                <a:gd name="GluePoint5X" fmla="*/ 40 w 133"/>
                <a:gd name="GluePoint5Y" fmla="*/ 0 h 112"/>
                <a:gd name="GluePoint6X" fmla="*/ 23 w 133"/>
                <a:gd name="GluePoint6Y" fmla="*/ 0 h 112"/>
                <a:gd name="GluePoint7X" fmla="*/ 23 w 133"/>
                <a:gd name="GluePoint7Y" fmla="*/ 8 h 112"/>
                <a:gd name="GluePoint8X" fmla="*/ 0 w 133"/>
                <a:gd name="GluePoint8Y" fmla="*/ 8 h 112"/>
                <a:gd name="GluePoint9X" fmla="*/ 0 w 133"/>
                <a:gd name="GluePoint9Y" fmla="*/ 112 h 112"/>
                <a:gd name="GluePoint10X" fmla="*/ 133 w 133"/>
                <a:gd name="GluePoint10Y" fmla="*/ 112 h 112"/>
                <a:gd name="GluePoint11X" fmla="*/ 133 w 133"/>
                <a:gd name="GluePoint11Y" fmla="*/ 8 h 112"/>
                <a:gd name="GluePoint12X" fmla="*/ 110 w 133"/>
                <a:gd name="GluePoint12Y" fmla="*/ 8 h 112"/>
                <a:gd name="GluePoint13X" fmla="*/ 110 w 133"/>
                <a:gd name="GluePoint13Y" fmla="*/ 0 h 112"/>
                <a:gd name="GluePoint14X" fmla="*/ 98 w 133"/>
                <a:gd name="GluePoint14Y" fmla="*/ 4 h 112"/>
                <a:gd name="GluePoint15X" fmla="*/ 106 w 133"/>
                <a:gd name="GluePoint15Y" fmla="*/ 4 h 112"/>
                <a:gd name="GluePoint16X" fmla="*/ 106 w 133"/>
                <a:gd name="GluePoint16Y" fmla="*/ 16 h 112"/>
                <a:gd name="GluePoint17X" fmla="*/ 98 w 133"/>
                <a:gd name="GluePoint17Y" fmla="*/ 16 h 112"/>
                <a:gd name="GluePoint18X" fmla="*/ 98 w 133"/>
                <a:gd name="GluePoint18Y" fmla="*/ 4 h 112"/>
                <a:gd name="GluePoint19X" fmla="*/ 27 w 133"/>
                <a:gd name="GluePoint19Y" fmla="*/ 4 h 112"/>
                <a:gd name="GluePoint20X" fmla="*/ 36 w 133"/>
                <a:gd name="GluePoint20Y" fmla="*/ 4 h 112"/>
                <a:gd name="GluePoint21X" fmla="*/ 36 w 133"/>
                <a:gd name="GluePoint21Y" fmla="*/ 16 h 112"/>
                <a:gd name="GluePoint22X" fmla="*/ 27 w 133"/>
                <a:gd name="GluePoint22Y" fmla="*/ 16 h 112"/>
                <a:gd name="GluePoint23X" fmla="*/ 27 w 133"/>
                <a:gd name="GluePoint23Y" fmla="*/ 4 h 112"/>
                <a:gd name="GluePoint24X" fmla="*/ 4 w 133"/>
                <a:gd name="GluePoint24Y" fmla="*/ 108 h 112"/>
                <a:gd name="GluePoint25X" fmla="*/ 4 w 133"/>
                <a:gd name="GluePoint25Y" fmla="*/ 29 h 112"/>
                <a:gd name="GluePoint26X" fmla="*/ 129 w 133"/>
                <a:gd name="GluePoint26Y" fmla="*/ 29 h 112"/>
                <a:gd name="GluePoint27X" fmla="*/ 129 w 133"/>
                <a:gd name="GluePoint27Y" fmla="*/ 108 h 112"/>
                <a:gd name="GluePoint28X" fmla="*/ 4 w 133"/>
                <a:gd name="GluePoint28Y" fmla="*/ 108 h 112"/>
                <a:gd name="GluePoint29X" fmla="*/ 129 w 133"/>
                <a:gd name="GluePoint29Y" fmla="*/ 12 h 112"/>
                <a:gd name="GluePoint30X" fmla="*/ 129 w 133"/>
                <a:gd name="GluePoint30Y" fmla="*/ 25 h 112"/>
                <a:gd name="GluePoint31X" fmla="*/ 4 w 133"/>
                <a:gd name="GluePoint31Y" fmla="*/ 25 h 112"/>
                <a:gd name="GluePoint32X" fmla="*/ 4 w 133"/>
                <a:gd name="GluePoint32Y" fmla="*/ 12 h 112"/>
                <a:gd name="GluePoint33X" fmla="*/ 23 w 133"/>
                <a:gd name="GluePoint33Y" fmla="*/ 12 h 112"/>
                <a:gd name="GluePoint34X" fmla="*/ 23 w 133"/>
                <a:gd name="GluePoint34Y" fmla="*/ 20 h 112"/>
                <a:gd name="GluePoint35X" fmla="*/ 40 w 133"/>
                <a:gd name="GluePoint35Y" fmla="*/ 20 h 112"/>
                <a:gd name="GluePoint36X" fmla="*/ 40 w 133"/>
                <a:gd name="GluePoint36Y" fmla="*/ 12 h 112"/>
                <a:gd name="GluePoint37X" fmla="*/ 94 w 133"/>
                <a:gd name="GluePoint37Y" fmla="*/ 12 h 112"/>
                <a:gd name="GluePoint38X" fmla="*/ 94 w 133"/>
                <a:gd name="GluePoint38Y" fmla="*/ 20 h 112"/>
                <a:gd name="GluePoint39X" fmla="*/ 110 w 133"/>
                <a:gd name="GluePoint39Y" fmla="*/ 20 h 112"/>
                <a:gd name="GluePoint40X" fmla="*/ 110 w 133"/>
                <a:gd name="GluePoint40Y" fmla="*/ 12 h 112"/>
                <a:gd name="GluePoint41X" fmla="*/ 129 w 133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3" h="112">
                  <a:moveTo>
                    <a:pt x="110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0" y="8"/>
                  </a:lnTo>
                  <a:lnTo>
                    <a:pt x="110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0" y="20"/>
                  </a:lnTo>
                  <a:lnTo>
                    <a:pt x="110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47" name="Group 657"/>
          <p:cNvGrpSpPr/>
          <p:nvPr/>
        </p:nvGrpSpPr>
        <p:grpSpPr>
          <a:xfrm>
            <a:off x="6373440" y="2078640"/>
            <a:ext cx="303120" cy="253440"/>
            <a:chOff x="6373440" y="2078640"/>
            <a:chExt cx="303120" cy="253440"/>
          </a:xfrm>
        </p:grpSpPr>
        <p:sp>
          <p:nvSpPr>
            <p:cNvPr id="1548" name="Freeform 112"/>
            <p:cNvSpPr/>
            <p:nvPr/>
          </p:nvSpPr>
          <p:spPr>
            <a:xfrm>
              <a:off x="6477480" y="2185200"/>
              <a:ext cx="92520" cy="9468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4680"/>
                <a:gd name="textAreaBottom" fmla="*/ 95040 h 94680"/>
                <a:gd name="GluePoint1X" fmla="*/ 56 w 78"/>
                <a:gd name="GluePoint1Y" fmla="*/ 28 h 79"/>
                <a:gd name="GluePoint2X" fmla="*/ 28 w 78"/>
                <a:gd name="GluePoint2Y" fmla="*/ 0 h 79"/>
                <a:gd name="GluePoint3X" fmla="*/ 0 w 78"/>
                <a:gd name="GluePoint3Y" fmla="*/ 28 h 79"/>
                <a:gd name="GluePoint4X" fmla="*/ 28 w 78"/>
                <a:gd name="GluePoint4Y" fmla="*/ 56 h 79"/>
                <a:gd name="GluePoint5X" fmla="*/ 44 w 78"/>
                <a:gd name="GluePoint5Y" fmla="*/ 50 h 79"/>
                <a:gd name="GluePoint6X" fmla="*/ 73 w 78"/>
                <a:gd name="GluePoint6Y" fmla="*/ 79 h 79"/>
                <a:gd name="GluePoint7X" fmla="*/ 78 w 78"/>
                <a:gd name="GluePoint7Y" fmla="*/ 73 h 79"/>
                <a:gd name="GluePoint8X" fmla="*/ 50 w 78"/>
                <a:gd name="GluePoint8Y" fmla="*/ 45 h 79"/>
                <a:gd name="GluePoint9X" fmla="*/ 56 w 78"/>
                <a:gd name="GluePoint9Y" fmla="*/ 28 h 79"/>
                <a:gd name="GluePoint10X" fmla="*/ 8 w 78"/>
                <a:gd name="GluePoint10Y" fmla="*/ 28 h 79"/>
                <a:gd name="GluePoint11X" fmla="*/ 28 w 78"/>
                <a:gd name="GluePoint11Y" fmla="*/ 8 h 79"/>
                <a:gd name="GluePoint12X" fmla="*/ 48 w 78"/>
                <a:gd name="GluePoint12Y" fmla="*/ 28 h 79"/>
                <a:gd name="GluePoint13X" fmla="*/ 28 w 78"/>
                <a:gd name="GluePoint13Y" fmla="*/ 48 h 79"/>
                <a:gd name="GluePoint14X" fmla="*/ 8 w 78"/>
                <a:gd name="GluePoint14Y" fmla="*/ 28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8" h="79">
                  <a:moveTo>
                    <a:pt x="56" y="28"/>
                  </a:move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ubicBezTo>
                    <a:pt x="34" y="56"/>
                    <a:pt x="40" y="54"/>
                    <a:pt x="44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3" y="40"/>
                    <a:pt x="56" y="34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49" name="Freeform 113"/>
            <p:cNvSpPr/>
            <p:nvPr/>
          </p:nvSpPr>
          <p:spPr>
            <a:xfrm>
              <a:off x="6373440" y="2078640"/>
              <a:ext cx="303120" cy="2534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53440"/>
                <a:gd name="textAreaBottom" fmla="*/ 253800 h 253440"/>
                <a:gd name="GluePoint1X" fmla="*/ 111 w 134"/>
                <a:gd name="GluePoint1Y" fmla="*/ 0 h 112"/>
                <a:gd name="GluePoint2X" fmla="*/ 94 w 134"/>
                <a:gd name="GluePoint2Y" fmla="*/ 0 h 112"/>
                <a:gd name="GluePoint3X" fmla="*/ 94 w 134"/>
                <a:gd name="GluePoint3Y" fmla="*/ 8 h 112"/>
                <a:gd name="GluePoint4X" fmla="*/ 40 w 134"/>
                <a:gd name="GluePoint4Y" fmla="*/ 8 h 112"/>
                <a:gd name="GluePoint5X" fmla="*/ 40 w 134"/>
                <a:gd name="GluePoint5Y" fmla="*/ 0 h 112"/>
                <a:gd name="GluePoint6X" fmla="*/ 23 w 134"/>
                <a:gd name="GluePoint6Y" fmla="*/ 0 h 112"/>
                <a:gd name="GluePoint7X" fmla="*/ 23 w 134"/>
                <a:gd name="GluePoint7Y" fmla="*/ 8 h 112"/>
                <a:gd name="GluePoint8X" fmla="*/ 0 w 134"/>
                <a:gd name="GluePoint8Y" fmla="*/ 8 h 112"/>
                <a:gd name="GluePoint9X" fmla="*/ 0 w 134"/>
                <a:gd name="GluePoint9Y" fmla="*/ 112 h 112"/>
                <a:gd name="GluePoint10X" fmla="*/ 134 w 134"/>
                <a:gd name="GluePoint10Y" fmla="*/ 112 h 112"/>
                <a:gd name="GluePoint11X" fmla="*/ 134 w 134"/>
                <a:gd name="GluePoint11Y" fmla="*/ 8 h 112"/>
                <a:gd name="GluePoint12X" fmla="*/ 111 w 134"/>
                <a:gd name="GluePoint12Y" fmla="*/ 8 h 112"/>
                <a:gd name="GluePoint13X" fmla="*/ 111 w 134"/>
                <a:gd name="GluePoint13Y" fmla="*/ 0 h 112"/>
                <a:gd name="GluePoint14X" fmla="*/ 98 w 134"/>
                <a:gd name="GluePoint14Y" fmla="*/ 4 h 112"/>
                <a:gd name="GluePoint15X" fmla="*/ 107 w 134"/>
                <a:gd name="GluePoint15Y" fmla="*/ 4 h 112"/>
                <a:gd name="GluePoint16X" fmla="*/ 107 w 134"/>
                <a:gd name="GluePoint16Y" fmla="*/ 16 h 112"/>
                <a:gd name="GluePoint17X" fmla="*/ 98 w 134"/>
                <a:gd name="GluePoint17Y" fmla="*/ 16 h 112"/>
                <a:gd name="GluePoint18X" fmla="*/ 98 w 134"/>
                <a:gd name="GluePoint18Y" fmla="*/ 4 h 112"/>
                <a:gd name="GluePoint19X" fmla="*/ 28 w 134"/>
                <a:gd name="GluePoint19Y" fmla="*/ 4 h 112"/>
                <a:gd name="GluePoint20X" fmla="*/ 36 w 134"/>
                <a:gd name="GluePoint20Y" fmla="*/ 4 h 112"/>
                <a:gd name="GluePoint21X" fmla="*/ 36 w 134"/>
                <a:gd name="GluePoint21Y" fmla="*/ 16 h 112"/>
                <a:gd name="GluePoint22X" fmla="*/ 28 w 134"/>
                <a:gd name="GluePoint22Y" fmla="*/ 16 h 112"/>
                <a:gd name="GluePoint23X" fmla="*/ 28 w 134"/>
                <a:gd name="GluePoint23Y" fmla="*/ 4 h 112"/>
                <a:gd name="GluePoint24X" fmla="*/ 5 w 134"/>
                <a:gd name="GluePoint24Y" fmla="*/ 108 h 112"/>
                <a:gd name="GluePoint25X" fmla="*/ 5 w 134"/>
                <a:gd name="GluePoint25Y" fmla="*/ 29 h 112"/>
                <a:gd name="GluePoint26X" fmla="*/ 130 w 134"/>
                <a:gd name="GluePoint26Y" fmla="*/ 29 h 112"/>
                <a:gd name="GluePoint27X" fmla="*/ 130 w 134"/>
                <a:gd name="GluePoint27Y" fmla="*/ 108 h 112"/>
                <a:gd name="GluePoint28X" fmla="*/ 5 w 134"/>
                <a:gd name="GluePoint28Y" fmla="*/ 108 h 112"/>
                <a:gd name="GluePoint29X" fmla="*/ 130 w 134"/>
                <a:gd name="GluePoint29Y" fmla="*/ 12 h 112"/>
                <a:gd name="GluePoint30X" fmla="*/ 130 w 134"/>
                <a:gd name="GluePoint30Y" fmla="*/ 25 h 112"/>
                <a:gd name="GluePoint31X" fmla="*/ 5 w 134"/>
                <a:gd name="GluePoint31Y" fmla="*/ 25 h 112"/>
                <a:gd name="GluePoint32X" fmla="*/ 5 w 134"/>
                <a:gd name="GluePoint32Y" fmla="*/ 12 h 112"/>
                <a:gd name="GluePoint33X" fmla="*/ 23 w 134"/>
                <a:gd name="GluePoint33Y" fmla="*/ 12 h 112"/>
                <a:gd name="GluePoint34X" fmla="*/ 23 w 134"/>
                <a:gd name="GluePoint34Y" fmla="*/ 20 h 112"/>
                <a:gd name="GluePoint35X" fmla="*/ 40 w 134"/>
                <a:gd name="GluePoint35Y" fmla="*/ 20 h 112"/>
                <a:gd name="GluePoint36X" fmla="*/ 40 w 134"/>
                <a:gd name="GluePoint36Y" fmla="*/ 12 h 112"/>
                <a:gd name="GluePoint37X" fmla="*/ 94 w 134"/>
                <a:gd name="GluePoint37Y" fmla="*/ 12 h 112"/>
                <a:gd name="GluePoint38X" fmla="*/ 94 w 134"/>
                <a:gd name="GluePoint38Y" fmla="*/ 20 h 112"/>
                <a:gd name="GluePoint39X" fmla="*/ 111 w 134"/>
                <a:gd name="GluePoint39Y" fmla="*/ 20 h 112"/>
                <a:gd name="GluePoint40X" fmla="*/ 111 w 134"/>
                <a:gd name="GluePoint40Y" fmla="*/ 12 h 112"/>
                <a:gd name="GluePoint41X" fmla="*/ 130 w 134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4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4" y="112"/>
                  </a:lnTo>
                  <a:lnTo>
                    <a:pt x="134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7" y="4"/>
                  </a:lnTo>
                  <a:lnTo>
                    <a:pt x="107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8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8" y="16"/>
                  </a:lnTo>
                  <a:lnTo>
                    <a:pt x="28" y="4"/>
                  </a:lnTo>
                  <a:close/>
                  <a:moveTo>
                    <a:pt x="5" y="108"/>
                  </a:moveTo>
                  <a:lnTo>
                    <a:pt x="5" y="29"/>
                  </a:lnTo>
                  <a:lnTo>
                    <a:pt x="130" y="29"/>
                  </a:lnTo>
                  <a:lnTo>
                    <a:pt x="130" y="108"/>
                  </a:lnTo>
                  <a:lnTo>
                    <a:pt x="5" y="108"/>
                  </a:lnTo>
                  <a:close/>
                  <a:moveTo>
                    <a:pt x="130" y="12"/>
                  </a:moveTo>
                  <a:lnTo>
                    <a:pt x="130" y="25"/>
                  </a:lnTo>
                  <a:lnTo>
                    <a:pt x="5" y="25"/>
                  </a:lnTo>
                  <a:lnTo>
                    <a:pt x="5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30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50" name="Group 658"/>
          <p:cNvGrpSpPr/>
          <p:nvPr/>
        </p:nvGrpSpPr>
        <p:grpSpPr>
          <a:xfrm>
            <a:off x="6765120" y="2078640"/>
            <a:ext cx="300960" cy="253440"/>
            <a:chOff x="6765120" y="2078640"/>
            <a:chExt cx="300960" cy="253440"/>
          </a:xfrm>
        </p:grpSpPr>
        <p:sp>
          <p:nvSpPr>
            <p:cNvPr id="1551" name="Freeform 114"/>
            <p:cNvSpPr/>
            <p:nvPr/>
          </p:nvSpPr>
          <p:spPr>
            <a:xfrm>
              <a:off x="6765120" y="2078640"/>
              <a:ext cx="300960" cy="25344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53440"/>
                <a:gd name="textAreaBottom" fmla="*/ 253800 h 253440"/>
                <a:gd name="GluePoint1X" fmla="*/ 111 w 133"/>
                <a:gd name="GluePoint1Y" fmla="*/ 0 h 112"/>
                <a:gd name="GluePoint2X" fmla="*/ 94 w 133"/>
                <a:gd name="GluePoint2Y" fmla="*/ 0 h 112"/>
                <a:gd name="GluePoint3X" fmla="*/ 94 w 133"/>
                <a:gd name="GluePoint3Y" fmla="*/ 8 h 112"/>
                <a:gd name="GluePoint4X" fmla="*/ 40 w 133"/>
                <a:gd name="GluePoint4Y" fmla="*/ 8 h 112"/>
                <a:gd name="GluePoint5X" fmla="*/ 40 w 133"/>
                <a:gd name="GluePoint5Y" fmla="*/ 0 h 112"/>
                <a:gd name="GluePoint6X" fmla="*/ 23 w 133"/>
                <a:gd name="GluePoint6Y" fmla="*/ 0 h 112"/>
                <a:gd name="GluePoint7X" fmla="*/ 23 w 133"/>
                <a:gd name="GluePoint7Y" fmla="*/ 8 h 112"/>
                <a:gd name="GluePoint8X" fmla="*/ 0 w 133"/>
                <a:gd name="GluePoint8Y" fmla="*/ 8 h 112"/>
                <a:gd name="GluePoint9X" fmla="*/ 0 w 133"/>
                <a:gd name="GluePoint9Y" fmla="*/ 112 h 112"/>
                <a:gd name="GluePoint10X" fmla="*/ 133 w 133"/>
                <a:gd name="GluePoint10Y" fmla="*/ 112 h 112"/>
                <a:gd name="GluePoint11X" fmla="*/ 133 w 133"/>
                <a:gd name="GluePoint11Y" fmla="*/ 8 h 112"/>
                <a:gd name="GluePoint12X" fmla="*/ 111 w 133"/>
                <a:gd name="GluePoint12Y" fmla="*/ 8 h 112"/>
                <a:gd name="GluePoint13X" fmla="*/ 111 w 133"/>
                <a:gd name="GluePoint13Y" fmla="*/ 0 h 112"/>
                <a:gd name="GluePoint14X" fmla="*/ 98 w 133"/>
                <a:gd name="GluePoint14Y" fmla="*/ 4 h 112"/>
                <a:gd name="GluePoint15X" fmla="*/ 106 w 133"/>
                <a:gd name="GluePoint15Y" fmla="*/ 4 h 112"/>
                <a:gd name="GluePoint16X" fmla="*/ 106 w 133"/>
                <a:gd name="GluePoint16Y" fmla="*/ 16 h 112"/>
                <a:gd name="GluePoint17X" fmla="*/ 98 w 133"/>
                <a:gd name="GluePoint17Y" fmla="*/ 16 h 112"/>
                <a:gd name="GluePoint18X" fmla="*/ 98 w 133"/>
                <a:gd name="GluePoint18Y" fmla="*/ 4 h 112"/>
                <a:gd name="GluePoint19X" fmla="*/ 27 w 133"/>
                <a:gd name="GluePoint19Y" fmla="*/ 4 h 112"/>
                <a:gd name="GluePoint20X" fmla="*/ 36 w 133"/>
                <a:gd name="GluePoint20Y" fmla="*/ 4 h 112"/>
                <a:gd name="GluePoint21X" fmla="*/ 36 w 133"/>
                <a:gd name="GluePoint21Y" fmla="*/ 16 h 112"/>
                <a:gd name="GluePoint22X" fmla="*/ 27 w 133"/>
                <a:gd name="GluePoint22Y" fmla="*/ 16 h 112"/>
                <a:gd name="GluePoint23X" fmla="*/ 27 w 133"/>
                <a:gd name="GluePoint23Y" fmla="*/ 4 h 112"/>
                <a:gd name="GluePoint24X" fmla="*/ 4 w 133"/>
                <a:gd name="GluePoint24Y" fmla="*/ 108 h 112"/>
                <a:gd name="GluePoint25X" fmla="*/ 4 w 133"/>
                <a:gd name="GluePoint25Y" fmla="*/ 29 h 112"/>
                <a:gd name="GluePoint26X" fmla="*/ 129 w 133"/>
                <a:gd name="GluePoint26Y" fmla="*/ 29 h 112"/>
                <a:gd name="GluePoint27X" fmla="*/ 129 w 133"/>
                <a:gd name="GluePoint27Y" fmla="*/ 108 h 112"/>
                <a:gd name="GluePoint28X" fmla="*/ 4 w 133"/>
                <a:gd name="GluePoint28Y" fmla="*/ 108 h 112"/>
                <a:gd name="GluePoint29X" fmla="*/ 129 w 133"/>
                <a:gd name="GluePoint29Y" fmla="*/ 12 h 112"/>
                <a:gd name="GluePoint30X" fmla="*/ 129 w 133"/>
                <a:gd name="GluePoint30Y" fmla="*/ 25 h 112"/>
                <a:gd name="GluePoint31X" fmla="*/ 4 w 133"/>
                <a:gd name="GluePoint31Y" fmla="*/ 25 h 112"/>
                <a:gd name="GluePoint32X" fmla="*/ 4 w 133"/>
                <a:gd name="GluePoint32Y" fmla="*/ 12 h 112"/>
                <a:gd name="GluePoint33X" fmla="*/ 23 w 133"/>
                <a:gd name="GluePoint33Y" fmla="*/ 12 h 112"/>
                <a:gd name="GluePoint34X" fmla="*/ 23 w 133"/>
                <a:gd name="GluePoint34Y" fmla="*/ 20 h 112"/>
                <a:gd name="GluePoint35X" fmla="*/ 40 w 133"/>
                <a:gd name="GluePoint35Y" fmla="*/ 20 h 112"/>
                <a:gd name="GluePoint36X" fmla="*/ 40 w 133"/>
                <a:gd name="GluePoint36Y" fmla="*/ 12 h 112"/>
                <a:gd name="GluePoint37X" fmla="*/ 94 w 133"/>
                <a:gd name="GluePoint37Y" fmla="*/ 12 h 112"/>
                <a:gd name="GluePoint38X" fmla="*/ 94 w 133"/>
                <a:gd name="GluePoint38Y" fmla="*/ 20 h 112"/>
                <a:gd name="GluePoint39X" fmla="*/ 111 w 133"/>
                <a:gd name="GluePoint39Y" fmla="*/ 20 h 112"/>
                <a:gd name="GluePoint40X" fmla="*/ 111 w 133"/>
                <a:gd name="GluePoint40Y" fmla="*/ 12 h 112"/>
                <a:gd name="GluePoint41X" fmla="*/ 129 w 133"/>
                <a:gd name="GluePoint41Y" fmla="*/ 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3" h="112">
                  <a:moveTo>
                    <a:pt x="111" y="0"/>
                  </a:moveTo>
                  <a:lnTo>
                    <a:pt x="94" y="0"/>
                  </a:lnTo>
                  <a:lnTo>
                    <a:pt x="94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23" y="0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112"/>
                  </a:lnTo>
                  <a:lnTo>
                    <a:pt x="133" y="112"/>
                  </a:lnTo>
                  <a:lnTo>
                    <a:pt x="133" y="8"/>
                  </a:lnTo>
                  <a:lnTo>
                    <a:pt x="111" y="8"/>
                  </a:lnTo>
                  <a:lnTo>
                    <a:pt x="111" y="0"/>
                  </a:lnTo>
                  <a:close/>
                  <a:moveTo>
                    <a:pt x="98" y="4"/>
                  </a:moveTo>
                  <a:lnTo>
                    <a:pt x="106" y="4"/>
                  </a:lnTo>
                  <a:lnTo>
                    <a:pt x="106" y="16"/>
                  </a:lnTo>
                  <a:lnTo>
                    <a:pt x="98" y="16"/>
                  </a:lnTo>
                  <a:lnTo>
                    <a:pt x="98" y="4"/>
                  </a:lnTo>
                  <a:close/>
                  <a:moveTo>
                    <a:pt x="27" y="4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27" y="16"/>
                  </a:lnTo>
                  <a:lnTo>
                    <a:pt x="27" y="4"/>
                  </a:lnTo>
                  <a:close/>
                  <a:moveTo>
                    <a:pt x="4" y="108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8"/>
                  </a:lnTo>
                  <a:lnTo>
                    <a:pt x="4" y="108"/>
                  </a:lnTo>
                  <a:close/>
                  <a:moveTo>
                    <a:pt x="129" y="12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2"/>
                  </a:lnTo>
                  <a:lnTo>
                    <a:pt x="23" y="12"/>
                  </a:lnTo>
                  <a:lnTo>
                    <a:pt x="23" y="20"/>
                  </a:lnTo>
                  <a:lnTo>
                    <a:pt x="40" y="20"/>
                  </a:lnTo>
                  <a:lnTo>
                    <a:pt x="40" y="12"/>
                  </a:lnTo>
                  <a:lnTo>
                    <a:pt x="94" y="12"/>
                  </a:lnTo>
                  <a:lnTo>
                    <a:pt x="94" y="20"/>
                  </a:lnTo>
                  <a:lnTo>
                    <a:pt x="111" y="20"/>
                  </a:lnTo>
                  <a:lnTo>
                    <a:pt x="111" y="12"/>
                  </a:lnTo>
                  <a:lnTo>
                    <a:pt x="12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52" name="Freeform 115"/>
            <p:cNvSpPr/>
            <p:nvPr/>
          </p:nvSpPr>
          <p:spPr>
            <a:xfrm>
              <a:off x="6862320" y="2180520"/>
              <a:ext cx="106200" cy="99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99360"/>
                <a:gd name="textAreaBottom" fmla="*/ 99720 h 99360"/>
                <a:gd name="GluePoint1X" fmla="*/ 85 w 89"/>
                <a:gd name="GluePoint1Y" fmla="*/ 32 h 84"/>
                <a:gd name="GluePoint2X" fmla="*/ 59 w 89"/>
                <a:gd name="GluePoint2Y" fmla="*/ 32 h 84"/>
                <a:gd name="GluePoint3X" fmla="*/ 48 w 89"/>
                <a:gd name="GluePoint3Y" fmla="*/ 2 h 84"/>
                <a:gd name="GluePoint4X" fmla="*/ 45 w 89"/>
                <a:gd name="GluePoint4Y" fmla="*/ 0 h 84"/>
                <a:gd name="GluePoint5X" fmla="*/ 41 w 89"/>
                <a:gd name="GluePoint5Y" fmla="*/ 3 h 84"/>
                <a:gd name="GluePoint6X" fmla="*/ 31 w 89"/>
                <a:gd name="GluePoint6Y" fmla="*/ 32 h 84"/>
                <a:gd name="GluePoint7X" fmla="*/ 5 w 89"/>
                <a:gd name="GluePoint7Y" fmla="*/ 32 h 84"/>
                <a:gd name="GluePoint8X" fmla="*/ 1 w 89"/>
                <a:gd name="GluePoint8Y" fmla="*/ 35 h 84"/>
                <a:gd name="GluePoint9X" fmla="*/ 2 w 89"/>
                <a:gd name="GluePoint9Y" fmla="*/ 39 h 84"/>
                <a:gd name="GluePoint10X" fmla="*/ 24 w 89"/>
                <a:gd name="GluePoint10Y" fmla="*/ 54 h 84"/>
                <a:gd name="GluePoint11X" fmla="*/ 16 w 89"/>
                <a:gd name="GluePoint11Y" fmla="*/ 79 h 84"/>
                <a:gd name="GluePoint12X" fmla="*/ 18 w 89"/>
                <a:gd name="GluePoint12Y" fmla="*/ 83 h 84"/>
                <a:gd name="GluePoint13X" fmla="*/ 22 w 89"/>
                <a:gd name="GluePoint13Y" fmla="*/ 83 h 84"/>
                <a:gd name="GluePoint14X" fmla="*/ 45 w 89"/>
                <a:gd name="GluePoint14Y" fmla="*/ 69 h 84"/>
                <a:gd name="GluePoint15X" fmla="*/ 66 w 89"/>
                <a:gd name="GluePoint15Y" fmla="*/ 83 h 84"/>
                <a:gd name="GluePoint16X" fmla="*/ 68 w 89"/>
                <a:gd name="GluePoint16Y" fmla="*/ 84 h 84"/>
                <a:gd name="GluePoint17X" fmla="*/ 71 w 89"/>
                <a:gd name="GluePoint17Y" fmla="*/ 83 h 84"/>
                <a:gd name="GluePoint18X" fmla="*/ 72 w 89"/>
                <a:gd name="GluePoint18Y" fmla="*/ 79 h 84"/>
                <a:gd name="GluePoint19X" fmla="*/ 65 w 89"/>
                <a:gd name="GluePoint19Y" fmla="*/ 54 h 84"/>
                <a:gd name="GluePoint20X" fmla="*/ 87 w 89"/>
                <a:gd name="GluePoint20Y" fmla="*/ 39 h 84"/>
                <a:gd name="GluePoint21X" fmla="*/ 88 w 89"/>
                <a:gd name="GluePoint21Y" fmla="*/ 35 h 84"/>
                <a:gd name="GluePoint22X" fmla="*/ 85 w 89"/>
                <a:gd name="GluePoint22Y" fmla="*/ 32 h 84"/>
                <a:gd name="GluePoint23X" fmla="*/ 58 w 89"/>
                <a:gd name="GluePoint23Y" fmla="*/ 49 h 84"/>
                <a:gd name="GluePoint24X" fmla="*/ 57 w 89"/>
                <a:gd name="GluePoint24Y" fmla="*/ 53 h 84"/>
                <a:gd name="GluePoint25X" fmla="*/ 62 w 89"/>
                <a:gd name="GluePoint25Y" fmla="*/ 70 h 84"/>
                <a:gd name="GluePoint26X" fmla="*/ 47 w 89"/>
                <a:gd name="GluePoint26Y" fmla="*/ 61 h 84"/>
                <a:gd name="GluePoint27X" fmla="*/ 42 w 89"/>
                <a:gd name="GluePoint27Y" fmla="*/ 60 h 84"/>
                <a:gd name="GluePoint28X" fmla="*/ 27 w 89"/>
                <a:gd name="GluePoint28Y" fmla="*/ 70 h 84"/>
                <a:gd name="GluePoint29X" fmla="*/ 33 w 89"/>
                <a:gd name="GluePoint29Y" fmla="*/ 53 h 84"/>
                <a:gd name="GluePoint30X" fmla="*/ 31 w 89"/>
                <a:gd name="GluePoint30Y" fmla="*/ 49 h 84"/>
                <a:gd name="GluePoint31X" fmla="*/ 18 w 89"/>
                <a:gd name="GluePoint31Y" fmla="*/ 40 h 84"/>
                <a:gd name="GluePoint32X" fmla="*/ 34 w 89"/>
                <a:gd name="GluePoint32Y" fmla="*/ 40 h 84"/>
                <a:gd name="GluePoint33X" fmla="*/ 37 w 89"/>
                <a:gd name="GluePoint33Y" fmla="*/ 37 h 84"/>
                <a:gd name="GluePoint34X" fmla="*/ 45 w 89"/>
                <a:gd name="GluePoint34Y" fmla="*/ 16 h 84"/>
                <a:gd name="GluePoint35X" fmla="*/ 53 w 89"/>
                <a:gd name="GluePoint35Y" fmla="*/ 37 h 84"/>
                <a:gd name="GluePoint36X" fmla="*/ 57 w 89"/>
                <a:gd name="GluePoint36Y" fmla="*/ 40 h 84"/>
                <a:gd name="GluePoint37X" fmla="*/ 71 w 89"/>
                <a:gd name="GluePoint37Y" fmla="*/ 40 h 84"/>
                <a:gd name="GluePoint38X" fmla="*/ 58 w 89"/>
                <a:gd name="GluePoint38Y" fmla="*/ 49 h 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89" h="84">
                  <a:moveTo>
                    <a:pt x="85" y="32"/>
                  </a:moveTo>
                  <a:cubicBezTo>
                    <a:pt x="59" y="32"/>
                    <a:pt x="59" y="32"/>
                    <a:pt x="59" y="3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1"/>
                    <a:pt x="46" y="0"/>
                    <a:pt x="45" y="0"/>
                  </a:cubicBezTo>
                  <a:cubicBezTo>
                    <a:pt x="43" y="0"/>
                    <a:pt x="41" y="1"/>
                    <a:pt x="41" y="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3" y="32"/>
                    <a:pt x="1" y="33"/>
                    <a:pt x="1" y="35"/>
                  </a:cubicBezTo>
                  <a:cubicBezTo>
                    <a:pt x="0" y="36"/>
                    <a:pt x="1" y="38"/>
                    <a:pt x="2" y="39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6" y="80"/>
                    <a:pt x="16" y="82"/>
                    <a:pt x="18" y="83"/>
                  </a:cubicBezTo>
                  <a:cubicBezTo>
                    <a:pt x="19" y="84"/>
                    <a:pt x="21" y="84"/>
                    <a:pt x="22" y="83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66" y="83"/>
                    <a:pt x="66" y="83"/>
                    <a:pt x="66" y="83"/>
                  </a:cubicBezTo>
                  <a:cubicBezTo>
                    <a:pt x="67" y="84"/>
                    <a:pt x="68" y="84"/>
                    <a:pt x="68" y="84"/>
                  </a:cubicBezTo>
                  <a:cubicBezTo>
                    <a:pt x="69" y="84"/>
                    <a:pt x="70" y="84"/>
                    <a:pt x="71" y="83"/>
                  </a:cubicBezTo>
                  <a:cubicBezTo>
                    <a:pt x="72" y="82"/>
                    <a:pt x="73" y="80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7" y="39"/>
                    <a:pt x="87" y="39"/>
                    <a:pt x="87" y="39"/>
                  </a:cubicBezTo>
                  <a:cubicBezTo>
                    <a:pt x="88" y="38"/>
                    <a:pt x="89" y="36"/>
                    <a:pt x="88" y="35"/>
                  </a:cubicBezTo>
                  <a:cubicBezTo>
                    <a:pt x="88" y="33"/>
                    <a:pt x="86" y="32"/>
                    <a:pt x="85" y="32"/>
                  </a:cubicBezTo>
                  <a:close/>
                  <a:moveTo>
                    <a:pt x="58" y="49"/>
                  </a:moveTo>
                  <a:cubicBezTo>
                    <a:pt x="57" y="49"/>
                    <a:pt x="56" y="51"/>
                    <a:pt x="57" y="53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6" y="60"/>
                    <a:pt x="44" y="60"/>
                    <a:pt x="42" y="60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1"/>
                    <a:pt x="32" y="49"/>
                    <a:pt x="31" y="4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4" y="39"/>
                    <a:pt x="55" y="40"/>
                    <a:pt x="57" y="40"/>
                  </a:cubicBezTo>
                  <a:cubicBezTo>
                    <a:pt x="71" y="40"/>
                    <a:pt x="71" y="40"/>
                    <a:pt x="71" y="40"/>
                  </a:cubicBezTo>
                  <a:lnTo>
                    <a:pt x="58" y="4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53" name="Group 682"/>
          <p:cNvGrpSpPr/>
          <p:nvPr/>
        </p:nvGrpSpPr>
        <p:grpSpPr>
          <a:xfrm>
            <a:off x="2068200" y="2468160"/>
            <a:ext cx="300960" cy="255600"/>
            <a:chOff x="2068200" y="2468160"/>
            <a:chExt cx="300960" cy="255600"/>
          </a:xfrm>
        </p:grpSpPr>
        <p:sp>
          <p:nvSpPr>
            <p:cNvPr id="1554" name="Freeform 116"/>
            <p:cNvSpPr/>
            <p:nvPr/>
          </p:nvSpPr>
          <p:spPr>
            <a:xfrm>
              <a:off x="2176920" y="2572560"/>
              <a:ext cx="81000" cy="993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9360"/>
                <a:gd name="textAreaBottom" fmla="*/ 99720 h 99360"/>
                <a:gd name="GluePoint1X" fmla="*/ 17 w 36"/>
                <a:gd name="GluePoint1Y" fmla="*/ 0 h 44"/>
                <a:gd name="GluePoint2X" fmla="*/ 0 w 36"/>
                <a:gd name="GluePoint2Y" fmla="*/ 17 h 44"/>
                <a:gd name="GluePoint3X" fmla="*/ 3 w 36"/>
                <a:gd name="GluePoint3Y" fmla="*/ 20 h 44"/>
                <a:gd name="GluePoint4X" fmla="*/ 16 w 36"/>
                <a:gd name="GluePoint4Y" fmla="*/ 7 h 44"/>
                <a:gd name="GluePoint5X" fmla="*/ 16 w 36"/>
                <a:gd name="GluePoint5Y" fmla="*/ 44 h 44"/>
                <a:gd name="GluePoint6X" fmla="*/ 20 w 36"/>
                <a:gd name="GluePoint6Y" fmla="*/ 44 h 44"/>
                <a:gd name="GluePoint7X" fmla="*/ 20 w 36"/>
                <a:gd name="GluePoint7Y" fmla="*/ 7 h 44"/>
                <a:gd name="GluePoint8X" fmla="*/ 33 w 36"/>
                <a:gd name="GluePoint8Y" fmla="*/ 20 h 44"/>
                <a:gd name="GluePoint9X" fmla="*/ 36 w 36"/>
                <a:gd name="GluePoint9Y" fmla="*/ 17 h 44"/>
                <a:gd name="GluePoint10X" fmla="*/ 20 w 36"/>
                <a:gd name="GluePoint10Y" fmla="*/ 0 h 44"/>
                <a:gd name="GluePoint11X" fmla="*/ 17 w 36"/>
                <a:gd name="GluePoint11Y" fmla="*/ 0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4">
                  <a:moveTo>
                    <a:pt x="17" y="0"/>
                  </a:moveTo>
                  <a:lnTo>
                    <a:pt x="0" y="17"/>
                  </a:lnTo>
                  <a:lnTo>
                    <a:pt x="3" y="20"/>
                  </a:lnTo>
                  <a:lnTo>
                    <a:pt x="16" y="7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0"/>
                  </a:lnTo>
                  <a:lnTo>
                    <a:pt x="36" y="17"/>
                  </a:lnTo>
                  <a:lnTo>
                    <a:pt x="2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55" name="Freeform 117"/>
            <p:cNvSpPr/>
            <p:nvPr/>
          </p:nvSpPr>
          <p:spPr>
            <a:xfrm>
              <a:off x="2068200" y="2468160"/>
              <a:ext cx="300960" cy="25560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55600"/>
                <a:gd name="textAreaBottom" fmla="*/ 255960 h 255600"/>
                <a:gd name="GluePoint1X" fmla="*/ 110 w 133"/>
                <a:gd name="GluePoint1Y" fmla="*/ 0 h 113"/>
                <a:gd name="GluePoint2X" fmla="*/ 93 w 133"/>
                <a:gd name="GluePoint2Y" fmla="*/ 0 h 113"/>
                <a:gd name="GluePoint3X" fmla="*/ 93 w 133"/>
                <a:gd name="GluePoint3Y" fmla="*/ 9 h 113"/>
                <a:gd name="GluePoint4X" fmla="*/ 39 w 133"/>
                <a:gd name="GluePoint4Y" fmla="*/ 9 h 113"/>
                <a:gd name="GluePoint5X" fmla="*/ 39 w 133"/>
                <a:gd name="GluePoint5Y" fmla="*/ 0 h 113"/>
                <a:gd name="GluePoint6X" fmla="*/ 22 w 133"/>
                <a:gd name="GluePoint6Y" fmla="*/ 0 h 113"/>
                <a:gd name="GluePoint7X" fmla="*/ 22 w 133"/>
                <a:gd name="GluePoint7Y" fmla="*/ 9 h 113"/>
                <a:gd name="GluePoint8X" fmla="*/ 0 w 133"/>
                <a:gd name="GluePoint8Y" fmla="*/ 9 h 113"/>
                <a:gd name="GluePoint9X" fmla="*/ 0 w 133"/>
                <a:gd name="GluePoint9Y" fmla="*/ 113 h 113"/>
                <a:gd name="GluePoint10X" fmla="*/ 133 w 133"/>
                <a:gd name="GluePoint10Y" fmla="*/ 113 h 113"/>
                <a:gd name="GluePoint11X" fmla="*/ 133 w 133"/>
                <a:gd name="GluePoint11Y" fmla="*/ 9 h 113"/>
                <a:gd name="GluePoint12X" fmla="*/ 110 w 133"/>
                <a:gd name="GluePoint12Y" fmla="*/ 9 h 113"/>
                <a:gd name="GluePoint13X" fmla="*/ 110 w 133"/>
                <a:gd name="GluePoint13Y" fmla="*/ 0 h 113"/>
                <a:gd name="GluePoint14X" fmla="*/ 97 w 133"/>
                <a:gd name="GluePoint14Y" fmla="*/ 4 h 113"/>
                <a:gd name="GluePoint15X" fmla="*/ 106 w 133"/>
                <a:gd name="GluePoint15Y" fmla="*/ 4 h 113"/>
                <a:gd name="GluePoint16X" fmla="*/ 106 w 133"/>
                <a:gd name="GluePoint16Y" fmla="*/ 17 h 113"/>
                <a:gd name="GluePoint17X" fmla="*/ 97 w 133"/>
                <a:gd name="GluePoint17Y" fmla="*/ 17 h 113"/>
                <a:gd name="GluePoint18X" fmla="*/ 97 w 133"/>
                <a:gd name="GluePoint18Y" fmla="*/ 4 h 113"/>
                <a:gd name="GluePoint19X" fmla="*/ 27 w 133"/>
                <a:gd name="GluePoint19Y" fmla="*/ 4 h 113"/>
                <a:gd name="GluePoint20X" fmla="*/ 35 w 133"/>
                <a:gd name="GluePoint20Y" fmla="*/ 4 h 113"/>
                <a:gd name="GluePoint21X" fmla="*/ 35 w 133"/>
                <a:gd name="GluePoint21Y" fmla="*/ 17 h 113"/>
                <a:gd name="GluePoint22X" fmla="*/ 27 w 133"/>
                <a:gd name="GluePoint22Y" fmla="*/ 17 h 113"/>
                <a:gd name="GluePoint23X" fmla="*/ 27 w 133"/>
                <a:gd name="GluePoint23Y" fmla="*/ 4 h 113"/>
                <a:gd name="GluePoint24X" fmla="*/ 4 w 133"/>
                <a:gd name="GluePoint24Y" fmla="*/ 109 h 113"/>
                <a:gd name="GluePoint25X" fmla="*/ 4 w 133"/>
                <a:gd name="GluePoint25Y" fmla="*/ 29 h 113"/>
                <a:gd name="GluePoint26X" fmla="*/ 129 w 133"/>
                <a:gd name="GluePoint26Y" fmla="*/ 29 h 113"/>
                <a:gd name="GluePoint27X" fmla="*/ 129 w 133"/>
                <a:gd name="GluePoint27Y" fmla="*/ 109 h 113"/>
                <a:gd name="GluePoint28X" fmla="*/ 4 w 133"/>
                <a:gd name="GluePoint28Y" fmla="*/ 109 h 113"/>
                <a:gd name="GluePoint29X" fmla="*/ 129 w 133"/>
                <a:gd name="GluePoint29Y" fmla="*/ 13 h 113"/>
                <a:gd name="GluePoint30X" fmla="*/ 129 w 133"/>
                <a:gd name="GluePoint30Y" fmla="*/ 25 h 113"/>
                <a:gd name="GluePoint31X" fmla="*/ 4 w 133"/>
                <a:gd name="GluePoint31Y" fmla="*/ 25 h 113"/>
                <a:gd name="GluePoint32X" fmla="*/ 4 w 133"/>
                <a:gd name="GluePoint32Y" fmla="*/ 13 h 113"/>
                <a:gd name="GluePoint33X" fmla="*/ 22 w 133"/>
                <a:gd name="GluePoint33Y" fmla="*/ 13 h 113"/>
                <a:gd name="GluePoint34X" fmla="*/ 22 w 133"/>
                <a:gd name="GluePoint34Y" fmla="*/ 21 h 113"/>
                <a:gd name="GluePoint35X" fmla="*/ 39 w 133"/>
                <a:gd name="GluePoint35Y" fmla="*/ 21 h 113"/>
                <a:gd name="GluePoint36X" fmla="*/ 39 w 133"/>
                <a:gd name="GluePoint36Y" fmla="*/ 13 h 113"/>
                <a:gd name="GluePoint37X" fmla="*/ 93 w 133"/>
                <a:gd name="GluePoint37Y" fmla="*/ 13 h 113"/>
                <a:gd name="GluePoint38X" fmla="*/ 93 w 133"/>
                <a:gd name="GluePoint38Y" fmla="*/ 21 h 113"/>
                <a:gd name="GluePoint39X" fmla="*/ 110 w 133"/>
                <a:gd name="GluePoint39Y" fmla="*/ 21 h 113"/>
                <a:gd name="GluePoint40X" fmla="*/ 110 w 133"/>
                <a:gd name="GluePoint40Y" fmla="*/ 13 h 113"/>
                <a:gd name="GluePoint41X" fmla="*/ 129 w 133"/>
                <a:gd name="GluePoint41Y" fmla="*/ 13 h 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133" h="113">
                  <a:moveTo>
                    <a:pt x="110" y="0"/>
                  </a:moveTo>
                  <a:lnTo>
                    <a:pt x="93" y="0"/>
                  </a:lnTo>
                  <a:lnTo>
                    <a:pt x="93" y="9"/>
                  </a:lnTo>
                  <a:lnTo>
                    <a:pt x="39" y="9"/>
                  </a:lnTo>
                  <a:lnTo>
                    <a:pt x="39" y="0"/>
                  </a:lnTo>
                  <a:lnTo>
                    <a:pt x="22" y="0"/>
                  </a:lnTo>
                  <a:lnTo>
                    <a:pt x="22" y="9"/>
                  </a:lnTo>
                  <a:lnTo>
                    <a:pt x="0" y="9"/>
                  </a:lnTo>
                  <a:lnTo>
                    <a:pt x="0" y="113"/>
                  </a:lnTo>
                  <a:lnTo>
                    <a:pt x="133" y="113"/>
                  </a:lnTo>
                  <a:lnTo>
                    <a:pt x="133" y="9"/>
                  </a:lnTo>
                  <a:lnTo>
                    <a:pt x="110" y="9"/>
                  </a:lnTo>
                  <a:lnTo>
                    <a:pt x="110" y="0"/>
                  </a:lnTo>
                  <a:close/>
                  <a:moveTo>
                    <a:pt x="97" y="4"/>
                  </a:moveTo>
                  <a:lnTo>
                    <a:pt x="106" y="4"/>
                  </a:lnTo>
                  <a:lnTo>
                    <a:pt x="106" y="17"/>
                  </a:lnTo>
                  <a:lnTo>
                    <a:pt x="97" y="17"/>
                  </a:lnTo>
                  <a:lnTo>
                    <a:pt x="97" y="4"/>
                  </a:lnTo>
                  <a:close/>
                  <a:moveTo>
                    <a:pt x="27" y="4"/>
                  </a:moveTo>
                  <a:lnTo>
                    <a:pt x="35" y="4"/>
                  </a:lnTo>
                  <a:lnTo>
                    <a:pt x="35" y="17"/>
                  </a:lnTo>
                  <a:lnTo>
                    <a:pt x="27" y="17"/>
                  </a:lnTo>
                  <a:lnTo>
                    <a:pt x="27" y="4"/>
                  </a:lnTo>
                  <a:close/>
                  <a:moveTo>
                    <a:pt x="4" y="109"/>
                  </a:moveTo>
                  <a:lnTo>
                    <a:pt x="4" y="29"/>
                  </a:lnTo>
                  <a:lnTo>
                    <a:pt x="129" y="29"/>
                  </a:lnTo>
                  <a:lnTo>
                    <a:pt x="129" y="109"/>
                  </a:lnTo>
                  <a:lnTo>
                    <a:pt x="4" y="109"/>
                  </a:lnTo>
                  <a:close/>
                  <a:moveTo>
                    <a:pt x="129" y="13"/>
                  </a:moveTo>
                  <a:lnTo>
                    <a:pt x="129" y="25"/>
                  </a:lnTo>
                  <a:lnTo>
                    <a:pt x="4" y="25"/>
                  </a:lnTo>
                  <a:lnTo>
                    <a:pt x="4" y="13"/>
                  </a:lnTo>
                  <a:lnTo>
                    <a:pt x="22" y="13"/>
                  </a:lnTo>
                  <a:lnTo>
                    <a:pt x="22" y="21"/>
                  </a:lnTo>
                  <a:lnTo>
                    <a:pt x="39" y="21"/>
                  </a:lnTo>
                  <a:lnTo>
                    <a:pt x="39" y="13"/>
                  </a:lnTo>
                  <a:lnTo>
                    <a:pt x="93" y="13"/>
                  </a:lnTo>
                  <a:lnTo>
                    <a:pt x="93" y="21"/>
                  </a:lnTo>
                  <a:lnTo>
                    <a:pt x="110" y="21"/>
                  </a:lnTo>
                  <a:lnTo>
                    <a:pt x="110" y="13"/>
                  </a:lnTo>
                  <a:lnTo>
                    <a:pt x="129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56" name="Group 681"/>
          <p:cNvGrpSpPr/>
          <p:nvPr/>
        </p:nvGrpSpPr>
        <p:grpSpPr>
          <a:xfrm>
            <a:off x="2457720" y="2506680"/>
            <a:ext cx="303120" cy="178560"/>
            <a:chOff x="2457720" y="2506680"/>
            <a:chExt cx="303120" cy="178560"/>
          </a:xfrm>
        </p:grpSpPr>
        <p:sp>
          <p:nvSpPr>
            <p:cNvPr id="1557" name="Freeform 118"/>
            <p:cNvSpPr/>
            <p:nvPr/>
          </p:nvSpPr>
          <p:spPr>
            <a:xfrm>
              <a:off x="2564280" y="2574720"/>
              <a:ext cx="99360" cy="6768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7680"/>
                <a:gd name="textAreaBottom" fmla="*/ 68040 h 67680"/>
                <a:gd name="GluePoint1X" fmla="*/ 16 w 44"/>
                <a:gd name="GluePoint1Y" fmla="*/ 25 h 30"/>
                <a:gd name="GluePoint2X" fmla="*/ 3 w 44"/>
                <a:gd name="GluePoint2Y" fmla="*/ 12 h 30"/>
                <a:gd name="GluePoint3X" fmla="*/ 0 w 44"/>
                <a:gd name="GluePoint3Y" fmla="*/ 15 h 30"/>
                <a:gd name="GluePoint4X" fmla="*/ 15 w 44"/>
                <a:gd name="GluePoint4Y" fmla="*/ 30 h 30"/>
                <a:gd name="GluePoint5X" fmla="*/ 17 w 44"/>
                <a:gd name="GluePoint5Y" fmla="*/ 30 h 30"/>
                <a:gd name="GluePoint6X" fmla="*/ 44 w 44"/>
                <a:gd name="GluePoint6Y" fmla="*/ 3 h 30"/>
                <a:gd name="GluePoint7X" fmla="*/ 42 w 44"/>
                <a:gd name="GluePoint7Y" fmla="*/ 0 h 30"/>
                <a:gd name="GluePoint8X" fmla="*/ 16 w 44"/>
                <a:gd name="GluePoint8Y" fmla="*/ 25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30">
                  <a:moveTo>
                    <a:pt x="16" y="25"/>
                  </a:moveTo>
                  <a:lnTo>
                    <a:pt x="3" y="12"/>
                  </a:lnTo>
                  <a:lnTo>
                    <a:pt x="0" y="15"/>
                  </a:lnTo>
                  <a:lnTo>
                    <a:pt x="15" y="30"/>
                  </a:lnTo>
                  <a:lnTo>
                    <a:pt x="17" y="30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840" bIns="33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58" name="Freeform 119"/>
            <p:cNvSpPr/>
            <p:nvPr/>
          </p:nvSpPr>
          <p:spPr>
            <a:xfrm>
              <a:off x="2457720" y="2506680"/>
              <a:ext cx="303120" cy="1785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178560"/>
                <a:gd name="textAreaBottom" fmla="*/ 178920 h 178560"/>
                <a:gd name="GluePoint1X" fmla="*/ 224 w 256"/>
                <a:gd name="GluePoint1Y" fmla="*/ 80 h 152"/>
                <a:gd name="GluePoint2X" fmla="*/ 137 w 256"/>
                <a:gd name="GluePoint2Y" fmla="*/ 0 h 152"/>
                <a:gd name="GluePoint3X" fmla="*/ 49 w 256"/>
                <a:gd name="GluePoint3Y" fmla="*/ 64 h 152"/>
                <a:gd name="GluePoint4X" fmla="*/ 46 w 256"/>
                <a:gd name="GluePoint4Y" fmla="*/ 64 h 152"/>
                <a:gd name="GluePoint5X" fmla="*/ 0 w 256"/>
                <a:gd name="GluePoint5Y" fmla="*/ 108 h 152"/>
                <a:gd name="GluePoint6X" fmla="*/ 44 w 256"/>
                <a:gd name="GluePoint6Y" fmla="*/ 152 h 152"/>
                <a:gd name="GluePoint7X" fmla="*/ 220 w 256"/>
                <a:gd name="GluePoint7Y" fmla="*/ 152 h 152"/>
                <a:gd name="GluePoint8X" fmla="*/ 256 w 256"/>
                <a:gd name="GluePoint8Y" fmla="*/ 116 h 152"/>
                <a:gd name="GluePoint9X" fmla="*/ 224 w 256"/>
                <a:gd name="GluePoint9Y" fmla="*/ 80 h 152"/>
                <a:gd name="GluePoint10X" fmla="*/ 220 w 256"/>
                <a:gd name="GluePoint10Y" fmla="*/ 144 h 152"/>
                <a:gd name="GluePoint11X" fmla="*/ 44 w 256"/>
                <a:gd name="GluePoint11Y" fmla="*/ 144 h 152"/>
                <a:gd name="GluePoint12X" fmla="*/ 8 w 256"/>
                <a:gd name="GluePoint12Y" fmla="*/ 108 h 152"/>
                <a:gd name="GluePoint13X" fmla="*/ 46 w 256"/>
                <a:gd name="GluePoint13Y" fmla="*/ 72 h 152"/>
                <a:gd name="GluePoint14X" fmla="*/ 56 w 256"/>
                <a:gd name="GluePoint14Y" fmla="*/ 72 h 152"/>
                <a:gd name="GluePoint15X" fmla="*/ 56 w 256"/>
                <a:gd name="GluePoint15Y" fmla="*/ 69 h 152"/>
                <a:gd name="GluePoint16X" fmla="*/ 137 w 256"/>
                <a:gd name="GluePoint16Y" fmla="*/ 8 h 152"/>
                <a:gd name="GluePoint17X" fmla="*/ 216 w 256"/>
                <a:gd name="GluePoint17Y" fmla="*/ 84 h 152"/>
                <a:gd name="GluePoint18X" fmla="*/ 216 w 256"/>
                <a:gd name="GluePoint18Y" fmla="*/ 88 h 152"/>
                <a:gd name="GluePoint19X" fmla="*/ 220 w 256"/>
                <a:gd name="GluePoint19Y" fmla="*/ 88 h 152"/>
                <a:gd name="GluePoint20X" fmla="*/ 248 w 256"/>
                <a:gd name="GluePoint20Y" fmla="*/ 116 h 152"/>
                <a:gd name="GluePoint21X" fmla="*/ 220 w 256"/>
                <a:gd name="GluePoint21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4" y="0"/>
                    <a:pt x="137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21" y="64"/>
                    <a:pt x="0" y="84"/>
                    <a:pt x="0" y="108"/>
                  </a:cubicBezTo>
                  <a:cubicBezTo>
                    <a:pt x="0" y="133"/>
                    <a:pt x="20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1" y="152"/>
                    <a:pt x="256" y="136"/>
                    <a:pt x="256" y="116"/>
                  </a:cubicBezTo>
                  <a:cubicBezTo>
                    <a:pt x="256" y="97"/>
                    <a:pt x="243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6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8" y="8"/>
                    <a:pt x="137" y="8"/>
                  </a:cubicBezTo>
                  <a:cubicBezTo>
                    <a:pt x="181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59" name="Group 680"/>
          <p:cNvGrpSpPr/>
          <p:nvPr/>
        </p:nvGrpSpPr>
        <p:grpSpPr>
          <a:xfrm>
            <a:off x="2849400" y="2506680"/>
            <a:ext cx="300960" cy="178560"/>
            <a:chOff x="2849400" y="2506680"/>
            <a:chExt cx="300960" cy="178560"/>
          </a:xfrm>
        </p:grpSpPr>
        <p:sp>
          <p:nvSpPr>
            <p:cNvPr id="1560" name="Freeform 120"/>
            <p:cNvSpPr/>
            <p:nvPr/>
          </p:nvSpPr>
          <p:spPr>
            <a:xfrm>
              <a:off x="2849400" y="2506680"/>
              <a:ext cx="300960" cy="1785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178560"/>
                <a:gd name="textAreaBottom" fmla="*/ 178920 h 178560"/>
                <a:gd name="GluePoint1X" fmla="*/ 224 w 256"/>
                <a:gd name="GluePoint1Y" fmla="*/ 80 h 152"/>
                <a:gd name="GluePoint2X" fmla="*/ 137 w 256"/>
                <a:gd name="GluePoint2Y" fmla="*/ 0 h 152"/>
                <a:gd name="GluePoint3X" fmla="*/ 49 w 256"/>
                <a:gd name="GluePoint3Y" fmla="*/ 64 h 152"/>
                <a:gd name="GluePoint4X" fmla="*/ 46 w 256"/>
                <a:gd name="GluePoint4Y" fmla="*/ 64 h 152"/>
                <a:gd name="GluePoint5X" fmla="*/ 0 w 256"/>
                <a:gd name="GluePoint5Y" fmla="*/ 108 h 152"/>
                <a:gd name="GluePoint6X" fmla="*/ 44 w 256"/>
                <a:gd name="GluePoint6Y" fmla="*/ 152 h 152"/>
                <a:gd name="GluePoint7X" fmla="*/ 220 w 256"/>
                <a:gd name="GluePoint7Y" fmla="*/ 152 h 152"/>
                <a:gd name="GluePoint8X" fmla="*/ 256 w 256"/>
                <a:gd name="GluePoint8Y" fmla="*/ 116 h 152"/>
                <a:gd name="GluePoint9X" fmla="*/ 224 w 256"/>
                <a:gd name="GluePoint9Y" fmla="*/ 80 h 152"/>
                <a:gd name="GluePoint10X" fmla="*/ 220 w 256"/>
                <a:gd name="GluePoint10Y" fmla="*/ 144 h 152"/>
                <a:gd name="GluePoint11X" fmla="*/ 44 w 256"/>
                <a:gd name="GluePoint11Y" fmla="*/ 144 h 152"/>
                <a:gd name="GluePoint12X" fmla="*/ 8 w 256"/>
                <a:gd name="GluePoint12Y" fmla="*/ 108 h 152"/>
                <a:gd name="GluePoint13X" fmla="*/ 46 w 256"/>
                <a:gd name="GluePoint13Y" fmla="*/ 72 h 152"/>
                <a:gd name="GluePoint14X" fmla="*/ 56 w 256"/>
                <a:gd name="GluePoint14Y" fmla="*/ 72 h 152"/>
                <a:gd name="GluePoint15X" fmla="*/ 56 w 256"/>
                <a:gd name="GluePoint15Y" fmla="*/ 69 h 152"/>
                <a:gd name="GluePoint16X" fmla="*/ 137 w 256"/>
                <a:gd name="GluePoint16Y" fmla="*/ 8 h 152"/>
                <a:gd name="GluePoint17X" fmla="*/ 216 w 256"/>
                <a:gd name="GluePoint17Y" fmla="*/ 84 h 152"/>
                <a:gd name="GluePoint18X" fmla="*/ 216 w 256"/>
                <a:gd name="GluePoint18Y" fmla="*/ 88 h 152"/>
                <a:gd name="GluePoint19X" fmla="*/ 220 w 256"/>
                <a:gd name="GluePoint19Y" fmla="*/ 88 h 152"/>
                <a:gd name="GluePoint20X" fmla="*/ 248 w 256"/>
                <a:gd name="GluePoint20Y" fmla="*/ 116 h 152"/>
                <a:gd name="GluePoint21X" fmla="*/ 220 w 256"/>
                <a:gd name="GluePoint21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4" y="0"/>
                    <a:pt x="137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21" y="64"/>
                    <a:pt x="0" y="84"/>
                    <a:pt x="0" y="108"/>
                  </a:cubicBezTo>
                  <a:cubicBezTo>
                    <a:pt x="0" y="133"/>
                    <a:pt x="20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1" y="152"/>
                    <a:pt x="256" y="136"/>
                    <a:pt x="256" y="116"/>
                  </a:cubicBezTo>
                  <a:cubicBezTo>
                    <a:pt x="256" y="97"/>
                    <a:pt x="243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6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8" y="8"/>
                    <a:pt x="137" y="8"/>
                  </a:cubicBezTo>
                  <a:cubicBezTo>
                    <a:pt x="181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61" name="Freeform 121"/>
            <p:cNvSpPr/>
            <p:nvPr/>
          </p:nvSpPr>
          <p:spPr>
            <a:xfrm>
              <a:off x="2960640" y="2563560"/>
              <a:ext cx="81000" cy="993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9360"/>
                <a:gd name="textAreaBottom" fmla="*/ 99720 h 99360"/>
                <a:gd name="GluePoint1X" fmla="*/ 20 w 36"/>
                <a:gd name="GluePoint1Y" fmla="*/ 36 h 44"/>
                <a:gd name="GluePoint2X" fmla="*/ 20 w 36"/>
                <a:gd name="GluePoint2Y" fmla="*/ 0 h 44"/>
                <a:gd name="GluePoint3X" fmla="*/ 16 w 36"/>
                <a:gd name="GluePoint3Y" fmla="*/ 0 h 44"/>
                <a:gd name="GluePoint4X" fmla="*/ 16 w 36"/>
                <a:gd name="GluePoint4Y" fmla="*/ 36 h 44"/>
                <a:gd name="GluePoint5X" fmla="*/ 3 w 36"/>
                <a:gd name="GluePoint5Y" fmla="*/ 23 h 44"/>
                <a:gd name="GluePoint6X" fmla="*/ 0 w 36"/>
                <a:gd name="GluePoint6Y" fmla="*/ 26 h 44"/>
                <a:gd name="GluePoint7X" fmla="*/ 17 w 36"/>
                <a:gd name="GluePoint7Y" fmla="*/ 44 h 44"/>
                <a:gd name="GluePoint8X" fmla="*/ 19 w 36"/>
                <a:gd name="GluePoint8Y" fmla="*/ 44 h 44"/>
                <a:gd name="GluePoint9X" fmla="*/ 36 w 36"/>
                <a:gd name="GluePoint9Y" fmla="*/ 26 h 44"/>
                <a:gd name="GluePoint10X" fmla="*/ 33 w 36"/>
                <a:gd name="GluePoint10Y" fmla="*/ 23 h 44"/>
                <a:gd name="GluePoint11X" fmla="*/ 20 w 36"/>
                <a:gd name="GluePoint11Y" fmla="*/ 36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4">
                  <a:moveTo>
                    <a:pt x="20" y="36"/>
                  </a:move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3" y="23"/>
                  </a:lnTo>
                  <a:lnTo>
                    <a:pt x="0" y="26"/>
                  </a:lnTo>
                  <a:lnTo>
                    <a:pt x="17" y="44"/>
                  </a:lnTo>
                  <a:lnTo>
                    <a:pt x="19" y="44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62" name="Group 678"/>
          <p:cNvGrpSpPr/>
          <p:nvPr/>
        </p:nvGrpSpPr>
        <p:grpSpPr>
          <a:xfrm>
            <a:off x="3241440" y="2506680"/>
            <a:ext cx="303120" cy="178560"/>
            <a:chOff x="3241440" y="2506680"/>
            <a:chExt cx="303120" cy="178560"/>
          </a:xfrm>
        </p:grpSpPr>
        <p:sp>
          <p:nvSpPr>
            <p:cNvPr id="1563" name="Freeform 122"/>
            <p:cNvSpPr/>
            <p:nvPr/>
          </p:nvSpPr>
          <p:spPr>
            <a:xfrm>
              <a:off x="3241440" y="2506680"/>
              <a:ext cx="303120" cy="1785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178560"/>
                <a:gd name="textAreaBottom" fmla="*/ 178920 h 178560"/>
                <a:gd name="GluePoint1X" fmla="*/ 223 w 256"/>
                <a:gd name="GluePoint1Y" fmla="*/ 80 h 152"/>
                <a:gd name="GluePoint2X" fmla="*/ 136 w 256"/>
                <a:gd name="GluePoint2Y" fmla="*/ 0 h 152"/>
                <a:gd name="GluePoint3X" fmla="*/ 48 w 256"/>
                <a:gd name="GluePoint3Y" fmla="*/ 64 h 152"/>
                <a:gd name="GluePoint4X" fmla="*/ 45 w 256"/>
                <a:gd name="GluePoint4Y" fmla="*/ 64 h 152"/>
                <a:gd name="GluePoint5X" fmla="*/ 0 w 256"/>
                <a:gd name="GluePoint5Y" fmla="*/ 108 h 152"/>
                <a:gd name="GluePoint6X" fmla="*/ 44 w 256"/>
                <a:gd name="GluePoint6Y" fmla="*/ 152 h 152"/>
                <a:gd name="GluePoint7X" fmla="*/ 220 w 256"/>
                <a:gd name="GluePoint7Y" fmla="*/ 152 h 152"/>
                <a:gd name="GluePoint8X" fmla="*/ 256 w 256"/>
                <a:gd name="GluePoint8Y" fmla="*/ 116 h 152"/>
                <a:gd name="GluePoint9X" fmla="*/ 223 w 256"/>
                <a:gd name="GluePoint9Y" fmla="*/ 80 h 152"/>
                <a:gd name="GluePoint10X" fmla="*/ 220 w 256"/>
                <a:gd name="GluePoint10Y" fmla="*/ 144 h 152"/>
                <a:gd name="GluePoint11X" fmla="*/ 44 w 256"/>
                <a:gd name="GluePoint11Y" fmla="*/ 144 h 152"/>
                <a:gd name="GluePoint12X" fmla="*/ 8 w 256"/>
                <a:gd name="GluePoint12Y" fmla="*/ 108 h 152"/>
                <a:gd name="GluePoint13X" fmla="*/ 45 w 256"/>
                <a:gd name="GluePoint13Y" fmla="*/ 72 h 152"/>
                <a:gd name="GluePoint14X" fmla="*/ 55 w 256"/>
                <a:gd name="GluePoint14Y" fmla="*/ 72 h 152"/>
                <a:gd name="GluePoint15X" fmla="*/ 56 w 256"/>
                <a:gd name="GluePoint15Y" fmla="*/ 69 h 152"/>
                <a:gd name="GluePoint16X" fmla="*/ 136 w 256"/>
                <a:gd name="GluePoint16Y" fmla="*/ 8 h 152"/>
                <a:gd name="GluePoint17X" fmla="*/ 216 w 256"/>
                <a:gd name="GluePoint17Y" fmla="*/ 84 h 152"/>
                <a:gd name="GluePoint18X" fmla="*/ 216 w 256"/>
                <a:gd name="GluePoint18Y" fmla="*/ 88 h 152"/>
                <a:gd name="GluePoint19X" fmla="*/ 220 w 256"/>
                <a:gd name="GluePoint19Y" fmla="*/ 88 h 152"/>
                <a:gd name="GluePoint20X" fmla="*/ 248 w 256"/>
                <a:gd name="GluePoint20Y" fmla="*/ 116 h 152"/>
                <a:gd name="GluePoint21X" fmla="*/ 220 w 256"/>
                <a:gd name="GluePoint21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2">
                  <a:moveTo>
                    <a:pt x="223" y="80"/>
                  </a:moveTo>
                  <a:cubicBezTo>
                    <a:pt x="221" y="36"/>
                    <a:pt x="183" y="0"/>
                    <a:pt x="136" y="0"/>
                  </a:cubicBezTo>
                  <a:cubicBezTo>
                    <a:pt x="94" y="0"/>
                    <a:pt x="57" y="27"/>
                    <a:pt x="48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3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3" y="144"/>
                    <a:pt x="8" y="128"/>
                    <a:pt x="8" y="108"/>
                  </a:cubicBezTo>
                  <a:cubicBezTo>
                    <a:pt x="8" y="88"/>
                    <a:pt x="24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5" y="88"/>
                    <a:pt x="248" y="100"/>
                    <a:pt x="248" y="116"/>
                  </a:cubicBezTo>
                  <a:cubicBezTo>
                    <a:pt x="248" y="132"/>
                    <a:pt x="235" y="144"/>
                    <a:pt x="220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64" name="Rectangle 123"/>
            <p:cNvSpPr/>
            <p:nvPr/>
          </p:nvSpPr>
          <p:spPr>
            <a:xfrm>
              <a:off x="3350160" y="2601720"/>
              <a:ext cx="8568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65" name="Group 675"/>
          <p:cNvGrpSpPr/>
          <p:nvPr/>
        </p:nvGrpSpPr>
        <p:grpSpPr>
          <a:xfrm>
            <a:off x="3633120" y="2506680"/>
            <a:ext cx="303120" cy="178560"/>
            <a:chOff x="3633120" y="2506680"/>
            <a:chExt cx="303120" cy="178560"/>
          </a:xfrm>
        </p:grpSpPr>
        <p:sp>
          <p:nvSpPr>
            <p:cNvPr id="1566" name="Freeform 124"/>
            <p:cNvSpPr/>
            <p:nvPr/>
          </p:nvSpPr>
          <p:spPr>
            <a:xfrm>
              <a:off x="3633120" y="2506680"/>
              <a:ext cx="303120" cy="1785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178560"/>
                <a:gd name="textAreaBottom" fmla="*/ 178920 h 178560"/>
                <a:gd name="GluePoint1X" fmla="*/ 224 w 256"/>
                <a:gd name="GluePoint1Y" fmla="*/ 80 h 152"/>
                <a:gd name="GluePoint2X" fmla="*/ 136 w 256"/>
                <a:gd name="GluePoint2Y" fmla="*/ 0 h 152"/>
                <a:gd name="GluePoint3X" fmla="*/ 48 w 256"/>
                <a:gd name="GluePoint3Y" fmla="*/ 64 h 152"/>
                <a:gd name="GluePoint4X" fmla="*/ 45 w 256"/>
                <a:gd name="GluePoint4Y" fmla="*/ 64 h 152"/>
                <a:gd name="GluePoint5X" fmla="*/ 0 w 256"/>
                <a:gd name="GluePoint5Y" fmla="*/ 108 h 152"/>
                <a:gd name="GluePoint6X" fmla="*/ 44 w 256"/>
                <a:gd name="GluePoint6Y" fmla="*/ 152 h 152"/>
                <a:gd name="GluePoint7X" fmla="*/ 220 w 256"/>
                <a:gd name="GluePoint7Y" fmla="*/ 152 h 152"/>
                <a:gd name="GluePoint8X" fmla="*/ 256 w 256"/>
                <a:gd name="GluePoint8Y" fmla="*/ 116 h 152"/>
                <a:gd name="GluePoint9X" fmla="*/ 224 w 256"/>
                <a:gd name="GluePoint9Y" fmla="*/ 80 h 152"/>
                <a:gd name="GluePoint10X" fmla="*/ 220 w 256"/>
                <a:gd name="GluePoint10Y" fmla="*/ 144 h 152"/>
                <a:gd name="GluePoint11X" fmla="*/ 44 w 256"/>
                <a:gd name="GluePoint11Y" fmla="*/ 144 h 152"/>
                <a:gd name="GluePoint12X" fmla="*/ 8 w 256"/>
                <a:gd name="GluePoint12Y" fmla="*/ 108 h 152"/>
                <a:gd name="GluePoint13X" fmla="*/ 45 w 256"/>
                <a:gd name="GluePoint13Y" fmla="*/ 72 h 152"/>
                <a:gd name="GluePoint14X" fmla="*/ 55 w 256"/>
                <a:gd name="GluePoint14Y" fmla="*/ 72 h 152"/>
                <a:gd name="GluePoint15X" fmla="*/ 56 w 256"/>
                <a:gd name="GluePoint15Y" fmla="*/ 69 h 152"/>
                <a:gd name="GluePoint16X" fmla="*/ 136 w 256"/>
                <a:gd name="GluePoint16Y" fmla="*/ 8 h 152"/>
                <a:gd name="GluePoint17X" fmla="*/ 216 w 256"/>
                <a:gd name="GluePoint17Y" fmla="*/ 84 h 152"/>
                <a:gd name="GluePoint18X" fmla="*/ 216 w 256"/>
                <a:gd name="GluePoint18Y" fmla="*/ 88 h 152"/>
                <a:gd name="GluePoint19X" fmla="*/ 220 w 256"/>
                <a:gd name="GluePoint19Y" fmla="*/ 88 h 152"/>
                <a:gd name="GluePoint20X" fmla="*/ 248 w 256"/>
                <a:gd name="GluePoint20Y" fmla="*/ 116 h 152"/>
                <a:gd name="GluePoint21X" fmla="*/ 220 w 256"/>
                <a:gd name="GluePoint21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4" y="0"/>
                    <a:pt x="57" y="27"/>
                    <a:pt x="48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4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5" y="88"/>
                    <a:pt x="248" y="100"/>
                    <a:pt x="248" y="116"/>
                  </a:cubicBezTo>
                  <a:cubicBezTo>
                    <a:pt x="248" y="132"/>
                    <a:pt x="235" y="144"/>
                    <a:pt x="220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67" name="Freeform 125"/>
            <p:cNvSpPr/>
            <p:nvPr/>
          </p:nvSpPr>
          <p:spPr>
            <a:xfrm>
              <a:off x="3737160" y="2558880"/>
              <a:ext cx="94680" cy="9252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2520"/>
                <a:gd name="textAreaBottom" fmla="*/ 92880 h 92520"/>
                <a:gd name="GluePoint1X" fmla="*/ 40 w 80"/>
                <a:gd name="GluePoint1Y" fmla="*/ 0 h 80"/>
                <a:gd name="GluePoint2X" fmla="*/ 11 w 80"/>
                <a:gd name="GluePoint2Y" fmla="*/ 12 h 80"/>
                <a:gd name="GluePoint3X" fmla="*/ 0 w 80"/>
                <a:gd name="GluePoint3Y" fmla="*/ 40 h 80"/>
                <a:gd name="GluePoint4X" fmla="*/ 11 w 80"/>
                <a:gd name="GluePoint4Y" fmla="*/ 68 h 80"/>
                <a:gd name="GluePoint5X" fmla="*/ 40 w 80"/>
                <a:gd name="GluePoint5Y" fmla="*/ 80 h 80"/>
                <a:gd name="GluePoint6X" fmla="*/ 40 w 80"/>
                <a:gd name="GluePoint6Y" fmla="*/ 80 h 80"/>
                <a:gd name="GluePoint7X" fmla="*/ 80 w 80"/>
                <a:gd name="GluePoint7Y" fmla="*/ 40 h 80"/>
                <a:gd name="GluePoint8X" fmla="*/ 68 w 80"/>
                <a:gd name="GluePoint8Y" fmla="*/ 12 h 80"/>
                <a:gd name="GluePoint9X" fmla="*/ 40 w 80"/>
                <a:gd name="GluePoint9Y" fmla="*/ 0 h 80"/>
                <a:gd name="GluePoint10X" fmla="*/ 40 w 80"/>
                <a:gd name="GluePoint10Y" fmla="*/ 72 h 80"/>
                <a:gd name="GluePoint11X" fmla="*/ 17 w 80"/>
                <a:gd name="GluePoint11Y" fmla="*/ 63 h 80"/>
                <a:gd name="GluePoint12X" fmla="*/ 8 w 80"/>
                <a:gd name="GluePoint12Y" fmla="*/ 40 h 80"/>
                <a:gd name="GluePoint13X" fmla="*/ 14 w 80"/>
                <a:gd name="GluePoint13Y" fmla="*/ 20 h 80"/>
                <a:gd name="GluePoint14X" fmla="*/ 59 w 80"/>
                <a:gd name="GluePoint14Y" fmla="*/ 65 h 80"/>
                <a:gd name="GluePoint15X" fmla="*/ 40 w 80"/>
                <a:gd name="GluePoint15Y" fmla="*/ 72 h 80"/>
                <a:gd name="GluePoint16X" fmla="*/ 65 w 80"/>
                <a:gd name="GluePoint16Y" fmla="*/ 60 h 80"/>
                <a:gd name="GluePoint17X" fmla="*/ 20 w 80"/>
                <a:gd name="GluePoint17Y" fmla="*/ 15 h 80"/>
                <a:gd name="GluePoint18X" fmla="*/ 40 w 80"/>
                <a:gd name="GluePoint18Y" fmla="*/ 8 h 80"/>
                <a:gd name="GluePoint19X" fmla="*/ 62 w 80"/>
                <a:gd name="GluePoint19Y" fmla="*/ 17 h 80"/>
                <a:gd name="GluePoint20X" fmla="*/ 72 w 80"/>
                <a:gd name="GluePoint20Y" fmla="*/ 40 h 80"/>
                <a:gd name="GluePoint21X" fmla="*/ 65 w 80"/>
                <a:gd name="GluePoint21Y" fmla="*/ 60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80" h="80">
                  <a:moveTo>
                    <a:pt x="40" y="0"/>
                  </a:moveTo>
                  <a:cubicBezTo>
                    <a:pt x="29" y="0"/>
                    <a:pt x="19" y="4"/>
                    <a:pt x="11" y="12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1"/>
                    <a:pt x="4" y="61"/>
                    <a:pt x="11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2"/>
                  </a:cubicBezTo>
                  <a:cubicBezTo>
                    <a:pt x="60" y="4"/>
                    <a:pt x="50" y="0"/>
                    <a:pt x="40" y="0"/>
                  </a:cubicBezTo>
                  <a:close/>
                  <a:moveTo>
                    <a:pt x="40" y="72"/>
                  </a:moveTo>
                  <a:cubicBezTo>
                    <a:pt x="31" y="72"/>
                    <a:pt x="23" y="69"/>
                    <a:pt x="17" y="63"/>
                  </a:cubicBezTo>
                  <a:cubicBezTo>
                    <a:pt x="11" y="57"/>
                    <a:pt x="8" y="49"/>
                    <a:pt x="8" y="40"/>
                  </a:cubicBezTo>
                  <a:cubicBezTo>
                    <a:pt x="8" y="33"/>
                    <a:pt x="10" y="26"/>
                    <a:pt x="14" y="20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4" y="69"/>
                    <a:pt x="47" y="72"/>
                    <a:pt x="40" y="72"/>
                  </a:cubicBezTo>
                  <a:close/>
                  <a:moveTo>
                    <a:pt x="65" y="60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6" y="10"/>
                    <a:pt x="33" y="8"/>
                    <a:pt x="40" y="8"/>
                  </a:cubicBezTo>
                  <a:cubicBezTo>
                    <a:pt x="48" y="8"/>
                    <a:pt x="56" y="11"/>
                    <a:pt x="62" y="17"/>
                  </a:cubicBezTo>
                  <a:cubicBezTo>
                    <a:pt x="68" y="23"/>
                    <a:pt x="72" y="31"/>
                    <a:pt x="72" y="40"/>
                  </a:cubicBezTo>
                  <a:cubicBezTo>
                    <a:pt x="72" y="47"/>
                    <a:pt x="69" y="54"/>
                    <a:pt x="65" y="6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68" name="Group 674"/>
          <p:cNvGrpSpPr/>
          <p:nvPr/>
        </p:nvGrpSpPr>
        <p:grpSpPr>
          <a:xfrm>
            <a:off x="4024800" y="2506680"/>
            <a:ext cx="300960" cy="178560"/>
            <a:chOff x="4024800" y="2506680"/>
            <a:chExt cx="300960" cy="178560"/>
          </a:xfrm>
        </p:grpSpPr>
        <p:sp>
          <p:nvSpPr>
            <p:cNvPr id="1569" name="Freeform 126"/>
            <p:cNvSpPr/>
            <p:nvPr/>
          </p:nvSpPr>
          <p:spPr>
            <a:xfrm>
              <a:off x="4024800" y="2506680"/>
              <a:ext cx="300960" cy="1785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178560"/>
                <a:gd name="textAreaBottom" fmla="*/ 178920 h 178560"/>
                <a:gd name="GluePoint1X" fmla="*/ 224 w 256"/>
                <a:gd name="GluePoint1Y" fmla="*/ 80 h 152"/>
                <a:gd name="GluePoint2X" fmla="*/ 136 w 256"/>
                <a:gd name="GluePoint2Y" fmla="*/ 0 h 152"/>
                <a:gd name="GluePoint3X" fmla="*/ 49 w 256"/>
                <a:gd name="GluePoint3Y" fmla="*/ 64 h 152"/>
                <a:gd name="GluePoint4X" fmla="*/ 45 w 256"/>
                <a:gd name="GluePoint4Y" fmla="*/ 64 h 152"/>
                <a:gd name="GluePoint5X" fmla="*/ 0 w 256"/>
                <a:gd name="GluePoint5Y" fmla="*/ 108 h 152"/>
                <a:gd name="GluePoint6X" fmla="*/ 44 w 256"/>
                <a:gd name="GluePoint6Y" fmla="*/ 152 h 152"/>
                <a:gd name="GluePoint7X" fmla="*/ 220 w 256"/>
                <a:gd name="GluePoint7Y" fmla="*/ 152 h 152"/>
                <a:gd name="GluePoint8X" fmla="*/ 256 w 256"/>
                <a:gd name="GluePoint8Y" fmla="*/ 116 h 152"/>
                <a:gd name="GluePoint9X" fmla="*/ 224 w 256"/>
                <a:gd name="GluePoint9Y" fmla="*/ 80 h 152"/>
                <a:gd name="GluePoint10X" fmla="*/ 220 w 256"/>
                <a:gd name="GluePoint10Y" fmla="*/ 144 h 152"/>
                <a:gd name="GluePoint11X" fmla="*/ 44 w 256"/>
                <a:gd name="GluePoint11Y" fmla="*/ 144 h 152"/>
                <a:gd name="GluePoint12X" fmla="*/ 8 w 256"/>
                <a:gd name="GluePoint12Y" fmla="*/ 108 h 152"/>
                <a:gd name="GluePoint13X" fmla="*/ 45 w 256"/>
                <a:gd name="GluePoint13Y" fmla="*/ 72 h 152"/>
                <a:gd name="GluePoint14X" fmla="*/ 55 w 256"/>
                <a:gd name="GluePoint14Y" fmla="*/ 72 h 152"/>
                <a:gd name="GluePoint15X" fmla="*/ 56 w 256"/>
                <a:gd name="GluePoint15Y" fmla="*/ 69 h 152"/>
                <a:gd name="GluePoint16X" fmla="*/ 136 w 256"/>
                <a:gd name="GluePoint16Y" fmla="*/ 8 h 152"/>
                <a:gd name="GluePoint17X" fmla="*/ 216 w 256"/>
                <a:gd name="GluePoint17Y" fmla="*/ 84 h 152"/>
                <a:gd name="GluePoint18X" fmla="*/ 216 w 256"/>
                <a:gd name="GluePoint18Y" fmla="*/ 88 h 152"/>
                <a:gd name="GluePoint19X" fmla="*/ 220 w 256"/>
                <a:gd name="GluePoint19Y" fmla="*/ 88 h 152"/>
                <a:gd name="GluePoint20X" fmla="*/ 248 w 256"/>
                <a:gd name="GluePoint20Y" fmla="*/ 116 h 152"/>
                <a:gd name="GluePoint21X" fmla="*/ 220 w 256"/>
                <a:gd name="GluePoint21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4" y="0"/>
                    <a:pt x="57" y="27"/>
                    <a:pt x="49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70" name="Freeform 127"/>
            <p:cNvSpPr/>
            <p:nvPr/>
          </p:nvSpPr>
          <p:spPr>
            <a:xfrm>
              <a:off x="4133520" y="2563560"/>
              <a:ext cx="83520" cy="835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3520"/>
                <a:gd name="textAreaBottom" fmla="*/ 83880 h 83520"/>
                <a:gd name="GluePoint1X" fmla="*/ 21 w 37"/>
                <a:gd name="GluePoint1Y" fmla="*/ 0 h 37"/>
                <a:gd name="GluePoint2X" fmla="*/ 17 w 37"/>
                <a:gd name="GluePoint2Y" fmla="*/ 0 h 37"/>
                <a:gd name="GluePoint3X" fmla="*/ 17 w 37"/>
                <a:gd name="GluePoint3Y" fmla="*/ 17 h 37"/>
                <a:gd name="GluePoint4X" fmla="*/ 0 w 37"/>
                <a:gd name="GluePoint4Y" fmla="*/ 17 h 37"/>
                <a:gd name="GluePoint5X" fmla="*/ 0 w 37"/>
                <a:gd name="GluePoint5Y" fmla="*/ 21 h 37"/>
                <a:gd name="GluePoint6X" fmla="*/ 17 w 37"/>
                <a:gd name="GluePoint6Y" fmla="*/ 21 h 37"/>
                <a:gd name="GluePoint7X" fmla="*/ 17 w 37"/>
                <a:gd name="GluePoint7Y" fmla="*/ 37 h 37"/>
                <a:gd name="GluePoint8X" fmla="*/ 21 w 37"/>
                <a:gd name="GluePoint8Y" fmla="*/ 37 h 37"/>
                <a:gd name="GluePoint9X" fmla="*/ 21 w 37"/>
                <a:gd name="GluePoint9Y" fmla="*/ 21 h 37"/>
                <a:gd name="GluePoint10X" fmla="*/ 37 w 37"/>
                <a:gd name="GluePoint10Y" fmla="*/ 21 h 37"/>
                <a:gd name="GluePoint11X" fmla="*/ 37 w 37"/>
                <a:gd name="GluePoint11Y" fmla="*/ 17 h 37"/>
                <a:gd name="GluePoint12X" fmla="*/ 21 w 37"/>
                <a:gd name="GluePoint12Y" fmla="*/ 17 h 37"/>
                <a:gd name="GluePoint13X" fmla="*/ 21 w 37"/>
                <a:gd name="GluePoint13Y" fmla="*/ 0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7" h="37">
                  <a:moveTo>
                    <a:pt x="21" y="0"/>
                  </a:moveTo>
                  <a:lnTo>
                    <a:pt x="17" y="0"/>
                  </a:lnTo>
                  <a:lnTo>
                    <a:pt x="17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lnTo>
                    <a:pt x="21" y="37"/>
                  </a:lnTo>
                  <a:lnTo>
                    <a:pt x="21" y="21"/>
                  </a:lnTo>
                  <a:lnTo>
                    <a:pt x="37" y="21"/>
                  </a:lnTo>
                  <a:lnTo>
                    <a:pt x="37" y="17"/>
                  </a:lnTo>
                  <a:lnTo>
                    <a:pt x="21" y="17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71" name="Group 671"/>
          <p:cNvGrpSpPr/>
          <p:nvPr/>
        </p:nvGrpSpPr>
        <p:grpSpPr>
          <a:xfrm>
            <a:off x="4416480" y="2506680"/>
            <a:ext cx="300960" cy="178560"/>
            <a:chOff x="4416480" y="2506680"/>
            <a:chExt cx="300960" cy="178560"/>
          </a:xfrm>
        </p:grpSpPr>
        <p:sp>
          <p:nvSpPr>
            <p:cNvPr id="1572" name="Freeform 128"/>
            <p:cNvSpPr/>
            <p:nvPr/>
          </p:nvSpPr>
          <p:spPr>
            <a:xfrm>
              <a:off x="4416480" y="2506680"/>
              <a:ext cx="300960" cy="1785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178560"/>
                <a:gd name="textAreaBottom" fmla="*/ 178920 h 178560"/>
                <a:gd name="GluePoint1X" fmla="*/ 224 w 256"/>
                <a:gd name="GluePoint1Y" fmla="*/ 80 h 152"/>
                <a:gd name="GluePoint2X" fmla="*/ 136 w 256"/>
                <a:gd name="GluePoint2Y" fmla="*/ 0 h 152"/>
                <a:gd name="GluePoint3X" fmla="*/ 49 w 256"/>
                <a:gd name="GluePoint3Y" fmla="*/ 64 h 152"/>
                <a:gd name="GluePoint4X" fmla="*/ 45 w 256"/>
                <a:gd name="GluePoint4Y" fmla="*/ 64 h 152"/>
                <a:gd name="GluePoint5X" fmla="*/ 0 w 256"/>
                <a:gd name="GluePoint5Y" fmla="*/ 108 h 152"/>
                <a:gd name="GluePoint6X" fmla="*/ 44 w 256"/>
                <a:gd name="GluePoint6Y" fmla="*/ 152 h 152"/>
                <a:gd name="GluePoint7X" fmla="*/ 220 w 256"/>
                <a:gd name="GluePoint7Y" fmla="*/ 152 h 152"/>
                <a:gd name="GluePoint8X" fmla="*/ 256 w 256"/>
                <a:gd name="GluePoint8Y" fmla="*/ 116 h 152"/>
                <a:gd name="GluePoint9X" fmla="*/ 224 w 256"/>
                <a:gd name="GluePoint9Y" fmla="*/ 80 h 152"/>
                <a:gd name="GluePoint10X" fmla="*/ 220 w 256"/>
                <a:gd name="GluePoint10Y" fmla="*/ 144 h 152"/>
                <a:gd name="GluePoint11X" fmla="*/ 44 w 256"/>
                <a:gd name="GluePoint11Y" fmla="*/ 144 h 152"/>
                <a:gd name="GluePoint12X" fmla="*/ 8 w 256"/>
                <a:gd name="GluePoint12Y" fmla="*/ 108 h 152"/>
                <a:gd name="GluePoint13X" fmla="*/ 45 w 256"/>
                <a:gd name="GluePoint13Y" fmla="*/ 72 h 152"/>
                <a:gd name="GluePoint14X" fmla="*/ 55 w 256"/>
                <a:gd name="GluePoint14Y" fmla="*/ 72 h 152"/>
                <a:gd name="GluePoint15X" fmla="*/ 56 w 256"/>
                <a:gd name="GluePoint15Y" fmla="*/ 69 h 152"/>
                <a:gd name="GluePoint16X" fmla="*/ 136 w 256"/>
                <a:gd name="GluePoint16Y" fmla="*/ 8 h 152"/>
                <a:gd name="GluePoint17X" fmla="*/ 216 w 256"/>
                <a:gd name="GluePoint17Y" fmla="*/ 84 h 152"/>
                <a:gd name="GluePoint18X" fmla="*/ 216 w 256"/>
                <a:gd name="GluePoint18Y" fmla="*/ 88 h 152"/>
                <a:gd name="GluePoint19X" fmla="*/ 220 w 256"/>
                <a:gd name="GluePoint19Y" fmla="*/ 88 h 152"/>
                <a:gd name="GluePoint20X" fmla="*/ 248 w 256"/>
                <a:gd name="GluePoint20Y" fmla="*/ 116 h 152"/>
                <a:gd name="GluePoint21X" fmla="*/ 220 w 256"/>
                <a:gd name="GluePoint21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73" name="Freeform 129"/>
            <p:cNvSpPr/>
            <p:nvPr/>
          </p:nvSpPr>
          <p:spPr>
            <a:xfrm>
              <a:off x="4525200" y="2595240"/>
              <a:ext cx="65160" cy="651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5160"/>
                <a:gd name="textAreaBottom" fmla="*/ 65520 h 65160"/>
                <a:gd name="GluePoint1X" fmla="*/ 37 w 56"/>
                <a:gd name="GluePoint1Y" fmla="*/ 22 h 54"/>
                <a:gd name="GluePoint2X" fmla="*/ 44 w 56"/>
                <a:gd name="GluePoint2Y" fmla="*/ 32 h 54"/>
                <a:gd name="GluePoint3X" fmla="*/ 36 w 56"/>
                <a:gd name="GluePoint3Y" fmla="*/ 32 h 54"/>
                <a:gd name="GluePoint4X" fmla="*/ 8 w 56"/>
                <a:gd name="GluePoint4Y" fmla="*/ 0 h 54"/>
                <a:gd name="GluePoint5X" fmla="*/ 0 w 56"/>
                <a:gd name="GluePoint5Y" fmla="*/ 0 h 54"/>
                <a:gd name="GluePoint6X" fmla="*/ 36 w 56"/>
                <a:gd name="GluePoint6Y" fmla="*/ 40 h 54"/>
                <a:gd name="GluePoint7X" fmla="*/ 44 w 56"/>
                <a:gd name="GluePoint7Y" fmla="*/ 40 h 54"/>
                <a:gd name="GluePoint8X" fmla="*/ 37 w 56"/>
                <a:gd name="GluePoint8Y" fmla="*/ 50 h 54"/>
                <a:gd name="GluePoint9X" fmla="*/ 44 w 56"/>
                <a:gd name="GluePoint9Y" fmla="*/ 54 h 54"/>
                <a:gd name="GluePoint10X" fmla="*/ 56 w 56"/>
                <a:gd name="GluePoint10Y" fmla="*/ 38 h 54"/>
                <a:gd name="GluePoint11X" fmla="*/ 56 w 56"/>
                <a:gd name="GluePoint11Y" fmla="*/ 34 h 54"/>
                <a:gd name="GluePoint12X" fmla="*/ 44 w 56"/>
                <a:gd name="GluePoint12Y" fmla="*/ 18 h 54"/>
                <a:gd name="GluePoint13X" fmla="*/ 37 w 56"/>
                <a:gd name="GluePoint13Y" fmla="*/ 22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37" y="22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4" y="18"/>
                    <a:pt x="44" y="18"/>
                    <a:pt x="44" y="18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74" name="Freeform 130"/>
            <p:cNvSpPr/>
            <p:nvPr/>
          </p:nvSpPr>
          <p:spPr>
            <a:xfrm>
              <a:off x="4552560" y="253152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20 w 56"/>
                <a:gd name="GluePoint1Y" fmla="*/ 14 h 54"/>
                <a:gd name="GluePoint2X" fmla="*/ 12 w 56"/>
                <a:gd name="GluePoint2Y" fmla="*/ 14 h 54"/>
                <a:gd name="GluePoint3X" fmla="*/ 19 w 56"/>
                <a:gd name="GluePoint3Y" fmla="*/ 4 h 54"/>
                <a:gd name="GluePoint4X" fmla="*/ 12 w 56"/>
                <a:gd name="GluePoint4Y" fmla="*/ 0 h 54"/>
                <a:gd name="GluePoint5X" fmla="*/ 0 w 56"/>
                <a:gd name="GluePoint5Y" fmla="*/ 16 h 54"/>
                <a:gd name="GluePoint6X" fmla="*/ 0 w 56"/>
                <a:gd name="GluePoint6Y" fmla="*/ 20 h 54"/>
                <a:gd name="GluePoint7X" fmla="*/ 12 w 56"/>
                <a:gd name="GluePoint7Y" fmla="*/ 36 h 54"/>
                <a:gd name="GluePoint8X" fmla="*/ 19 w 56"/>
                <a:gd name="GluePoint8Y" fmla="*/ 32 h 54"/>
                <a:gd name="GluePoint9X" fmla="*/ 12 w 56"/>
                <a:gd name="GluePoint9Y" fmla="*/ 22 h 54"/>
                <a:gd name="GluePoint10X" fmla="*/ 20 w 56"/>
                <a:gd name="GluePoint10Y" fmla="*/ 22 h 54"/>
                <a:gd name="GluePoint11X" fmla="*/ 48 w 56"/>
                <a:gd name="GluePoint11Y" fmla="*/ 54 h 54"/>
                <a:gd name="GluePoint12X" fmla="*/ 56 w 56"/>
                <a:gd name="GluePoint12Y" fmla="*/ 54 h 54"/>
                <a:gd name="GluePoint13X" fmla="*/ 20 w 56"/>
                <a:gd name="GluePoint13Y" fmla="*/ 14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20" y="14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6" y="22"/>
                    <a:pt x="48" y="39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5"/>
                    <a:pt x="41" y="14"/>
                    <a:pt x="20" y="1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75" name="Group 670"/>
          <p:cNvGrpSpPr/>
          <p:nvPr/>
        </p:nvGrpSpPr>
        <p:grpSpPr>
          <a:xfrm>
            <a:off x="4808520" y="2506680"/>
            <a:ext cx="300960" cy="178560"/>
            <a:chOff x="4808520" y="2506680"/>
            <a:chExt cx="300960" cy="178560"/>
          </a:xfrm>
        </p:grpSpPr>
        <p:sp>
          <p:nvSpPr>
            <p:cNvPr id="1576" name="Freeform 131"/>
            <p:cNvSpPr/>
            <p:nvPr/>
          </p:nvSpPr>
          <p:spPr>
            <a:xfrm>
              <a:off x="4808520" y="2506680"/>
              <a:ext cx="300960" cy="1785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178560"/>
                <a:gd name="textAreaBottom" fmla="*/ 178920 h 178560"/>
                <a:gd name="GluePoint1X" fmla="*/ 224 w 256"/>
                <a:gd name="GluePoint1Y" fmla="*/ 80 h 152"/>
                <a:gd name="GluePoint2X" fmla="*/ 136 w 256"/>
                <a:gd name="GluePoint2Y" fmla="*/ 0 h 152"/>
                <a:gd name="GluePoint3X" fmla="*/ 49 w 256"/>
                <a:gd name="GluePoint3Y" fmla="*/ 64 h 152"/>
                <a:gd name="GluePoint4X" fmla="*/ 45 w 256"/>
                <a:gd name="GluePoint4Y" fmla="*/ 64 h 152"/>
                <a:gd name="GluePoint5X" fmla="*/ 0 w 256"/>
                <a:gd name="GluePoint5Y" fmla="*/ 108 h 152"/>
                <a:gd name="GluePoint6X" fmla="*/ 44 w 256"/>
                <a:gd name="GluePoint6Y" fmla="*/ 152 h 152"/>
                <a:gd name="GluePoint7X" fmla="*/ 220 w 256"/>
                <a:gd name="GluePoint7Y" fmla="*/ 152 h 152"/>
                <a:gd name="GluePoint8X" fmla="*/ 256 w 256"/>
                <a:gd name="GluePoint8Y" fmla="*/ 116 h 152"/>
                <a:gd name="GluePoint9X" fmla="*/ 224 w 256"/>
                <a:gd name="GluePoint9Y" fmla="*/ 80 h 152"/>
                <a:gd name="GluePoint10X" fmla="*/ 220 w 256"/>
                <a:gd name="GluePoint10Y" fmla="*/ 144 h 152"/>
                <a:gd name="GluePoint11X" fmla="*/ 44 w 256"/>
                <a:gd name="GluePoint11Y" fmla="*/ 144 h 152"/>
                <a:gd name="GluePoint12X" fmla="*/ 8 w 256"/>
                <a:gd name="GluePoint12Y" fmla="*/ 108 h 152"/>
                <a:gd name="GluePoint13X" fmla="*/ 45 w 256"/>
                <a:gd name="GluePoint13Y" fmla="*/ 72 h 152"/>
                <a:gd name="GluePoint14X" fmla="*/ 55 w 256"/>
                <a:gd name="GluePoint14Y" fmla="*/ 72 h 152"/>
                <a:gd name="GluePoint15X" fmla="*/ 56 w 256"/>
                <a:gd name="GluePoint15Y" fmla="*/ 69 h 152"/>
                <a:gd name="GluePoint16X" fmla="*/ 136 w 256"/>
                <a:gd name="GluePoint16Y" fmla="*/ 8 h 152"/>
                <a:gd name="GluePoint17X" fmla="*/ 216 w 256"/>
                <a:gd name="GluePoint17Y" fmla="*/ 84 h 152"/>
                <a:gd name="GluePoint18X" fmla="*/ 216 w 256"/>
                <a:gd name="GluePoint18Y" fmla="*/ 88 h 152"/>
                <a:gd name="GluePoint19X" fmla="*/ 220 w 256"/>
                <a:gd name="GluePoint19Y" fmla="*/ 88 h 152"/>
                <a:gd name="GluePoint20X" fmla="*/ 248 w 256"/>
                <a:gd name="GluePoint20Y" fmla="*/ 116 h 152"/>
                <a:gd name="GluePoint21X" fmla="*/ 220 w 256"/>
                <a:gd name="GluePoint21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20" y="64"/>
                    <a:pt x="0" y="84"/>
                    <a:pt x="0" y="108"/>
                  </a:cubicBezTo>
                  <a:cubicBezTo>
                    <a:pt x="0" y="133"/>
                    <a:pt x="19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77" name="Freeform 132"/>
            <p:cNvSpPr/>
            <p:nvPr/>
          </p:nvSpPr>
          <p:spPr>
            <a:xfrm>
              <a:off x="4921560" y="2570040"/>
              <a:ext cx="72000" cy="7200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72000"/>
                <a:gd name="textAreaBottom" fmla="*/ 72360 h 72000"/>
                <a:gd name="GluePoint1X" fmla="*/ 29 w 32"/>
                <a:gd name="GluePoint1Y" fmla="*/ 0 h 32"/>
                <a:gd name="GluePoint2X" fmla="*/ 16 w 32"/>
                <a:gd name="GluePoint2Y" fmla="*/ 13 h 32"/>
                <a:gd name="GluePoint3X" fmla="*/ 3 w 32"/>
                <a:gd name="GluePoint3Y" fmla="*/ 0 h 32"/>
                <a:gd name="GluePoint4X" fmla="*/ 0 w 32"/>
                <a:gd name="GluePoint4Y" fmla="*/ 3 h 32"/>
                <a:gd name="GluePoint5X" fmla="*/ 13 w 32"/>
                <a:gd name="GluePoint5Y" fmla="*/ 16 h 32"/>
                <a:gd name="GluePoint6X" fmla="*/ 0 w 32"/>
                <a:gd name="GluePoint6Y" fmla="*/ 29 h 32"/>
                <a:gd name="GluePoint7X" fmla="*/ 3 w 32"/>
                <a:gd name="GluePoint7Y" fmla="*/ 32 h 32"/>
                <a:gd name="GluePoint8X" fmla="*/ 16 w 32"/>
                <a:gd name="GluePoint8Y" fmla="*/ 19 h 32"/>
                <a:gd name="GluePoint9X" fmla="*/ 29 w 32"/>
                <a:gd name="GluePoint9Y" fmla="*/ 32 h 32"/>
                <a:gd name="GluePoint10X" fmla="*/ 32 w 32"/>
                <a:gd name="GluePoint10Y" fmla="*/ 29 h 32"/>
                <a:gd name="GluePoint11X" fmla="*/ 19 w 32"/>
                <a:gd name="GluePoint11Y" fmla="*/ 16 h 32"/>
                <a:gd name="GluePoint12X" fmla="*/ 32 w 32"/>
                <a:gd name="GluePoint12Y" fmla="*/ 3 h 32"/>
                <a:gd name="GluePoint13X" fmla="*/ 29 w 32"/>
                <a:gd name="GluePoint13Y" fmla="*/ 0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2" h="32">
                  <a:moveTo>
                    <a:pt x="29" y="0"/>
                  </a:move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16" y="19"/>
                  </a:lnTo>
                  <a:lnTo>
                    <a:pt x="29" y="32"/>
                  </a:ln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78" name="Group 667"/>
          <p:cNvGrpSpPr/>
          <p:nvPr/>
        </p:nvGrpSpPr>
        <p:grpSpPr>
          <a:xfrm>
            <a:off x="5198040" y="2506680"/>
            <a:ext cx="303120" cy="178560"/>
            <a:chOff x="5198040" y="2506680"/>
            <a:chExt cx="303120" cy="178560"/>
          </a:xfrm>
        </p:grpSpPr>
        <p:sp>
          <p:nvSpPr>
            <p:cNvPr id="1579" name="Freeform 133"/>
            <p:cNvSpPr/>
            <p:nvPr/>
          </p:nvSpPr>
          <p:spPr>
            <a:xfrm>
              <a:off x="5198040" y="2506680"/>
              <a:ext cx="303120" cy="1785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178560"/>
                <a:gd name="textAreaBottom" fmla="*/ 178920 h 178560"/>
                <a:gd name="GluePoint1X" fmla="*/ 224 w 256"/>
                <a:gd name="GluePoint1Y" fmla="*/ 80 h 152"/>
                <a:gd name="GluePoint2X" fmla="*/ 136 w 256"/>
                <a:gd name="GluePoint2Y" fmla="*/ 0 h 152"/>
                <a:gd name="GluePoint3X" fmla="*/ 49 w 256"/>
                <a:gd name="GluePoint3Y" fmla="*/ 64 h 152"/>
                <a:gd name="GluePoint4X" fmla="*/ 46 w 256"/>
                <a:gd name="GluePoint4Y" fmla="*/ 64 h 152"/>
                <a:gd name="GluePoint5X" fmla="*/ 0 w 256"/>
                <a:gd name="GluePoint5Y" fmla="*/ 108 h 152"/>
                <a:gd name="GluePoint6X" fmla="*/ 44 w 256"/>
                <a:gd name="GluePoint6Y" fmla="*/ 152 h 152"/>
                <a:gd name="GluePoint7X" fmla="*/ 220 w 256"/>
                <a:gd name="GluePoint7Y" fmla="*/ 152 h 152"/>
                <a:gd name="GluePoint8X" fmla="*/ 256 w 256"/>
                <a:gd name="GluePoint8Y" fmla="*/ 116 h 152"/>
                <a:gd name="GluePoint9X" fmla="*/ 224 w 256"/>
                <a:gd name="GluePoint9Y" fmla="*/ 80 h 152"/>
                <a:gd name="GluePoint10X" fmla="*/ 220 w 256"/>
                <a:gd name="GluePoint10Y" fmla="*/ 144 h 152"/>
                <a:gd name="GluePoint11X" fmla="*/ 44 w 256"/>
                <a:gd name="GluePoint11Y" fmla="*/ 144 h 152"/>
                <a:gd name="GluePoint12X" fmla="*/ 8 w 256"/>
                <a:gd name="GluePoint12Y" fmla="*/ 108 h 152"/>
                <a:gd name="GluePoint13X" fmla="*/ 46 w 256"/>
                <a:gd name="GluePoint13Y" fmla="*/ 72 h 152"/>
                <a:gd name="GluePoint14X" fmla="*/ 55 w 256"/>
                <a:gd name="GluePoint14Y" fmla="*/ 72 h 152"/>
                <a:gd name="GluePoint15X" fmla="*/ 56 w 256"/>
                <a:gd name="GluePoint15Y" fmla="*/ 69 h 152"/>
                <a:gd name="GluePoint16X" fmla="*/ 136 w 256"/>
                <a:gd name="GluePoint16Y" fmla="*/ 8 h 152"/>
                <a:gd name="GluePoint17X" fmla="*/ 216 w 256"/>
                <a:gd name="GluePoint17Y" fmla="*/ 84 h 152"/>
                <a:gd name="GluePoint18X" fmla="*/ 216 w 256"/>
                <a:gd name="GluePoint18Y" fmla="*/ 88 h 152"/>
                <a:gd name="GluePoint19X" fmla="*/ 220 w 256"/>
                <a:gd name="GluePoint19Y" fmla="*/ 88 h 152"/>
                <a:gd name="GluePoint20X" fmla="*/ 248 w 256"/>
                <a:gd name="GluePoint20Y" fmla="*/ 116 h 152"/>
                <a:gd name="GluePoint21X" fmla="*/ 220 w 256"/>
                <a:gd name="GluePoint21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3" y="0"/>
                    <a:pt x="136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21" y="64"/>
                    <a:pt x="0" y="84"/>
                    <a:pt x="0" y="108"/>
                  </a:cubicBezTo>
                  <a:cubicBezTo>
                    <a:pt x="0" y="133"/>
                    <a:pt x="20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6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80" name="Freeform 134"/>
            <p:cNvSpPr/>
            <p:nvPr/>
          </p:nvSpPr>
          <p:spPr>
            <a:xfrm>
              <a:off x="5302080" y="2558880"/>
              <a:ext cx="92520" cy="9252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520"/>
                <a:gd name="textAreaBottom" fmla="*/ 92880 h 92520"/>
                <a:gd name="GluePoint1X" fmla="*/ 56 w 79"/>
                <a:gd name="GluePoint1Y" fmla="*/ 28 h 79"/>
                <a:gd name="GluePoint2X" fmla="*/ 28 w 79"/>
                <a:gd name="GluePoint2Y" fmla="*/ 0 h 79"/>
                <a:gd name="GluePoint3X" fmla="*/ 0 w 79"/>
                <a:gd name="GluePoint3Y" fmla="*/ 28 h 79"/>
                <a:gd name="GluePoint4X" fmla="*/ 28 w 79"/>
                <a:gd name="GluePoint4Y" fmla="*/ 56 h 79"/>
                <a:gd name="GluePoint5X" fmla="*/ 45 w 79"/>
                <a:gd name="GluePoint5Y" fmla="*/ 50 h 79"/>
                <a:gd name="GluePoint6X" fmla="*/ 73 w 79"/>
                <a:gd name="GluePoint6Y" fmla="*/ 79 h 79"/>
                <a:gd name="GluePoint7X" fmla="*/ 79 w 79"/>
                <a:gd name="GluePoint7Y" fmla="*/ 73 h 79"/>
                <a:gd name="GluePoint8X" fmla="*/ 51 w 79"/>
                <a:gd name="GluePoint8Y" fmla="*/ 45 h 79"/>
                <a:gd name="GluePoint9X" fmla="*/ 56 w 79"/>
                <a:gd name="GluePoint9Y" fmla="*/ 28 h 79"/>
                <a:gd name="GluePoint10X" fmla="*/ 8 w 79"/>
                <a:gd name="GluePoint10Y" fmla="*/ 28 h 79"/>
                <a:gd name="GluePoint11X" fmla="*/ 28 w 79"/>
                <a:gd name="GluePoint11Y" fmla="*/ 8 h 79"/>
                <a:gd name="GluePoint12X" fmla="*/ 48 w 79"/>
                <a:gd name="GluePoint12Y" fmla="*/ 28 h 79"/>
                <a:gd name="GluePoint13X" fmla="*/ 28 w 79"/>
                <a:gd name="GluePoint13Y" fmla="*/ 48 h 79"/>
                <a:gd name="GluePoint14X" fmla="*/ 8 w 79"/>
                <a:gd name="GluePoint14Y" fmla="*/ 28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9" h="79">
                  <a:moveTo>
                    <a:pt x="56" y="28"/>
                  </a:moveTo>
                  <a:cubicBezTo>
                    <a:pt x="56" y="13"/>
                    <a:pt x="44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34" y="56"/>
                    <a:pt x="40" y="54"/>
                    <a:pt x="45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4" y="40"/>
                    <a:pt x="56" y="34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81" name="Group 666"/>
          <p:cNvGrpSpPr/>
          <p:nvPr/>
        </p:nvGrpSpPr>
        <p:grpSpPr>
          <a:xfrm>
            <a:off x="5589720" y="2506680"/>
            <a:ext cx="303120" cy="178560"/>
            <a:chOff x="5589720" y="2506680"/>
            <a:chExt cx="303120" cy="178560"/>
          </a:xfrm>
        </p:grpSpPr>
        <p:sp>
          <p:nvSpPr>
            <p:cNvPr id="1582" name="Freeform 135"/>
            <p:cNvSpPr/>
            <p:nvPr/>
          </p:nvSpPr>
          <p:spPr>
            <a:xfrm>
              <a:off x="5589720" y="2506680"/>
              <a:ext cx="303120" cy="1785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178560"/>
                <a:gd name="textAreaBottom" fmla="*/ 178920 h 178560"/>
                <a:gd name="GluePoint1X" fmla="*/ 224 w 256"/>
                <a:gd name="GluePoint1Y" fmla="*/ 80 h 152"/>
                <a:gd name="GluePoint2X" fmla="*/ 137 w 256"/>
                <a:gd name="GluePoint2Y" fmla="*/ 0 h 152"/>
                <a:gd name="GluePoint3X" fmla="*/ 49 w 256"/>
                <a:gd name="GluePoint3Y" fmla="*/ 64 h 152"/>
                <a:gd name="GluePoint4X" fmla="*/ 46 w 256"/>
                <a:gd name="GluePoint4Y" fmla="*/ 64 h 152"/>
                <a:gd name="GluePoint5X" fmla="*/ 0 w 256"/>
                <a:gd name="GluePoint5Y" fmla="*/ 108 h 152"/>
                <a:gd name="GluePoint6X" fmla="*/ 44 w 256"/>
                <a:gd name="GluePoint6Y" fmla="*/ 152 h 152"/>
                <a:gd name="GluePoint7X" fmla="*/ 220 w 256"/>
                <a:gd name="GluePoint7Y" fmla="*/ 152 h 152"/>
                <a:gd name="GluePoint8X" fmla="*/ 256 w 256"/>
                <a:gd name="GluePoint8Y" fmla="*/ 116 h 152"/>
                <a:gd name="GluePoint9X" fmla="*/ 224 w 256"/>
                <a:gd name="GluePoint9Y" fmla="*/ 80 h 152"/>
                <a:gd name="GluePoint10X" fmla="*/ 220 w 256"/>
                <a:gd name="GluePoint10Y" fmla="*/ 144 h 152"/>
                <a:gd name="GluePoint11X" fmla="*/ 44 w 256"/>
                <a:gd name="GluePoint11Y" fmla="*/ 144 h 152"/>
                <a:gd name="GluePoint12X" fmla="*/ 8 w 256"/>
                <a:gd name="GluePoint12Y" fmla="*/ 108 h 152"/>
                <a:gd name="GluePoint13X" fmla="*/ 46 w 256"/>
                <a:gd name="GluePoint13Y" fmla="*/ 72 h 152"/>
                <a:gd name="GluePoint14X" fmla="*/ 56 w 256"/>
                <a:gd name="GluePoint14Y" fmla="*/ 72 h 152"/>
                <a:gd name="GluePoint15X" fmla="*/ 56 w 256"/>
                <a:gd name="GluePoint15Y" fmla="*/ 69 h 152"/>
                <a:gd name="GluePoint16X" fmla="*/ 137 w 256"/>
                <a:gd name="GluePoint16Y" fmla="*/ 8 h 152"/>
                <a:gd name="GluePoint17X" fmla="*/ 216 w 256"/>
                <a:gd name="GluePoint17Y" fmla="*/ 84 h 152"/>
                <a:gd name="GluePoint18X" fmla="*/ 216 w 256"/>
                <a:gd name="GluePoint18Y" fmla="*/ 88 h 152"/>
                <a:gd name="GluePoint19X" fmla="*/ 220 w 256"/>
                <a:gd name="GluePoint19Y" fmla="*/ 88 h 152"/>
                <a:gd name="GluePoint20X" fmla="*/ 248 w 256"/>
                <a:gd name="GluePoint20Y" fmla="*/ 116 h 152"/>
                <a:gd name="GluePoint21X" fmla="*/ 220 w 256"/>
                <a:gd name="GluePoint21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2">
                  <a:moveTo>
                    <a:pt x="224" y="80"/>
                  </a:moveTo>
                  <a:cubicBezTo>
                    <a:pt x="222" y="36"/>
                    <a:pt x="184" y="0"/>
                    <a:pt x="137" y="0"/>
                  </a:cubicBezTo>
                  <a:cubicBezTo>
                    <a:pt x="95" y="0"/>
                    <a:pt x="58" y="27"/>
                    <a:pt x="49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21" y="64"/>
                    <a:pt x="0" y="84"/>
                    <a:pt x="0" y="108"/>
                  </a:cubicBezTo>
                  <a:cubicBezTo>
                    <a:pt x="0" y="133"/>
                    <a:pt x="20" y="152"/>
                    <a:pt x="44" y="152"/>
                  </a:cubicBezTo>
                  <a:cubicBezTo>
                    <a:pt x="220" y="152"/>
                    <a:pt x="220" y="152"/>
                    <a:pt x="220" y="152"/>
                  </a:cubicBezTo>
                  <a:cubicBezTo>
                    <a:pt x="240" y="152"/>
                    <a:pt x="256" y="136"/>
                    <a:pt x="256" y="116"/>
                  </a:cubicBezTo>
                  <a:cubicBezTo>
                    <a:pt x="256" y="97"/>
                    <a:pt x="242" y="82"/>
                    <a:pt x="224" y="80"/>
                  </a:cubicBezTo>
                  <a:close/>
                  <a:moveTo>
                    <a:pt x="220" y="144"/>
                  </a:moveTo>
                  <a:cubicBezTo>
                    <a:pt x="44" y="144"/>
                    <a:pt x="44" y="144"/>
                    <a:pt x="44" y="144"/>
                  </a:cubicBezTo>
                  <a:cubicBezTo>
                    <a:pt x="24" y="144"/>
                    <a:pt x="8" y="128"/>
                    <a:pt x="8" y="108"/>
                  </a:cubicBezTo>
                  <a:cubicBezTo>
                    <a:pt x="8" y="88"/>
                    <a:pt x="25" y="72"/>
                    <a:pt x="46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7" y="8"/>
                  </a:cubicBezTo>
                  <a:cubicBezTo>
                    <a:pt x="181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0"/>
                    <a:pt x="248" y="116"/>
                  </a:cubicBezTo>
                  <a:cubicBezTo>
                    <a:pt x="248" y="132"/>
                    <a:pt x="236" y="144"/>
                    <a:pt x="220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83" name="Freeform 136"/>
            <p:cNvSpPr/>
            <p:nvPr/>
          </p:nvSpPr>
          <p:spPr>
            <a:xfrm>
              <a:off x="5700600" y="2563560"/>
              <a:ext cx="81000" cy="993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9360"/>
                <a:gd name="textAreaBottom" fmla="*/ 99720 h 99360"/>
                <a:gd name="GluePoint1X" fmla="*/ 16 w 36"/>
                <a:gd name="GluePoint1Y" fmla="*/ 0 h 44"/>
                <a:gd name="GluePoint2X" fmla="*/ 0 w 36"/>
                <a:gd name="GluePoint2Y" fmla="*/ 17 h 44"/>
                <a:gd name="GluePoint3X" fmla="*/ 3 w 36"/>
                <a:gd name="GluePoint3Y" fmla="*/ 20 h 44"/>
                <a:gd name="GluePoint4X" fmla="*/ 16 w 36"/>
                <a:gd name="GluePoint4Y" fmla="*/ 7 h 44"/>
                <a:gd name="GluePoint5X" fmla="*/ 16 w 36"/>
                <a:gd name="GluePoint5Y" fmla="*/ 44 h 44"/>
                <a:gd name="GluePoint6X" fmla="*/ 20 w 36"/>
                <a:gd name="GluePoint6Y" fmla="*/ 44 h 44"/>
                <a:gd name="GluePoint7X" fmla="*/ 20 w 36"/>
                <a:gd name="GluePoint7Y" fmla="*/ 7 h 44"/>
                <a:gd name="GluePoint8X" fmla="*/ 33 w 36"/>
                <a:gd name="GluePoint8Y" fmla="*/ 20 h 44"/>
                <a:gd name="GluePoint9X" fmla="*/ 36 w 36"/>
                <a:gd name="GluePoint9Y" fmla="*/ 17 h 44"/>
                <a:gd name="GluePoint10X" fmla="*/ 19 w 36"/>
                <a:gd name="GluePoint10Y" fmla="*/ 0 h 44"/>
                <a:gd name="GluePoint11X" fmla="*/ 16 w 36"/>
                <a:gd name="GluePoint11Y" fmla="*/ 0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4">
                  <a:moveTo>
                    <a:pt x="16" y="0"/>
                  </a:moveTo>
                  <a:lnTo>
                    <a:pt x="0" y="17"/>
                  </a:lnTo>
                  <a:lnTo>
                    <a:pt x="3" y="20"/>
                  </a:lnTo>
                  <a:lnTo>
                    <a:pt x="16" y="7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0"/>
                  </a:lnTo>
                  <a:lnTo>
                    <a:pt x="36" y="17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84" name="Group 661"/>
          <p:cNvGrpSpPr/>
          <p:nvPr/>
        </p:nvGrpSpPr>
        <p:grpSpPr>
          <a:xfrm>
            <a:off x="6019920" y="2445480"/>
            <a:ext cx="226080" cy="300960"/>
            <a:chOff x="6019920" y="2445480"/>
            <a:chExt cx="226080" cy="300960"/>
          </a:xfrm>
        </p:grpSpPr>
        <p:sp>
          <p:nvSpPr>
            <p:cNvPr id="1585" name="Freeform 137"/>
            <p:cNvSpPr/>
            <p:nvPr/>
          </p:nvSpPr>
          <p:spPr>
            <a:xfrm>
              <a:off x="6019920" y="244548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100 w 100"/>
                <a:gd name="GluePoint1Y" fmla="*/ 0 h 133"/>
                <a:gd name="GluePoint2X" fmla="*/ 30 w 100"/>
                <a:gd name="GluePoint2Y" fmla="*/ 0 h 133"/>
                <a:gd name="GluePoint3X" fmla="*/ 0 w 100"/>
                <a:gd name="GluePoint3Y" fmla="*/ 30 h 133"/>
                <a:gd name="GluePoint4X" fmla="*/ 0 w 100"/>
                <a:gd name="GluePoint4Y" fmla="*/ 133 h 133"/>
                <a:gd name="GluePoint5X" fmla="*/ 100 w 100"/>
                <a:gd name="GluePoint5Y" fmla="*/ 133 h 133"/>
                <a:gd name="GluePoint6X" fmla="*/ 100 w 100"/>
                <a:gd name="GluePoint6Y" fmla="*/ 0 h 133"/>
                <a:gd name="GluePoint7X" fmla="*/ 29 w 100"/>
                <a:gd name="GluePoint7Y" fmla="*/ 7 h 133"/>
                <a:gd name="GluePoint8X" fmla="*/ 29 w 100"/>
                <a:gd name="GluePoint8Y" fmla="*/ 29 h 133"/>
                <a:gd name="GluePoint9X" fmla="*/ 7 w 100"/>
                <a:gd name="GluePoint9Y" fmla="*/ 29 h 133"/>
                <a:gd name="GluePoint10X" fmla="*/ 29 w 100"/>
                <a:gd name="GluePoint10Y" fmla="*/ 7 h 133"/>
                <a:gd name="GluePoint11X" fmla="*/ 96 w 100"/>
                <a:gd name="GluePoint11Y" fmla="*/ 129 h 133"/>
                <a:gd name="GluePoint12X" fmla="*/ 4 w 100"/>
                <a:gd name="GluePoint12Y" fmla="*/ 129 h 133"/>
                <a:gd name="GluePoint13X" fmla="*/ 4 w 100"/>
                <a:gd name="GluePoint13Y" fmla="*/ 33 h 133"/>
                <a:gd name="GluePoint14X" fmla="*/ 33 w 100"/>
                <a:gd name="GluePoint14Y" fmla="*/ 33 h 133"/>
                <a:gd name="GluePoint15X" fmla="*/ 33 w 100"/>
                <a:gd name="GluePoint15Y" fmla="*/ 4 h 133"/>
                <a:gd name="GluePoint16X" fmla="*/ 96 w 100"/>
                <a:gd name="GluePoint16Y" fmla="*/ 4 h 133"/>
                <a:gd name="GluePoint17X" fmla="*/ 96 w 100"/>
                <a:gd name="GluePoint17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86" name="Freeform 138"/>
            <p:cNvSpPr/>
            <p:nvPr/>
          </p:nvSpPr>
          <p:spPr>
            <a:xfrm>
              <a:off x="6087960" y="2583720"/>
              <a:ext cx="99360" cy="6768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7680"/>
                <a:gd name="textAreaBottom" fmla="*/ 68040 h 67680"/>
                <a:gd name="GluePoint1X" fmla="*/ 3 w 44"/>
                <a:gd name="GluePoint1Y" fmla="*/ 12 h 30"/>
                <a:gd name="GluePoint2X" fmla="*/ 0 w 44"/>
                <a:gd name="GluePoint2Y" fmla="*/ 15 h 30"/>
                <a:gd name="GluePoint3X" fmla="*/ 15 w 44"/>
                <a:gd name="GluePoint3Y" fmla="*/ 30 h 30"/>
                <a:gd name="GluePoint4X" fmla="*/ 17 w 44"/>
                <a:gd name="GluePoint4Y" fmla="*/ 30 h 30"/>
                <a:gd name="GluePoint5X" fmla="*/ 44 w 44"/>
                <a:gd name="GluePoint5Y" fmla="*/ 3 h 30"/>
                <a:gd name="GluePoint6X" fmla="*/ 42 w 44"/>
                <a:gd name="GluePoint6Y" fmla="*/ 0 h 30"/>
                <a:gd name="GluePoint7X" fmla="*/ 16 w 44"/>
                <a:gd name="GluePoint7Y" fmla="*/ 25 h 30"/>
                <a:gd name="GluePoint8X" fmla="*/ 3 w 44"/>
                <a:gd name="GluePoint8Y" fmla="*/ 12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30">
                  <a:moveTo>
                    <a:pt x="3" y="12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17" y="30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5"/>
                  </a:lnTo>
                  <a:lnTo>
                    <a:pt x="3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840" bIns="33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87" name="Group 660"/>
          <p:cNvGrpSpPr/>
          <p:nvPr/>
        </p:nvGrpSpPr>
        <p:grpSpPr>
          <a:xfrm>
            <a:off x="6411600" y="2445480"/>
            <a:ext cx="226080" cy="300960"/>
            <a:chOff x="6411600" y="2445480"/>
            <a:chExt cx="226080" cy="300960"/>
          </a:xfrm>
        </p:grpSpPr>
        <p:sp>
          <p:nvSpPr>
            <p:cNvPr id="1588" name="Freeform 139"/>
            <p:cNvSpPr/>
            <p:nvPr/>
          </p:nvSpPr>
          <p:spPr>
            <a:xfrm>
              <a:off x="6411600" y="244548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0 w 100"/>
                <a:gd name="GluePoint1Y" fmla="*/ 133 h 133"/>
                <a:gd name="GluePoint2X" fmla="*/ 100 w 100"/>
                <a:gd name="GluePoint2Y" fmla="*/ 133 h 133"/>
                <a:gd name="GluePoint3X" fmla="*/ 100 w 100"/>
                <a:gd name="GluePoint3Y" fmla="*/ 0 h 133"/>
                <a:gd name="GluePoint4X" fmla="*/ 30 w 100"/>
                <a:gd name="GluePoint4Y" fmla="*/ 0 h 133"/>
                <a:gd name="GluePoint5X" fmla="*/ 0 w 100"/>
                <a:gd name="GluePoint5Y" fmla="*/ 30 h 133"/>
                <a:gd name="GluePoint6X" fmla="*/ 0 w 100"/>
                <a:gd name="GluePoint6Y" fmla="*/ 133 h 133"/>
                <a:gd name="GluePoint7X" fmla="*/ 96 w 100"/>
                <a:gd name="GluePoint7Y" fmla="*/ 129 h 133"/>
                <a:gd name="GluePoint8X" fmla="*/ 4 w 100"/>
                <a:gd name="GluePoint8Y" fmla="*/ 129 h 133"/>
                <a:gd name="GluePoint9X" fmla="*/ 4 w 100"/>
                <a:gd name="GluePoint9Y" fmla="*/ 33 h 133"/>
                <a:gd name="GluePoint10X" fmla="*/ 33 w 100"/>
                <a:gd name="GluePoint10Y" fmla="*/ 33 h 133"/>
                <a:gd name="GluePoint11X" fmla="*/ 33 w 100"/>
                <a:gd name="GluePoint11Y" fmla="*/ 4 h 133"/>
                <a:gd name="GluePoint12X" fmla="*/ 96 w 100"/>
                <a:gd name="GluePoint12Y" fmla="*/ 4 h 133"/>
                <a:gd name="GluePoint13X" fmla="*/ 96 w 100"/>
                <a:gd name="GluePoint13Y" fmla="*/ 129 h 133"/>
                <a:gd name="GluePoint14X" fmla="*/ 7 w 100"/>
                <a:gd name="GluePoint14Y" fmla="*/ 29 h 133"/>
                <a:gd name="GluePoint15X" fmla="*/ 29 w 100"/>
                <a:gd name="GluePoint15Y" fmla="*/ 7 h 133"/>
                <a:gd name="GluePoint16X" fmla="*/ 29 w 100"/>
                <a:gd name="GluePoint16Y" fmla="*/ 29 h 133"/>
                <a:gd name="GluePoint17X" fmla="*/ 7 w 100"/>
                <a:gd name="GluePoint17Y" fmla="*/ 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89" name="Freeform 140"/>
            <p:cNvSpPr/>
            <p:nvPr/>
          </p:nvSpPr>
          <p:spPr>
            <a:xfrm>
              <a:off x="6472800" y="2581560"/>
              <a:ext cx="103680" cy="651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65160"/>
                <a:gd name="textAreaBottom" fmla="*/ 65520 h 65160"/>
                <a:gd name="GluePoint1X" fmla="*/ 0 w 88"/>
                <a:gd name="GluePoint1Y" fmla="*/ 40 h 56"/>
                <a:gd name="GluePoint2X" fmla="*/ 16 w 88"/>
                <a:gd name="GluePoint2Y" fmla="*/ 56 h 56"/>
                <a:gd name="GluePoint3X" fmla="*/ 72 w 88"/>
                <a:gd name="GluePoint3Y" fmla="*/ 56 h 56"/>
                <a:gd name="GluePoint4X" fmla="*/ 88 w 88"/>
                <a:gd name="GluePoint4Y" fmla="*/ 40 h 56"/>
                <a:gd name="GluePoint5X" fmla="*/ 75 w 88"/>
                <a:gd name="GluePoint5Y" fmla="*/ 24 h 56"/>
                <a:gd name="GluePoint6X" fmla="*/ 44 w 88"/>
                <a:gd name="GluePoint6Y" fmla="*/ 0 h 56"/>
                <a:gd name="GluePoint7X" fmla="*/ 12 w 88"/>
                <a:gd name="GluePoint7Y" fmla="*/ 24 h 56"/>
                <a:gd name="GluePoint8X" fmla="*/ 0 w 88"/>
                <a:gd name="GluePoint8Y" fmla="*/ 40 h 56"/>
                <a:gd name="GluePoint9X" fmla="*/ 19 w 88"/>
                <a:gd name="GluePoint9Y" fmla="*/ 32 h 56"/>
                <a:gd name="GluePoint10X" fmla="*/ 19 w 88"/>
                <a:gd name="GluePoint10Y" fmla="*/ 29 h 56"/>
                <a:gd name="GluePoint11X" fmla="*/ 44 w 88"/>
                <a:gd name="GluePoint11Y" fmla="*/ 8 h 56"/>
                <a:gd name="GluePoint12X" fmla="*/ 68 w 88"/>
                <a:gd name="GluePoint12Y" fmla="*/ 28 h 56"/>
                <a:gd name="GluePoint13X" fmla="*/ 68 w 88"/>
                <a:gd name="GluePoint13Y" fmla="*/ 32 h 56"/>
                <a:gd name="GluePoint14X" fmla="*/ 72 w 88"/>
                <a:gd name="GluePoint14Y" fmla="*/ 32 h 56"/>
                <a:gd name="GluePoint15X" fmla="*/ 80 w 88"/>
                <a:gd name="GluePoint15Y" fmla="*/ 40 h 56"/>
                <a:gd name="GluePoint16X" fmla="*/ 72 w 88"/>
                <a:gd name="GluePoint16Y" fmla="*/ 48 h 56"/>
                <a:gd name="GluePoint17X" fmla="*/ 16 w 88"/>
                <a:gd name="GluePoint17Y" fmla="*/ 48 h 56"/>
                <a:gd name="GluePoint18X" fmla="*/ 8 w 88"/>
                <a:gd name="GluePoint18Y" fmla="*/ 40 h 56"/>
                <a:gd name="GluePoint19X" fmla="*/ 16 w 88"/>
                <a:gd name="GluePoint19Y" fmla="*/ 32 h 56"/>
                <a:gd name="GluePoint20X" fmla="*/ 19 w 88"/>
                <a:gd name="GluePoint20Y" fmla="*/ 32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0" y="40"/>
                  </a:moveTo>
                  <a:cubicBezTo>
                    <a:pt x="0" y="50"/>
                    <a:pt x="5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6"/>
                    <a:pt x="75" y="24"/>
                  </a:cubicBezTo>
                  <a:cubicBezTo>
                    <a:pt x="73" y="10"/>
                    <a:pt x="60" y="0"/>
                    <a:pt x="44" y="0"/>
                  </a:cubicBezTo>
                  <a:cubicBezTo>
                    <a:pt x="29" y="0"/>
                    <a:pt x="16" y="12"/>
                    <a:pt x="12" y="24"/>
                  </a:cubicBezTo>
                  <a:cubicBezTo>
                    <a:pt x="4" y="26"/>
                    <a:pt x="0" y="35"/>
                    <a:pt x="0" y="40"/>
                  </a:cubicBezTo>
                  <a:close/>
                  <a:moveTo>
                    <a:pt x="19" y="32"/>
                  </a:moveTo>
                  <a:cubicBezTo>
                    <a:pt x="19" y="29"/>
                    <a:pt x="19" y="29"/>
                    <a:pt x="19" y="29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lnTo>
                    <a:pt x="19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90" name="Group 659"/>
          <p:cNvGrpSpPr/>
          <p:nvPr/>
        </p:nvGrpSpPr>
        <p:grpSpPr>
          <a:xfrm>
            <a:off x="6803640" y="2445480"/>
            <a:ext cx="226080" cy="300960"/>
            <a:chOff x="6803640" y="2445480"/>
            <a:chExt cx="226080" cy="300960"/>
          </a:xfrm>
        </p:grpSpPr>
        <p:sp>
          <p:nvSpPr>
            <p:cNvPr id="1591" name="Freeform 141"/>
            <p:cNvSpPr/>
            <p:nvPr/>
          </p:nvSpPr>
          <p:spPr>
            <a:xfrm>
              <a:off x="6803640" y="244548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100 w 100"/>
                <a:gd name="GluePoint1Y" fmla="*/ 0 h 133"/>
                <a:gd name="GluePoint2X" fmla="*/ 30 w 100"/>
                <a:gd name="GluePoint2Y" fmla="*/ 0 h 133"/>
                <a:gd name="GluePoint3X" fmla="*/ 0 w 100"/>
                <a:gd name="GluePoint3Y" fmla="*/ 30 h 133"/>
                <a:gd name="GluePoint4X" fmla="*/ 0 w 100"/>
                <a:gd name="GluePoint4Y" fmla="*/ 133 h 133"/>
                <a:gd name="GluePoint5X" fmla="*/ 100 w 100"/>
                <a:gd name="GluePoint5Y" fmla="*/ 133 h 133"/>
                <a:gd name="GluePoint6X" fmla="*/ 100 w 100"/>
                <a:gd name="GluePoint6Y" fmla="*/ 0 h 133"/>
                <a:gd name="GluePoint7X" fmla="*/ 29 w 100"/>
                <a:gd name="GluePoint7Y" fmla="*/ 7 h 133"/>
                <a:gd name="GluePoint8X" fmla="*/ 29 w 100"/>
                <a:gd name="GluePoint8Y" fmla="*/ 29 h 133"/>
                <a:gd name="GluePoint9X" fmla="*/ 7 w 100"/>
                <a:gd name="GluePoint9Y" fmla="*/ 29 h 133"/>
                <a:gd name="GluePoint10X" fmla="*/ 29 w 100"/>
                <a:gd name="GluePoint10Y" fmla="*/ 7 h 133"/>
                <a:gd name="GluePoint11X" fmla="*/ 96 w 100"/>
                <a:gd name="GluePoint11Y" fmla="*/ 129 h 133"/>
                <a:gd name="GluePoint12X" fmla="*/ 4 w 100"/>
                <a:gd name="GluePoint12Y" fmla="*/ 129 h 133"/>
                <a:gd name="GluePoint13X" fmla="*/ 4 w 100"/>
                <a:gd name="GluePoint13Y" fmla="*/ 33 h 133"/>
                <a:gd name="GluePoint14X" fmla="*/ 33 w 100"/>
                <a:gd name="GluePoint14Y" fmla="*/ 33 h 133"/>
                <a:gd name="GluePoint15X" fmla="*/ 33 w 100"/>
                <a:gd name="GluePoint15Y" fmla="*/ 4 h 133"/>
                <a:gd name="GluePoint16X" fmla="*/ 96 w 100"/>
                <a:gd name="GluePoint16Y" fmla="*/ 4 h 133"/>
                <a:gd name="GluePoint17X" fmla="*/ 96 w 100"/>
                <a:gd name="GluePoint17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92" name="Freeform 142"/>
            <p:cNvSpPr/>
            <p:nvPr/>
          </p:nvSpPr>
          <p:spPr>
            <a:xfrm>
              <a:off x="6876000" y="2563560"/>
              <a:ext cx="81000" cy="993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9360"/>
                <a:gd name="textAreaBottom" fmla="*/ 99720 h 99360"/>
                <a:gd name="GluePoint1X" fmla="*/ 2 w 36"/>
                <a:gd name="GluePoint1Y" fmla="*/ 23 h 44"/>
                <a:gd name="GluePoint2X" fmla="*/ 0 w 36"/>
                <a:gd name="GluePoint2Y" fmla="*/ 26 h 44"/>
                <a:gd name="GluePoint3X" fmla="*/ 16 w 36"/>
                <a:gd name="GluePoint3Y" fmla="*/ 44 h 44"/>
                <a:gd name="GluePoint4X" fmla="*/ 19 w 36"/>
                <a:gd name="GluePoint4Y" fmla="*/ 44 h 44"/>
                <a:gd name="GluePoint5X" fmla="*/ 36 w 36"/>
                <a:gd name="GluePoint5Y" fmla="*/ 26 h 44"/>
                <a:gd name="GluePoint6X" fmla="*/ 33 w 36"/>
                <a:gd name="GluePoint6Y" fmla="*/ 23 h 44"/>
                <a:gd name="GluePoint7X" fmla="*/ 20 w 36"/>
                <a:gd name="GluePoint7Y" fmla="*/ 36 h 44"/>
                <a:gd name="GluePoint8X" fmla="*/ 20 w 36"/>
                <a:gd name="GluePoint8Y" fmla="*/ 0 h 44"/>
                <a:gd name="GluePoint9X" fmla="*/ 16 w 36"/>
                <a:gd name="GluePoint9Y" fmla="*/ 0 h 44"/>
                <a:gd name="GluePoint10X" fmla="*/ 16 w 36"/>
                <a:gd name="GluePoint10Y" fmla="*/ 36 h 44"/>
                <a:gd name="GluePoint11X" fmla="*/ 2 w 36"/>
                <a:gd name="GluePoint11Y" fmla="*/ 23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4">
                  <a:moveTo>
                    <a:pt x="2" y="23"/>
                  </a:moveTo>
                  <a:lnTo>
                    <a:pt x="0" y="26"/>
                  </a:lnTo>
                  <a:lnTo>
                    <a:pt x="16" y="44"/>
                  </a:lnTo>
                  <a:lnTo>
                    <a:pt x="19" y="44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93" name="Group 683"/>
          <p:cNvGrpSpPr/>
          <p:nvPr/>
        </p:nvGrpSpPr>
        <p:grpSpPr>
          <a:xfrm>
            <a:off x="2104560" y="2837520"/>
            <a:ext cx="226080" cy="300960"/>
            <a:chOff x="2104560" y="2837520"/>
            <a:chExt cx="226080" cy="300960"/>
          </a:xfrm>
        </p:grpSpPr>
        <p:sp>
          <p:nvSpPr>
            <p:cNvPr id="1594" name="Freeform 143"/>
            <p:cNvSpPr/>
            <p:nvPr/>
          </p:nvSpPr>
          <p:spPr>
            <a:xfrm>
              <a:off x="210456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0 w 100"/>
                <a:gd name="GluePoint1Y" fmla="*/ 133 h 133"/>
                <a:gd name="GluePoint2X" fmla="*/ 100 w 100"/>
                <a:gd name="GluePoint2Y" fmla="*/ 133 h 133"/>
                <a:gd name="GluePoint3X" fmla="*/ 100 w 100"/>
                <a:gd name="GluePoint3Y" fmla="*/ 0 h 133"/>
                <a:gd name="GluePoint4X" fmla="*/ 31 w 100"/>
                <a:gd name="GluePoint4Y" fmla="*/ 0 h 133"/>
                <a:gd name="GluePoint5X" fmla="*/ 0 w 100"/>
                <a:gd name="GluePoint5Y" fmla="*/ 30 h 133"/>
                <a:gd name="GluePoint6X" fmla="*/ 0 w 100"/>
                <a:gd name="GluePoint6Y" fmla="*/ 133 h 133"/>
                <a:gd name="GluePoint7X" fmla="*/ 96 w 100"/>
                <a:gd name="GluePoint7Y" fmla="*/ 129 h 133"/>
                <a:gd name="GluePoint8X" fmla="*/ 4 w 100"/>
                <a:gd name="GluePoint8Y" fmla="*/ 129 h 133"/>
                <a:gd name="GluePoint9X" fmla="*/ 4 w 100"/>
                <a:gd name="GluePoint9Y" fmla="*/ 33 h 133"/>
                <a:gd name="GluePoint10X" fmla="*/ 33 w 100"/>
                <a:gd name="GluePoint10Y" fmla="*/ 33 h 133"/>
                <a:gd name="GluePoint11X" fmla="*/ 33 w 100"/>
                <a:gd name="GluePoint11Y" fmla="*/ 4 h 133"/>
                <a:gd name="GluePoint12X" fmla="*/ 96 w 100"/>
                <a:gd name="GluePoint12Y" fmla="*/ 4 h 133"/>
                <a:gd name="GluePoint13X" fmla="*/ 96 w 100"/>
                <a:gd name="GluePoint13Y" fmla="*/ 129 h 133"/>
                <a:gd name="GluePoint14X" fmla="*/ 7 w 100"/>
                <a:gd name="GluePoint14Y" fmla="*/ 29 h 133"/>
                <a:gd name="GluePoint15X" fmla="*/ 29 w 100"/>
                <a:gd name="GluePoint15Y" fmla="*/ 7 h 133"/>
                <a:gd name="GluePoint16X" fmla="*/ 29 w 100"/>
                <a:gd name="GluePoint16Y" fmla="*/ 29 h 133"/>
                <a:gd name="GluePoint17X" fmla="*/ 7 w 100"/>
                <a:gd name="GluePoint17Y" fmla="*/ 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95" name="Freeform 144"/>
            <p:cNvSpPr/>
            <p:nvPr/>
          </p:nvSpPr>
          <p:spPr>
            <a:xfrm>
              <a:off x="2190600" y="2934720"/>
              <a:ext cx="83520" cy="1083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08360"/>
                <a:gd name="textAreaBottom" fmla="*/ 108720 h 108360"/>
                <a:gd name="GluePoint1X" fmla="*/ 4 w 37"/>
                <a:gd name="GluePoint1Y" fmla="*/ 48 h 48"/>
                <a:gd name="GluePoint2X" fmla="*/ 4 w 37"/>
                <a:gd name="GluePoint2Y" fmla="*/ 25 h 48"/>
                <a:gd name="GluePoint3X" fmla="*/ 37 w 37"/>
                <a:gd name="GluePoint3Y" fmla="*/ 25 h 48"/>
                <a:gd name="GluePoint4X" fmla="*/ 30 w 37"/>
                <a:gd name="GluePoint4Y" fmla="*/ 15 h 48"/>
                <a:gd name="GluePoint5X" fmla="*/ 37 w 37"/>
                <a:gd name="GluePoint5Y" fmla="*/ 5 h 48"/>
                <a:gd name="GluePoint6X" fmla="*/ 4 w 37"/>
                <a:gd name="GluePoint6Y" fmla="*/ 5 h 48"/>
                <a:gd name="GluePoint7X" fmla="*/ 4 w 37"/>
                <a:gd name="GluePoint7Y" fmla="*/ 0 h 48"/>
                <a:gd name="GluePoint8X" fmla="*/ 0 w 37"/>
                <a:gd name="GluePoint8Y" fmla="*/ 0 h 48"/>
                <a:gd name="GluePoint9X" fmla="*/ 0 w 37"/>
                <a:gd name="GluePoint9Y" fmla="*/ 48 h 48"/>
                <a:gd name="GluePoint10X" fmla="*/ 4 w 37"/>
                <a:gd name="GluePoint10Y" fmla="*/ 48 h 48"/>
                <a:gd name="GluePoint11X" fmla="*/ 29 w 37"/>
                <a:gd name="GluePoint11Y" fmla="*/ 9 h 48"/>
                <a:gd name="GluePoint12X" fmla="*/ 25 w 37"/>
                <a:gd name="GluePoint12Y" fmla="*/ 15 h 48"/>
                <a:gd name="GluePoint13X" fmla="*/ 29 w 37"/>
                <a:gd name="GluePoint13Y" fmla="*/ 21 h 48"/>
                <a:gd name="GluePoint14X" fmla="*/ 4 w 37"/>
                <a:gd name="GluePoint14Y" fmla="*/ 21 h 48"/>
                <a:gd name="GluePoint15X" fmla="*/ 4 w 37"/>
                <a:gd name="GluePoint15Y" fmla="*/ 9 h 48"/>
                <a:gd name="GluePoint16X" fmla="*/ 29 w 37"/>
                <a:gd name="GluePoint16Y" fmla="*/ 9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37" h="48">
                  <a:moveTo>
                    <a:pt x="4" y="48"/>
                  </a:moveTo>
                  <a:lnTo>
                    <a:pt x="4" y="25"/>
                  </a:lnTo>
                  <a:lnTo>
                    <a:pt x="37" y="25"/>
                  </a:lnTo>
                  <a:lnTo>
                    <a:pt x="30" y="15"/>
                  </a:lnTo>
                  <a:lnTo>
                    <a:pt x="37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4" y="48"/>
                  </a:lnTo>
                  <a:close/>
                  <a:moveTo>
                    <a:pt x="29" y="9"/>
                  </a:moveTo>
                  <a:lnTo>
                    <a:pt x="25" y="15"/>
                  </a:lnTo>
                  <a:lnTo>
                    <a:pt x="29" y="21"/>
                  </a:lnTo>
                  <a:lnTo>
                    <a:pt x="4" y="21"/>
                  </a:lnTo>
                  <a:lnTo>
                    <a:pt x="4" y="9"/>
                  </a:lnTo>
                  <a:lnTo>
                    <a:pt x="29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96" name="Group 684"/>
          <p:cNvGrpSpPr/>
          <p:nvPr/>
        </p:nvGrpSpPr>
        <p:grpSpPr>
          <a:xfrm>
            <a:off x="2496240" y="2837520"/>
            <a:ext cx="226080" cy="300960"/>
            <a:chOff x="2496240" y="2837520"/>
            <a:chExt cx="226080" cy="300960"/>
          </a:xfrm>
        </p:grpSpPr>
        <p:sp>
          <p:nvSpPr>
            <p:cNvPr id="1597" name="Freeform 145"/>
            <p:cNvSpPr/>
            <p:nvPr/>
          </p:nvSpPr>
          <p:spPr>
            <a:xfrm>
              <a:off x="249624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0 w 100"/>
                <a:gd name="GluePoint1Y" fmla="*/ 133 h 133"/>
                <a:gd name="GluePoint2X" fmla="*/ 100 w 100"/>
                <a:gd name="GluePoint2Y" fmla="*/ 133 h 133"/>
                <a:gd name="GluePoint3X" fmla="*/ 100 w 100"/>
                <a:gd name="GluePoint3Y" fmla="*/ 0 h 133"/>
                <a:gd name="GluePoint4X" fmla="*/ 31 w 100"/>
                <a:gd name="GluePoint4Y" fmla="*/ 0 h 133"/>
                <a:gd name="GluePoint5X" fmla="*/ 0 w 100"/>
                <a:gd name="GluePoint5Y" fmla="*/ 30 h 133"/>
                <a:gd name="GluePoint6X" fmla="*/ 0 w 100"/>
                <a:gd name="GluePoint6Y" fmla="*/ 133 h 133"/>
                <a:gd name="GluePoint7X" fmla="*/ 96 w 100"/>
                <a:gd name="GluePoint7Y" fmla="*/ 129 h 133"/>
                <a:gd name="GluePoint8X" fmla="*/ 4 w 100"/>
                <a:gd name="GluePoint8Y" fmla="*/ 129 h 133"/>
                <a:gd name="GluePoint9X" fmla="*/ 4 w 100"/>
                <a:gd name="GluePoint9Y" fmla="*/ 33 h 133"/>
                <a:gd name="GluePoint10X" fmla="*/ 33 w 100"/>
                <a:gd name="GluePoint10Y" fmla="*/ 33 h 133"/>
                <a:gd name="GluePoint11X" fmla="*/ 33 w 100"/>
                <a:gd name="GluePoint11Y" fmla="*/ 4 h 133"/>
                <a:gd name="GluePoint12X" fmla="*/ 96 w 100"/>
                <a:gd name="GluePoint12Y" fmla="*/ 4 h 133"/>
                <a:gd name="GluePoint13X" fmla="*/ 96 w 100"/>
                <a:gd name="GluePoint13Y" fmla="*/ 129 h 133"/>
                <a:gd name="GluePoint14X" fmla="*/ 7 w 100"/>
                <a:gd name="GluePoint14Y" fmla="*/ 29 h 133"/>
                <a:gd name="GluePoint15X" fmla="*/ 29 w 100"/>
                <a:gd name="GluePoint15Y" fmla="*/ 7 h 133"/>
                <a:gd name="GluePoint16X" fmla="*/ 29 w 100"/>
                <a:gd name="GluePoint16Y" fmla="*/ 29 h 133"/>
                <a:gd name="GluePoint17X" fmla="*/ 7 w 100"/>
                <a:gd name="GluePoint17Y" fmla="*/ 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598" name="Freeform 146"/>
            <p:cNvSpPr/>
            <p:nvPr/>
          </p:nvSpPr>
          <p:spPr>
            <a:xfrm>
              <a:off x="2552760" y="2959560"/>
              <a:ext cx="113040" cy="9252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92520"/>
                <a:gd name="textAreaBottom" fmla="*/ 92880 h 92520"/>
                <a:gd name="GluePoint1X" fmla="*/ 17 w 50"/>
                <a:gd name="GluePoint1Y" fmla="*/ 21 h 41"/>
                <a:gd name="GluePoint2X" fmla="*/ 4 w 50"/>
                <a:gd name="GluePoint2Y" fmla="*/ 21 h 41"/>
                <a:gd name="GluePoint3X" fmla="*/ 4 w 50"/>
                <a:gd name="GluePoint3Y" fmla="*/ 37 h 41"/>
                <a:gd name="GluePoint4X" fmla="*/ 0 w 50"/>
                <a:gd name="GluePoint4Y" fmla="*/ 37 h 41"/>
                <a:gd name="GluePoint5X" fmla="*/ 0 w 50"/>
                <a:gd name="GluePoint5Y" fmla="*/ 41 h 41"/>
                <a:gd name="GluePoint6X" fmla="*/ 50 w 50"/>
                <a:gd name="GluePoint6Y" fmla="*/ 41 h 41"/>
                <a:gd name="GluePoint7X" fmla="*/ 50 w 50"/>
                <a:gd name="GluePoint7Y" fmla="*/ 37 h 41"/>
                <a:gd name="GluePoint8X" fmla="*/ 46 w 50"/>
                <a:gd name="GluePoint8Y" fmla="*/ 37 h 41"/>
                <a:gd name="GluePoint9X" fmla="*/ 46 w 50"/>
                <a:gd name="GluePoint9Y" fmla="*/ 14 h 41"/>
                <a:gd name="GluePoint10X" fmla="*/ 33 w 50"/>
                <a:gd name="GluePoint10Y" fmla="*/ 14 h 41"/>
                <a:gd name="GluePoint11X" fmla="*/ 33 w 50"/>
                <a:gd name="GluePoint11Y" fmla="*/ 37 h 41"/>
                <a:gd name="GluePoint12X" fmla="*/ 31 w 50"/>
                <a:gd name="GluePoint12Y" fmla="*/ 37 h 41"/>
                <a:gd name="GluePoint13X" fmla="*/ 31 w 50"/>
                <a:gd name="GluePoint13Y" fmla="*/ 0 h 41"/>
                <a:gd name="GluePoint14X" fmla="*/ 19 w 50"/>
                <a:gd name="GluePoint14Y" fmla="*/ 0 h 41"/>
                <a:gd name="GluePoint15X" fmla="*/ 19 w 50"/>
                <a:gd name="GluePoint15Y" fmla="*/ 37 h 41"/>
                <a:gd name="GluePoint16X" fmla="*/ 17 w 50"/>
                <a:gd name="GluePoint16Y" fmla="*/ 37 h 41"/>
                <a:gd name="GluePoint17X" fmla="*/ 17 w 50"/>
                <a:gd name="GluePoint17Y" fmla="*/ 21 h 41"/>
                <a:gd name="GluePoint18X" fmla="*/ 37 w 50"/>
                <a:gd name="GluePoint18Y" fmla="*/ 18 h 41"/>
                <a:gd name="GluePoint19X" fmla="*/ 42 w 50"/>
                <a:gd name="GluePoint19Y" fmla="*/ 18 h 41"/>
                <a:gd name="GluePoint20X" fmla="*/ 42 w 50"/>
                <a:gd name="GluePoint20Y" fmla="*/ 37 h 41"/>
                <a:gd name="GluePoint21X" fmla="*/ 37 w 50"/>
                <a:gd name="GluePoint21Y" fmla="*/ 37 h 41"/>
                <a:gd name="GluePoint22X" fmla="*/ 37 w 50"/>
                <a:gd name="GluePoint22Y" fmla="*/ 18 h 41"/>
                <a:gd name="GluePoint23X" fmla="*/ 23 w 50"/>
                <a:gd name="GluePoint23Y" fmla="*/ 4 h 41"/>
                <a:gd name="GluePoint24X" fmla="*/ 27 w 50"/>
                <a:gd name="GluePoint24Y" fmla="*/ 4 h 41"/>
                <a:gd name="GluePoint25X" fmla="*/ 27 w 50"/>
                <a:gd name="GluePoint25Y" fmla="*/ 37 h 41"/>
                <a:gd name="GluePoint26X" fmla="*/ 23 w 50"/>
                <a:gd name="GluePoint26Y" fmla="*/ 37 h 41"/>
                <a:gd name="GluePoint27X" fmla="*/ 23 w 50"/>
                <a:gd name="GluePoint27Y" fmla="*/ 4 h 41"/>
                <a:gd name="GluePoint28X" fmla="*/ 8 w 50"/>
                <a:gd name="GluePoint28Y" fmla="*/ 37 h 41"/>
                <a:gd name="GluePoint29X" fmla="*/ 8 w 50"/>
                <a:gd name="GluePoint29Y" fmla="*/ 25 h 41"/>
                <a:gd name="GluePoint30X" fmla="*/ 12 w 50"/>
                <a:gd name="GluePoint30Y" fmla="*/ 25 h 41"/>
                <a:gd name="GluePoint31X" fmla="*/ 12 w 50"/>
                <a:gd name="GluePoint31Y" fmla="*/ 37 h 41"/>
                <a:gd name="GluePoint32X" fmla="*/ 8 w 50"/>
                <a:gd name="GluePoint32Y" fmla="*/ 37 h 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50" h="41">
                  <a:moveTo>
                    <a:pt x="17" y="21"/>
                  </a:moveTo>
                  <a:lnTo>
                    <a:pt x="4" y="21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50" y="41"/>
                  </a:lnTo>
                  <a:lnTo>
                    <a:pt x="50" y="37"/>
                  </a:lnTo>
                  <a:lnTo>
                    <a:pt x="46" y="37"/>
                  </a:lnTo>
                  <a:lnTo>
                    <a:pt x="46" y="14"/>
                  </a:lnTo>
                  <a:lnTo>
                    <a:pt x="33" y="14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31" y="0"/>
                  </a:lnTo>
                  <a:lnTo>
                    <a:pt x="19" y="0"/>
                  </a:lnTo>
                  <a:lnTo>
                    <a:pt x="19" y="37"/>
                  </a:lnTo>
                  <a:lnTo>
                    <a:pt x="17" y="37"/>
                  </a:lnTo>
                  <a:lnTo>
                    <a:pt x="17" y="21"/>
                  </a:lnTo>
                  <a:close/>
                  <a:moveTo>
                    <a:pt x="37" y="18"/>
                  </a:moveTo>
                  <a:lnTo>
                    <a:pt x="42" y="18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7" y="18"/>
                  </a:lnTo>
                  <a:close/>
                  <a:moveTo>
                    <a:pt x="23" y="4"/>
                  </a:moveTo>
                  <a:lnTo>
                    <a:pt x="27" y="4"/>
                  </a:lnTo>
                  <a:lnTo>
                    <a:pt x="27" y="37"/>
                  </a:lnTo>
                  <a:lnTo>
                    <a:pt x="23" y="37"/>
                  </a:lnTo>
                  <a:lnTo>
                    <a:pt x="23" y="4"/>
                  </a:lnTo>
                  <a:close/>
                  <a:moveTo>
                    <a:pt x="8" y="37"/>
                  </a:moveTo>
                  <a:lnTo>
                    <a:pt x="8" y="25"/>
                  </a:lnTo>
                  <a:lnTo>
                    <a:pt x="12" y="25"/>
                  </a:lnTo>
                  <a:lnTo>
                    <a:pt x="12" y="37"/>
                  </a:lnTo>
                  <a:lnTo>
                    <a:pt x="8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599" name="Group 679"/>
          <p:cNvGrpSpPr/>
          <p:nvPr/>
        </p:nvGrpSpPr>
        <p:grpSpPr>
          <a:xfrm>
            <a:off x="2887920" y="2837520"/>
            <a:ext cx="226080" cy="300960"/>
            <a:chOff x="2887920" y="2837520"/>
            <a:chExt cx="226080" cy="300960"/>
          </a:xfrm>
        </p:grpSpPr>
        <p:sp>
          <p:nvSpPr>
            <p:cNvPr id="1600" name="Freeform 147"/>
            <p:cNvSpPr/>
            <p:nvPr/>
          </p:nvSpPr>
          <p:spPr>
            <a:xfrm>
              <a:off x="288792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0 w 100"/>
                <a:gd name="GluePoint1Y" fmla="*/ 133 h 133"/>
                <a:gd name="GluePoint2X" fmla="*/ 100 w 100"/>
                <a:gd name="GluePoint2Y" fmla="*/ 133 h 133"/>
                <a:gd name="GluePoint3X" fmla="*/ 100 w 100"/>
                <a:gd name="GluePoint3Y" fmla="*/ 0 h 133"/>
                <a:gd name="GluePoint4X" fmla="*/ 31 w 100"/>
                <a:gd name="GluePoint4Y" fmla="*/ 0 h 133"/>
                <a:gd name="GluePoint5X" fmla="*/ 0 w 100"/>
                <a:gd name="GluePoint5Y" fmla="*/ 30 h 133"/>
                <a:gd name="GluePoint6X" fmla="*/ 0 w 100"/>
                <a:gd name="GluePoint6Y" fmla="*/ 133 h 133"/>
                <a:gd name="GluePoint7X" fmla="*/ 96 w 100"/>
                <a:gd name="GluePoint7Y" fmla="*/ 129 h 133"/>
                <a:gd name="GluePoint8X" fmla="*/ 4 w 100"/>
                <a:gd name="GluePoint8Y" fmla="*/ 129 h 133"/>
                <a:gd name="GluePoint9X" fmla="*/ 4 w 100"/>
                <a:gd name="GluePoint9Y" fmla="*/ 33 h 133"/>
                <a:gd name="GluePoint10X" fmla="*/ 33 w 100"/>
                <a:gd name="GluePoint10Y" fmla="*/ 33 h 133"/>
                <a:gd name="GluePoint11X" fmla="*/ 33 w 100"/>
                <a:gd name="GluePoint11Y" fmla="*/ 4 h 133"/>
                <a:gd name="GluePoint12X" fmla="*/ 96 w 100"/>
                <a:gd name="GluePoint12Y" fmla="*/ 4 h 133"/>
                <a:gd name="GluePoint13X" fmla="*/ 96 w 100"/>
                <a:gd name="GluePoint13Y" fmla="*/ 129 h 133"/>
                <a:gd name="GluePoint14X" fmla="*/ 7 w 100"/>
                <a:gd name="GluePoint14Y" fmla="*/ 29 h 133"/>
                <a:gd name="GluePoint15X" fmla="*/ 29 w 100"/>
                <a:gd name="GluePoint15Y" fmla="*/ 7 h 133"/>
                <a:gd name="GluePoint16X" fmla="*/ 29 w 100"/>
                <a:gd name="GluePoint16Y" fmla="*/ 29 h 133"/>
                <a:gd name="GluePoint17X" fmla="*/ 7 w 100"/>
                <a:gd name="GluePoint17Y" fmla="*/ 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01" name="Freeform 148"/>
            <p:cNvSpPr/>
            <p:nvPr/>
          </p:nvSpPr>
          <p:spPr>
            <a:xfrm>
              <a:off x="2949120" y="2964240"/>
              <a:ext cx="103680" cy="903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90360"/>
                <a:gd name="textAreaBottom" fmla="*/ 90720 h 90360"/>
                <a:gd name="GluePoint1X" fmla="*/ 0 w 88"/>
                <a:gd name="GluePoint1Y" fmla="*/ 24 h 77"/>
                <a:gd name="GluePoint2X" fmla="*/ 43 w 88"/>
                <a:gd name="GluePoint2Y" fmla="*/ 76 h 77"/>
                <a:gd name="GluePoint3X" fmla="*/ 44 w 88"/>
                <a:gd name="GluePoint3Y" fmla="*/ 77 h 77"/>
                <a:gd name="GluePoint4X" fmla="*/ 46 w 88"/>
                <a:gd name="GluePoint4Y" fmla="*/ 76 h 77"/>
                <a:gd name="GluePoint5X" fmla="*/ 88 w 88"/>
                <a:gd name="GluePoint5Y" fmla="*/ 24 h 77"/>
                <a:gd name="GluePoint6X" fmla="*/ 64 w 88"/>
                <a:gd name="GluePoint6Y" fmla="*/ 0 h 77"/>
                <a:gd name="GluePoint7X" fmla="*/ 44 w 88"/>
                <a:gd name="GluePoint7Y" fmla="*/ 11 h 77"/>
                <a:gd name="GluePoint8X" fmla="*/ 24 w 88"/>
                <a:gd name="GluePoint8Y" fmla="*/ 0 h 77"/>
                <a:gd name="GluePoint9X" fmla="*/ 0 w 88"/>
                <a:gd name="GluePoint9Y" fmla="*/ 24 h 77"/>
                <a:gd name="GluePoint10X" fmla="*/ 40 w 88"/>
                <a:gd name="GluePoint10Y" fmla="*/ 24 h 77"/>
                <a:gd name="GluePoint11X" fmla="*/ 48 w 88"/>
                <a:gd name="GluePoint11Y" fmla="*/ 24 h 77"/>
                <a:gd name="GluePoint12X" fmla="*/ 64 w 88"/>
                <a:gd name="GluePoint12Y" fmla="*/ 8 h 77"/>
                <a:gd name="GluePoint13X" fmla="*/ 80 w 88"/>
                <a:gd name="GluePoint13Y" fmla="*/ 24 h 77"/>
                <a:gd name="GluePoint14X" fmla="*/ 44 w 88"/>
                <a:gd name="GluePoint14Y" fmla="*/ 67 h 77"/>
                <a:gd name="GluePoint15X" fmla="*/ 8 w 88"/>
                <a:gd name="GluePoint15Y" fmla="*/ 24 h 77"/>
                <a:gd name="GluePoint16X" fmla="*/ 24 w 88"/>
                <a:gd name="GluePoint16Y" fmla="*/ 8 h 77"/>
                <a:gd name="GluePoint17X" fmla="*/ 40 w 88"/>
                <a:gd name="GluePoint17Y" fmla="*/ 24 h 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88" h="77">
                  <a:moveTo>
                    <a:pt x="0" y="24"/>
                  </a:moveTo>
                  <a:cubicBezTo>
                    <a:pt x="0" y="53"/>
                    <a:pt x="41" y="75"/>
                    <a:pt x="43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8" y="75"/>
                    <a:pt x="88" y="53"/>
                    <a:pt x="88" y="24"/>
                  </a:cubicBezTo>
                  <a:cubicBezTo>
                    <a:pt x="88" y="10"/>
                    <a:pt x="78" y="0"/>
                    <a:pt x="64" y="0"/>
                  </a:cubicBezTo>
                  <a:cubicBezTo>
                    <a:pt x="56" y="0"/>
                    <a:pt x="49" y="4"/>
                    <a:pt x="44" y="11"/>
                  </a:cubicBezTo>
                  <a:cubicBezTo>
                    <a:pt x="40" y="4"/>
                    <a:pt x="33" y="0"/>
                    <a:pt x="24" y="0"/>
                  </a:cubicBezTo>
                  <a:cubicBezTo>
                    <a:pt x="11" y="0"/>
                    <a:pt x="0" y="10"/>
                    <a:pt x="0" y="24"/>
                  </a:cubicBezTo>
                  <a:close/>
                  <a:moveTo>
                    <a:pt x="40" y="24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6" y="8"/>
                    <a:pt x="64" y="8"/>
                  </a:cubicBezTo>
                  <a:cubicBezTo>
                    <a:pt x="74" y="8"/>
                    <a:pt x="80" y="15"/>
                    <a:pt x="80" y="24"/>
                  </a:cubicBezTo>
                  <a:cubicBezTo>
                    <a:pt x="80" y="45"/>
                    <a:pt x="52" y="63"/>
                    <a:pt x="44" y="67"/>
                  </a:cubicBezTo>
                  <a:cubicBezTo>
                    <a:pt x="37" y="63"/>
                    <a:pt x="8" y="45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360" bIns="45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02" name="Group 677"/>
          <p:cNvGrpSpPr/>
          <p:nvPr/>
        </p:nvGrpSpPr>
        <p:grpSpPr>
          <a:xfrm>
            <a:off x="3279960" y="2837520"/>
            <a:ext cx="226080" cy="300960"/>
            <a:chOff x="3279960" y="2837520"/>
            <a:chExt cx="226080" cy="300960"/>
          </a:xfrm>
        </p:grpSpPr>
        <p:sp>
          <p:nvSpPr>
            <p:cNvPr id="1603" name="Freeform 149"/>
            <p:cNvSpPr/>
            <p:nvPr/>
          </p:nvSpPr>
          <p:spPr>
            <a:xfrm>
              <a:off x="327996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100 w 100"/>
                <a:gd name="GluePoint1Y" fmla="*/ 0 h 133"/>
                <a:gd name="GluePoint2X" fmla="*/ 30 w 100"/>
                <a:gd name="GluePoint2Y" fmla="*/ 0 h 133"/>
                <a:gd name="GluePoint3X" fmla="*/ 0 w 100"/>
                <a:gd name="GluePoint3Y" fmla="*/ 30 h 133"/>
                <a:gd name="GluePoint4X" fmla="*/ 0 w 100"/>
                <a:gd name="GluePoint4Y" fmla="*/ 133 h 133"/>
                <a:gd name="GluePoint5X" fmla="*/ 100 w 100"/>
                <a:gd name="GluePoint5Y" fmla="*/ 133 h 133"/>
                <a:gd name="GluePoint6X" fmla="*/ 100 w 100"/>
                <a:gd name="GluePoint6Y" fmla="*/ 0 h 133"/>
                <a:gd name="GluePoint7X" fmla="*/ 29 w 100"/>
                <a:gd name="GluePoint7Y" fmla="*/ 7 h 133"/>
                <a:gd name="GluePoint8X" fmla="*/ 29 w 100"/>
                <a:gd name="GluePoint8Y" fmla="*/ 29 h 133"/>
                <a:gd name="GluePoint9X" fmla="*/ 7 w 100"/>
                <a:gd name="GluePoint9Y" fmla="*/ 29 h 133"/>
                <a:gd name="GluePoint10X" fmla="*/ 29 w 100"/>
                <a:gd name="GluePoint10Y" fmla="*/ 7 h 133"/>
                <a:gd name="GluePoint11X" fmla="*/ 96 w 100"/>
                <a:gd name="GluePoint11Y" fmla="*/ 129 h 133"/>
                <a:gd name="GluePoint12X" fmla="*/ 4 w 100"/>
                <a:gd name="GluePoint12Y" fmla="*/ 129 h 133"/>
                <a:gd name="GluePoint13X" fmla="*/ 4 w 100"/>
                <a:gd name="GluePoint13Y" fmla="*/ 33 h 133"/>
                <a:gd name="GluePoint14X" fmla="*/ 33 w 100"/>
                <a:gd name="GluePoint14Y" fmla="*/ 33 h 133"/>
                <a:gd name="GluePoint15X" fmla="*/ 33 w 100"/>
                <a:gd name="GluePoint15Y" fmla="*/ 4 h 133"/>
                <a:gd name="GluePoint16X" fmla="*/ 96 w 100"/>
                <a:gd name="GluePoint16Y" fmla="*/ 4 h 133"/>
                <a:gd name="GluePoint17X" fmla="*/ 96 w 100"/>
                <a:gd name="GluePoint17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04" name="Rectangle 150"/>
            <p:cNvSpPr/>
            <p:nvPr/>
          </p:nvSpPr>
          <p:spPr>
            <a:xfrm>
              <a:off x="3350160" y="3000600"/>
              <a:ext cx="85680" cy="108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05" name="Group 676"/>
          <p:cNvGrpSpPr/>
          <p:nvPr/>
        </p:nvGrpSpPr>
        <p:grpSpPr>
          <a:xfrm>
            <a:off x="3671640" y="2837520"/>
            <a:ext cx="226080" cy="300960"/>
            <a:chOff x="3671640" y="2837520"/>
            <a:chExt cx="226080" cy="300960"/>
          </a:xfrm>
        </p:grpSpPr>
        <p:sp>
          <p:nvSpPr>
            <p:cNvPr id="1606" name="Freeform 151"/>
            <p:cNvSpPr/>
            <p:nvPr/>
          </p:nvSpPr>
          <p:spPr>
            <a:xfrm>
              <a:off x="367164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100 w 100"/>
                <a:gd name="GluePoint1Y" fmla="*/ 0 h 133"/>
                <a:gd name="GluePoint2X" fmla="*/ 30 w 100"/>
                <a:gd name="GluePoint2Y" fmla="*/ 0 h 133"/>
                <a:gd name="GluePoint3X" fmla="*/ 0 w 100"/>
                <a:gd name="GluePoint3Y" fmla="*/ 30 h 133"/>
                <a:gd name="GluePoint4X" fmla="*/ 0 w 100"/>
                <a:gd name="GluePoint4Y" fmla="*/ 133 h 133"/>
                <a:gd name="GluePoint5X" fmla="*/ 100 w 100"/>
                <a:gd name="GluePoint5Y" fmla="*/ 133 h 133"/>
                <a:gd name="GluePoint6X" fmla="*/ 100 w 100"/>
                <a:gd name="GluePoint6Y" fmla="*/ 0 h 133"/>
                <a:gd name="GluePoint7X" fmla="*/ 29 w 100"/>
                <a:gd name="GluePoint7Y" fmla="*/ 7 h 133"/>
                <a:gd name="GluePoint8X" fmla="*/ 29 w 100"/>
                <a:gd name="GluePoint8Y" fmla="*/ 29 h 133"/>
                <a:gd name="GluePoint9X" fmla="*/ 7 w 100"/>
                <a:gd name="GluePoint9Y" fmla="*/ 29 h 133"/>
                <a:gd name="GluePoint10X" fmla="*/ 29 w 100"/>
                <a:gd name="GluePoint10Y" fmla="*/ 7 h 133"/>
                <a:gd name="GluePoint11X" fmla="*/ 96 w 100"/>
                <a:gd name="GluePoint11Y" fmla="*/ 129 h 133"/>
                <a:gd name="GluePoint12X" fmla="*/ 4 w 100"/>
                <a:gd name="GluePoint12Y" fmla="*/ 129 h 133"/>
                <a:gd name="GluePoint13X" fmla="*/ 4 w 100"/>
                <a:gd name="GluePoint13Y" fmla="*/ 33 h 133"/>
                <a:gd name="GluePoint14X" fmla="*/ 33 w 100"/>
                <a:gd name="GluePoint14Y" fmla="*/ 33 h 133"/>
                <a:gd name="GluePoint15X" fmla="*/ 33 w 100"/>
                <a:gd name="GluePoint15Y" fmla="*/ 4 h 133"/>
                <a:gd name="GluePoint16X" fmla="*/ 96 w 100"/>
                <a:gd name="GluePoint16Y" fmla="*/ 4 h 133"/>
                <a:gd name="GluePoint17X" fmla="*/ 96 w 100"/>
                <a:gd name="GluePoint17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07" name="Freeform 152"/>
            <p:cNvSpPr/>
            <p:nvPr/>
          </p:nvSpPr>
          <p:spPr>
            <a:xfrm>
              <a:off x="3737160" y="2964240"/>
              <a:ext cx="99360" cy="8352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83520"/>
                <a:gd name="textAreaBottom" fmla="*/ 83880 h 83520"/>
                <a:gd name="GluePoint1X" fmla="*/ 37 w 44"/>
                <a:gd name="GluePoint1Y" fmla="*/ 16 h 37"/>
                <a:gd name="GluePoint2X" fmla="*/ 0 w 44"/>
                <a:gd name="GluePoint2Y" fmla="*/ 16 h 37"/>
                <a:gd name="GluePoint3X" fmla="*/ 0 w 44"/>
                <a:gd name="GluePoint3Y" fmla="*/ 21 h 37"/>
                <a:gd name="GluePoint4X" fmla="*/ 37 w 44"/>
                <a:gd name="GluePoint4Y" fmla="*/ 21 h 37"/>
                <a:gd name="GluePoint5X" fmla="*/ 23 w 44"/>
                <a:gd name="GluePoint5Y" fmla="*/ 34 h 37"/>
                <a:gd name="GluePoint6X" fmla="*/ 27 w 44"/>
                <a:gd name="GluePoint6Y" fmla="*/ 37 h 37"/>
                <a:gd name="GluePoint7X" fmla="*/ 44 w 44"/>
                <a:gd name="GluePoint7Y" fmla="*/ 20 h 37"/>
                <a:gd name="GluePoint8X" fmla="*/ 44 w 44"/>
                <a:gd name="GluePoint8Y" fmla="*/ 17 h 37"/>
                <a:gd name="GluePoint9X" fmla="*/ 27 w 44"/>
                <a:gd name="GluePoint9Y" fmla="*/ 0 h 37"/>
                <a:gd name="GluePoint10X" fmla="*/ 23 w 44"/>
                <a:gd name="GluePoint10Y" fmla="*/ 3 h 37"/>
                <a:gd name="GluePoint11X" fmla="*/ 37 w 44"/>
                <a:gd name="GluePoint11Y" fmla="*/ 16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4" h="37">
                  <a:moveTo>
                    <a:pt x="37" y="16"/>
                  </a:moveTo>
                  <a:lnTo>
                    <a:pt x="0" y="16"/>
                  </a:lnTo>
                  <a:lnTo>
                    <a:pt x="0" y="21"/>
                  </a:lnTo>
                  <a:lnTo>
                    <a:pt x="37" y="21"/>
                  </a:lnTo>
                  <a:lnTo>
                    <a:pt x="23" y="34"/>
                  </a:lnTo>
                  <a:lnTo>
                    <a:pt x="27" y="37"/>
                  </a:lnTo>
                  <a:lnTo>
                    <a:pt x="44" y="20"/>
                  </a:lnTo>
                  <a:lnTo>
                    <a:pt x="44" y="17"/>
                  </a:lnTo>
                  <a:lnTo>
                    <a:pt x="27" y="0"/>
                  </a:lnTo>
                  <a:lnTo>
                    <a:pt x="23" y="3"/>
                  </a:lnTo>
                  <a:lnTo>
                    <a:pt x="37" y="1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08" name="Group 673"/>
          <p:cNvGrpSpPr/>
          <p:nvPr/>
        </p:nvGrpSpPr>
        <p:grpSpPr>
          <a:xfrm>
            <a:off x="4063320" y="2837520"/>
            <a:ext cx="226080" cy="300960"/>
            <a:chOff x="4063320" y="2837520"/>
            <a:chExt cx="226080" cy="300960"/>
          </a:xfrm>
        </p:grpSpPr>
        <p:sp>
          <p:nvSpPr>
            <p:cNvPr id="1609" name="Freeform 153"/>
            <p:cNvSpPr/>
            <p:nvPr/>
          </p:nvSpPr>
          <p:spPr>
            <a:xfrm>
              <a:off x="406332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0 w 100"/>
                <a:gd name="GluePoint1Y" fmla="*/ 133 h 133"/>
                <a:gd name="GluePoint2X" fmla="*/ 100 w 100"/>
                <a:gd name="GluePoint2Y" fmla="*/ 133 h 133"/>
                <a:gd name="GluePoint3X" fmla="*/ 100 w 100"/>
                <a:gd name="GluePoint3Y" fmla="*/ 0 h 133"/>
                <a:gd name="GluePoint4X" fmla="*/ 30 w 100"/>
                <a:gd name="GluePoint4Y" fmla="*/ 0 h 133"/>
                <a:gd name="GluePoint5X" fmla="*/ 0 w 100"/>
                <a:gd name="GluePoint5Y" fmla="*/ 30 h 133"/>
                <a:gd name="GluePoint6X" fmla="*/ 0 w 100"/>
                <a:gd name="GluePoint6Y" fmla="*/ 133 h 133"/>
                <a:gd name="GluePoint7X" fmla="*/ 96 w 100"/>
                <a:gd name="GluePoint7Y" fmla="*/ 129 h 133"/>
                <a:gd name="GluePoint8X" fmla="*/ 4 w 100"/>
                <a:gd name="GluePoint8Y" fmla="*/ 129 h 133"/>
                <a:gd name="GluePoint9X" fmla="*/ 4 w 100"/>
                <a:gd name="GluePoint9Y" fmla="*/ 33 h 133"/>
                <a:gd name="GluePoint10X" fmla="*/ 33 w 100"/>
                <a:gd name="GluePoint10Y" fmla="*/ 33 h 133"/>
                <a:gd name="GluePoint11X" fmla="*/ 33 w 100"/>
                <a:gd name="GluePoint11Y" fmla="*/ 4 h 133"/>
                <a:gd name="GluePoint12X" fmla="*/ 96 w 100"/>
                <a:gd name="GluePoint12Y" fmla="*/ 4 h 133"/>
                <a:gd name="GluePoint13X" fmla="*/ 96 w 100"/>
                <a:gd name="GluePoint13Y" fmla="*/ 129 h 133"/>
                <a:gd name="GluePoint14X" fmla="*/ 6 w 100"/>
                <a:gd name="GluePoint14Y" fmla="*/ 29 h 133"/>
                <a:gd name="GluePoint15X" fmla="*/ 29 w 100"/>
                <a:gd name="GluePoint15Y" fmla="*/ 7 h 133"/>
                <a:gd name="GluePoint16X" fmla="*/ 29 w 100"/>
                <a:gd name="GluePoint16Y" fmla="*/ 29 h 133"/>
                <a:gd name="GluePoint17X" fmla="*/ 6 w 100"/>
                <a:gd name="GluePoint17Y" fmla="*/ 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6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6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10" name="Freeform 154"/>
            <p:cNvSpPr/>
            <p:nvPr/>
          </p:nvSpPr>
          <p:spPr>
            <a:xfrm>
              <a:off x="4129200" y="2959560"/>
              <a:ext cx="94680" cy="9252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2520"/>
                <a:gd name="textAreaBottom" fmla="*/ 92880 h 92520"/>
                <a:gd name="GluePoint1X" fmla="*/ 0 w 80"/>
                <a:gd name="GluePoint1Y" fmla="*/ 40 h 80"/>
                <a:gd name="GluePoint2X" fmla="*/ 12 w 80"/>
                <a:gd name="GluePoint2Y" fmla="*/ 68 h 80"/>
                <a:gd name="GluePoint3X" fmla="*/ 40 w 80"/>
                <a:gd name="GluePoint3Y" fmla="*/ 80 h 80"/>
                <a:gd name="GluePoint4X" fmla="*/ 40 w 80"/>
                <a:gd name="GluePoint4Y" fmla="*/ 80 h 80"/>
                <a:gd name="GluePoint5X" fmla="*/ 80 w 80"/>
                <a:gd name="GluePoint5Y" fmla="*/ 40 h 80"/>
                <a:gd name="GluePoint6X" fmla="*/ 68 w 80"/>
                <a:gd name="GluePoint6Y" fmla="*/ 12 h 80"/>
                <a:gd name="GluePoint7X" fmla="*/ 40 w 80"/>
                <a:gd name="GluePoint7Y" fmla="*/ 0 h 80"/>
                <a:gd name="GluePoint8X" fmla="*/ 12 w 80"/>
                <a:gd name="GluePoint8Y" fmla="*/ 12 h 80"/>
                <a:gd name="GluePoint9X" fmla="*/ 0 w 80"/>
                <a:gd name="GluePoint9Y" fmla="*/ 40 h 80"/>
                <a:gd name="GluePoint10X" fmla="*/ 40 w 80"/>
                <a:gd name="GluePoint10Y" fmla="*/ 72 h 80"/>
                <a:gd name="GluePoint11X" fmla="*/ 17 w 80"/>
                <a:gd name="GluePoint11Y" fmla="*/ 63 h 80"/>
                <a:gd name="GluePoint12X" fmla="*/ 8 w 80"/>
                <a:gd name="GluePoint12Y" fmla="*/ 40 h 80"/>
                <a:gd name="GluePoint13X" fmla="*/ 15 w 80"/>
                <a:gd name="GluePoint13Y" fmla="*/ 20 h 80"/>
                <a:gd name="GluePoint14X" fmla="*/ 59 w 80"/>
                <a:gd name="GluePoint14Y" fmla="*/ 65 h 80"/>
                <a:gd name="GluePoint15X" fmla="*/ 40 w 80"/>
                <a:gd name="GluePoint15Y" fmla="*/ 72 h 80"/>
                <a:gd name="GluePoint16X" fmla="*/ 40 w 80"/>
                <a:gd name="GluePoint16Y" fmla="*/ 8 h 80"/>
                <a:gd name="GluePoint17X" fmla="*/ 62 w 80"/>
                <a:gd name="GluePoint17Y" fmla="*/ 17 h 80"/>
                <a:gd name="GluePoint18X" fmla="*/ 72 w 80"/>
                <a:gd name="GluePoint18Y" fmla="*/ 40 h 80"/>
                <a:gd name="GluePoint19X" fmla="*/ 65 w 80"/>
                <a:gd name="GluePoint19Y" fmla="*/ 60 h 80"/>
                <a:gd name="GluePoint20X" fmla="*/ 20 w 80"/>
                <a:gd name="GluePoint20Y" fmla="*/ 15 h 80"/>
                <a:gd name="GluePoint21X" fmla="*/ 40 w 80"/>
                <a:gd name="GluePoint21Y" fmla="*/ 8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80" h="80">
                  <a:moveTo>
                    <a:pt x="0" y="40"/>
                  </a:moveTo>
                  <a:cubicBezTo>
                    <a:pt x="0" y="51"/>
                    <a:pt x="4" y="61"/>
                    <a:pt x="12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2"/>
                  </a:cubicBezTo>
                  <a:cubicBezTo>
                    <a:pt x="61" y="4"/>
                    <a:pt x="51" y="0"/>
                    <a:pt x="40" y="0"/>
                  </a:cubicBezTo>
                  <a:cubicBezTo>
                    <a:pt x="29" y="0"/>
                    <a:pt x="19" y="4"/>
                    <a:pt x="12" y="12"/>
                  </a:cubicBezTo>
                  <a:cubicBezTo>
                    <a:pt x="4" y="19"/>
                    <a:pt x="0" y="29"/>
                    <a:pt x="0" y="40"/>
                  </a:cubicBezTo>
                  <a:close/>
                  <a:moveTo>
                    <a:pt x="40" y="72"/>
                  </a:moveTo>
                  <a:cubicBezTo>
                    <a:pt x="31" y="72"/>
                    <a:pt x="23" y="69"/>
                    <a:pt x="17" y="63"/>
                  </a:cubicBezTo>
                  <a:cubicBezTo>
                    <a:pt x="11" y="57"/>
                    <a:pt x="8" y="49"/>
                    <a:pt x="8" y="40"/>
                  </a:cubicBezTo>
                  <a:cubicBezTo>
                    <a:pt x="8" y="33"/>
                    <a:pt x="10" y="26"/>
                    <a:pt x="15" y="20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4" y="70"/>
                    <a:pt x="47" y="72"/>
                    <a:pt x="40" y="72"/>
                  </a:cubicBezTo>
                  <a:close/>
                  <a:moveTo>
                    <a:pt x="40" y="8"/>
                  </a:moveTo>
                  <a:cubicBezTo>
                    <a:pt x="48" y="8"/>
                    <a:pt x="56" y="11"/>
                    <a:pt x="62" y="17"/>
                  </a:cubicBezTo>
                  <a:cubicBezTo>
                    <a:pt x="68" y="23"/>
                    <a:pt x="72" y="32"/>
                    <a:pt x="72" y="40"/>
                  </a:cubicBezTo>
                  <a:cubicBezTo>
                    <a:pt x="72" y="47"/>
                    <a:pt x="69" y="54"/>
                    <a:pt x="65" y="60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6" y="10"/>
                    <a:pt x="33" y="8"/>
                    <a:pt x="40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11" name="Group 672"/>
          <p:cNvGrpSpPr/>
          <p:nvPr/>
        </p:nvGrpSpPr>
        <p:grpSpPr>
          <a:xfrm>
            <a:off x="4455000" y="2837520"/>
            <a:ext cx="223920" cy="300960"/>
            <a:chOff x="4455000" y="2837520"/>
            <a:chExt cx="223920" cy="300960"/>
          </a:xfrm>
        </p:grpSpPr>
        <p:sp>
          <p:nvSpPr>
            <p:cNvPr id="1612" name="Freeform 155"/>
            <p:cNvSpPr/>
            <p:nvPr/>
          </p:nvSpPr>
          <p:spPr>
            <a:xfrm>
              <a:off x="4455000" y="2837520"/>
              <a:ext cx="223920" cy="300960"/>
            </a:xfrm>
            <a:custGeom>
              <a:avLst/>
              <a:gdLst>
                <a:gd name="textAreaLeft" fmla="*/ 0 w 223920"/>
                <a:gd name="textAreaRight" fmla="*/ 224280 w 223920"/>
                <a:gd name="textAreaTop" fmla="*/ 0 h 300960"/>
                <a:gd name="textAreaBottom" fmla="*/ 301320 h 300960"/>
                <a:gd name="GluePoint1X" fmla="*/ 0 w 99"/>
                <a:gd name="GluePoint1Y" fmla="*/ 133 h 133"/>
                <a:gd name="GluePoint2X" fmla="*/ 99 w 99"/>
                <a:gd name="GluePoint2Y" fmla="*/ 133 h 133"/>
                <a:gd name="GluePoint3X" fmla="*/ 99 w 99"/>
                <a:gd name="GluePoint3Y" fmla="*/ 0 h 133"/>
                <a:gd name="GluePoint4X" fmla="*/ 30 w 99"/>
                <a:gd name="GluePoint4Y" fmla="*/ 0 h 133"/>
                <a:gd name="GluePoint5X" fmla="*/ 0 w 99"/>
                <a:gd name="GluePoint5Y" fmla="*/ 30 h 133"/>
                <a:gd name="GluePoint6X" fmla="*/ 0 w 99"/>
                <a:gd name="GluePoint6Y" fmla="*/ 133 h 133"/>
                <a:gd name="GluePoint7X" fmla="*/ 95 w 99"/>
                <a:gd name="GluePoint7Y" fmla="*/ 129 h 133"/>
                <a:gd name="GluePoint8X" fmla="*/ 4 w 99"/>
                <a:gd name="GluePoint8Y" fmla="*/ 129 h 133"/>
                <a:gd name="GluePoint9X" fmla="*/ 4 w 99"/>
                <a:gd name="GluePoint9Y" fmla="*/ 33 h 133"/>
                <a:gd name="GluePoint10X" fmla="*/ 33 w 99"/>
                <a:gd name="GluePoint10Y" fmla="*/ 33 h 133"/>
                <a:gd name="GluePoint11X" fmla="*/ 33 w 99"/>
                <a:gd name="GluePoint11Y" fmla="*/ 4 h 133"/>
                <a:gd name="GluePoint12X" fmla="*/ 95 w 99"/>
                <a:gd name="GluePoint12Y" fmla="*/ 4 h 133"/>
                <a:gd name="GluePoint13X" fmla="*/ 95 w 99"/>
                <a:gd name="GluePoint13Y" fmla="*/ 129 h 133"/>
                <a:gd name="GluePoint14X" fmla="*/ 7 w 99"/>
                <a:gd name="GluePoint14Y" fmla="*/ 29 h 133"/>
                <a:gd name="GluePoint15X" fmla="*/ 29 w 99"/>
                <a:gd name="GluePoint15Y" fmla="*/ 7 h 133"/>
                <a:gd name="GluePoint16X" fmla="*/ 29 w 99"/>
                <a:gd name="GluePoint16Y" fmla="*/ 29 h 133"/>
                <a:gd name="GluePoint17X" fmla="*/ 7 w 99"/>
                <a:gd name="GluePoint17Y" fmla="*/ 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99" h="133">
                  <a:moveTo>
                    <a:pt x="0" y="133"/>
                  </a:moveTo>
                  <a:lnTo>
                    <a:pt x="99" y="133"/>
                  </a:lnTo>
                  <a:lnTo>
                    <a:pt x="99" y="0"/>
                  </a:ln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5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5" y="4"/>
                  </a:lnTo>
                  <a:lnTo>
                    <a:pt x="95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13" name="Freeform 156"/>
            <p:cNvSpPr/>
            <p:nvPr/>
          </p:nvSpPr>
          <p:spPr>
            <a:xfrm>
              <a:off x="4516200" y="2953080"/>
              <a:ext cx="83520" cy="10368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03680"/>
                <a:gd name="textAreaBottom" fmla="*/ 104040 h 103680"/>
                <a:gd name="GluePoint1X" fmla="*/ 16 w 72"/>
                <a:gd name="GluePoint1Y" fmla="*/ 57 h 89"/>
                <a:gd name="GluePoint2X" fmla="*/ 0 w 72"/>
                <a:gd name="GluePoint2Y" fmla="*/ 73 h 89"/>
                <a:gd name="GluePoint3X" fmla="*/ 16 w 72"/>
                <a:gd name="GluePoint3Y" fmla="*/ 89 h 89"/>
                <a:gd name="GluePoint4X" fmla="*/ 32 w 72"/>
                <a:gd name="GluePoint4Y" fmla="*/ 73 h 89"/>
                <a:gd name="GluePoint5X" fmla="*/ 32 w 72"/>
                <a:gd name="GluePoint5Y" fmla="*/ 32 h 89"/>
                <a:gd name="GluePoint6X" fmla="*/ 64 w 72"/>
                <a:gd name="GluePoint6Y" fmla="*/ 26 h 89"/>
                <a:gd name="GluePoint7X" fmla="*/ 64 w 72"/>
                <a:gd name="GluePoint7Y" fmla="*/ 51 h 89"/>
                <a:gd name="GluePoint8X" fmla="*/ 56 w 72"/>
                <a:gd name="GluePoint8Y" fmla="*/ 49 h 89"/>
                <a:gd name="GluePoint9X" fmla="*/ 40 w 72"/>
                <a:gd name="GluePoint9Y" fmla="*/ 65 h 89"/>
                <a:gd name="GluePoint10X" fmla="*/ 56 w 72"/>
                <a:gd name="GluePoint10Y" fmla="*/ 81 h 89"/>
                <a:gd name="GluePoint11X" fmla="*/ 72 w 72"/>
                <a:gd name="GluePoint11Y" fmla="*/ 65 h 89"/>
                <a:gd name="GluePoint12X" fmla="*/ 72 w 72"/>
                <a:gd name="GluePoint12Y" fmla="*/ 0 h 89"/>
                <a:gd name="GluePoint13X" fmla="*/ 24 w 72"/>
                <a:gd name="GluePoint13Y" fmla="*/ 10 h 89"/>
                <a:gd name="GluePoint14X" fmla="*/ 24 w 72"/>
                <a:gd name="GluePoint14Y" fmla="*/ 59 h 89"/>
                <a:gd name="GluePoint15X" fmla="*/ 16 w 72"/>
                <a:gd name="GluePoint15Y" fmla="*/ 57 h 89"/>
                <a:gd name="GluePoint16X" fmla="*/ 16 w 72"/>
                <a:gd name="GluePoint16Y" fmla="*/ 81 h 89"/>
                <a:gd name="GluePoint17X" fmla="*/ 8 w 72"/>
                <a:gd name="GluePoint17Y" fmla="*/ 73 h 89"/>
                <a:gd name="GluePoint18X" fmla="*/ 16 w 72"/>
                <a:gd name="GluePoint18Y" fmla="*/ 65 h 89"/>
                <a:gd name="GluePoint19X" fmla="*/ 24 w 72"/>
                <a:gd name="GluePoint19Y" fmla="*/ 73 h 89"/>
                <a:gd name="GluePoint20X" fmla="*/ 16 w 72"/>
                <a:gd name="GluePoint20Y" fmla="*/ 81 h 89"/>
                <a:gd name="GluePoint21X" fmla="*/ 56 w 72"/>
                <a:gd name="GluePoint21Y" fmla="*/ 73 h 89"/>
                <a:gd name="GluePoint22X" fmla="*/ 48 w 72"/>
                <a:gd name="GluePoint22Y" fmla="*/ 65 h 89"/>
                <a:gd name="GluePoint23X" fmla="*/ 56 w 72"/>
                <a:gd name="GluePoint23Y" fmla="*/ 57 h 89"/>
                <a:gd name="GluePoint24X" fmla="*/ 64 w 72"/>
                <a:gd name="GluePoint24Y" fmla="*/ 65 h 89"/>
                <a:gd name="GluePoint25X" fmla="*/ 56 w 72"/>
                <a:gd name="GluePoint25Y" fmla="*/ 73 h 89"/>
                <a:gd name="GluePoint26X" fmla="*/ 64 w 72"/>
                <a:gd name="GluePoint26Y" fmla="*/ 10 h 89"/>
                <a:gd name="GluePoint27X" fmla="*/ 64 w 72"/>
                <a:gd name="GluePoint27Y" fmla="*/ 18 h 89"/>
                <a:gd name="GluePoint28X" fmla="*/ 32 w 72"/>
                <a:gd name="GluePoint28Y" fmla="*/ 24 h 89"/>
                <a:gd name="GluePoint29X" fmla="*/ 32 w 72"/>
                <a:gd name="GluePoint29Y" fmla="*/ 16 h 89"/>
                <a:gd name="GluePoint30X" fmla="*/ 64 w 72"/>
                <a:gd name="GluePoint30Y" fmla="*/ 10 h 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72" h="89">
                  <a:moveTo>
                    <a:pt x="16" y="57"/>
                  </a:moveTo>
                  <a:cubicBezTo>
                    <a:pt x="7" y="57"/>
                    <a:pt x="0" y="64"/>
                    <a:pt x="0" y="73"/>
                  </a:cubicBezTo>
                  <a:cubicBezTo>
                    <a:pt x="0" y="82"/>
                    <a:pt x="7" y="89"/>
                    <a:pt x="16" y="89"/>
                  </a:cubicBezTo>
                  <a:cubicBezTo>
                    <a:pt x="25" y="89"/>
                    <a:pt x="32" y="82"/>
                    <a:pt x="32" y="7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7" y="49"/>
                    <a:pt x="40" y="56"/>
                    <a:pt x="40" y="65"/>
                  </a:cubicBezTo>
                  <a:cubicBezTo>
                    <a:pt x="40" y="74"/>
                    <a:pt x="47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2" y="58"/>
                    <a:pt x="19" y="57"/>
                    <a:pt x="16" y="57"/>
                  </a:cubicBezTo>
                  <a:close/>
                  <a:moveTo>
                    <a:pt x="16" y="81"/>
                  </a:moveTo>
                  <a:cubicBezTo>
                    <a:pt x="12" y="81"/>
                    <a:pt x="8" y="77"/>
                    <a:pt x="8" y="73"/>
                  </a:cubicBezTo>
                  <a:cubicBezTo>
                    <a:pt x="8" y="69"/>
                    <a:pt x="12" y="65"/>
                    <a:pt x="16" y="65"/>
                  </a:cubicBezTo>
                  <a:cubicBezTo>
                    <a:pt x="20" y="65"/>
                    <a:pt x="24" y="69"/>
                    <a:pt x="24" y="73"/>
                  </a:cubicBezTo>
                  <a:cubicBezTo>
                    <a:pt x="24" y="77"/>
                    <a:pt x="20" y="81"/>
                    <a:pt x="16" y="81"/>
                  </a:cubicBezTo>
                  <a:close/>
                  <a:moveTo>
                    <a:pt x="56" y="73"/>
                  </a:moveTo>
                  <a:cubicBezTo>
                    <a:pt x="52" y="73"/>
                    <a:pt x="48" y="69"/>
                    <a:pt x="48" y="65"/>
                  </a:cubicBezTo>
                  <a:cubicBezTo>
                    <a:pt x="48" y="61"/>
                    <a:pt x="52" y="57"/>
                    <a:pt x="56" y="57"/>
                  </a:cubicBezTo>
                  <a:cubicBezTo>
                    <a:pt x="60" y="57"/>
                    <a:pt x="64" y="61"/>
                    <a:pt x="64" y="65"/>
                  </a:cubicBezTo>
                  <a:cubicBezTo>
                    <a:pt x="64" y="69"/>
                    <a:pt x="60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8"/>
                    <a:pt x="64" y="18"/>
                    <a:pt x="64" y="18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14" name="Group 669"/>
          <p:cNvGrpSpPr/>
          <p:nvPr/>
        </p:nvGrpSpPr>
        <p:grpSpPr>
          <a:xfrm>
            <a:off x="4844520" y="2837520"/>
            <a:ext cx="226080" cy="300960"/>
            <a:chOff x="4844520" y="2837520"/>
            <a:chExt cx="226080" cy="300960"/>
          </a:xfrm>
        </p:grpSpPr>
        <p:sp>
          <p:nvSpPr>
            <p:cNvPr id="1615" name="Freeform 157"/>
            <p:cNvSpPr/>
            <p:nvPr/>
          </p:nvSpPr>
          <p:spPr>
            <a:xfrm>
              <a:off x="484452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0 w 100"/>
                <a:gd name="GluePoint1Y" fmla="*/ 133 h 133"/>
                <a:gd name="GluePoint2X" fmla="*/ 100 w 100"/>
                <a:gd name="GluePoint2Y" fmla="*/ 133 h 133"/>
                <a:gd name="GluePoint3X" fmla="*/ 100 w 100"/>
                <a:gd name="GluePoint3Y" fmla="*/ 0 h 133"/>
                <a:gd name="GluePoint4X" fmla="*/ 31 w 100"/>
                <a:gd name="GluePoint4Y" fmla="*/ 0 h 133"/>
                <a:gd name="GluePoint5X" fmla="*/ 0 w 100"/>
                <a:gd name="GluePoint5Y" fmla="*/ 30 h 133"/>
                <a:gd name="GluePoint6X" fmla="*/ 0 w 100"/>
                <a:gd name="GluePoint6Y" fmla="*/ 133 h 133"/>
                <a:gd name="GluePoint7X" fmla="*/ 96 w 100"/>
                <a:gd name="GluePoint7Y" fmla="*/ 129 h 133"/>
                <a:gd name="GluePoint8X" fmla="*/ 5 w 100"/>
                <a:gd name="GluePoint8Y" fmla="*/ 129 h 133"/>
                <a:gd name="GluePoint9X" fmla="*/ 5 w 100"/>
                <a:gd name="GluePoint9Y" fmla="*/ 33 h 133"/>
                <a:gd name="GluePoint10X" fmla="*/ 34 w 100"/>
                <a:gd name="GluePoint10Y" fmla="*/ 33 h 133"/>
                <a:gd name="GluePoint11X" fmla="*/ 34 w 100"/>
                <a:gd name="GluePoint11Y" fmla="*/ 4 h 133"/>
                <a:gd name="GluePoint12X" fmla="*/ 96 w 100"/>
                <a:gd name="GluePoint12Y" fmla="*/ 4 h 133"/>
                <a:gd name="GluePoint13X" fmla="*/ 96 w 100"/>
                <a:gd name="GluePoint13Y" fmla="*/ 129 h 133"/>
                <a:gd name="GluePoint14X" fmla="*/ 8 w 100"/>
                <a:gd name="GluePoint14Y" fmla="*/ 29 h 133"/>
                <a:gd name="GluePoint15X" fmla="*/ 29 w 100"/>
                <a:gd name="GluePoint15Y" fmla="*/ 7 h 133"/>
                <a:gd name="GluePoint16X" fmla="*/ 29 w 100"/>
                <a:gd name="GluePoint16Y" fmla="*/ 29 h 133"/>
                <a:gd name="GluePoint17X" fmla="*/ 8 w 100"/>
                <a:gd name="GluePoint17Y" fmla="*/ 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5" y="129"/>
                  </a:lnTo>
                  <a:lnTo>
                    <a:pt x="5" y="33"/>
                  </a:lnTo>
                  <a:lnTo>
                    <a:pt x="34" y="33"/>
                  </a:lnTo>
                  <a:lnTo>
                    <a:pt x="34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8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8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16" name="Freeform 158"/>
            <p:cNvSpPr/>
            <p:nvPr/>
          </p:nvSpPr>
          <p:spPr>
            <a:xfrm>
              <a:off x="4905720" y="2953080"/>
              <a:ext cx="106200" cy="10620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06200"/>
                <a:gd name="textAreaBottom" fmla="*/ 106560 h 106200"/>
                <a:gd name="GluePoint1X" fmla="*/ 2 w 47"/>
                <a:gd name="GluePoint1Y" fmla="*/ 33 h 47"/>
                <a:gd name="GluePoint2X" fmla="*/ 0 w 47"/>
                <a:gd name="GluePoint2Y" fmla="*/ 47 h 47"/>
                <a:gd name="GluePoint3X" fmla="*/ 14 w 47"/>
                <a:gd name="GluePoint3Y" fmla="*/ 44 h 47"/>
                <a:gd name="GluePoint4X" fmla="*/ 47 w 47"/>
                <a:gd name="GluePoint4Y" fmla="*/ 11 h 47"/>
                <a:gd name="GluePoint5X" fmla="*/ 36 w 47"/>
                <a:gd name="GluePoint5Y" fmla="*/ 0 h 47"/>
                <a:gd name="GluePoint6X" fmla="*/ 2 w 47"/>
                <a:gd name="GluePoint6Y" fmla="*/ 33 h 47"/>
                <a:gd name="GluePoint7X" fmla="*/ 12 w 47"/>
                <a:gd name="GluePoint7Y" fmla="*/ 40 h 47"/>
                <a:gd name="GluePoint8X" fmla="*/ 5 w 47"/>
                <a:gd name="GluePoint8Y" fmla="*/ 42 h 47"/>
                <a:gd name="GluePoint9X" fmla="*/ 7 w 47"/>
                <a:gd name="GluePoint9Y" fmla="*/ 35 h 47"/>
                <a:gd name="GluePoint10X" fmla="*/ 30 w 47"/>
                <a:gd name="GluePoint10Y" fmla="*/ 12 h 47"/>
                <a:gd name="GluePoint11X" fmla="*/ 35 w 47"/>
                <a:gd name="GluePoint11Y" fmla="*/ 17 h 47"/>
                <a:gd name="GluePoint12X" fmla="*/ 12 w 47"/>
                <a:gd name="GluePoint12Y" fmla="*/ 40 h 47"/>
                <a:gd name="GluePoint13X" fmla="*/ 38 w 47"/>
                <a:gd name="GluePoint13Y" fmla="*/ 14 h 47"/>
                <a:gd name="GluePoint14X" fmla="*/ 33 w 47"/>
                <a:gd name="GluePoint14Y" fmla="*/ 9 h 47"/>
                <a:gd name="GluePoint15X" fmla="*/ 36 w 47"/>
                <a:gd name="GluePoint15Y" fmla="*/ 6 h 47"/>
                <a:gd name="GluePoint16X" fmla="*/ 41 w 47"/>
                <a:gd name="GluePoint16Y" fmla="*/ 11 h 47"/>
                <a:gd name="GluePoint17X" fmla="*/ 38 w 47"/>
                <a:gd name="GluePoint17Y" fmla="*/ 14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7" h="47">
                  <a:moveTo>
                    <a:pt x="2" y="33"/>
                  </a:moveTo>
                  <a:lnTo>
                    <a:pt x="0" y="47"/>
                  </a:lnTo>
                  <a:lnTo>
                    <a:pt x="14" y="44"/>
                  </a:lnTo>
                  <a:lnTo>
                    <a:pt x="47" y="11"/>
                  </a:lnTo>
                  <a:lnTo>
                    <a:pt x="36" y="0"/>
                  </a:lnTo>
                  <a:lnTo>
                    <a:pt x="2" y="33"/>
                  </a:lnTo>
                  <a:close/>
                  <a:moveTo>
                    <a:pt x="12" y="40"/>
                  </a:moveTo>
                  <a:lnTo>
                    <a:pt x="5" y="42"/>
                  </a:lnTo>
                  <a:lnTo>
                    <a:pt x="7" y="35"/>
                  </a:lnTo>
                  <a:lnTo>
                    <a:pt x="30" y="12"/>
                  </a:lnTo>
                  <a:lnTo>
                    <a:pt x="35" y="17"/>
                  </a:lnTo>
                  <a:lnTo>
                    <a:pt x="12" y="40"/>
                  </a:lnTo>
                  <a:close/>
                  <a:moveTo>
                    <a:pt x="38" y="14"/>
                  </a:moveTo>
                  <a:lnTo>
                    <a:pt x="33" y="9"/>
                  </a:lnTo>
                  <a:lnTo>
                    <a:pt x="36" y="6"/>
                  </a:lnTo>
                  <a:lnTo>
                    <a:pt x="41" y="11"/>
                  </a:lnTo>
                  <a:lnTo>
                    <a:pt x="38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17" name="Group 668"/>
          <p:cNvGrpSpPr/>
          <p:nvPr/>
        </p:nvGrpSpPr>
        <p:grpSpPr>
          <a:xfrm>
            <a:off x="5236560" y="2837520"/>
            <a:ext cx="226080" cy="300960"/>
            <a:chOff x="5236560" y="2837520"/>
            <a:chExt cx="226080" cy="300960"/>
          </a:xfrm>
        </p:grpSpPr>
        <p:sp>
          <p:nvSpPr>
            <p:cNvPr id="1618" name="Freeform 159"/>
            <p:cNvSpPr/>
            <p:nvPr/>
          </p:nvSpPr>
          <p:spPr>
            <a:xfrm>
              <a:off x="523656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0 w 100"/>
                <a:gd name="GluePoint1Y" fmla="*/ 133 h 133"/>
                <a:gd name="GluePoint2X" fmla="*/ 100 w 100"/>
                <a:gd name="GluePoint2Y" fmla="*/ 133 h 133"/>
                <a:gd name="GluePoint3X" fmla="*/ 100 w 100"/>
                <a:gd name="GluePoint3Y" fmla="*/ 0 h 133"/>
                <a:gd name="GluePoint4X" fmla="*/ 31 w 100"/>
                <a:gd name="GluePoint4Y" fmla="*/ 0 h 133"/>
                <a:gd name="GluePoint5X" fmla="*/ 0 w 100"/>
                <a:gd name="GluePoint5Y" fmla="*/ 30 h 133"/>
                <a:gd name="GluePoint6X" fmla="*/ 0 w 100"/>
                <a:gd name="GluePoint6Y" fmla="*/ 133 h 133"/>
                <a:gd name="GluePoint7X" fmla="*/ 96 w 100"/>
                <a:gd name="GluePoint7Y" fmla="*/ 129 h 133"/>
                <a:gd name="GluePoint8X" fmla="*/ 4 w 100"/>
                <a:gd name="GluePoint8Y" fmla="*/ 129 h 133"/>
                <a:gd name="GluePoint9X" fmla="*/ 4 w 100"/>
                <a:gd name="GluePoint9Y" fmla="*/ 33 h 133"/>
                <a:gd name="GluePoint10X" fmla="*/ 33 w 100"/>
                <a:gd name="GluePoint10Y" fmla="*/ 33 h 133"/>
                <a:gd name="GluePoint11X" fmla="*/ 33 w 100"/>
                <a:gd name="GluePoint11Y" fmla="*/ 4 h 133"/>
                <a:gd name="GluePoint12X" fmla="*/ 96 w 100"/>
                <a:gd name="GluePoint12Y" fmla="*/ 4 h 133"/>
                <a:gd name="GluePoint13X" fmla="*/ 96 w 100"/>
                <a:gd name="GluePoint13Y" fmla="*/ 129 h 133"/>
                <a:gd name="GluePoint14X" fmla="*/ 7 w 100"/>
                <a:gd name="GluePoint14Y" fmla="*/ 29 h 133"/>
                <a:gd name="GluePoint15X" fmla="*/ 29 w 100"/>
                <a:gd name="GluePoint15Y" fmla="*/ 7 h 133"/>
                <a:gd name="GluePoint16X" fmla="*/ 29 w 100"/>
                <a:gd name="GluePoint16Y" fmla="*/ 29 h 133"/>
                <a:gd name="GluePoint17X" fmla="*/ 7 w 100"/>
                <a:gd name="GluePoint17Y" fmla="*/ 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19" name="Freeform 160"/>
            <p:cNvSpPr/>
            <p:nvPr/>
          </p:nvSpPr>
          <p:spPr>
            <a:xfrm>
              <a:off x="5297760" y="2968920"/>
              <a:ext cx="103680" cy="745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74520"/>
                <a:gd name="textAreaBottom" fmla="*/ 74880 h 74520"/>
                <a:gd name="GluePoint1X" fmla="*/ 0 w 88"/>
                <a:gd name="GluePoint1Y" fmla="*/ 0 h 64"/>
                <a:gd name="GluePoint2X" fmla="*/ 0 w 88"/>
                <a:gd name="GluePoint2Y" fmla="*/ 64 h 64"/>
                <a:gd name="GluePoint3X" fmla="*/ 88 w 88"/>
                <a:gd name="GluePoint3Y" fmla="*/ 64 h 64"/>
                <a:gd name="GluePoint4X" fmla="*/ 88 w 88"/>
                <a:gd name="GluePoint4Y" fmla="*/ 0 h 64"/>
                <a:gd name="GluePoint5X" fmla="*/ 0 w 88"/>
                <a:gd name="GluePoint5Y" fmla="*/ 0 h 64"/>
                <a:gd name="GluePoint6X" fmla="*/ 80 w 88"/>
                <a:gd name="GluePoint6Y" fmla="*/ 16 h 64"/>
                <a:gd name="GluePoint7X" fmla="*/ 72 w 88"/>
                <a:gd name="GluePoint7Y" fmla="*/ 24 h 64"/>
                <a:gd name="GluePoint8X" fmla="*/ 64 w 88"/>
                <a:gd name="GluePoint8Y" fmla="*/ 16 h 64"/>
                <a:gd name="GluePoint9X" fmla="*/ 72 w 88"/>
                <a:gd name="GluePoint9Y" fmla="*/ 8 h 64"/>
                <a:gd name="GluePoint10X" fmla="*/ 80 w 88"/>
                <a:gd name="GluePoint10Y" fmla="*/ 16 h 64"/>
                <a:gd name="GluePoint11X" fmla="*/ 58 w 88"/>
                <a:gd name="GluePoint11Y" fmla="*/ 8 h 64"/>
                <a:gd name="GluePoint12X" fmla="*/ 56 w 88"/>
                <a:gd name="GluePoint12Y" fmla="*/ 16 h 64"/>
                <a:gd name="GluePoint13X" fmla="*/ 72 w 88"/>
                <a:gd name="GluePoint13Y" fmla="*/ 32 h 64"/>
                <a:gd name="GluePoint14X" fmla="*/ 80 w 88"/>
                <a:gd name="GluePoint14Y" fmla="*/ 30 h 64"/>
                <a:gd name="GluePoint15X" fmla="*/ 80 w 88"/>
                <a:gd name="GluePoint15Y" fmla="*/ 51 h 64"/>
                <a:gd name="GluePoint16X" fmla="*/ 56 w 88"/>
                <a:gd name="GluePoint16Y" fmla="*/ 31 h 64"/>
                <a:gd name="GluePoint17X" fmla="*/ 49 w 88"/>
                <a:gd name="GluePoint17Y" fmla="*/ 38 h 64"/>
                <a:gd name="GluePoint18X" fmla="*/ 33 w 88"/>
                <a:gd name="GluePoint18Y" fmla="*/ 18 h 64"/>
                <a:gd name="GluePoint19X" fmla="*/ 8 w 88"/>
                <a:gd name="GluePoint19Y" fmla="*/ 42 h 64"/>
                <a:gd name="GluePoint20X" fmla="*/ 8 w 88"/>
                <a:gd name="GluePoint20Y" fmla="*/ 8 h 64"/>
                <a:gd name="GluePoint21X" fmla="*/ 58 w 88"/>
                <a:gd name="GluePoint21Y" fmla="*/ 8 h 64"/>
                <a:gd name="GluePoint22X" fmla="*/ 8 w 88"/>
                <a:gd name="GluePoint22Y" fmla="*/ 54 h 64"/>
                <a:gd name="GluePoint23X" fmla="*/ 32 w 88"/>
                <a:gd name="GluePoint23Y" fmla="*/ 30 h 64"/>
                <a:gd name="GluePoint24X" fmla="*/ 48 w 88"/>
                <a:gd name="GluePoint24Y" fmla="*/ 50 h 64"/>
                <a:gd name="GluePoint25X" fmla="*/ 56 w 88"/>
                <a:gd name="GluePoint25Y" fmla="*/ 41 h 64"/>
                <a:gd name="GluePoint26X" fmla="*/ 74 w 88"/>
                <a:gd name="GluePoint26Y" fmla="*/ 56 h 64"/>
                <a:gd name="GluePoint27X" fmla="*/ 8 w 88"/>
                <a:gd name="GluePoint27Y" fmla="*/ 56 h 64"/>
                <a:gd name="GluePoint28X" fmla="*/ 8 w 88"/>
                <a:gd name="GluePoint28Y" fmla="*/ 54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</a:cxnLst>
              <a:rect l="textAreaLeft" t="textAreaTop" r="textAreaRight" b="textAreaBottom"/>
              <a:pathLst>
                <a:path w="88" h="64">
                  <a:moveTo>
                    <a:pt x="0" y="0"/>
                  </a:moveTo>
                  <a:cubicBezTo>
                    <a:pt x="0" y="64"/>
                    <a:pt x="0" y="64"/>
                    <a:pt x="0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0"/>
                    <a:pt x="88" y="0"/>
                    <a:pt x="88" y="0"/>
                  </a:cubicBezTo>
                  <a:lnTo>
                    <a:pt x="0" y="0"/>
                  </a:lnTo>
                  <a:close/>
                  <a:moveTo>
                    <a:pt x="80" y="16"/>
                  </a:moveTo>
                  <a:cubicBezTo>
                    <a:pt x="80" y="20"/>
                    <a:pt x="77" y="24"/>
                    <a:pt x="72" y="24"/>
                  </a:cubicBezTo>
                  <a:cubicBezTo>
                    <a:pt x="68" y="24"/>
                    <a:pt x="64" y="20"/>
                    <a:pt x="64" y="16"/>
                  </a:cubicBezTo>
                  <a:cubicBezTo>
                    <a:pt x="64" y="12"/>
                    <a:pt x="68" y="8"/>
                    <a:pt x="72" y="8"/>
                  </a:cubicBezTo>
                  <a:cubicBezTo>
                    <a:pt x="77" y="8"/>
                    <a:pt x="80" y="12"/>
                    <a:pt x="80" y="16"/>
                  </a:cubicBezTo>
                  <a:close/>
                  <a:moveTo>
                    <a:pt x="58" y="8"/>
                  </a:moveTo>
                  <a:cubicBezTo>
                    <a:pt x="57" y="10"/>
                    <a:pt x="56" y="13"/>
                    <a:pt x="56" y="16"/>
                  </a:cubicBezTo>
                  <a:cubicBezTo>
                    <a:pt x="56" y="25"/>
                    <a:pt x="63" y="32"/>
                    <a:pt x="72" y="32"/>
                  </a:cubicBezTo>
                  <a:cubicBezTo>
                    <a:pt x="75" y="32"/>
                    <a:pt x="78" y="31"/>
                    <a:pt x="80" y="3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8" y="8"/>
                  </a:lnTo>
                  <a:close/>
                  <a:moveTo>
                    <a:pt x="8" y="54"/>
                  </a:moveTo>
                  <a:cubicBezTo>
                    <a:pt x="32" y="30"/>
                    <a:pt x="32" y="30"/>
                    <a:pt x="32" y="30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440" bIns="37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20" name="Group 665"/>
          <p:cNvGrpSpPr/>
          <p:nvPr/>
        </p:nvGrpSpPr>
        <p:grpSpPr>
          <a:xfrm>
            <a:off x="5628240" y="2837520"/>
            <a:ext cx="226080" cy="300960"/>
            <a:chOff x="5628240" y="2837520"/>
            <a:chExt cx="226080" cy="300960"/>
          </a:xfrm>
        </p:grpSpPr>
        <p:sp>
          <p:nvSpPr>
            <p:cNvPr id="1621" name="Freeform 161"/>
            <p:cNvSpPr/>
            <p:nvPr/>
          </p:nvSpPr>
          <p:spPr>
            <a:xfrm>
              <a:off x="562824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100 w 100"/>
                <a:gd name="GluePoint1Y" fmla="*/ 0 h 133"/>
                <a:gd name="GluePoint2X" fmla="*/ 31 w 100"/>
                <a:gd name="GluePoint2Y" fmla="*/ 0 h 133"/>
                <a:gd name="GluePoint3X" fmla="*/ 0 w 100"/>
                <a:gd name="GluePoint3Y" fmla="*/ 30 h 133"/>
                <a:gd name="GluePoint4X" fmla="*/ 0 w 100"/>
                <a:gd name="GluePoint4Y" fmla="*/ 133 h 133"/>
                <a:gd name="GluePoint5X" fmla="*/ 100 w 100"/>
                <a:gd name="GluePoint5Y" fmla="*/ 133 h 133"/>
                <a:gd name="GluePoint6X" fmla="*/ 100 w 100"/>
                <a:gd name="GluePoint6Y" fmla="*/ 0 h 133"/>
                <a:gd name="GluePoint7X" fmla="*/ 29 w 100"/>
                <a:gd name="GluePoint7Y" fmla="*/ 7 h 133"/>
                <a:gd name="GluePoint8X" fmla="*/ 29 w 100"/>
                <a:gd name="GluePoint8Y" fmla="*/ 29 h 133"/>
                <a:gd name="GluePoint9X" fmla="*/ 7 w 100"/>
                <a:gd name="GluePoint9Y" fmla="*/ 29 h 133"/>
                <a:gd name="GluePoint10X" fmla="*/ 29 w 100"/>
                <a:gd name="GluePoint10Y" fmla="*/ 7 h 133"/>
                <a:gd name="GluePoint11X" fmla="*/ 96 w 100"/>
                <a:gd name="GluePoint11Y" fmla="*/ 129 h 133"/>
                <a:gd name="GluePoint12X" fmla="*/ 4 w 100"/>
                <a:gd name="GluePoint12Y" fmla="*/ 129 h 133"/>
                <a:gd name="GluePoint13X" fmla="*/ 4 w 100"/>
                <a:gd name="GluePoint13Y" fmla="*/ 33 h 133"/>
                <a:gd name="GluePoint14X" fmla="*/ 33 w 100"/>
                <a:gd name="GluePoint14Y" fmla="*/ 33 h 133"/>
                <a:gd name="GluePoint15X" fmla="*/ 33 w 100"/>
                <a:gd name="GluePoint15Y" fmla="*/ 4 h 133"/>
                <a:gd name="GluePoint16X" fmla="*/ 96 w 100"/>
                <a:gd name="GluePoint16Y" fmla="*/ 4 h 133"/>
                <a:gd name="GluePoint17X" fmla="*/ 96 w 100"/>
                <a:gd name="GluePoint17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100" y="0"/>
                  </a:moveTo>
                  <a:lnTo>
                    <a:pt x="31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22" name="Freeform 162"/>
            <p:cNvSpPr/>
            <p:nvPr/>
          </p:nvSpPr>
          <p:spPr>
            <a:xfrm>
              <a:off x="5698440" y="2964240"/>
              <a:ext cx="85680" cy="8352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83520"/>
                <a:gd name="textAreaBottom" fmla="*/ 83880 h 83520"/>
                <a:gd name="GluePoint1X" fmla="*/ 17 w 38"/>
                <a:gd name="GluePoint1Y" fmla="*/ 0 h 37"/>
                <a:gd name="GluePoint2X" fmla="*/ 17 w 38"/>
                <a:gd name="GluePoint2Y" fmla="*/ 16 h 37"/>
                <a:gd name="GluePoint3X" fmla="*/ 0 w 38"/>
                <a:gd name="GluePoint3Y" fmla="*/ 16 h 37"/>
                <a:gd name="GluePoint4X" fmla="*/ 0 w 38"/>
                <a:gd name="GluePoint4Y" fmla="*/ 21 h 37"/>
                <a:gd name="GluePoint5X" fmla="*/ 17 w 38"/>
                <a:gd name="GluePoint5Y" fmla="*/ 21 h 37"/>
                <a:gd name="GluePoint6X" fmla="*/ 17 w 38"/>
                <a:gd name="GluePoint6Y" fmla="*/ 37 h 37"/>
                <a:gd name="GluePoint7X" fmla="*/ 21 w 38"/>
                <a:gd name="GluePoint7Y" fmla="*/ 37 h 37"/>
                <a:gd name="GluePoint8X" fmla="*/ 21 w 38"/>
                <a:gd name="GluePoint8Y" fmla="*/ 21 h 37"/>
                <a:gd name="GluePoint9X" fmla="*/ 38 w 38"/>
                <a:gd name="GluePoint9Y" fmla="*/ 21 h 37"/>
                <a:gd name="GluePoint10X" fmla="*/ 38 w 38"/>
                <a:gd name="GluePoint10Y" fmla="*/ 16 h 37"/>
                <a:gd name="GluePoint11X" fmla="*/ 21 w 38"/>
                <a:gd name="GluePoint11Y" fmla="*/ 16 h 37"/>
                <a:gd name="GluePoint12X" fmla="*/ 21 w 38"/>
                <a:gd name="GluePoint12Y" fmla="*/ 0 h 37"/>
                <a:gd name="GluePoint13X" fmla="*/ 17 w 38"/>
                <a:gd name="GluePoint13Y" fmla="*/ 0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8" h="37">
                  <a:moveTo>
                    <a:pt x="17" y="0"/>
                  </a:moveTo>
                  <a:lnTo>
                    <a:pt x="17" y="16"/>
                  </a:lnTo>
                  <a:lnTo>
                    <a:pt x="0" y="16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lnTo>
                    <a:pt x="21" y="37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6"/>
                  </a:lnTo>
                  <a:lnTo>
                    <a:pt x="21" y="16"/>
                  </a:lnTo>
                  <a:lnTo>
                    <a:pt x="21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23" name="Group 664"/>
          <p:cNvGrpSpPr/>
          <p:nvPr/>
        </p:nvGrpSpPr>
        <p:grpSpPr>
          <a:xfrm>
            <a:off x="6019920" y="2837520"/>
            <a:ext cx="226080" cy="300960"/>
            <a:chOff x="6019920" y="2837520"/>
            <a:chExt cx="226080" cy="300960"/>
          </a:xfrm>
        </p:grpSpPr>
        <p:sp>
          <p:nvSpPr>
            <p:cNvPr id="1624" name="Freeform 163"/>
            <p:cNvSpPr/>
            <p:nvPr/>
          </p:nvSpPr>
          <p:spPr>
            <a:xfrm>
              <a:off x="601992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100 w 100"/>
                <a:gd name="GluePoint1Y" fmla="*/ 0 h 133"/>
                <a:gd name="GluePoint2X" fmla="*/ 30 w 100"/>
                <a:gd name="GluePoint2Y" fmla="*/ 0 h 133"/>
                <a:gd name="GluePoint3X" fmla="*/ 0 w 100"/>
                <a:gd name="GluePoint3Y" fmla="*/ 30 h 133"/>
                <a:gd name="GluePoint4X" fmla="*/ 0 w 100"/>
                <a:gd name="GluePoint4Y" fmla="*/ 133 h 133"/>
                <a:gd name="GluePoint5X" fmla="*/ 100 w 100"/>
                <a:gd name="GluePoint5Y" fmla="*/ 133 h 133"/>
                <a:gd name="GluePoint6X" fmla="*/ 100 w 100"/>
                <a:gd name="GluePoint6Y" fmla="*/ 0 h 133"/>
                <a:gd name="GluePoint7X" fmla="*/ 29 w 100"/>
                <a:gd name="GluePoint7Y" fmla="*/ 7 h 133"/>
                <a:gd name="GluePoint8X" fmla="*/ 29 w 100"/>
                <a:gd name="GluePoint8Y" fmla="*/ 29 h 133"/>
                <a:gd name="GluePoint9X" fmla="*/ 7 w 100"/>
                <a:gd name="GluePoint9Y" fmla="*/ 29 h 133"/>
                <a:gd name="GluePoint10X" fmla="*/ 29 w 100"/>
                <a:gd name="GluePoint10Y" fmla="*/ 7 h 133"/>
                <a:gd name="GluePoint11X" fmla="*/ 96 w 100"/>
                <a:gd name="GluePoint11Y" fmla="*/ 129 h 133"/>
                <a:gd name="GluePoint12X" fmla="*/ 4 w 100"/>
                <a:gd name="GluePoint12Y" fmla="*/ 129 h 133"/>
                <a:gd name="GluePoint13X" fmla="*/ 4 w 100"/>
                <a:gd name="GluePoint13Y" fmla="*/ 33 h 133"/>
                <a:gd name="GluePoint14X" fmla="*/ 33 w 100"/>
                <a:gd name="GluePoint14Y" fmla="*/ 33 h 133"/>
                <a:gd name="GluePoint15X" fmla="*/ 33 w 100"/>
                <a:gd name="GluePoint15Y" fmla="*/ 4 h 133"/>
                <a:gd name="GluePoint16X" fmla="*/ 96 w 100"/>
                <a:gd name="GluePoint16Y" fmla="*/ 4 h 133"/>
                <a:gd name="GluePoint17X" fmla="*/ 96 w 100"/>
                <a:gd name="GluePoint17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25" name="Freeform 164"/>
            <p:cNvSpPr/>
            <p:nvPr/>
          </p:nvSpPr>
          <p:spPr>
            <a:xfrm>
              <a:off x="6081120" y="2964240"/>
              <a:ext cx="99360" cy="8352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83520"/>
                <a:gd name="textAreaBottom" fmla="*/ 83880 h 83520"/>
                <a:gd name="GluePoint1X" fmla="*/ 17 w 44"/>
                <a:gd name="GluePoint1Y" fmla="*/ 0 h 37"/>
                <a:gd name="GluePoint2X" fmla="*/ 0 w 44"/>
                <a:gd name="GluePoint2Y" fmla="*/ 17 h 37"/>
                <a:gd name="GluePoint3X" fmla="*/ 0 w 44"/>
                <a:gd name="GluePoint3Y" fmla="*/ 20 h 37"/>
                <a:gd name="GluePoint4X" fmla="*/ 17 w 44"/>
                <a:gd name="GluePoint4Y" fmla="*/ 37 h 37"/>
                <a:gd name="GluePoint5X" fmla="*/ 20 w 44"/>
                <a:gd name="GluePoint5Y" fmla="*/ 34 h 37"/>
                <a:gd name="GluePoint6X" fmla="*/ 7 w 44"/>
                <a:gd name="GluePoint6Y" fmla="*/ 21 h 37"/>
                <a:gd name="GluePoint7X" fmla="*/ 44 w 44"/>
                <a:gd name="GluePoint7Y" fmla="*/ 21 h 37"/>
                <a:gd name="GluePoint8X" fmla="*/ 44 w 44"/>
                <a:gd name="GluePoint8Y" fmla="*/ 16 h 37"/>
                <a:gd name="GluePoint9X" fmla="*/ 7 w 44"/>
                <a:gd name="GluePoint9Y" fmla="*/ 16 h 37"/>
                <a:gd name="GluePoint10X" fmla="*/ 20 w 44"/>
                <a:gd name="GluePoint10Y" fmla="*/ 3 h 37"/>
                <a:gd name="GluePoint11X" fmla="*/ 17 w 44"/>
                <a:gd name="GluePoint11Y" fmla="*/ 0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4" h="37">
                  <a:moveTo>
                    <a:pt x="17" y="0"/>
                  </a:moveTo>
                  <a:lnTo>
                    <a:pt x="0" y="17"/>
                  </a:lnTo>
                  <a:lnTo>
                    <a:pt x="0" y="20"/>
                  </a:lnTo>
                  <a:lnTo>
                    <a:pt x="17" y="37"/>
                  </a:lnTo>
                  <a:lnTo>
                    <a:pt x="20" y="34"/>
                  </a:lnTo>
                  <a:lnTo>
                    <a:pt x="7" y="21"/>
                  </a:lnTo>
                  <a:lnTo>
                    <a:pt x="44" y="21"/>
                  </a:lnTo>
                  <a:lnTo>
                    <a:pt x="44" y="16"/>
                  </a:lnTo>
                  <a:lnTo>
                    <a:pt x="7" y="16"/>
                  </a:lnTo>
                  <a:lnTo>
                    <a:pt x="20" y="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26" name="Group 663"/>
          <p:cNvGrpSpPr/>
          <p:nvPr/>
        </p:nvGrpSpPr>
        <p:grpSpPr>
          <a:xfrm>
            <a:off x="6411600" y="2837520"/>
            <a:ext cx="226080" cy="300960"/>
            <a:chOff x="6411600" y="2837520"/>
            <a:chExt cx="226080" cy="300960"/>
          </a:xfrm>
        </p:grpSpPr>
        <p:sp>
          <p:nvSpPr>
            <p:cNvPr id="1627" name="Freeform 165"/>
            <p:cNvSpPr/>
            <p:nvPr/>
          </p:nvSpPr>
          <p:spPr>
            <a:xfrm>
              <a:off x="641160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0 w 100"/>
                <a:gd name="GluePoint1Y" fmla="*/ 133 h 133"/>
                <a:gd name="GluePoint2X" fmla="*/ 100 w 100"/>
                <a:gd name="GluePoint2Y" fmla="*/ 133 h 133"/>
                <a:gd name="GluePoint3X" fmla="*/ 100 w 100"/>
                <a:gd name="GluePoint3Y" fmla="*/ 0 h 133"/>
                <a:gd name="GluePoint4X" fmla="*/ 30 w 100"/>
                <a:gd name="GluePoint4Y" fmla="*/ 0 h 133"/>
                <a:gd name="GluePoint5X" fmla="*/ 0 w 100"/>
                <a:gd name="GluePoint5Y" fmla="*/ 30 h 133"/>
                <a:gd name="GluePoint6X" fmla="*/ 0 w 100"/>
                <a:gd name="GluePoint6Y" fmla="*/ 133 h 133"/>
                <a:gd name="GluePoint7X" fmla="*/ 96 w 100"/>
                <a:gd name="GluePoint7Y" fmla="*/ 129 h 133"/>
                <a:gd name="GluePoint8X" fmla="*/ 4 w 100"/>
                <a:gd name="GluePoint8Y" fmla="*/ 129 h 133"/>
                <a:gd name="GluePoint9X" fmla="*/ 4 w 100"/>
                <a:gd name="GluePoint9Y" fmla="*/ 33 h 133"/>
                <a:gd name="GluePoint10X" fmla="*/ 33 w 100"/>
                <a:gd name="GluePoint10Y" fmla="*/ 33 h 133"/>
                <a:gd name="GluePoint11X" fmla="*/ 33 w 100"/>
                <a:gd name="GluePoint11Y" fmla="*/ 4 h 133"/>
                <a:gd name="GluePoint12X" fmla="*/ 96 w 100"/>
                <a:gd name="GluePoint12Y" fmla="*/ 4 h 133"/>
                <a:gd name="GluePoint13X" fmla="*/ 96 w 100"/>
                <a:gd name="GluePoint13Y" fmla="*/ 129 h 133"/>
                <a:gd name="GluePoint14X" fmla="*/ 7 w 100"/>
                <a:gd name="GluePoint14Y" fmla="*/ 29 h 133"/>
                <a:gd name="GluePoint15X" fmla="*/ 29 w 100"/>
                <a:gd name="GluePoint15Y" fmla="*/ 7 h 133"/>
                <a:gd name="GluePoint16X" fmla="*/ 29 w 100"/>
                <a:gd name="GluePoint16Y" fmla="*/ 29 h 133"/>
                <a:gd name="GluePoint17X" fmla="*/ 7 w 100"/>
                <a:gd name="GluePoint17Y" fmla="*/ 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0" y="133"/>
                  </a:moveTo>
                  <a:lnTo>
                    <a:pt x="100" y="133"/>
                  </a:lnTo>
                  <a:lnTo>
                    <a:pt x="100" y="0"/>
                  </a:ln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  <a:moveTo>
                    <a:pt x="7" y="29"/>
                  </a:moveTo>
                  <a:lnTo>
                    <a:pt x="29" y="7"/>
                  </a:lnTo>
                  <a:lnTo>
                    <a:pt x="29" y="29"/>
                  </a:lnTo>
                  <a:lnTo>
                    <a:pt x="7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28" name="Freeform 166"/>
            <p:cNvSpPr/>
            <p:nvPr/>
          </p:nvSpPr>
          <p:spPr>
            <a:xfrm>
              <a:off x="6482160" y="300708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0 w 56"/>
                <a:gd name="GluePoint1Y" fmla="*/ 0 h 54"/>
                <a:gd name="GluePoint2X" fmla="*/ 36 w 56"/>
                <a:gd name="GluePoint2Y" fmla="*/ 40 h 54"/>
                <a:gd name="GluePoint3X" fmla="*/ 44 w 56"/>
                <a:gd name="GluePoint3Y" fmla="*/ 40 h 54"/>
                <a:gd name="GluePoint4X" fmla="*/ 36 w 56"/>
                <a:gd name="GluePoint4Y" fmla="*/ 50 h 54"/>
                <a:gd name="GluePoint5X" fmla="*/ 43 w 56"/>
                <a:gd name="GluePoint5Y" fmla="*/ 54 h 54"/>
                <a:gd name="GluePoint6X" fmla="*/ 56 w 56"/>
                <a:gd name="GluePoint6Y" fmla="*/ 38 h 54"/>
                <a:gd name="GluePoint7X" fmla="*/ 56 w 56"/>
                <a:gd name="GluePoint7Y" fmla="*/ 34 h 54"/>
                <a:gd name="GluePoint8X" fmla="*/ 43 w 56"/>
                <a:gd name="GluePoint8Y" fmla="*/ 18 h 54"/>
                <a:gd name="GluePoint9X" fmla="*/ 37 w 56"/>
                <a:gd name="GluePoint9Y" fmla="*/ 22 h 54"/>
                <a:gd name="GluePoint10X" fmla="*/ 44 w 56"/>
                <a:gd name="GluePoint10Y" fmla="*/ 32 h 54"/>
                <a:gd name="GluePoint11X" fmla="*/ 36 w 56"/>
                <a:gd name="GluePoint11Y" fmla="*/ 32 h 54"/>
                <a:gd name="GluePoint12X" fmla="*/ 8 w 56"/>
                <a:gd name="GluePoint12Y" fmla="*/ 0 h 54"/>
                <a:gd name="GluePoint13X" fmla="*/ 0 w 56"/>
                <a:gd name="GluePoint13Y" fmla="*/ 0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0" y="0"/>
                  </a:moveTo>
                  <a:cubicBezTo>
                    <a:pt x="0" y="19"/>
                    <a:pt x="15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29" name="Freeform 167"/>
            <p:cNvSpPr/>
            <p:nvPr/>
          </p:nvSpPr>
          <p:spPr>
            <a:xfrm>
              <a:off x="6511320" y="2941560"/>
              <a:ext cx="65160" cy="651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5160"/>
                <a:gd name="textAreaBottom" fmla="*/ 65520 h 65160"/>
                <a:gd name="GluePoint1X" fmla="*/ 19 w 56"/>
                <a:gd name="GluePoint1Y" fmla="*/ 32 h 54"/>
                <a:gd name="GluePoint2X" fmla="*/ 12 w 56"/>
                <a:gd name="GluePoint2Y" fmla="*/ 22 h 54"/>
                <a:gd name="GluePoint3X" fmla="*/ 20 w 56"/>
                <a:gd name="GluePoint3Y" fmla="*/ 22 h 54"/>
                <a:gd name="GluePoint4X" fmla="*/ 48 w 56"/>
                <a:gd name="GluePoint4Y" fmla="*/ 54 h 54"/>
                <a:gd name="GluePoint5X" fmla="*/ 56 w 56"/>
                <a:gd name="GluePoint5Y" fmla="*/ 54 h 54"/>
                <a:gd name="GluePoint6X" fmla="*/ 20 w 56"/>
                <a:gd name="GluePoint6Y" fmla="*/ 14 h 54"/>
                <a:gd name="GluePoint7X" fmla="*/ 12 w 56"/>
                <a:gd name="GluePoint7Y" fmla="*/ 14 h 54"/>
                <a:gd name="GluePoint8X" fmla="*/ 19 w 56"/>
                <a:gd name="GluePoint8Y" fmla="*/ 4 h 54"/>
                <a:gd name="GluePoint9X" fmla="*/ 12 w 56"/>
                <a:gd name="GluePoint9Y" fmla="*/ 0 h 54"/>
                <a:gd name="GluePoint10X" fmla="*/ 0 w 56"/>
                <a:gd name="GluePoint10Y" fmla="*/ 16 h 54"/>
                <a:gd name="GluePoint11X" fmla="*/ 0 w 56"/>
                <a:gd name="GluePoint11Y" fmla="*/ 20 h 54"/>
                <a:gd name="GluePoint12X" fmla="*/ 12 w 56"/>
                <a:gd name="GluePoint12Y" fmla="*/ 36 h 54"/>
                <a:gd name="GluePoint13X" fmla="*/ 19 w 56"/>
                <a:gd name="GluePoint13Y" fmla="*/ 32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19" y="3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5" y="22"/>
                    <a:pt x="48" y="39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5"/>
                    <a:pt x="40" y="14"/>
                    <a:pt x="20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2" y="36"/>
                    <a:pt x="12" y="36"/>
                    <a:pt x="12" y="36"/>
                  </a:cubicBezTo>
                  <a:lnTo>
                    <a:pt x="19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30" name="Group 662"/>
          <p:cNvGrpSpPr/>
          <p:nvPr/>
        </p:nvGrpSpPr>
        <p:grpSpPr>
          <a:xfrm>
            <a:off x="6803640" y="2837520"/>
            <a:ext cx="226080" cy="300960"/>
            <a:chOff x="6803640" y="2837520"/>
            <a:chExt cx="226080" cy="300960"/>
          </a:xfrm>
        </p:grpSpPr>
        <p:sp>
          <p:nvSpPr>
            <p:cNvPr id="1631" name="Freeform 168"/>
            <p:cNvSpPr/>
            <p:nvPr/>
          </p:nvSpPr>
          <p:spPr>
            <a:xfrm>
              <a:off x="6803640" y="2837520"/>
              <a:ext cx="226080" cy="30096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0960"/>
                <a:gd name="textAreaBottom" fmla="*/ 301320 h 300960"/>
                <a:gd name="GluePoint1X" fmla="*/ 100 w 100"/>
                <a:gd name="GluePoint1Y" fmla="*/ 0 h 133"/>
                <a:gd name="GluePoint2X" fmla="*/ 30 w 100"/>
                <a:gd name="GluePoint2Y" fmla="*/ 0 h 133"/>
                <a:gd name="GluePoint3X" fmla="*/ 0 w 100"/>
                <a:gd name="GluePoint3Y" fmla="*/ 30 h 133"/>
                <a:gd name="GluePoint4X" fmla="*/ 0 w 100"/>
                <a:gd name="GluePoint4Y" fmla="*/ 133 h 133"/>
                <a:gd name="GluePoint5X" fmla="*/ 100 w 100"/>
                <a:gd name="GluePoint5Y" fmla="*/ 133 h 133"/>
                <a:gd name="GluePoint6X" fmla="*/ 100 w 100"/>
                <a:gd name="GluePoint6Y" fmla="*/ 0 h 133"/>
                <a:gd name="GluePoint7X" fmla="*/ 29 w 100"/>
                <a:gd name="GluePoint7Y" fmla="*/ 7 h 133"/>
                <a:gd name="GluePoint8X" fmla="*/ 29 w 100"/>
                <a:gd name="GluePoint8Y" fmla="*/ 29 h 133"/>
                <a:gd name="GluePoint9X" fmla="*/ 7 w 100"/>
                <a:gd name="GluePoint9Y" fmla="*/ 29 h 133"/>
                <a:gd name="GluePoint10X" fmla="*/ 29 w 100"/>
                <a:gd name="GluePoint10Y" fmla="*/ 7 h 133"/>
                <a:gd name="GluePoint11X" fmla="*/ 96 w 100"/>
                <a:gd name="GluePoint11Y" fmla="*/ 129 h 133"/>
                <a:gd name="GluePoint12X" fmla="*/ 4 w 100"/>
                <a:gd name="GluePoint12Y" fmla="*/ 129 h 133"/>
                <a:gd name="GluePoint13X" fmla="*/ 4 w 100"/>
                <a:gd name="GluePoint13Y" fmla="*/ 33 h 133"/>
                <a:gd name="GluePoint14X" fmla="*/ 33 w 100"/>
                <a:gd name="GluePoint14Y" fmla="*/ 33 h 133"/>
                <a:gd name="GluePoint15X" fmla="*/ 33 w 100"/>
                <a:gd name="GluePoint15Y" fmla="*/ 4 h 133"/>
                <a:gd name="GluePoint16X" fmla="*/ 96 w 100"/>
                <a:gd name="GluePoint16Y" fmla="*/ 4 h 133"/>
                <a:gd name="GluePoint17X" fmla="*/ 96 w 100"/>
                <a:gd name="GluePoint17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3">
                  <a:moveTo>
                    <a:pt x="10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133"/>
                  </a:lnTo>
                  <a:lnTo>
                    <a:pt x="100" y="133"/>
                  </a:lnTo>
                  <a:lnTo>
                    <a:pt x="100" y="0"/>
                  </a:lnTo>
                  <a:close/>
                  <a:moveTo>
                    <a:pt x="29" y="7"/>
                  </a:moveTo>
                  <a:lnTo>
                    <a:pt x="29" y="29"/>
                  </a:lnTo>
                  <a:lnTo>
                    <a:pt x="7" y="29"/>
                  </a:lnTo>
                  <a:lnTo>
                    <a:pt x="29" y="7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3"/>
                  </a:lnTo>
                  <a:lnTo>
                    <a:pt x="33" y="33"/>
                  </a:lnTo>
                  <a:lnTo>
                    <a:pt x="33" y="4"/>
                  </a:lnTo>
                  <a:lnTo>
                    <a:pt x="96" y="4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32" name="Freeform 169"/>
            <p:cNvSpPr/>
            <p:nvPr/>
          </p:nvSpPr>
          <p:spPr>
            <a:xfrm>
              <a:off x="6880680" y="2975400"/>
              <a:ext cx="69840" cy="720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72000"/>
                <a:gd name="textAreaBottom" fmla="*/ 72360 h 72000"/>
                <a:gd name="GluePoint1X" fmla="*/ 0 w 31"/>
                <a:gd name="GluePoint1Y" fmla="*/ 29 h 32"/>
                <a:gd name="GluePoint2X" fmla="*/ 2 w 31"/>
                <a:gd name="GluePoint2Y" fmla="*/ 32 h 32"/>
                <a:gd name="GluePoint3X" fmla="*/ 16 w 31"/>
                <a:gd name="GluePoint3Y" fmla="*/ 19 h 32"/>
                <a:gd name="GluePoint4X" fmla="*/ 29 w 31"/>
                <a:gd name="GluePoint4Y" fmla="*/ 32 h 32"/>
                <a:gd name="GluePoint5X" fmla="*/ 31 w 31"/>
                <a:gd name="GluePoint5Y" fmla="*/ 29 h 32"/>
                <a:gd name="GluePoint6X" fmla="*/ 18 w 31"/>
                <a:gd name="GluePoint6Y" fmla="*/ 16 h 32"/>
                <a:gd name="GluePoint7X" fmla="*/ 31 w 31"/>
                <a:gd name="GluePoint7Y" fmla="*/ 3 h 32"/>
                <a:gd name="GluePoint8X" fmla="*/ 29 w 31"/>
                <a:gd name="GluePoint8Y" fmla="*/ 0 h 32"/>
                <a:gd name="GluePoint9X" fmla="*/ 16 w 31"/>
                <a:gd name="GluePoint9Y" fmla="*/ 13 h 32"/>
                <a:gd name="GluePoint10X" fmla="*/ 2 w 31"/>
                <a:gd name="GluePoint10Y" fmla="*/ 0 h 32"/>
                <a:gd name="GluePoint11X" fmla="*/ 0 w 31"/>
                <a:gd name="GluePoint11Y" fmla="*/ 3 h 32"/>
                <a:gd name="GluePoint12X" fmla="*/ 13 w 31"/>
                <a:gd name="GluePoint12Y" fmla="*/ 16 h 32"/>
                <a:gd name="GluePoint13X" fmla="*/ 0 w 31"/>
                <a:gd name="GluePoint13Y" fmla="*/ 29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1" h="32">
                  <a:moveTo>
                    <a:pt x="0" y="29"/>
                  </a:moveTo>
                  <a:lnTo>
                    <a:pt x="2" y="32"/>
                  </a:lnTo>
                  <a:lnTo>
                    <a:pt x="16" y="19"/>
                  </a:lnTo>
                  <a:lnTo>
                    <a:pt x="29" y="32"/>
                  </a:lnTo>
                  <a:lnTo>
                    <a:pt x="31" y="29"/>
                  </a:lnTo>
                  <a:lnTo>
                    <a:pt x="18" y="16"/>
                  </a:lnTo>
                  <a:lnTo>
                    <a:pt x="31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33" name="Group 685"/>
          <p:cNvGrpSpPr/>
          <p:nvPr/>
        </p:nvGrpSpPr>
        <p:grpSpPr>
          <a:xfrm>
            <a:off x="2104560" y="3227040"/>
            <a:ext cx="226080" cy="303120"/>
            <a:chOff x="2104560" y="3227040"/>
            <a:chExt cx="226080" cy="303120"/>
          </a:xfrm>
        </p:grpSpPr>
        <p:sp>
          <p:nvSpPr>
            <p:cNvPr id="1634" name="Freeform 170"/>
            <p:cNvSpPr/>
            <p:nvPr/>
          </p:nvSpPr>
          <p:spPr>
            <a:xfrm>
              <a:off x="2104560" y="3227040"/>
              <a:ext cx="226080" cy="30312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3120"/>
                <a:gd name="textAreaBottom" fmla="*/ 303480 h 303120"/>
                <a:gd name="GluePoint1X" fmla="*/ 0 w 100"/>
                <a:gd name="GluePoint1Y" fmla="*/ 31 h 134"/>
                <a:gd name="GluePoint2X" fmla="*/ 0 w 100"/>
                <a:gd name="GluePoint2Y" fmla="*/ 134 h 134"/>
                <a:gd name="GluePoint3X" fmla="*/ 100 w 100"/>
                <a:gd name="GluePoint3Y" fmla="*/ 134 h 134"/>
                <a:gd name="GluePoint4X" fmla="*/ 100 w 100"/>
                <a:gd name="GluePoint4Y" fmla="*/ 0 h 134"/>
                <a:gd name="GluePoint5X" fmla="*/ 31 w 100"/>
                <a:gd name="GluePoint5Y" fmla="*/ 0 h 134"/>
                <a:gd name="GluePoint6X" fmla="*/ 0 w 100"/>
                <a:gd name="GluePoint6Y" fmla="*/ 31 h 134"/>
                <a:gd name="GluePoint7X" fmla="*/ 29 w 100"/>
                <a:gd name="GluePoint7Y" fmla="*/ 8 h 134"/>
                <a:gd name="GluePoint8X" fmla="*/ 29 w 100"/>
                <a:gd name="GluePoint8Y" fmla="*/ 30 h 134"/>
                <a:gd name="GluePoint9X" fmla="*/ 7 w 100"/>
                <a:gd name="GluePoint9Y" fmla="*/ 30 h 134"/>
                <a:gd name="GluePoint10X" fmla="*/ 29 w 100"/>
                <a:gd name="GluePoint10Y" fmla="*/ 8 h 134"/>
                <a:gd name="GluePoint11X" fmla="*/ 96 w 100"/>
                <a:gd name="GluePoint11Y" fmla="*/ 129 h 134"/>
                <a:gd name="GluePoint12X" fmla="*/ 4 w 100"/>
                <a:gd name="GluePoint12Y" fmla="*/ 129 h 134"/>
                <a:gd name="GluePoint13X" fmla="*/ 4 w 100"/>
                <a:gd name="GluePoint13Y" fmla="*/ 34 h 134"/>
                <a:gd name="GluePoint14X" fmla="*/ 33 w 100"/>
                <a:gd name="GluePoint14Y" fmla="*/ 34 h 134"/>
                <a:gd name="GluePoint15X" fmla="*/ 33 w 100"/>
                <a:gd name="GluePoint15Y" fmla="*/ 5 h 134"/>
                <a:gd name="GluePoint16X" fmla="*/ 96 w 100"/>
                <a:gd name="GluePoint16Y" fmla="*/ 5 h 134"/>
                <a:gd name="GluePoint17X" fmla="*/ 96 w 100"/>
                <a:gd name="GluePoint17Y" fmla="*/ 129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4">
                  <a:moveTo>
                    <a:pt x="0" y="31"/>
                  </a:moveTo>
                  <a:lnTo>
                    <a:pt x="0" y="134"/>
                  </a:lnTo>
                  <a:lnTo>
                    <a:pt x="100" y="134"/>
                  </a:lnTo>
                  <a:lnTo>
                    <a:pt x="100" y="0"/>
                  </a:lnTo>
                  <a:lnTo>
                    <a:pt x="31" y="0"/>
                  </a:lnTo>
                  <a:lnTo>
                    <a:pt x="0" y="31"/>
                  </a:lnTo>
                  <a:close/>
                  <a:moveTo>
                    <a:pt x="29" y="8"/>
                  </a:moveTo>
                  <a:lnTo>
                    <a:pt x="29" y="30"/>
                  </a:lnTo>
                  <a:lnTo>
                    <a:pt x="7" y="30"/>
                  </a:lnTo>
                  <a:lnTo>
                    <a:pt x="29" y="8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4"/>
                  </a:lnTo>
                  <a:lnTo>
                    <a:pt x="33" y="34"/>
                  </a:lnTo>
                  <a:lnTo>
                    <a:pt x="33" y="5"/>
                  </a:lnTo>
                  <a:lnTo>
                    <a:pt x="96" y="5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35" name="Freeform 171"/>
            <p:cNvSpPr/>
            <p:nvPr/>
          </p:nvSpPr>
          <p:spPr>
            <a:xfrm>
              <a:off x="2170080" y="3360600"/>
              <a:ext cx="92520" cy="9252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520"/>
                <a:gd name="textAreaBottom" fmla="*/ 92880 h 92520"/>
                <a:gd name="GluePoint1X" fmla="*/ 0 w 79"/>
                <a:gd name="GluePoint1Y" fmla="*/ 28 h 79"/>
                <a:gd name="GluePoint2X" fmla="*/ 28 w 79"/>
                <a:gd name="GluePoint2Y" fmla="*/ 56 h 79"/>
                <a:gd name="GluePoint3X" fmla="*/ 45 w 79"/>
                <a:gd name="GluePoint3Y" fmla="*/ 51 h 79"/>
                <a:gd name="GluePoint4X" fmla="*/ 73 w 79"/>
                <a:gd name="GluePoint4Y" fmla="*/ 79 h 79"/>
                <a:gd name="GluePoint5X" fmla="*/ 79 w 79"/>
                <a:gd name="GluePoint5Y" fmla="*/ 73 h 79"/>
                <a:gd name="GluePoint6X" fmla="*/ 51 w 79"/>
                <a:gd name="GluePoint6Y" fmla="*/ 45 h 79"/>
                <a:gd name="GluePoint7X" fmla="*/ 56 w 79"/>
                <a:gd name="GluePoint7Y" fmla="*/ 28 h 79"/>
                <a:gd name="GluePoint8X" fmla="*/ 28 w 79"/>
                <a:gd name="GluePoint8Y" fmla="*/ 0 h 79"/>
                <a:gd name="GluePoint9X" fmla="*/ 0 w 79"/>
                <a:gd name="GluePoint9Y" fmla="*/ 28 h 79"/>
                <a:gd name="GluePoint10X" fmla="*/ 28 w 79"/>
                <a:gd name="GluePoint10Y" fmla="*/ 8 h 79"/>
                <a:gd name="GluePoint11X" fmla="*/ 48 w 79"/>
                <a:gd name="GluePoint11Y" fmla="*/ 28 h 79"/>
                <a:gd name="GluePoint12X" fmla="*/ 28 w 79"/>
                <a:gd name="GluePoint12Y" fmla="*/ 48 h 79"/>
                <a:gd name="GluePoint13X" fmla="*/ 8 w 79"/>
                <a:gd name="GluePoint13Y" fmla="*/ 28 h 79"/>
                <a:gd name="GluePoint14X" fmla="*/ 28 w 79"/>
                <a:gd name="GluePoint14Y" fmla="*/ 8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9" h="79">
                  <a:moveTo>
                    <a:pt x="0" y="28"/>
                  </a:moveTo>
                  <a:cubicBezTo>
                    <a:pt x="0" y="44"/>
                    <a:pt x="13" y="56"/>
                    <a:pt x="28" y="56"/>
                  </a:cubicBezTo>
                  <a:cubicBezTo>
                    <a:pt x="34" y="56"/>
                    <a:pt x="40" y="54"/>
                    <a:pt x="45" y="51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4" y="40"/>
                    <a:pt x="56" y="34"/>
                    <a:pt x="56" y="28"/>
                  </a:cubicBezTo>
                  <a:cubicBezTo>
                    <a:pt x="56" y="13"/>
                    <a:pt x="44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36" name="Group 692"/>
          <p:cNvGrpSpPr/>
          <p:nvPr/>
        </p:nvGrpSpPr>
        <p:grpSpPr>
          <a:xfrm>
            <a:off x="2496240" y="3227040"/>
            <a:ext cx="226080" cy="303120"/>
            <a:chOff x="2496240" y="3227040"/>
            <a:chExt cx="226080" cy="303120"/>
          </a:xfrm>
        </p:grpSpPr>
        <p:sp>
          <p:nvSpPr>
            <p:cNvPr id="1637" name="Freeform 172"/>
            <p:cNvSpPr/>
            <p:nvPr/>
          </p:nvSpPr>
          <p:spPr>
            <a:xfrm>
              <a:off x="2496240" y="3227040"/>
              <a:ext cx="226080" cy="30312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3120"/>
                <a:gd name="textAreaBottom" fmla="*/ 303480 h 303120"/>
                <a:gd name="GluePoint1X" fmla="*/ 100 w 100"/>
                <a:gd name="GluePoint1Y" fmla="*/ 0 h 134"/>
                <a:gd name="GluePoint2X" fmla="*/ 31 w 100"/>
                <a:gd name="GluePoint2Y" fmla="*/ 0 h 134"/>
                <a:gd name="GluePoint3X" fmla="*/ 0 w 100"/>
                <a:gd name="GluePoint3Y" fmla="*/ 31 h 134"/>
                <a:gd name="GluePoint4X" fmla="*/ 0 w 100"/>
                <a:gd name="GluePoint4Y" fmla="*/ 134 h 134"/>
                <a:gd name="GluePoint5X" fmla="*/ 100 w 100"/>
                <a:gd name="GluePoint5Y" fmla="*/ 134 h 134"/>
                <a:gd name="GluePoint6X" fmla="*/ 100 w 100"/>
                <a:gd name="GluePoint6Y" fmla="*/ 0 h 134"/>
                <a:gd name="GluePoint7X" fmla="*/ 29 w 100"/>
                <a:gd name="GluePoint7Y" fmla="*/ 8 h 134"/>
                <a:gd name="GluePoint8X" fmla="*/ 29 w 100"/>
                <a:gd name="GluePoint8Y" fmla="*/ 30 h 134"/>
                <a:gd name="GluePoint9X" fmla="*/ 7 w 100"/>
                <a:gd name="GluePoint9Y" fmla="*/ 30 h 134"/>
                <a:gd name="GluePoint10X" fmla="*/ 29 w 100"/>
                <a:gd name="GluePoint10Y" fmla="*/ 8 h 134"/>
                <a:gd name="GluePoint11X" fmla="*/ 96 w 100"/>
                <a:gd name="GluePoint11Y" fmla="*/ 129 h 134"/>
                <a:gd name="GluePoint12X" fmla="*/ 4 w 100"/>
                <a:gd name="GluePoint12Y" fmla="*/ 129 h 134"/>
                <a:gd name="GluePoint13X" fmla="*/ 4 w 100"/>
                <a:gd name="GluePoint13Y" fmla="*/ 34 h 134"/>
                <a:gd name="GluePoint14X" fmla="*/ 33 w 100"/>
                <a:gd name="GluePoint14Y" fmla="*/ 34 h 134"/>
                <a:gd name="GluePoint15X" fmla="*/ 33 w 100"/>
                <a:gd name="GluePoint15Y" fmla="*/ 5 h 134"/>
                <a:gd name="GluePoint16X" fmla="*/ 96 w 100"/>
                <a:gd name="GluePoint16Y" fmla="*/ 5 h 134"/>
                <a:gd name="GluePoint17X" fmla="*/ 96 w 100"/>
                <a:gd name="GluePoint17Y" fmla="*/ 129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4">
                  <a:moveTo>
                    <a:pt x="100" y="0"/>
                  </a:moveTo>
                  <a:lnTo>
                    <a:pt x="31" y="0"/>
                  </a:lnTo>
                  <a:lnTo>
                    <a:pt x="0" y="31"/>
                  </a:lnTo>
                  <a:lnTo>
                    <a:pt x="0" y="134"/>
                  </a:lnTo>
                  <a:lnTo>
                    <a:pt x="100" y="134"/>
                  </a:lnTo>
                  <a:lnTo>
                    <a:pt x="100" y="0"/>
                  </a:lnTo>
                  <a:close/>
                  <a:moveTo>
                    <a:pt x="29" y="8"/>
                  </a:moveTo>
                  <a:lnTo>
                    <a:pt x="29" y="30"/>
                  </a:lnTo>
                  <a:lnTo>
                    <a:pt x="7" y="30"/>
                  </a:lnTo>
                  <a:lnTo>
                    <a:pt x="29" y="8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4"/>
                  </a:lnTo>
                  <a:lnTo>
                    <a:pt x="33" y="34"/>
                  </a:lnTo>
                  <a:lnTo>
                    <a:pt x="33" y="5"/>
                  </a:lnTo>
                  <a:lnTo>
                    <a:pt x="96" y="5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38" name="Freeform 173"/>
            <p:cNvSpPr/>
            <p:nvPr/>
          </p:nvSpPr>
          <p:spPr>
            <a:xfrm>
              <a:off x="2557440" y="3335760"/>
              <a:ext cx="103680" cy="993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99360"/>
                <a:gd name="textAreaBottom" fmla="*/ 99720 h 99360"/>
                <a:gd name="GluePoint1X" fmla="*/ 4 w 89"/>
                <a:gd name="GluePoint1Y" fmla="*/ 32 h 84"/>
                <a:gd name="GluePoint2X" fmla="*/ 1 w 89"/>
                <a:gd name="GluePoint2Y" fmla="*/ 35 h 84"/>
                <a:gd name="GluePoint3X" fmla="*/ 2 w 89"/>
                <a:gd name="GluePoint3Y" fmla="*/ 40 h 84"/>
                <a:gd name="GluePoint4X" fmla="*/ 24 w 89"/>
                <a:gd name="GluePoint4Y" fmla="*/ 54 h 84"/>
                <a:gd name="GluePoint5X" fmla="*/ 16 w 89"/>
                <a:gd name="GluePoint5Y" fmla="*/ 79 h 84"/>
                <a:gd name="GluePoint6X" fmla="*/ 17 w 89"/>
                <a:gd name="GluePoint6Y" fmla="*/ 83 h 84"/>
                <a:gd name="GluePoint7X" fmla="*/ 22 w 89"/>
                <a:gd name="GluePoint7Y" fmla="*/ 84 h 84"/>
                <a:gd name="GluePoint8X" fmla="*/ 44 w 89"/>
                <a:gd name="GluePoint8Y" fmla="*/ 69 h 84"/>
                <a:gd name="GluePoint9X" fmla="*/ 66 w 89"/>
                <a:gd name="GluePoint9Y" fmla="*/ 84 h 84"/>
                <a:gd name="GluePoint10X" fmla="*/ 68 w 89"/>
                <a:gd name="GluePoint10Y" fmla="*/ 84 h 84"/>
                <a:gd name="GluePoint11X" fmla="*/ 70 w 89"/>
                <a:gd name="GluePoint11Y" fmla="*/ 83 h 84"/>
                <a:gd name="GluePoint12X" fmla="*/ 72 w 89"/>
                <a:gd name="GluePoint12Y" fmla="*/ 79 h 84"/>
                <a:gd name="GluePoint13X" fmla="*/ 65 w 89"/>
                <a:gd name="GluePoint13Y" fmla="*/ 54 h 84"/>
                <a:gd name="GluePoint14X" fmla="*/ 87 w 89"/>
                <a:gd name="GluePoint14Y" fmla="*/ 40 h 84"/>
                <a:gd name="GluePoint15X" fmla="*/ 88 w 89"/>
                <a:gd name="GluePoint15Y" fmla="*/ 35 h 84"/>
                <a:gd name="GluePoint16X" fmla="*/ 84 w 89"/>
                <a:gd name="GluePoint16Y" fmla="*/ 32 h 84"/>
                <a:gd name="GluePoint17X" fmla="*/ 59 w 89"/>
                <a:gd name="GluePoint17Y" fmla="*/ 32 h 84"/>
                <a:gd name="GluePoint18X" fmla="*/ 48 w 89"/>
                <a:gd name="GluePoint18Y" fmla="*/ 3 h 84"/>
                <a:gd name="GluePoint19X" fmla="*/ 44 w 89"/>
                <a:gd name="GluePoint19Y" fmla="*/ 0 h 84"/>
                <a:gd name="GluePoint20X" fmla="*/ 41 w 89"/>
                <a:gd name="GluePoint20Y" fmla="*/ 3 h 84"/>
                <a:gd name="GluePoint21X" fmla="*/ 30 w 89"/>
                <a:gd name="GluePoint21Y" fmla="*/ 32 h 84"/>
                <a:gd name="GluePoint22X" fmla="*/ 4 w 89"/>
                <a:gd name="GluePoint22Y" fmla="*/ 32 h 84"/>
                <a:gd name="GluePoint23X" fmla="*/ 37 w 89"/>
                <a:gd name="GluePoint23Y" fmla="*/ 38 h 84"/>
                <a:gd name="GluePoint24X" fmla="*/ 44 w 89"/>
                <a:gd name="GluePoint24Y" fmla="*/ 16 h 84"/>
                <a:gd name="GluePoint25X" fmla="*/ 53 w 89"/>
                <a:gd name="GluePoint25Y" fmla="*/ 38 h 84"/>
                <a:gd name="GluePoint26X" fmla="*/ 56 w 89"/>
                <a:gd name="GluePoint26Y" fmla="*/ 40 h 84"/>
                <a:gd name="GluePoint27X" fmla="*/ 71 w 89"/>
                <a:gd name="GluePoint27Y" fmla="*/ 40 h 84"/>
                <a:gd name="GluePoint28X" fmla="*/ 58 w 89"/>
                <a:gd name="GluePoint28Y" fmla="*/ 49 h 84"/>
                <a:gd name="GluePoint29X" fmla="*/ 56 w 89"/>
                <a:gd name="GluePoint29Y" fmla="*/ 53 h 84"/>
                <a:gd name="GluePoint30X" fmla="*/ 61 w 89"/>
                <a:gd name="GluePoint30Y" fmla="*/ 71 h 84"/>
                <a:gd name="GluePoint31X" fmla="*/ 47 w 89"/>
                <a:gd name="GluePoint31Y" fmla="*/ 61 h 84"/>
                <a:gd name="GluePoint32X" fmla="*/ 42 w 89"/>
                <a:gd name="GluePoint32Y" fmla="*/ 61 h 84"/>
                <a:gd name="GluePoint33X" fmla="*/ 27 w 89"/>
                <a:gd name="GluePoint33Y" fmla="*/ 71 h 84"/>
                <a:gd name="GluePoint34X" fmla="*/ 32 w 89"/>
                <a:gd name="GluePoint34Y" fmla="*/ 53 h 84"/>
                <a:gd name="GluePoint35X" fmla="*/ 31 w 89"/>
                <a:gd name="GluePoint35Y" fmla="*/ 49 h 84"/>
                <a:gd name="GluePoint36X" fmla="*/ 18 w 89"/>
                <a:gd name="GluePoint36Y" fmla="*/ 40 h 84"/>
                <a:gd name="GluePoint37X" fmla="*/ 33 w 89"/>
                <a:gd name="GluePoint37Y" fmla="*/ 40 h 84"/>
                <a:gd name="GluePoint38X" fmla="*/ 37 w 89"/>
                <a:gd name="GluePoint38Y" fmla="*/ 38 h 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89" h="84">
                  <a:moveTo>
                    <a:pt x="4" y="32"/>
                  </a:moveTo>
                  <a:cubicBezTo>
                    <a:pt x="3" y="32"/>
                    <a:pt x="1" y="33"/>
                    <a:pt x="1" y="35"/>
                  </a:cubicBezTo>
                  <a:cubicBezTo>
                    <a:pt x="0" y="37"/>
                    <a:pt x="1" y="39"/>
                    <a:pt x="2" y="40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6" y="81"/>
                    <a:pt x="16" y="82"/>
                    <a:pt x="17" y="83"/>
                  </a:cubicBezTo>
                  <a:cubicBezTo>
                    <a:pt x="19" y="84"/>
                    <a:pt x="21" y="84"/>
                    <a:pt x="22" y="84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7" y="84"/>
                    <a:pt x="67" y="84"/>
                    <a:pt x="68" y="84"/>
                  </a:cubicBezTo>
                  <a:cubicBezTo>
                    <a:pt x="69" y="84"/>
                    <a:pt x="70" y="84"/>
                    <a:pt x="70" y="83"/>
                  </a:cubicBezTo>
                  <a:cubicBezTo>
                    <a:pt x="72" y="82"/>
                    <a:pt x="72" y="81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9"/>
                    <a:pt x="89" y="37"/>
                    <a:pt x="88" y="35"/>
                  </a:cubicBezTo>
                  <a:cubicBezTo>
                    <a:pt x="88" y="33"/>
                    <a:pt x="86" y="32"/>
                    <a:pt x="84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1"/>
                    <a:pt x="46" y="0"/>
                    <a:pt x="44" y="0"/>
                  </a:cubicBezTo>
                  <a:cubicBezTo>
                    <a:pt x="43" y="0"/>
                    <a:pt x="41" y="1"/>
                    <a:pt x="41" y="3"/>
                  </a:cubicBezTo>
                  <a:cubicBezTo>
                    <a:pt x="30" y="32"/>
                    <a:pt x="30" y="32"/>
                    <a:pt x="30" y="32"/>
                  </a:cubicBezTo>
                  <a:lnTo>
                    <a:pt x="4" y="32"/>
                  </a:lnTo>
                  <a:close/>
                  <a:moveTo>
                    <a:pt x="37" y="38"/>
                  </a:moveTo>
                  <a:cubicBezTo>
                    <a:pt x="44" y="16"/>
                    <a:pt x="44" y="16"/>
                    <a:pt x="44" y="16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3" y="39"/>
                    <a:pt x="55" y="40"/>
                    <a:pt x="56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58" y="49"/>
                    <a:pt x="58" y="49"/>
                    <a:pt x="58" y="49"/>
                  </a:cubicBezTo>
                  <a:cubicBezTo>
                    <a:pt x="57" y="50"/>
                    <a:pt x="56" y="52"/>
                    <a:pt x="56" y="5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5" y="60"/>
                    <a:pt x="43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2"/>
                    <a:pt x="32" y="50"/>
                    <a:pt x="31" y="4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6" y="39"/>
                    <a:pt x="37" y="3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39" name="Group 695"/>
          <p:cNvGrpSpPr/>
          <p:nvPr/>
        </p:nvGrpSpPr>
        <p:grpSpPr>
          <a:xfrm>
            <a:off x="2887920" y="3227040"/>
            <a:ext cx="226080" cy="303120"/>
            <a:chOff x="2887920" y="3227040"/>
            <a:chExt cx="226080" cy="303120"/>
          </a:xfrm>
        </p:grpSpPr>
        <p:sp>
          <p:nvSpPr>
            <p:cNvPr id="1640" name="Freeform 174"/>
            <p:cNvSpPr/>
            <p:nvPr/>
          </p:nvSpPr>
          <p:spPr>
            <a:xfrm>
              <a:off x="2887920" y="3227040"/>
              <a:ext cx="226080" cy="30312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303120"/>
                <a:gd name="textAreaBottom" fmla="*/ 303480 h 303120"/>
                <a:gd name="GluePoint1X" fmla="*/ 100 w 100"/>
                <a:gd name="GluePoint1Y" fmla="*/ 0 h 134"/>
                <a:gd name="GluePoint2X" fmla="*/ 31 w 100"/>
                <a:gd name="GluePoint2Y" fmla="*/ 0 h 134"/>
                <a:gd name="GluePoint3X" fmla="*/ 0 w 100"/>
                <a:gd name="GluePoint3Y" fmla="*/ 31 h 134"/>
                <a:gd name="GluePoint4X" fmla="*/ 0 w 100"/>
                <a:gd name="GluePoint4Y" fmla="*/ 134 h 134"/>
                <a:gd name="GluePoint5X" fmla="*/ 100 w 100"/>
                <a:gd name="GluePoint5Y" fmla="*/ 134 h 134"/>
                <a:gd name="GluePoint6X" fmla="*/ 100 w 100"/>
                <a:gd name="GluePoint6Y" fmla="*/ 0 h 134"/>
                <a:gd name="GluePoint7X" fmla="*/ 29 w 100"/>
                <a:gd name="GluePoint7Y" fmla="*/ 8 h 134"/>
                <a:gd name="GluePoint8X" fmla="*/ 29 w 100"/>
                <a:gd name="GluePoint8Y" fmla="*/ 30 h 134"/>
                <a:gd name="GluePoint9X" fmla="*/ 7 w 100"/>
                <a:gd name="GluePoint9Y" fmla="*/ 30 h 134"/>
                <a:gd name="GluePoint10X" fmla="*/ 29 w 100"/>
                <a:gd name="GluePoint10Y" fmla="*/ 8 h 134"/>
                <a:gd name="GluePoint11X" fmla="*/ 96 w 100"/>
                <a:gd name="GluePoint11Y" fmla="*/ 129 h 134"/>
                <a:gd name="GluePoint12X" fmla="*/ 4 w 100"/>
                <a:gd name="GluePoint12Y" fmla="*/ 129 h 134"/>
                <a:gd name="GluePoint13X" fmla="*/ 4 w 100"/>
                <a:gd name="GluePoint13Y" fmla="*/ 34 h 134"/>
                <a:gd name="GluePoint14X" fmla="*/ 33 w 100"/>
                <a:gd name="GluePoint14Y" fmla="*/ 34 h 134"/>
                <a:gd name="GluePoint15X" fmla="*/ 33 w 100"/>
                <a:gd name="GluePoint15Y" fmla="*/ 5 h 134"/>
                <a:gd name="GluePoint16X" fmla="*/ 96 w 100"/>
                <a:gd name="GluePoint16Y" fmla="*/ 5 h 134"/>
                <a:gd name="GluePoint17X" fmla="*/ 96 w 100"/>
                <a:gd name="GluePoint17Y" fmla="*/ 129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0" h="134">
                  <a:moveTo>
                    <a:pt x="100" y="0"/>
                  </a:moveTo>
                  <a:lnTo>
                    <a:pt x="31" y="0"/>
                  </a:lnTo>
                  <a:lnTo>
                    <a:pt x="0" y="31"/>
                  </a:lnTo>
                  <a:lnTo>
                    <a:pt x="0" y="134"/>
                  </a:lnTo>
                  <a:lnTo>
                    <a:pt x="100" y="134"/>
                  </a:lnTo>
                  <a:lnTo>
                    <a:pt x="100" y="0"/>
                  </a:lnTo>
                  <a:close/>
                  <a:moveTo>
                    <a:pt x="29" y="8"/>
                  </a:moveTo>
                  <a:lnTo>
                    <a:pt x="29" y="30"/>
                  </a:lnTo>
                  <a:lnTo>
                    <a:pt x="7" y="30"/>
                  </a:lnTo>
                  <a:lnTo>
                    <a:pt x="29" y="8"/>
                  </a:lnTo>
                  <a:close/>
                  <a:moveTo>
                    <a:pt x="96" y="129"/>
                  </a:moveTo>
                  <a:lnTo>
                    <a:pt x="4" y="129"/>
                  </a:lnTo>
                  <a:lnTo>
                    <a:pt x="4" y="34"/>
                  </a:lnTo>
                  <a:lnTo>
                    <a:pt x="33" y="34"/>
                  </a:lnTo>
                  <a:lnTo>
                    <a:pt x="33" y="5"/>
                  </a:lnTo>
                  <a:lnTo>
                    <a:pt x="96" y="5"/>
                  </a:lnTo>
                  <a:lnTo>
                    <a:pt x="96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41" name="Freeform 175"/>
            <p:cNvSpPr/>
            <p:nvPr/>
          </p:nvSpPr>
          <p:spPr>
            <a:xfrm>
              <a:off x="2960640" y="3344760"/>
              <a:ext cx="81000" cy="993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9360"/>
                <a:gd name="textAreaBottom" fmla="*/ 99720 h 99360"/>
                <a:gd name="GluePoint1X" fmla="*/ 0 w 36"/>
                <a:gd name="GluePoint1Y" fmla="*/ 18 h 44"/>
                <a:gd name="GluePoint2X" fmla="*/ 3 w 36"/>
                <a:gd name="GluePoint2Y" fmla="*/ 21 h 44"/>
                <a:gd name="GluePoint3X" fmla="*/ 16 w 36"/>
                <a:gd name="GluePoint3Y" fmla="*/ 8 h 44"/>
                <a:gd name="GluePoint4X" fmla="*/ 16 w 36"/>
                <a:gd name="GluePoint4Y" fmla="*/ 44 h 44"/>
                <a:gd name="GluePoint5X" fmla="*/ 20 w 36"/>
                <a:gd name="GluePoint5Y" fmla="*/ 44 h 44"/>
                <a:gd name="GluePoint6X" fmla="*/ 20 w 36"/>
                <a:gd name="GluePoint6Y" fmla="*/ 8 h 44"/>
                <a:gd name="GluePoint7X" fmla="*/ 33 w 36"/>
                <a:gd name="GluePoint7Y" fmla="*/ 21 h 44"/>
                <a:gd name="GluePoint8X" fmla="*/ 36 w 36"/>
                <a:gd name="GluePoint8Y" fmla="*/ 18 h 44"/>
                <a:gd name="GluePoint9X" fmla="*/ 19 w 36"/>
                <a:gd name="GluePoint9Y" fmla="*/ 0 h 44"/>
                <a:gd name="GluePoint10X" fmla="*/ 17 w 36"/>
                <a:gd name="GluePoint10Y" fmla="*/ 0 h 44"/>
                <a:gd name="GluePoint11X" fmla="*/ 0 w 36"/>
                <a:gd name="GluePoint11Y" fmla="*/ 18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4">
                  <a:moveTo>
                    <a:pt x="0" y="18"/>
                  </a:moveTo>
                  <a:lnTo>
                    <a:pt x="3" y="21"/>
                  </a:lnTo>
                  <a:lnTo>
                    <a:pt x="16" y="8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8"/>
                  </a:lnTo>
                  <a:lnTo>
                    <a:pt x="33" y="21"/>
                  </a:lnTo>
                  <a:lnTo>
                    <a:pt x="36" y="18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42" name="Group 696"/>
          <p:cNvGrpSpPr/>
          <p:nvPr/>
        </p:nvGrpSpPr>
        <p:grpSpPr>
          <a:xfrm>
            <a:off x="3241440" y="3269880"/>
            <a:ext cx="303120" cy="217080"/>
            <a:chOff x="3241440" y="3269880"/>
            <a:chExt cx="303120" cy="217080"/>
          </a:xfrm>
        </p:grpSpPr>
        <p:sp>
          <p:nvSpPr>
            <p:cNvPr id="1643" name="Freeform 176"/>
            <p:cNvSpPr/>
            <p:nvPr/>
          </p:nvSpPr>
          <p:spPr>
            <a:xfrm>
              <a:off x="3241440" y="326988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3 w 134"/>
                <a:gd name="GluePoint6Y" fmla="*/ 17 h 96"/>
                <a:gd name="GluePoint7X" fmla="*/ 47 w 134"/>
                <a:gd name="GluePoint7Y" fmla="*/ 0 h 96"/>
                <a:gd name="GluePoint8X" fmla="*/ 130 w 134"/>
                <a:gd name="GluePoint8Y" fmla="*/ 92 h 96"/>
                <a:gd name="GluePoint9X" fmla="*/ 5 w 134"/>
                <a:gd name="GluePoint9Y" fmla="*/ 92 h 96"/>
                <a:gd name="GluePoint10X" fmla="*/ 5 w 134"/>
                <a:gd name="GluePoint10Y" fmla="*/ 4 h 96"/>
                <a:gd name="GluePoint11X" fmla="*/ 45 w 134"/>
                <a:gd name="GluePoint11Y" fmla="*/ 4 h 96"/>
                <a:gd name="GluePoint12X" fmla="*/ 62 w 134"/>
                <a:gd name="GluePoint12Y" fmla="*/ 21 h 96"/>
                <a:gd name="GluePoint13X" fmla="*/ 130 w 134"/>
                <a:gd name="GluePoint13Y" fmla="*/ 21 h 96"/>
                <a:gd name="GluePoint14X" fmla="*/ 130 w 134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30" y="92"/>
                  </a:moveTo>
                  <a:lnTo>
                    <a:pt x="5" y="92"/>
                  </a:lnTo>
                  <a:lnTo>
                    <a:pt x="5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44" name="Freeform 177"/>
            <p:cNvSpPr/>
            <p:nvPr/>
          </p:nvSpPr>
          <p:spPr>
            <a:xfrm>
              <a:off x="3347640" y="3367440"/>
              <a:ext cx="99360" cy="6768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7680"/>
                <a:gd name="textAreaBottom" fmla="*/ 68040 h 67680"/>
                <a:gd name="GluePoint1X" fmla="*/ 0 w 44"/>
                <a:gd name="GluePoint1Y" fmla="*/ 15 h 30"/>
                <a:gd name="GluePoint2X" fmla="*/ 14 w 44"/>
                <a:gd name="GluePoint2Y" fmla="*/ 30 h 30"/>
                <a:gd name="GluePoint3X" fmla="*/ 17 w 44"/>
                <a:gd name="GluePoint3Y" fmla="*/ 30 h 30"/>
                <a:gd name="GluePoint4X" fmla="*/ 44 w 44"/>
                <a:gd name="GluePoint4Y" fmla="*/ 3 h 30"/>
                <a:gd name="GluePoint5X" fmla="*/ 41 w 44"/>
                <a:gd name="GluePoint5Y" fmla="*/ 0 h 30"/>
                <a:gd name="GluePoint6X" fmla="*/ 16 w 44"/>
                <a:gd name="GluePoint6Y" fmla="*/ 25 h 30"/>
                <a:gd name="GluePoint7X" fmla="*/ 2 w 44"/>
                <a:gd name="GluePoint7Y" fmla="*/ 12 h 30"/>
                <a:gd name="GluePoint8X" fmla="*/ 0 w 44"/>
                <a:gd name="GluePoint8Y" fmla="*/ 15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30">
                  <a:moveTo>
                    <a:pt x="0" y="15"/>
                  </a:moveTo>
                  <a:lnTo>
                    <a:pt x="14" y="30"/>
                  </a:lnTo>
                  <a:lnTo>
                    <a:pt x="17" y="30"/>
                  </a:lnTo>
                  <a:lnTo>
                    <a:pt x="44" y="3"/>
                  </a:lnTo>
                  <a:lnTo>
                    <a:pt x="41" y="0"/>
                  </a:lnTo>
                  <a:lnTo>
                    <a:pt x="16" y="25"/>
                  </a:lnTo>
                  <a:lnTo>
                    <a:pt x="2" y="12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840" bIns="33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45" name="Group 699"/>
          <p:cNvGrpSpPr/>
          <p:nvPr/>
        </p:nvGrpSpPr>
        <p:grpSpPr>
          <a:xfrm>
            <a:off x="3633120" y="3269880"/>
            <a:ext cx="303120" cy="217080"/>
            <a:chOff x="3633120" y="3269880"/>
            <a:chExt cx="303120" cy="217080"/>
          </a:xfrm>
        </p:grpSpPr>
        <p:sp>
          <p:nvSpPr>
            <p:cNvPr id="1646" name="Freeform 178"/>
            <p:cNvSpPr/>
            <p:nvPr/>
          </p:nvSpPr>
          <p:spPr>
            <a:xfrm>
              <a:off x="3633120" y="326988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3 w 134"/>
                <a:gd name="GluePoint6Y" fmla="*/ 17 h 96"/>
                <a:gd name="GluePoint7X" fmla="*/ 47 w 134"/>
                <a:gd name="GluePoint7Y" fmla="*/ 0 h 96"/>
                <a:gd name="GluePoint8X" fmla="*/ 129 w 134"/>
                <a:gd name="GluePoint8Y" fmla="*/ 92 h 96"/>
                <a:gd name="GluePoint9X" fmla="*/ 4 w 134"/>
                <a:gd name="GluePoint9Y" fmla="*/ 92 h 96"/>
                <a:gd name="GluePoint10X" fmla="*/ 4 w 134"/>
                <a:gd name="GluePoint10Y" fmla="*/ 4 h 96"/>
                <a:gd name="GluePoint11X" fmla="*/ 45 w 134"/>
                <a:gd name="GluePoint11Y" fmla="*/ 4 h 96"/>
                <a:gd name="GluePoint12X" fmla="*/ 62 w 134"/>
                <a:gd name="GluePoint12Y" fmla="*/ 21 h 96"/>
                <a:gd name="GluePoint13X" fmla="*/ 129 w 134"/>
                <a:gd name="GluePoint13Y" fmla="*/ 21 h 96"/>
                <a:gd name="GluePoint14X" fmla="*/ 129 w 134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47" name="Freeform 179"/>
            <p:cNvSpPr/>
            <p:nvPr/>
          </p:nvSpPr>
          <p:spPr>
            <a:xfrm>
              <a:off x="3732840" y="3364920"/>
              <a:ext cx="103680" cy="651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65160"/>
                <a:gd name="textAreaBottom" fmla="*/ 65520 h 65160"/>
                <a:gd name="GluePoint1X" fmla="*/ 13 w 88"/>
                <a:gd name="GluePoint1Y" fmla="*/ 25 h 56"/>
                <a:gd name="GluePoint2X" fmla="*/ 0 w 88"/>
                <a:gd name="GluePoint2Y" fmla="*/ 40 h 56"/>
                <a:gd name="GluePoint3X" fmla="*/ 16 w 88"/>
                <a:gd name="GluePoint3Y" fmla="*/ 56 h 56"/>
                <a:gd name="GluePoint4X" fmla="*/ 72 w 88"/>
                <a:gd name="GluePoint4Y" fmla="*/ 56 h 56"/>
                <a:gd name="GluePoint5X" fmla="*/ 88 w 88"/>
                <a:gd name="GluePoint5Y" fmla="*/ 40 h 56"/>
                <a:gd name="GluePoint6X" fmla="*/ 75 w 88"/>
                <a:gd name="GluePoint6Y" fmla="*/ 25 h 56"/>
                <a:gd name="GluePoint7X" fmla="*/ 44 w 88"/>
                <a:gd name="GluePoint7Y" fmla="*/ 0 h 56"/>
                <a:gd name="GluePoint8X" fmla="*/ 13 w 88"/>
                <a:gd name="GluePoint8Y" fmla="*/ 25 h 56"/>
                <a:gd name="GluePoint9X" fmla="*/ 44 w 88"/>
                <a:gd name="GluePoint9Y" fmla="*/ 8 h 56"/>
                <a:gd name="GluePoint10X" fmla="*/ 68 w 88"/>
                <a:gd name="GluePoint10Y" fmla="*/ 28 h 56"/>
                <a:gd name="GluePoint11X" fmla="*/ 68 w 88"/>
                <a:gd name="GluePoint11Y" fmla="*/ 32 h 56"/>
                <a:gd name="GluePoint12X" fmla="*/ 72 w 88"/>
                <a:gd name="GluePoint12Y" fmla="*/ 32 h 56"/>
                <a:gd name="GluePoint13X" fmla="*/ 80 w 88"/>
                <a:gd name="GluePoint13Y" fmla="*/ 40 h 56"/>
                <a:gd name="GluePoint14X" fmla="*/ 72 w 88"/>
                <a:gd name="GluePoint14Y" fmla="*/ 48 h 56"/>
                <a:gd name="GluePoint15X" fmla="*/ 16 w 88"/>
                <a:gd name="GluePoint15Y" fmla="*/ 48 h 56"/>
                <a:gd name="GluePoint16X" fmla="*/ 8 w 88"/>
                <a:gd name="GluePoint16Y" fmla="*/ 40 h 56"/>
                <a:gd name="GluePoint17X" fmla="*/ 16 w 88"/>
                <a:gd name="GluePoint17Y" fmla="*/ 32 h 56"/>
                <a:gd name="GluePoint18X" fmla="*/ 19 w 88"/>
                <a:gd name="GluePoint18Y" fmla="*/ 32 h 56"/>
                <a:gd name="GluePoint19X" fmla="*/ 20 w 88"/>
                <a:gd name="GluePoint19Y" fmla="*/ 29 h 56"/>
                <a:gd name="GluePoint20X" fmla="*/ 44 w 88"/>
                <a:gd name="GluePoint2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13" y="25"/>
                  </a:move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6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4" y="27"/>
                    <a:pt x="75" y="25"/>
                  </a:cubicBezTo>
                  <a:cubicBezTo>
                    <a:pt x="74" y="10"/>
                    <a:pt x="61" y="0"/>
                    <a:pt x="44" y="0"/>
                  </a:cubicBezTo>
                  <a:cubicBezTo>
                    <a:pt x="29" y="0"/>
                    <a:pt x="16" y="12"/>
                    <a:pt x="13" y="25"/>
                  </a:cubicBezTo>
                  <a:close/>
                  <a:moveTo>
                    <a:pt x="44" y="8"/>
                  </a:move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6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2" y="19"/>
                    <a:pt x="32" y="8"/>
                    <a:pt x="4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48" name="Group 700"/>
          <p:cNvGrpSpPr/>
          <p:nvPr/>
        </p:nvGrpSpPr>
        <p:grpSpPr>
          <a:xfrm>
            <a:off x="4024800" y="3269880"/>
            <a:ext cx="300960" cy="217080"/>
            <a:chOff x="4024800" y="3269880"/>
            <a:chExt cx="300960" cy="217080"/>
          </a:xfrm>
        </p:grpSpPr>
        <p:sp>
          <p:nvSpPr>
            <p:cNvPr id="1649" name="Freeform 180"/>
            <p:cNvSpPr/>
            <p:nvPr/>
          </p:nvSpPr>
          <p:spPr>
            <a:xfrm>
              <a:off x="4024800" y="326988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6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3 w 133"/>
                <a:gd name="GluePoint6Y" fmla="*/ 17 h 96"/>
                <a:gd name="GluePoint7X" fmla="*/ 46 w 133"/>
                <a:gd name="GluePoint7Y" fmla="*/ 0 h 96"/>
                <a:gd name="GluePoint8X" fmla="*/ 129 w 133"/>
                <a:gd name="GluePoint8Y" fmla="*/ 92 h 96"/>
                <a:gd name="GluePoint9X" fmla="*/ 4 w 133"/>
                <a:gd name="GluePoint9Y" fmla="*/ 92 h 96"/>
                <a:gd name="GluePoint10X" fmla="*/ 4 w 133"/>
                <a:gd name="GluePoint10Y" fmla="*/ 4 h 96"/>
                <a:gd name="GluePoint11X" fmla="*/ 45 w 133"/>
                <a:gd name="GluePoint11Y" fmla="*/ 4 h 96"/>
                <a:gd name="GluePoint12X" fmla="*/ 61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6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6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50" name="Freeform 181"/>
            <p:cNvSpPr/>
            <p:nvPr/>
          </p:nvSpPr>
          <p:spPr>
            <a:xfrm>
              <a:off x="4138200" y="3344760"/>
              <a:ext cx="74520" cy="10368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03680"/>
                <a:gd name="textAreaBottom" fmla="*/ 104040 h 103680"/>
                <a:gd name="GluePoint1X" fmla="*/ 0 w 33"/>
                <a:gd name="GluePoint1Y" fmla="*/ 46 h 46"/>
                <a:gd name="GluePoint2X" fmla="*/ 33 w 33"/>
                <a:gd name="GluePoint2Y" fmla="*/ 46 h 46"/>
                <a:gd name="GluePoint3X" fmla="*/ 33 w 33"/>
                <a:gd name="GluePoint3Y" fmla="*/ 0 h 46"/>
                <a:gd name="GluePoint4X" fmla="*/ 16 w 33"/>
                <a:gd name="GluePoint4Y" fmla="*/ 0 h 46"/>
                <a:gd name="GluePoint5X" fmla="*/ 0 w 33"/>
                <a:gd name="GluePoint5Y" fmla="*/ 17 h 46"/>
                <a:gd name="GluePoint6X" fmla="*/ 0 w 33"/>
                <a:gd name="GluePoint6Y" fmla="*/ 46 h 46"/>
                <a:gd name="GluePoint7X" fmla="*/ 29 w 33"/>
                <a:gd name="GluePoint7Y" fmla="*/ 42 h 46"/>
                <a:gd name="GluePoint8X" fmla="*/ 4 w 33"/>
                <a:gd name="GluePoint8Y" fmla="*/ 42 h 46"/>
                <a:gd name="GluePoint9X" fmla="*/ 4 w 33"/>
                <a:gd name="GluePoint9Y" fmla="*/ 19 h 46"/>
                <a:gd name="GluePoint10X" fmla="*/ 19 w 33"/>
                <a:gd name="GluePoint10Y" fmla="*/ 19 h 46"/>
                <a:gd name="GluePoint11X" fmla="*/ 19 w 33"/>
                <a:gd name="GluePoint11Y" fmla="*/ 5 h 46"/>
                <a:gd name="GluePoint12X" fmla="*/ 29 w 33"/>
                <a:gd name="GluePoint12Y" fmla="*/ 5 h 46"/>
                <a:gd name="GluePoint13X" fmla="*/ 29 w 33"/>
                <a:gd name="GluePoint13Y" fmla="*/ 42 h 46"/>
                <a:gd name="GluePoint14X" fmla="*/ 7 w 33"/>
                <a:gd name="GluePoint14Y" fmla="*/ 15 h 46"/>
                <a:gd name="GluePoint15X" fmla="*/ 15 w 33"/>
                <a:gd name="GluePoint15Y" fmla="*/ 8 h 46"/>
                <a:gd name="GluePoint16X" fmla="*/ 15 w 33"/>
                <a:gd name="GluePoint16Y" fmla="*/ 15 h 46"/>
                <a:gd name="GluePoint17X" fmla="*/ 7 w 33"/>
                <a:gd name="GluePoint17Y" fmla="*/ 15 h 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33" h="46">
                  <a:moveTo>
                    <a:pt x="0" y="46"/>
                  </a:moveTo>
                  <a:lnTo>
                    <a:pt x="33" y="46"/>
                  </a:lnTo>
                  <a:lnTo>
                    <a:pt x="33" y="0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0" y="46"/>
                  </a:lnTo>
                  <a:close/>
                  <a:moveTo>
                    <a:pt x="29" y="42"/>
                  </a:moveTo>
                  <a:lnTo>
                    <a:pt x="4" y="42"/>
                  </a:lnTo>
                  <a:lnTo>
                    <a:pt x="4" y="19"/>
                  </a:lnTo>
                  <a:lnTo>
                    <a:pt x="19" y="19"/>
                  </a:lnTo>
                  <a:lnTo>
                    <a:pt x="19" y="5"/>
                  </a:lnTo>
                  <a:lnTo>
                    <a:pt x="29" y="5"/>
                  </a:lnTo>
                  <a:lnTo>
                    <a:pt x="29" y="42"/>
                  </a:lnTo>
                  <a:close/>
                  <a:moveTo>
                    <a:pt x="7" y="15"/>
                  </a:moveTo>
                  <a:lnTo>
                    <a:pt x="15" y="8"/>
                  </a:lnTo>
                  <a:lnTo>
                    <a:pt x="15" y="15"/>
                  </a:lnTo>
                  <a:lnTo>
                    <a:pt x="7" y="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51" name="Group 703"/>
          <p:cNvGrpSpPr/>
          <p:nvPr/>
        </p:nvGrpSpPr>
        <p:grpSpPr>
          <a:xfrm>
            <a:off x="4416480" y="3269880"/>
            <a:ext cx="300960" cy="217080"/>
            <a:chOff x="4416480" y="3269880"/>
            <a:chExt cx="300960" cy="217080"/>
          </a:xfrm>
        </p:grpSpPr>
        <p:sp>
          <p:nvSpPr>
            <p:cNvPr id="1652" name="Freeform 182"/>
            <p:cNvSpPr/>
            <p:nvPr/>
          </p:nvSpPr>
          <p:spPr>
            <a:xfrm>
              <a:off x="4416480" y="326988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7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3 w 133"/>
                <a:gd name="GluePoint6Y" fmla="*/ 17 h 96"/>
                <a:gd name="GluePoint7X" fmla="*/ 47 w 133"/>
                <a:gd name="GluePoint7Y" fmla="*/ 0 h 96"/>
                <a:gd name="GluePoint8X" fmla="*/ 129 w 133"/>
                <a:gd name="GluePoint8Y" fmla="*/ 92 h 96"/>
                <a:gd name="GluePoint9X" fmla="*/ 4 w 133"/>
                <a:gd name="GluePoint9Y" fmla="*/ 92 h 96"/>
                <a:gd name="GluePoint10X" fmla="*/ 4 w 133"/>
                <a:gd name="GluePoint10Y" fmla="*/ 4 h 96"/>
                <a:gd name="GluePoint11X" fmla="*/ 45 w 133"/>
                <a:gd name="GluePoint11Y" fmla="*/ 4 h 96"/>
                <a:gd name="GluePoint12X" fmla="*/ 61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53" name="Freeform 183"/>
            <p:cNvSpPr/>
            <p:nvPr/>
          </p:nvSpPr>
          <p:spPr>
            <a:xfrm>
              <a:off x="4525200" y="3344760"/>
              <a:ext cx="83520" cy="993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99360"/>
                <a:gd name="textAreaBottom" fmla="*/ 99720 h 99360"/>
                <a:gd name="GluePoint1X" fmla="*/ 3 w 37"/>
                <a:gd name="GluePoint1Y" fmla="*/ 24 h 44"/>
                <a:gd name="GluePoint2X" fmla="*/ 0 w 37"/>
                <a:gd name="GluePoint2Y" fmla="*/ 27 h 44"/>
                <a:gd name="GluePoint3X" fmla="*/ 17 w 37"/>
                <a:gd name="GluePoint3Y" fmla="*/ 44 h 44"/>
                <a:gd name="GluePoint4X" fmla="*/ 20 w 37"/>
                <a:gd name="GluePoint4Y" fmla="*/ 44 h 44"/>
                <a:gd name="GluePoint5X" fmla="*/ 37 w 37"/>
                <a:gd name="GluePoint5Y" fmla="*/ 27 h 44"/>
                <a:gd name="GluePoint6X" fmla="*/ 34 w 37"/>
                <a:gd name="GluePoint6Y" fmla="*/ 24 h 44"/>
                <a:gd name="GluePoint7X" fmla="*/ 21 w 37"/>
                <a:gd name="GluePoint7Y" fmla="*/ 37 h 44"/>
                <a:gd name="GluePoint8X" fmla="*/ 21 w 37"/>
                <a:gd name="GluePoint8Y" fmla="*/ 0 h 44"/>
                <a:gd name="GluePoint9X" fmla="*/ 16 w 37"/>
                <a:gd name="GluePoint9Y" fmla="*/ 0 h 44"/>
                <a:gd name="GluePoint10X" fmla="*/ 16 w 37"/>
                <a:gd name="GluePoint10Y" fmla="*/ 37 h 44"/>
                <a:gd name="GluePoint11X" fmla="*/ 3 w 37"/>
                <a:gd name="GluePoint11Y" fmla="*/ 24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7" h="44">
                  <a:moveTo>
                    <a:pt x="3" y="24"/>
                  </a:moveTo>
                  <a:lnTo>
                    <a:pt x="0" y="27"/>
                  </a:lnTo>
                  <a:lnTo>
                    <a:pt x="17" y="44"/>
                  </a:lnTo>
                  <a:lnTo>
                    <a:pt x="20" y="44"/>
                  </a:lnTo>
                  <a:lnTo>
                    <a:pt x="37" y="27"/>
                  </a:lnTo>
                  <a:lnTo>
                    <a:pt x="34" y="24"/>
                  </a:lnTo>
                  <a:lnTo>
                    <a:pt x="21" y="37"/>
                  </a:lnTo>
                  <a:lnTo>
                    <a:pt x="21" y="0"/>
                  </a:lnTo>
                  <a:lnTo>
                    <a:pt x="16" y="0"/>
                  </a:lnTo>
                  <a:lnTo>
                    <a:pt x="16" y="37"/>
                  </a:lnTo>
                  <a:lnTo>
                    <a:pt x="3" y="2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54" name="Group 704"/>
          <p:cNvGrpSpPr/>
          <p:nvPr/>
        </p:nvGrpSpPr>
        <p:grpSpPr>
          <a:xfrm>
            <a:off x="4808520" y="3269880"/>
            <a:ext cx="300960" cy="217080"/>
            <a:chOff x="4808520" y="3269880"/>
            <a:chExt cx="300960" cy="217080"/>
          </a:xfrm>
        </p:grpSpPr>
        <p:sp>
          <p:nvSpPr>
            <p:cNvPr id="1655" name="Freeform 184"/>
            <p:cNvSpPr/>
            <p:nvPr/>
          </p:nvSpPr>
          <p:spPr>
            <a:xfrm>
              <a:off x="4808520" y="326988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7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3 w 133"/>
                <a:gd name="GluePoint6Y" fmla="*/ 17 h 96"/>
                <a:gd name="GluePoint7X" fmla="*/ 47 w 133"/>
                <a:gd name="GluePoint7Y" fmla="*/ 0 h 96"/>
                <a:gd name="GluePoint8X" fmla="*/ 129 w 133"/>
                <a:gd name="GluePoint8Y" fmla="*/ 92 h 96"/>
                <a:gd name="GluePoint9X" fmla="*/ 4 w 133"/>
                <a:gd name="GluePoint9Y" fmla="*/ 92 h 96"/>
                <a:gd name="GluePoint10X" fmla="*/ 4 w 133"/>
                <a:gd name="GluePoint10Y" fmla="*/ 4 h 96"/>
                <a:gd name="GluePoint11X" fmla="*/ 44 w 133"/>
                <a:gd name="GluePoint11Y" fmla="*/ 4 h 96"/>
                <a:gd name="GluePoint12X" fmla="*/ 61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4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56" name="Freeform 185"/>
            <p:cNvSpPr/>
            <p:nvPr/>
          </p:nvSpPr>
          <p:spPr>
            <a:xfrm>
              <a:off x="4930560" y="3335760"/>
              <a:ext cx="83520" cy="1083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08360"/>
                <a:gd name="textAreaBottom" fmla="*/ 108720 h 108360"/>
                <a:gd name="GluePoint1X" fmla="*/ 4 w 37"/>
                <a:gd name="GluePoint1Y" fmla="*/ 4 h 48"/>
                <a:gd name="GluePoint2X" fmla="*/ 4 w 37"/>
                <a:gd name="GluePoint2Y" fmla="*/ 0 h 48"/>
                <a:gd name="GluePoint3X" fmla="*/ 0 w 37"/>
                <a:gd name="GluePoint3Y" fmla="*/ 0 h 48"/>
                <a:gd name="GluePoint4X" fmla="*/ 0 w 37"/>
                <a:gd name="GluePoint4Y" fmla="*/ 48 h 48"/>
                <a:gd name="GluePoint5X" fmla="*/ 4 w 37"/>
                <a:gd name="GluePoint5Y" fmla="*/ 48 h 48"/>
                <a:gd name="GluePoint6X" fmla="*/ 4 w 37"/>
                <a:gd name="GluePoint6Y" fmla="*/ 25 h 48"/>
                <a:gd name="GluePoint7X" fmla="*/ 37 w 37"/>
                <a:gd name="GluePoint7Y" fmla="*/ 25 h 48"/>
                <a:gd name="GluePoint8X" fmla="*/ 31 w 37"/>
                <a:gd name="GluePoint8Y" fmla="*/ 15 h 48"/>
                <a:gd name="GluePoint9X" fmla="*/ 37 w 37"/>
                <a:gd name="GluePoint9Y" fmla="*/ 4 h 48"/>
                <a:gd name="GluePoint10X" fmla="*/ 4 w 37"/>
                <a:gd name="GluePoint10Y" fmla="*/ 4 h 48"/>
                <a:gd name="GluePoint11X" fmla="*/ 29 w 37"/>
                <a:gd name="GluePoint11Y" fmla="*/ 21 h 48"/>
                <a:gd name="GluePoint12X" fmla="*/ 4 w 37"/>
                <a:gd name="GluePoint12Y" fmla="*/ 21 h 48"/>
                <a:gd name="GluePoint13X" fmla="*/ 4 w 37"/>
                <a:gd name="GluePoint13Y" fmla="*/ 9 h 48"/>
                <a:gd name="GluePoint14X" fmla="*/ 29 w 37"/>
                <a:gd name="GluePoint14Y" fmla="*/ 9 h 48"/>
                <a:gd name="GluePoint15X" fmla="*/ 25 w 37"/>
                <a:gd name="GluePoint15Y" fmla="*/ 15 h 48"/>
                <a:gd name="GluePoint16X" fmla="*/ 29 w 37"/>
                <a:gd name="GluePoint16Y" fmla="*/ 21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37" h="48">
                  <a:moveTo>
                    <a:pt x="4" y="4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4" y="48"/>
                  </a:lnTo>
                  <a:lnTo>
                    <a:pt x="4" y="25"/>
                  </a:lnTo>
                  <a:lnTo>
                    <a:pt x="37" y="25"/>
                  </a:lnTo>
                  <a:lnTo>
                    <a:pt x="31" y="15"/>
                  </a:lnTo>
                  <a:lnTo>
                    <a:pt x="37" y="4"/>
                  </a:lnTo>
                  <a:lnTo>
                    <a:pt x="4" y="4"/>
                  </a:lnTo>
                  <a:close/>
                  <a:moveTo>
                    <a:pt x="29" y="21"/>
                  </a:moveTo>
                  <a:lnTo>
                    <a:pt x="4" y="21"/>
                  </a:lnTo>
                  <a:lnTo>
                    <a:pt x="4" y="9"/>
                  </a:lnTo>
                  <a:lnTo>
                    <a:pt x="29" y="9"/>
                  </a:lnTo>
                  <a:lnTo>
                    <a:pt x="25" y="15"/>
                  </a:lnTo>
                  <a:lnTo>
                    <a:pt x="29" y="2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57" name="Group 707"/>
          <p:cNvGrpSpPr/>
          <p:nvPr/>
        </p:nvGrpSpPr>
        <p:grpSpPr>
          <a:xfrm>
            <a:off x="5198040" y="3269880"/>
            <a:ext cx="303120" cy="217080"/>
            <a:chOff x="5198040" y="3269880"/>
            <a:chExt cx="303120" cy="217080"/>
          </a:xfrm>
        </p:grpSpPr>
        <p:sp>
          <p:nvSpPr>
            <p:cNvPr id="1658" name="Freeform 186"/>
            <p:cNvSpPr/>
            <p:nvPr/>
          </p:nvSpPr>
          <p:spPr>
            <a:xfrm>
              <a:off x="5198040" y="326988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4 w 134"/>
                <a:gd name="GluePoint6Y" fmla="*/ 17 h 96"/>
                <a:gd name="GluePoint7X" fmla="*/ 47 w 134"/>
                <a:gd name="GluePoint7Y" fmla="*/ 0 h 96"/>
                <a:gd name="GluePoint8X" fmla="*/ 130 w 134"/>
                <a:gd name="GluePoint8Y" fmla="*/ 92 h 96"/>
                <a:gd name="GluePoint9X" fmla="*/ 5 w 134"/>
                <a:gd name="GluePoint9Y" fmla="*/ 92 h 96"/>
                <a:gd name="GluePoint10X" fmla="*/ 5 w 134"/>
                <a:gd name="GluePoint10Y" fmla="*/ 4 h 96"/>
                <a:gd name="GluePoint11X" fmla="*/ 46 w 134"/>
                <a:gd name="GluePoint11Y" fmla="*/ 4 h 96"/>
                <a:gd name="GluePoint12X" fmla="*/ 62 w 134"/>
                <a:gd name="GluePoint12Y" fmla="*/ 21 h 96"/>
                <a:gd name="GluePoint13X" fmla="*/ 130 w 134"/>
                <a:gd name="GluePoint13Y" fmla="*/ 21 h 96"/>
                <a:gd name="GluePoint14X" fmla="*/ 130 w 134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30" y="92"/>
                  </a:moveTo>
                  <a:lnTo>
                    <a:pt x="5" y="92"/>
                  </a:lnTo>
                  <a:lnTo>
                    <a:pt x="5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59" name="Freeform 187"/>
            <p:cNvSpPr/>
            <p:nvPr/>
          </p:nvSpPr>
          <p:spPr>
            <a:xfrm>
              <a:off x="5293080" y="3349080"/>
              <a:ext cx="113040" cy="9468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94680"/>
                <a:gd name="textAreaBottom" fmla="*/ 95040 h 94680"/>
                <a:gd name="GluePoint1X" fmla="*/ 19 w 50"/>
                <a:gd name="GluePoint1Y" fmla="*/ 0 h 42"/>
                <a:gd name="GluePoint2X" fmla="*/ 19 w 50"/>
                <a:gd name="GluePoint2Y" fmla="*/ 38 h 42"/>
                <a:gd name="GluePoint3X" fmla="*/ 17 w 50"/>
                <a:gd name="GluePoint3Y" fmla="*/ 38 h 42"/>
                <a:gd name="GluePoint4X" fmla="*/ 17 w 50"/>
                <a:gd name="GluePoint4Y" fmla="*/ 21 h 42"/>
                <a:gd name="GluePoint5X" fmla="*/ 4 w 50"/>
                <a:gd name="GluePoint5Y" fmla="*/ 21 h 42"/>
                <a:gd name="GluePoint6X" fmla="*/ 4 w 50"/>
                <a:gd name="GluePoint6Y" fmla="*/ 38 h 42"/>
                <a:gd name="GluePoint7X" fmla="*/ 0 w 50"/>
                <a:gd name="GluePoint7Y" fmla="*/ 38 h 42"/>
                <a:gd name="GluePoint8X" fmla="*/ 0 w 50"/>
                <a:gd name="GluePoint8Y" fmla="*/ 42 h 42"/>
                <a:gd name="GluePoint9X" fmla="*/ 50 w 50"/>
                <a:gd name="GluePoint9Y" fmla="*/ 42 h 42"/>
                <a:gd name="GluePoint10X" fmla="*/ 50 w 50"/>
                <a:gd name="GluePoint10Y" fmla="*/ 38 h 42"/>
                <a:gd name="GluePoint11X" fmla="*/ 46 w 50"/>
                <a:gd name="GluePoint11Y" fmla="*/ 38 h 42"/>
                <a:gd name="GluePoint12X" fmla="*/ 46 w 50"/>
                <a:gd name="GluePoint12Y" fmla="*/ 15 h 42"/>
                <a:gd name="GluePoint13X" fmla="*/ 33 w 50"/>
                <a:gd name="GluePoint13Y" fmla="*/ 15 h 42"/>
                <a:gd name="GluePoint14X" fmla="*/ 33 w 50"/>
                <a:gd name="GluePoint14Y" fmla="*/ 38 h 42"/>
                <a:gd name="GluePoint15X" fmla="*/ 31 w 50"/>
                <a:gd name="GluePoint15Y" fmla="*/ 38 h 42"/>
                <a:gd name="GluePoint16X" fmla="*/ 31 w 50"/>
                <a:gd name="GluePoint16Y" fmla="*/ 0 h 42"/>
                <a:gd name="GluePoint17X" fmla="*/ 19 w 50"/>
                <a:gd name="GluePoint17Y" fmla="*/ 0 h 42"/>
                <a:gd name="GluePoint18X" fmla="*/ 8 w 50"/>
                <a:gd name="GluePoint18Y" fmla="*/ 38 h 42"/>
                <a:gd name="GluePoint19X" fmla="*/ 8 w 50"/>
                <a:gd name="GluePoint19Y" fmla="*/ 25 h 42"/>
                <a:gd name="GluePoint20X" fmla="*/ 13 w 50"/>
                <a:gd name="GluePoint20Y" fmla="*/ 25 h 42"/>
                <a:gd name="GluePoint21X" fmla="*/ 13 w 50"/>
                <a:gd name="GluePoint21Y" fmla="*/ 38 h 42"/>
                <a:gd name="GluePoint22X" fmla="*/ 8 w 50"/>
                <a:gd name="GluePoint22Y" fmla="*/ 38 h 42"/>
                <a:gd name="GluePoint23X" fmla="*/ 38 w 50"/>
                <a:gd name="GluePoint23Y" fmla="*/ 19 h 42"/>
                <a:gd name="GluePoint24X" fmla="*/ 42 w 50"/>
                <a:gd name="GluePoint24Y" fmla="*/ 19 h 42"/>
                <a:gd name="GluePoint25X" fmla="*/ 42 w 50"/>
                <a:gd name="GluePoint25Y" fmla="*/ 38 h 42"/>
                <a:gd name="GluePoint26X" fmla="*/ 38 w 50"/>
                <a:gd name="GluePoint26Y" fmla="*/ 38 h 42"/>
                <a:gd name="GluePoint27X" fmla="*/ 38 w 50"/>
                <a:gd name="GluePoint27Y" fmla="*/ 19 h 42"/>
                <a:gd name="GluePoint28X" fmla="*/ 23 w 50"/>
                <a:gd name="GluePoint28Y" fmla="*/ 38 h 42"/>
                <a:gd name="GluePoint29X" fmla="*/ 23 w 50"/>
                <a:gd name="GluePoint29Y" fmla="*/ 5 h 42"/>
                <a:gd name="GluePoint30X" fmla="*/ 27 w 50"/>
                <a:gd name="GluePoint30Y" fmla="*/ 5 h 42"/>
                <a:gd name="GluePoint31X" fmla="*/ 27 w 50"/>
                <a:gd name="GluePoint31Y" fmla="*/ 38 h 42"/>
                <a:gd name="GluePoint32X" fmla="*/ 23 w 50"/>
                <a:gd name="GluePoint32Y" fmla="*/ 38 h 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50" h="42">
                  <a:moveTo>
                    <a:pt x="19" y="0"/>
                  </a:moveTo>
                  <a:lnTo>
                    <a:pt x="19" y="38"/>
                  </a:lnTo>
                  <a:lnTo>
                    <a:pt x="17" y="38"/>
                  </a:lnTo>
                  <a:lnTo>
                    <a:pt x="17" y="21"/>
                  </a:lnTo>
                  <a:lnTo>
                    <a:pt x="4" y="21"/>
                  </a:lnTo>
                  <a:lnTo>
                    <a:pt x="4" y="38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50" y="42"/>
                  </a:lnTo>
                  <a:lnTo>
                    <a:pt x="50" y="38"/>
                  </a:lnTo>
                  <a:lnTo>
                    <a:pt x="46" y="38"/>
                  </a:lnTo>
                  <a:lnTo>
                    <a:pt x="46" y="15"/>
                  </a:lnTo>
                  <a:lnTo>
                    <a:pt x="33" y="15"/>
                  </a:lnTo>
                  <a:lnTo>
                    <a:pt x="33" y="38"/>
                  </a:lnTo>
                  <a:lnTo>
                    <a:pt x="31" y="38"/>
                  </a:lnTo>
                  <a:lnTo>
                    <a:pt x="31" y="0"/>
                  </a:lnTo>
                  <a:lnTo>
                    <a:pt x="19" y="0"/>
                  </a:lnTo>
                  <a:close/>
                  <a:moveTo>
                    <a:pt x="8" y="38"/>
                  </a:moveTo>
                  <a:lnTo>
                    <a:pt x="8" y="25"/>
                  </a:lnTo>
                  <a:lnTo>
                    <a:pt x="13" y="25"/>
                  </a:lnTo>
                  <a:lnTo>
                    <a:pt x="13" y="38"/>
                  </a:lnTo>
                  <a:lnTo>
                    <a:pt x="8" y="38"/>
                  </a:lnTo>
                  <a:close/>
                  <a:moveTo>
                    <a:pt x="38" y="19"/>
                  </a:moveTo>
                  <a:lnTo>
                    <a:pt x="42" y="19"/>
                  </a:lnTo>
                  <a:lnTo>
                    <a:pt x="42" y="38"/>
                  </a:lnTo>
                  <a:lnTo>
                    <a:pt x="38" y="38"/>
                  </a:lnTo>
                  <a:lnTo>
                    <a:pt x="38" y="19"/>
                  </a:lnTo>
                  <a:close/>
                  <a:moveTo>
                    <a:pt x="23" y="38"/>
                  </a:moveTo>
                  <a:lnTo>
                    <a:pt x="23" y="5"/>
                  </a:lnTo>
                  <a:lnTo>
                    <a:pt x="27" y="5"/>
                  </a:lnTo>
                  <a:lnTo>
                    <a:pt x="27" y="38"/>
                  </a:lnTo>
                  <a:lnTo>
                    <a:pt x="23" y="3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60" name="Group 708"/>
          <p:cNvGrpSpPr/>
          <p:nvPr/>
        </p:nvGrpSpPr>
        <p:grpSpPr>
          <a:xfrm>
            <a:off x="5589720" y="3269880"/>
            <a:ext cx="303120" cy="217080"/>
            <a:chOff x="5589720" y="3269880"/>
            <a:chExt cx="303120" cy="217080"/>
          </a:xfrm>
        </p:grpSpPr>
        <p:sp>
          <p:nvSpPr>
            <p:cNvPr id="1661" name="Freeform 188"/>
            <p:cNvSpPr/>
            <p:nvPr/>
          </p:nvSpPr>
          <p:spPr>
            <a:xfrm>
              <a:off x="5589720" y="326988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4 w 134"/>
                <a:gd name="GluePoint6Y" fmla="*/ 17 h 96"/>
                <a:gd name="GluePoint7X" fmla="*/ 47 w 134"/>
                <a:gd name="GluePoint7Y" fmla="*/ 0 h 96"/>
                <a:gd name="GluePoint8X" fmla="*/ 129 w 134"/>
                <a:gd name="GluePoint8Y" fmla="*/ 92 h 96"/>
                <a:gd name="GluePoint9X" fmla="*/ 4 w 134"/>
                <a:gd name="GluePoint9Y" fmla="*/ 92 h 96"/>
                <a:gd name="GluePoint10X" fmla="*/ 4 w 134"/>
                <a:gd name="GluePoint10Y" fmla="*/ 4 h 96"/>
                <a:gd name="GluePoint11X" fmla="*/ 46 w 134"/>
                <a:gd name="GluePoint11Y" fmla="*/ 4 h 96"/>
                <a:gd name="GluePoint12X" fmla="*/ 62 w 134"/>
                <a:gd name="GluePoint12Y" fmla="*/ 21 h 96"/>
                <a:gd name="GluePoint13X" fmla="*/ 129 w 134"/>
                <a:gd name="GluePoint13Y" fmla="*/ 21 h 96"/>
                <a:gd name="GluePoint14X" fmla="*/ 129 w 134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62" name="Freeform 189"/>
            <p:cNvSpPr/>
            <p:nvPr/>
          </p:nvSpPr>
          <p:spPr>
            <a:xfrm>
              <a:off x="5689440" y="3355920"/>
              <a:ext cx="103680" cy="903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90360"/>
                <a:gd name="textAreaBottom" fmla="*/ 90720 h 90360"/>
                <a:gd name="GluePoint1X" fmla="*/ 0 w 88"/>
                <a:gd name="GluePoint1Y" fmla="*/ 24 h 77"/>
                <a:gd name="GluePoint2X" fmla="*/ 42 w 88"/>
                <a:gd name="GluePoint2Y" fmla="*/ 76 h 77"/>
                <a:gd name="GluePoint3X" fmla="*/ 44 w 88"/>
                <a:gd name="GluePoint3Y" fmla="*/ 77 h 77"/>
                <a:gd name="GluePoint4X" fmla="*/ 46 w 88"/>
                <a:gd name="GluePoint4Y" fmla="*/ 76 h 77"/>
                <a:gd name="GluePoint5X" fmla="*/ 88 w 88"/>
                <a:gd name="GluePoint5Y" fmla="*/ 24 h 77"/>
                <a:gd name="GluePoint6X" fmla="*/ 64 w 88"/>
                <a:gd name="GluePoint6Y" fmla="*/ 0 h 77"/>
                <a:gd name="GluePoint7X" fmla="*/ 44 w 88"/>
                <a:gd name="GluePoint7Y" fmla="*/ 11 h 77"/>
                <a:gd name="GluePoint8X" fmla="*/ 24 w 88"/>
                <a:gd name="GluePoint8Y" fmla="*/ 0 h 77"/>
                <a:gd name="GluePoint9X" fmla="*/ 0 w 88"/>
                <a:gd name="GluePoint9Y" fmla="*/ 24 h 77"/>
                <a:gd name="GluePoint10X" fmla="*/ 40 w 88"/>
                <a:gd name="GluePoint10Y" fmla="*/ 24 h 77"/>
                <a:gd name="GluePoint11X" fmla="*/ 48 w 88"/>
                <a:gd name="GluePoint11Y" fmla="*/ 24 h 77"/>
                <a:gd name="GluePoint12X" fmla="*/ 64 w 88"/>
                <a:gd name="GluePoint12Y" fmla="*/ 8 h 77"/>
                <a:gd name="GluePoint13X" fmla="*/ 80 w 88"/>
                <a:gd name="GluePoint13Y" fmla="*/ 24 h 77"/>
                <a:gd name="GluePoint14X" fmla="*/ 44 w 88"/>
                <a:gd name="GluePoint14Y" fmla="*/ 68 h 77"/>
                <a:gd name="GluePoint15X" fmla="*/ 8 w 88"/>
                <a:gd name="GluePoint15Y" fmla="*/ 24 h 77"/>
                <a:gd name="GluePoint16X" fmla="*/ 24 w 88"/>
                <a:gd name="GluePoint16Y" fmla="*/ 8 h 77"/>
                <a:gd name="GluePoint17X" fmla="*/ 40 w 88"/>
                <a:gd name="GluePoint17Y" fmla="*/ 24 h 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88" h="77">
                  <a:moveTo>
                    <a:pt x="0" y="24"/>
                  </a:moveTo>
                  <a:cubicBezTo>
                    <a:pt x="0" y="53"/>
                    <a:pt x="41" y="75"/>
                    <a:pt x="42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8" y="75"/>
                    <a:pt x="88" y="53"/>
                    <a:pt x="88" y="24"/>
                  </a:cubicBezTo>
                  <a:cubicBezTo>
                    <a:pt x="88" y="11"/>
                    <a:pt x="78" y="0"/>
                    <a:pt x="64" y="0"/>
                  </a:cubicBezTo>
                  <a:cubicBezTo>
                    <a:pt x="56" y="0"/>
                    <a:pt x="49" y="4"/>
                    <a:pt x="44" y="11"/>
                  </a:cubicBezTo>
                  <a:cubicBezTo>
                    <a:pt x="40" y="4"/>
                    <a:pt x="3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lose/>
                  <a:moveTo>
                    <a:pt x="40" y="24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5" y="8"/>
                    <a:pt x="64" y="8"/>
                  </a:cubicBezTo>
                  <a:cubicBezTo>
                    <a:pt x="74" y="8"/>
                    <a:pt x="80" y="15"/>
                    <a:pt x="80" y="24"/>
                  </a:cubicBezTo>
                  <a:cubicBezTo>
                    <a:pt x="80" y="45"/>
                    <a:pt x="52" y="63"/>
                    <a:pt x="44" y="68"/>
                  </a:cubicBezTo>
                  <a:cubicBezTo>
                    <a:pt x="37" y="63"/>
                    <a:pt x="8" y="45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360" bIns="45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63" name="Group 713"/>
          <p:cNvGrpSpPr/>
          <p:nvPr/>
        </p:nvGrpSpPr>
        <p:grpSpPr>
          <a:xfrm>
            <a:off x="5981400" y="3269880"/>
            <a:ext cx="300960" cy="217080"/>
            <a:chOff x="5981400" y="3269880"/>
            <a:chExt cx="300960" cy="217080"/>
          </a:xfrm>
        </p:grpSpPr>
        <p:sp>
          <p:nvSpPr>
            <p:cNvPr id="1664" name="Freeform 190"/>
            <p:cNvSpPr/>
            <p:nvPr/>
          </p:nvSpPr>
          <p:spPr>
            <a:xfrm>
              <a:off x="5981400" y="326988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7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4 w 133"/>
                <a:gd name="GluePoint6Y" fmla="*/ 17 h 96"/>
                <a:gd name="GluePoint7X" fmla="*/ 47 w 133"/>
                <a:gd name="GluePoint7Y" fmla="*/ 0 h 96"/>
                <a:gd name="GluePoint8X" fmla="*/ 129 w 133"/>
                <a:gd name="GluePoint8Y" fmla="*/ 92 h 96"/>
                <a:gd name="GluePoint9X" fmla="*/ 4 w 133"/>
                <a:gd name="GluePoint9Y" fmla="*/ 92 h 96"/>
                <a:gd name="GluePoint10X" fmla="*/ 4 w 133"/>
                <a:gd name="GluePoint10Y" fmla="*/ 4 h 96"/>
                <a:gd name="GluePoint11X" fmla="*/ 45 w 133"/>
                <a:gd name="GluePoint11Y" fmla="*/ 4 h 96"/>
                <a:gd name="GluePoint12X" fmla="*/ 62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65" name="Rectangle 191"/>
            <p:cNvSpPr/>
            <p:nvPr/>
          </p:nvSpPr>
          <p:spPr>
            <a:xfrm>
              <a:off x="6090120" y="3392280"/>
              <a:ext cx="8352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66" name="Group 714"/>
          <p:cNvGrpSpPr/>
          <p:nvPr/>
        </p:nvGrpSpPr>
        <p:grpSpPr>
          <a:xfrm>
            <a:off x="6373440" y="3269880"/>
            <a:ext cx="303120" cy="217080"/>
            <a:chOff x="6373440" y="3269880"/>
            <a:chExt cx="303120" cy="217080"/>
          </a:xfrm>
        </p:grpSpPr>
        <p:sp>
          <p:nvSpPr>
            <p:cNvPr id="1667" name="Freeform 192"/>
            <p:cNvSpPr/>
            <p:nvPr/>
          </p:nvSpPr>
          <p:spPr>
            <a:xfrm>
              <a:off x="6373440" y="326988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3 w 134"/>
                <a:gd name="GluePoint6Y" fmla="*/ 17 h 96"/>
                <a:gd name="GluePoint7X" fmla="*/ 47 w 134"/>
                <a:gd name="GluePoint7Y" fmla="*/ 0 h 96"/>
                <a:gd name="GluePoint8X" fmla="*/ 130 w 134"/>
                <a:gd name="GluePoint8Y" fmla="*/ 92 h 96"/>
                <a:gd name="GluePoint9X" fmla="*/ 5 w 134"/>
                <a:gd name="GluePoint9Y" fmla="*/ 92 h 96"/>
                <a:gd name="GluePoint10X" fmla="*/ 5 w 134"/>
                <a:gd name="GluePoint10Y" fmla="*/ 4 h 96"/>
                <a:gd name="GluePoint11X" fmla="*/ 45 w 134"/>
                <a:gd name="GluePoint11Y" fmla="*/ 4 h 96"/>
                <a:gd name="GluePoint12X" fmla="*/ 62 w 134"/>
                <a:gd name="GluePoint12Y" fmla="*/ 21 h 96"/>
                <a:gd name="GluePoint13X" fmla="*/ 130 w 134"/>
                <a:gd name="GluePoint13Y" fmla="*/ 21 h 96"/>
                <a:gd name="GluePoint14X" fmla="*/ 130 w 134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30" y="92"/>
                  </a:moveTo>
                  <a:lnTo>
                    <a:pt x="5" y="92"/>
                  </a:lnTo>
                  <a:lnTo>
                    <a:pt x="5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68" name="Freeform 193"/>
            <p:cNvSpPr/>
            <p:nvPr/>
          </p:nvSpPr>
          <p:spPr>
            <a:xfrm>
              <a:off x="6477480" y="3355920"/>
              <a:ext cx="99360" cy="8352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83520"/>
                <a:gd name="textAreaBottom" fmla="*/ 83880 h 83520"/>
                <a:gd name="GluePoint1X" fmla="*/ 0 w 44"/>
                <a:gd name="GluePoint1Y" fmla="*/ 16 h 37"/>
                <a:gd name="GluePoint2X" fmla="*/ 0 w 44"/>
                <a:gd name="GluePoint2Y" fmla="*/ 20 h 37"/>
                <a:gd name="GluePoint3X" fmla="*/ 37 w 44"/>
                <a:gd name="GluePoint3Y" fmla="*/ 20 h 37"/>
                <a:gd name="GluePoint4X" fmla="*/ 24 w 44"/>
                <a:gd name="GluePoint4Y" fmla="*/ 33 h 37"/>
                <a:gd name="GluePoint5X" fmla="*/ 27 w 44"/>
                <a:gd name="GluePoint5Y" fmla="*/ 37 h 37"/>
                <a:gd name="GluePoint6X" fmla="*/ 44 w 44"/>
                <a:gd name="GluePoint6Y" fmla="*/ 20 h 37"/>
                <a:gd name="GluePoint7X" fmla="*/ 44 w 44"/>
                <a:gd name="GluePoint7Y" fmla="*/ 17 h 37"/>
                <a:gd name="GluePoint8X" fmla="*/ 27 w 44"/>
                <a:gd name="GluePoint8Y" fmla="*/ 0 h 37"/>
                <a:gd name="GluePoint9X" fmla="*/ 24 w 44"/>
                <a:gd name="GluePoint9Y" fmla="*/ 3 h 37"/>
                <a:gd name="GluePoint10X" fmla="*/ 37 w 44"/>
                <a:gd name="GluePoint10Y" fmla="*/ 16 h 37"/>
                <a:gd name="GluePoint11X" fmla="*/ 0 w 44"/>
                <a:gd name="GluePoint11Y" fmla="*/ 16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4" h="37">
                  <a:moveTo>
                    <a:pt x="0" y="16"/>
                  </a:moveTo>
                  <a:lnTo>
                    <a:pt x="0" y="20"/>
                  </a:lnTo>
                  <a:lnTo>
                    <a:pt x="37" y="20"/>
                  </a:lnTo>
                  <a:lnTo>
                    <a:pt x="24" y="33"/>
                  </a:lnTo>
                  <a:lnTo>
                    <a:pt x="27" y="37"/>
                  </a:lnTo>
                  <a:lnTo>
                    <a:pt x="44" y="20"/>
                  </a:lnTo>
                  <a:lnTo>
                    <a:pt x="44" y="17"/>
                  </a:lnTo>
                  <a:lnTo>
                    <a:pt x="27" y="0"/>
                  </a:lnTo>
                  <a:lnTo>
                    <a:pt x="24" y="3"/>
                  </a:lnTo>
                  <a:lnTo>
                    <a:pt x="37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69" name="Group 715"/>
          <p:cNvGrpSpPr/>
          <p:nvPr/>
        </p:nvGrpSpPr>
        <p:grpSpPr>
          <a:xfrm>
            <a:off x="6765120" y="3269880"/>
            <a:ext cx="300960" cy="217080"/>
            <a:chOff x="6765120" y="3269880"/>
            <a:chExt cx="300960" cy="217080"/>
          </a:xfrm>
        </p:grpSpPr>
        <p:sp>
          <p:nvSpPr>
            <p:cNvPr id="1670" name="Freeform 194"/>
            <p:cNvSpPr/>
            <p:nvPr/>
          </p:nvSpPr>
          <p:spPr>
            <a:xfrm>
              <a:off x="6765120" y="326988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7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3 w 133"/>
                <a:gd name="GluePoint6Y" fmla="*/ 17 h 96"/>
                <a:gd name="GluePoint7X" fmla="*/ 47 w 133"/>
                <a:gd name="GluePoint7Y" fmla="*/ 0 h 96"/>
                <a:gd name="GluePoint8X" fmla="*/ 129 w 133"/>
                <a:gd name="GluePoint8Y" fmla="*/ 92 h 96"/>
                <a:gd name="GluePoint9X" fmla="*/ 4 w 133"/>
                <a:gd name="GluePoint9Y" fmla="*/ 92 h 96"/>
                <a:gd name="GluePoint10X" fmla="*/ 4 w 133"/>
                <a:gd name="GluePoint10Y" fmla="*/ 4 h 96"/>
                <a:gd name="GluePoint11X" fmla="*/ 45 w 133"/>
                <a:gd name="GluePoint11Y" fmla="*/ 4 h 96"/>
                <a:gd name="GluePoint12X" fmla="*/ 62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2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2"/>
                  </a:moveTo>
                  <a:lnTo>
                    <a:pt x="4" y="92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71" name="Freeform 195"/>
            <p:cNvSpPr/>
            <p:nvPr/>
          </p:nvSpPr>
          <p:spPr>
            <a:xfrm>
              <a:off x="6869160" y="3349080"/>
              <a:ext cx="94680" cy="9468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4680"/>
                <a:gd name="textAreaBottom" fmla="*/ 95040 h 94680"/>
                <a:gd name="GluePoint1X" fmla="*/ 0 w 80"/>
                <a:gd name="GluePoint1Y" fmla="*/ 40 h 80"/>
                <a:gd name="GluePoint2X" fmla="*/ 11 w 80"/>
                <a:gd name="GluePoint2Y" fmla="*/ 68 h 80"/>
                <a:gd name="GluePoint3X" fmla="*/ 40 w 80"/>
                <a:gd name="GluePoint3Y" fmla="*/ 80 h 80"/>
                <a:gd name="GluePoint4X" fmla="*/ 40 w 80"/>
                <a:gd name="GluePoint4Y" fmla="*/ 80 h 80"/>
                <a:gd name="GluePoint5X" fmla="*/ 80 w 80"/>
                <a:gd name="GluePoint5Y" fmla="*/ 40 h 80"/>
                <a:gd name="GluePoint6X" fmla="*/ 68 w 80"/>
                <a:gd name="GluePoint6Y" fmla="*/ 12 h 80"/>
                <a:gd name="GluePoint7X" fmla="*/ 40 w 80"/>
                <a:gd name="GluePoint7Y" fmla="*/ 0 h 80"/>
                <a:gd name="GluePoint8X" fmla="*/ 11 w 80"/>
                <a:gd name="GluePoint8Y" fmla="*/ 12 h 80"/>
                <a:gd name="GluePoint9X" fmla="*/ 0 w 80"/>
                <a:gd name="GluePoint9Y" fmla="*/ 40 h 80"/>
                <a:gd name="GluePoint10X" fmla="*/ 40 w 80"/>
                <a:gd name="GluePoint10Y" fmla="*/ 72 h 80"/>
                <a:gd name="GluePoint11X" fmla="*/ 17 w 80"/>
                <a:gd name="GluePoint11Y" fmla="*/ 63 h 80"/>
                <a:gd name="GluePoint12X" fmla="*/ 8 w 80"/>
                <a:gd name="GluePoint12Y" fmla="*/ 40 h 80"/>
                <a:gd name="GluePoint13X" fmla="*/ 14 w 80"/>
                <a:gd name="GluePoint13Y" fmla="*/ 21 h 80"/>
                <a:gd name="GluePoint14X" fmla="*/ 59 w 80"/>
                <a:gd name="GluePoint14Y" fmla="*/ 65 h 80"/>
                <a:gd name="GluePoint15X" fmla="*/ 40 w 80"/>
                <a:gd name="GluePoint15Y" fmla="*/ 72 h 80"/>
                <a:gd name="GluePoint16X" fmla="*/ 40 w 80"/>
                <a:gd name="GluePoint16Y" fmla="*/ 8 h 80"/>
                <a:gd name="GluePoint17X" fmla="*/ 62 w 80"/>
                <a:gd name="GluePoint17Y" fmla="*/ 18 h 80"/>
                <a:gd name="GluePoint18X" fmla="*/ 72 w 80"/>
                <a:gd name="GluePoint18Y" fmla="*/ 40 h 80"/>
                <a:gd name="GluePoint19X" fmla="*/ 65 w 80"/>
                <a:gd name="GluePoint19Y" fmla="*/ 60 h 80"/>
                <a:gd name="GluePoint20X" fmla="*/ 20 w 80"/>
                <a:gd name="GluePoint20Y" fmla="*/ 15 h 80"/>
                <a:gd name="GluePoint21X" fmla="*/ 40 w 80"/>
                <a:gd name="GluePoint21Y" fmla="*/ 8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80" h="80">
                  <a:moveTo>
                    <a:pt x="0" y="40"/>
                  </a:moveTo>
                  <a:cubicBezTo>
                    <a:pt x="0" y="51"/>
                    <a:pt x="4" y="61"/>
                    <a:pt x="11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30"/>
                    <a:pt x="76" y="19"/>
                    <a:pt x="68" y="12"/>
                  </a:cubicBezTo>
                  <a:cubicBezTo>
                    <a:pt x="60" y="4"/>
                    <a:pt x="50" y="0"/>
                    <a:pt x="40" y="0"/>
                  </a:cubicBezTo>
                  <a:cubicBezTo>
                    <a:pt x="29" y="0"/>
                    <a:pt x="19" y="4"/>
                    <a:pt x="11" y="12"/>
                  </a:cubicBezTo>
                  <a:cubicBezTo>
                    <a:pt x="4" y="19"/>
                    <a:pt x="0" y="30"/>
                    <a:pt x="0" y="40"/>
                  </a:cubicBezTo>
                  <a:close/>
                  <a:moveTo>
                    <a:pt x="40" y="72"/>
                  </a:moveTo>
                  <a:cubicBezTo>
                    <a:pt x="31" y="72"/>
                    <a:pt x="23" y="69"/>
                    <a:pt x="17" y="63"/>
                  </a:cubicBezTo>
                  <a:cubicBezTo>
                    <a:pt x="11" y="57"/>
                    <a:pt x="8" y="49"/>
                    <a:pt x="8" y="40"/>
                  </a:cubicBezTo>
                  <a:cubicBezTo>
                    <a:pt x="8" y="33"/>
                    <a:pt x="10" y="26"/>
                    <a:pt x="14" y="21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4" y="70"/>
                    <a:pt x="47" y="72"/>
                    <a:pt x="40" y="72"/>
                  </a:cubicBezTo>
                  <a:close/>
                  <a:moveTo>
                    <a:pt x="40" y="8"/>
                  </a:moveTo>
                  <a:cubicBezTo>
                    <a:pt x="48" y="8"/>
                    <a:pt x="56" y="12"/>
                    <a:pt x="62" y="18"/>
                  </a:cubicBezTo>
                  <a:cubicBezTo>
                    <a:pt x="68" y="24"/>
                    <a:pt x="72" y="32"/>
                    <a:pt x="72" y="40"/>
                  </a:cubicBezTo>
                  <a:cubicBezTo>
                    <a:pt x="72" y="48"/>
                    <a:pt x="69" y="54"/>
                    <a:pt x="65" y="60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6" y="11"/>
                    <a:pt x="32" y="8"/>
                    <a:pt x="40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72" name="Group 687"/>
          <p:cNvGrpSpPr/>
          <p:nvPr/>
        </p:nvGrpSpPr>
        <p:grpSpPr>
          <a:xfrm>
            <a:off x="2068200" y="3661560"/>
            <a:ext cx="300960" cy="217080"/>
            <a:chOff x="2068200" y="3661560"/>
            <a:chExt cx="300960" cy="217080"/>
          </a:xfrm>
        </p:grpSpPr>
        <p:sp>
          <p:nvSpPr>
            <p:cNvPr id="1673" name="Freeform 196"/>
            <p:cNvSpPr/>
            <p:nvPr/>
          </p:nvSpPr>
          <p:spPr>
            <a:xfrm>
              <a:off x="2068200" y="366156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6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3 w 133"/>
                <a:gd name="GluePoint6Y" fmla="*/ 17 h 96"/>
                <a:gd name="GluePoint7X" fmla="*/ 46 w 133"/>
                <a:gd name="GluePoint7Y" fmla="*/ 0 h 96"/>
                <a:gd name="GluePoint8X" fmla="*/ 129 w 133"/>
                <a:gd name="GluePoint8Y" fmla="*/ 91 h 96"/>
                <a:gd name="GluePoint9X" fmla="*/ 4 w 133"/>
                <a:gd name="GluePoint9Y" fmla="*/ 91 h 96"/>
                <a:gd name="GluePoint10X" fmla="*/ 4 w 133"/>
                <a:gd name="GluePoint10Y" fmla="*/ 4 h 96"/>
                <a:gd name="GluePoint11X" fmla="*/ 45 w 133"/>
                <a:gd name="GluePoint11Y" fmla="*/ 4 h 96"/>
                <a:gd name="GluePoint12X" fmla="*/ 61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6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6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74" name="Freeform 197"/>
            <p:cNvSpPr/>
            <p:nvPr/>
          </p:nvSpPr>
          <p:spPr>
            <a:xfrm>
              <a:off x="2165760" y="3736440"/>
              <a:ext cx="85680" cy="10368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03680"/>
                <a:gd name="textAreaBottom" fmla="*/ 104040 h 103680"/>
                <a:gd name="GluePoint1X" fmla="*/ 24 w 72"/>
                <a:gd name="GluePoint1Y" fmla="*/ 60 h 89"/>
                <a:gd name="GluePoint2X" fmla="*/ 16 w 72"/>
                <a:gd name="GluePoint2Y" fmla="*/ 57 h 89"/>
                <a:gd name="GluePoint3X" fmla="*/ 0 w 72"/>
                <a:gd name="GluePoint3Y" fmla="*/ 73 h 89"/>
                <a:gd name="GluePoint4X" fmla="*/ 16 w 72"/>
                <a:gd name="GluePoint4Y" fmla="*/ 89 h 89"/>
                <a:gd name="GluePoint5X" fmla="*/ 32 w 72"/>
                <a:gd name="GluePoint5Y" fmla="*/ 73 h 89"/>
                <a:gd name="GluePoint6X" fmla="*/ 32 w 72"/>
                <a:gd name="GluePoint6Y" fmla="*/ 33 h 89"/>
                <a:gd name="GluePoint7X" fmla="*/ 64 w 72"/>
                <a:gd name="GluePoint7Y" fmla="*/ 26 h 89"/>
                <a:gd name="GluePoint8X" fmla="*/ 64 w 72"/>
                <a:gd name="GluePoint8Y" fmla="*/ 52 h 89"/>
                <a:gd name="GluePoint9X" fmla="*/ 56 w 72"/>
                <a:gd name="GluePoint9Y" fmla="*/ 49 h 89"/>
                <a:gd name="GluePoint10X" fmla="*/ 40 w 72"/>
                <a:gd name="GluePoint10Y" fmla="*/ 65 h 89"/>
                <a:gd name="GluePoint11X" fmla="*/ 56 w 72"/>
                <a:gd name="GluePoint11Y" fmla="*/ 81 h 89"/>
                <a:gd name="GluePoint12X" fmla="*/ 72 w 72"/>
                <a:gd name="GluePoint12Y" fmla="*/ 65 h 89"/>
                <a:gd name="GluePoint13X" fmla="*/ 72 w 72"/>
                <a:gd name="GluePoint13Y" fmla="*/ 0 h 89"/>
                <a:gd name="GluePoint14X" fmla="*/ 24 w 72"/>
                <a:gd name="GluePoint14Y" fmla="*/ 10 h 89"/>
                <a:gd name="GluePoint15X" fmla="*/ 24 w 72"/>
                <a:gd name="GluePoint15Y" fmla="*/ 60 h 89"/>
                <a:gd name="GluePoint16X" fmla="*/ 16 w 72"/>
                <a:gd name="GluePoint16Y" fmla="*/ 81 h 89"/>
                <a:gd name="GluePoint17X" fmla="*/ 8 w 72"/>
                <a:gd name="GluePoint17Y" fmla="*/ 73 h 89"/>
                <a:gd name="GluePoint18X" fmla="*/ 16 w 72"/>
                <a:gd name="GluePoint18Y" fmla="*/ 65 h 89"/>
                <a:gd name="GluePoint19X" fmla="*/ 24 w 72"/>
                <a:gd name="GluePoint19Y" fmla="*/ 73 h 89"/>
                <a:gd name="GluePoint20X" fmla="*/ 16 w 72"/>
                <a:gd name="GluePoint20Y" fmla="*/ 81 h 89"/>
                <a:gd name="GluePoint21X" fmla="*/ 56 w 72"/>
                <a:gd name="GluePoint21Y" fmla="*/ 73 h 89"/>
                <a:gd name="GluePoint22X" fmla="*/ 48 w 72"/>
                <a:gd name="GluePoint22Y" fmla="*/ 65 h 89"/>
                <a:gd name="GluePoint23X" fmla="*/ 56 w 72"/>
                <a:gd name="GluePoint23Y" fmla="*/ 57 h 89"/>
                <a:gd name="GluePoint24X" fmla="*/ 64 w 72"/>
                <a:gd name="GluePoint24Y" fmla="*/ 65 h 89"/>
                <a:gd name="GluePoint25X" fmla="*/ 56 w 72"/>
                <a:gd name="GluePoint25Y" fmla="*/ 73 h 89"/>
                <a:gd name="GluePoint26X" fmla="*/ 64 w 72"/>
                <a:gd name="GluePoint26Y" fmla="*/ 10 h 89"/>
                <a:gd name="GluePoint27X" fmla="*/ 64 w 72"/>
                <a:gd name="GluePoint27Y" fmla="*/ 18 h 89"/>
                <a:gd name="GluePoint28X" fmla="*/ 32 w 72"/>
                <a:gd name="GluePoint28Y" fmla="*/ 24 h 89"/>
                <a:gd name="GluePoint29X" fmla="*/ 32 w 72"/>
                <a:gd name="GluePoint29Y" fmla="*/ 17 h 89"/>
                <a:gd name="GluePoint30X" fmla="*/ 64 w 72"/>
                <a:gd name="GluePoint30Y" fmla="*/ 10 h 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72" h="89">
                  <a:moveTo>
                    <a:pt x="24" y="60"/>
                  </a:moveTo>
                  <a:cubicBezTo>
                    <a:pt x="22" y="58"/>
                    <a:pt x="19" y="57"/>
                    <a:pt x="16" y="57"/>
                  </a:cubicBezTo>
                  <a:cubicBezTo>
                    <a:pt x="7" y="57"/>
                    <a:pt x="0" y="64"/>
                    <a:pt x="0" y="73"/>
                  </a:cubicBezTo>
                  <a:cubicBezTo>
                    <a:pt x="0" y="82"/>
                    <a:pt x="7" y="89"/>
                    <a:pt x="16" y="89"/>
                  </a:cubicBezTo>
                  <a:cubicBezTo>
                    <a:pt x="25" y="89"/>
                    <a:pt x="32" y="82"/>
                    <a:pt x="32" y="7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7" y="49"/>
                    <a:pt x="40" y="56"/>
                    <a:pt x="40" y="65"/>
                  </a:cubicBezTo>
                  <a:cubicBezTo>
                    <a:pt x="40" y="74"/>
                    <a:pt x="47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10"/>
                    <a:pt x="24" y="10"/>
                    <a:pt x="24" y="10"/>
                  </a:cubicBezTo>
                  <a:lnTo>
                    <a:pt x="24" y="60"/>
                  </a:lnTo>
                  <a:close/>
                  <a:moveTo>
                    <a:pt x="16" y="81"/>
                  </a:moveTo>
                  <a:cubicBezTo>
                    <a:pt x="12" y="81"/>
                    <a:pt x="8" y="78"/>
                    <a:pt x="8" y="73"/>
                  </a:cubicBezTo>
                  <a:cubicBezTo>
                    <a:pt x="8" y="69"/>
                    <a:pt x="12" y="65"/>
                    <a:pt x="16" y="65"/>
                  </a:cubicBezTo>
                  <a:cubicBezTo>
                    <a:pt x="21" y="65"/>
                    <a:pt x="24" y="69"/>
                    <a:pt x="24" y="73"/>
                  </a:cubicBezTo>
                  <a:cubicBezTo>
                    <a:pt x="24" y="78"/>
                    <a:pt x="21" y="81"/>
                    <a:pt x="16" y="81"/>
                  </a:cubicBezTo>
                  <a:close/>
                  <a:moveTo>
                    <a:pt x="56" y="73"/>
                  </a:moveTo>
                  <a:cubicBezTo>
                    <a:pt x="52" y="73"/>
                    <a:pt x="48" y="70"/>
                    <a:pt x="48" y="65"/>
                  </a:cubicBezTo>
                  <a:cubicBezTo>
                    <a:pt x="48" y="61"/>
                    <a:pt x="52" y="57"/>
                    <a:pt x="56" y="57"/>
                  </a:cubicBezTo>
                  <a:cubicBezTo>
                    <a:pt x="61" y="57"/>
                    <a:pt x="64" y="61"/>
                    <a:pt x="64" y="65"/>
                  </a:cubicBezTo>
                  <a:cubicBezTo>
                    <a:pt x="64" y="70"/>
                    <a:pt x="61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8"/>
                    <a:pt x="64" y="18"/>
                    <a:pt x="64" y="18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7"/>
                    <a:pt x="32" y="17"/>
                    <a:pt x="32" y="17"/>
                  </a:cubicBezTo>
                  <a:lnTo>
                    <a:pt x="64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75" name="Group 693"/>
          <p:cNvGrpSpPr/>
          <p:nvPr/>
        </p:nvGrpSpPr>
        <p:grpSpPr>
          <a:xfrm>
            <a:off x="2457720" y="3661560"/>
            <a:ext cx="303120" cy="217080"/>
            <a:chOff x="2457720" y="3661560"/>
            <a:chExt cx="303120" cy="217080"/>
          </a:xfrm>
        </p:grpSpPr>
        <p:sp>
          <p:nvSpPr>
            <p:cNvPr id="1676" name="Freeform 198"/>
            <p:cNvSpPr/>
            <p:nvPr/>
          </p:nvSpPr>
          <p:spPr>
            <a:xfrm>
              <a:off x="2457720" y="366156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4 w 134"/>
                <a:gd name="GluePoint6Y" fmla="*/ 17 h 96"/>
                <a:gd name="GluePoint7X" fmla="*/ 47 w 134"/>
                <a:gd name="GluePoint7Y" fmla="*/ 0 h 96"/>
                <a:gd name="GluePoint8X" fmla="*/ 129 w 134"/>
                <a:gd name="GluePoint8Y" fmla="*/ 91 h 96"/>
                <a:gd name="GluePoint9X" fmla="*/ 4 w 134"/>
                <a:gd name="GluePoint9Y" fmla="*/ 91 h 96"/>
                <a:gd name="GluePoint10X" fmla="*/ 4 w 134"/>
                <a:gd name="GluePoint10Y" fmla="*/ 4 h 96"/>
                <a:gd name="GluePoint11X" fmla="*/ 46 w 134"/>
                <a:gd name="GluePoint11Y" fmla="*/ 4 h 96"/>
                <a:gd name="GluePoint12X" fmla="*/ 62 w 134"/>
                <a:gd name="GluePoint12Y" fmla="*/ 21 h 96"/>
                <a:gd name="GluePoint13X" fmla="*/ 129 w 134"/>
                <a:gd name="GluePoint13Y" fmla="*/ 21 h 96"/>
                <a:gd name="GluePoint14X" fmla="*/ 129 w 134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77" name="Freeform 199"/>
            <p:cNvSpPr/>
            <p:nvPr/>
          </p:nvSpPr>
          <p:spPr>
            <a:xfrm>
              <a:off x="2557440" y="3736440"/>
              <a:ext cx="106200" cy="10368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03680"/>
                <a:gd name="textAreaBottom" fmla="*/ 104040 h 103680"/>
                <a:gd name="GluePoint1X" fmla="*/ 0 w 47"/>
                <a:gd name="GluePoint1Y" fmla="*/ 46 h 46"/>
                <a:gd name="GluePoint2X" fmla="*/ 14 w 47"/>
                <a:gd name="GluePoint2Y" fmla="*/ 44 h 46"/>
                <a:gd name="GluePoint3X" fmla="*/ 47 w 47"/>
                <a:gd name="GluePoint3Y" fmla="*/ 11 h 46"/>
                <a:gd name="GluePoint4X" fmla="*/ 35 w 47"/>
                <a:gd name="GluePoint4Y" fmla="*/ 0 h 46"/>
                <a:gd name="GluePoint5X" fmla="*/ 3 w 47"/>
                <a:gd name="GluePoint5Y" fmla="*/ 32 h 46"/>
                <a:gd name="GluePoint6X" fmla="*/ 0 w 47"/>
                <a:gd name="GluePoint6Y" fmla="*/ 46 h 46"/>
                <a:gd name="GluePoint7X" fmla="*/ 41 w 47"/>
                <a:gd name="GluePoint7Y" fmla="*/ 11 h 46"/>
                <a:gd name="GluePoint8X" fmla="*/ 38 w 47"/>
                <a:gd name="GluePoint8Y" fmla="*/ 14 h 46"/>
                <a:gd name="GluePoint9X" fmla="*/ 32 w 47"/>
                <a:gd name="GluePoint9Y" fmla="*/ 8 h 46"/>
                <a:gd name="GluePoint10X" fmla="*/ 35 w 47"/>
                <a:gd name="GluePoint10Y" fmla="*/ 5 h 46"/>
                <a:gd name="GluePoint11X" fmla="*/ 41 w 47"/>
                <a:gd name="GluePoint11Y" fmla="*/ 11 h 46"/>
                <a:gd name="GluePoint12X" fmla="*/ 6 w 47"/>
                <a:gd name="GluePoint12Y" fmla="*/ 34 h 46"/>
                <a:gd name="GluePoint13X" fmla="*/ 29 w 47"/>
                <a:gd name="GluePoint13Y" fmla="*/ 12 h 46"/>
                <a:gd name="GluePoint14X" fmla="*/ 35 w 47"/>
                <a:gd name="GluePoint14Y" fmla="*/ 17 h 46"/>
                <a:gd name="GluePoint15X" fmla="*/ 12 w 47"/>
                <a:gd name="GluePoint15Y" fmla="*/ 40 h 46"/>
                <a:gd name="GluePoint16X" fmla="*/ 5 w 47"/>
                <a:gd name="GluePoint16Y" fmla="*/ 41 h 46"/>
                <a:gd name="GluePoint17X" fmla="*/ 6 w 47"/>
                <a:gd name="GluePoint17Y" fmla="*/ 34 h 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7" h="46">
                  <a:moveTo>
                    <a:pt x="0" y="46"/>
                  </a:moveTo>
                  <a:lnTo>
                    <a:pt x="14" y="44"/>
                  </a:lnTo>
                  <a:lnTo>
                    <a:pt x="47" y="11"/>
                  </a:lnTo>
                  <a:lnTo>
                    <a:pt x="35" y="0"/>
                  </a:lnTo>
                  <a:lnTo>
                    <a:pt x="3" y="32"/>
                  </a:lnTo>
                  <a:lnTo>
                    <a:pt x="0" y="46"/>
                  </a:lnTo>
                  <a:close/>
                  <a:moveTo>
                    <a:pt x="41" y="11"/>
                  </a:moveTo>
                  <a:lnTo>
                    <a:pt x="38" y="14"/>
                  </a:lnTo>
                  <a:lnTo>
                    <a:pt x="32" y="8"/>
                  </a:lnTo>
                  <a:lnTo>
                    <a:pt x="35" y="5"/>
                  </a:lnTo>
                  <a:lnTo>
                    <a:pt x="41" y="11"/>
                  </a:lnTo>
                  <a:close/>
                  <a:moveTo>
                    <a:pt x="6" y="34"/>
                  </a:moveTo>
                  <a:lnTo>
                    <a:pt x="29" y="12"/>
                  </a:lnTo>
                  <a:lnTo>
                    <a:pt x="35" y="17"/>
                  </a:lnTo>
                  <a:lnTo>
                    <a:pt x="12" y="40"/>
                  </a:lnTo>
                  <a:lnTo>
                    <a:pt x="5" y="41"/>
                  </a:lnTo>
                  <a:lnTo>
                    <a:pt x="6" y="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78" name="Group 694"/>
          <p:cNvGrpSpPr/>
          <p:nvPr/>
        </p:nvGrpSpPr>
        <p:grpSpPr>
          <a:xfrm>
            <a:off x="2849400" y="3661560"/>
            <a:ext cx="300960" cy="217080"/>
            <a:chOff x="2849400" y="3661560"/>
            <a:chExt cx="300960" cy="217080"/>
          </a:xfrm>
        </p:grpSpPr>
        <p:sp>
          <p:nvSpPr>
            <p:cNvPr id="1679" name="Freeform 200"/>
            <p:cNvSpPr/>
            <p:nvPr/>
          </p:nvSpPr>
          <p:spPr>
            <a:xfrm>
              <a:off x="2849400" y="366156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7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4 w 133"/>
                <a:gd name="GluePoint6Y" fmla="*/ 17 h 96"/>
                <a:gd name="GluePoint7X" fmla="*/ 47 w 133"/>
                <a:gd name="GluePoint7Y" fmla="*/ 0 h 96"/>
                <a:gd name="GluePoint8X" fmla="*/ 129 w 133"/>
                <a:gd name="GluePoint8Y" fmla="*/ 91 h 96"/>
                <a:gd name="GluePoint9X" fmla="*/ 4 w 133"/>
                <a:gd name="GluePoint9Y" fmla="*/ 91 h 96"/>
                <a:gd name="GluePoint10X" fmla="*/ 4 w 133"/>
                <a:gd name="GluePoint10Y" fmla="*/ 4 h 96"/>
                <a:gd name="GluePoint11X" fmla="*/ 45 w 133"/>
                <a:gd name="GluePoint11Y" fmla="*/ 4 h 96"/>
                <a:gd name="GluePoint12X" fmla="*/ 62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80" name="Freeform 201"/>
            <p:cNvSpPr/>
            <p:nvPr/>
          </p:nvSpPr>
          <p:spPr>
            <a:xfrm>
              <a:off x="2949120" y="3750120"/>
              <a:ext cx="103680" cy="7668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76680"/>
                <a:gd name="textAreaBottom" fmla="*/ 77040 h 76680"/>
                <a:gd name="GluePoint1X" fmla="*/ 0 w 88"/>
                <a:gd name="GluePoint1Y" fmla="*/ 64 h 64"/>
                <a:gd name="GluePoint2X" fmla="*/ 88 w 88"/>
                <a:gd name="GluePoint2Y" fmla="*/ 64 h 64"/>
                <a:gd name="GluePoint3X" fmla="*/ 88 w 88"/>
                <a:gd name="GluePoint3Y" fmla="*/ 0 h 64"/>
                <a:gd name="GluePoint4X" fmla="*/ 0 w 88"/>
                <a:gd name="GluePoint4Y" fmla="*/ 0 h 64"/>
                <a:gd name="GluePoint5X" fmla="*/ 0 w 88"/>
                <a:gd name="GluePoint5Y" fmla="*/ 64 h 64"/>
                <a:gd name="GluePoint6X" fmla="*/ 8 w 88"/>
                <a:gd name="GluePoint6Y" fmla="*/ 54 h 64"/>
                <a:gd name="GluePoint7X" fmla="*/ 32 w 88"/>
                <a:gd name="GluePoint7Y" fmla="*/ 30 h 64"/>
                <a:gd name="GluePoint8X" fmla="*/ 48 w 88"/>
                <a:gd name="GluePoint8Y" fmla="*/ 50 h 64"/>
                <a:gd name="GluePoint9X" fmla="*/ 57 w 88"/>
                <a:gd name="GluePoint9Y" fmla="*/ 42 h 64"/>
                <a:gd name="GluePoint10X" fmla="*/ 74 w 88"/>
                <a:gd name="GluePoint10Y" fmla="*/ 56 h 64"/>
                <a:gd name="GluePoint11X" fmla="*/ 8 w 88"/>
                <a:gd name="GluePoint11Y" fmla="*/ 56 h 64"/>
                <a:gd name="GluePoint12X" fmla="*/ 8 w 88"/>
                <a:gd name="GluePoint12Y" fmla="*/ 54 h 64"/>
                <a:gd name="GluePoint13X" fmla="*/ 72 w 88"/>
                <a:gd name="GluePoint13Y" fmla="*/ 8 h 64"/>
                <a:gd name="GluePoint14X" fmla="*/ 80 w 88"/>
                <a:gd name="GluePoint14Y" fmla="*/ 16 h 64"/>
                <a:gd name="GluePoint15X" fmla="*/ 72 w 88"/>
                <a:gd name="GluePoint15Y" fmla="*/ 24 h 64"/>
                <a:gd name="GluePoint16X" fmla="*/ 64 w 88"/>
                <a:gd name="GluePoint16Y" fmla="*/ 16 h 64"/>
                <a:gd name="GluePoint17X" fmla="*/ 72 w 88"/>
                <a:gd name="GluePoint17Y" fmla="*/ 8 h 64"/>
                <a:gd name="GluePoint18X" fmla="*/ 59 w 88"/>
                <a:gd name="GluePoint18Y" fmla="*/ 8 h 64"/>
                <a:gd name="GluePoint19X" fmla="*/ 56 w 88"/>
                <a:gd name="GluePoint19Y" fmla="*/ 16 h 64"/>
                <a:gd name="GluePoint20X" fmla="*/ 72 w 88"/>
                <a:gd name="GluePoint20Y" fmla="*/ 32 h 64"/>
                <a:gd name="GluePoint21X" fmla="*/ 80 w 88"/>
                <a:gd name="GluePoint21Y" fmla="*/ 30 h 64"/>
                <a:gd name="GluePoint22X" fmla="*/ 80 w 88"/>
                <a:gd name="GluePoint22Y" fmla="*/ 51 h 64"/>
                <a:gd name="GluePoint23X" fmla="*/ 56 w 88"/>
                <a:gd name="GluePoint23Y" fmla="*/ 31 h 64"/>
                <a:gd name="GluePoint24X" fmla="*/ 49 w 88"/>
                <a:gd name="GluePoint24Y" fmla="*/ 38 h 64"/>
                <a:gd name="GluePoint25X" fmla="*/ 33 w 88"/>
                <a:gd name="GluePoint25Y" fmla="*/ 18 h 64"/>
                <a:gd name="GluePoint26X" fmla="*/ 8 w 88"/>
                <a:gd name="GluePoint26Y" fmla="*/ 43 h 64"/>
                <a:gd name="GluePoint27X" fmla="*/ 8 w 88"/>
                <a:gd name="GluePoint27Y" fmla="*/ 8 h 64"/>
                <a:gd name="GluePoint28X" fmla="*/ 59 w 88"/>
                <a:gd name="GluePoint28Y" fmla="*/ 8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</a:cxnLst>
              <a:rect l="textAreaLeft" t="textAreaTop" r="textAreaRight" b="textAreaBottom"/>
              <a:pathLst>
                <a:path w="88" h="64">
                  <a:moveTo>
                    <a:pt x="0" y="64"/>
                  </a:moveTo>
                  <a:cubicBezTo>
                    <a:pt x="88" y="64"/>
                    <a:pt x="88" y="64"/>
                    <a:pt x="88" y="64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4"/>
                  </a:lnTo>
                  <a:close/>
                  <a:moveTo>
                    <a:pt x="8" y="54"/>
                  </a:moveTo>
                  <a:cubicBezTo>
                    <a:pt x="32" y="30"/>
                    <a:pt x="32" y="30"/>
                    <a:pt x="32" y="30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4"/>
                  </a:lnTo>
                  <a:close/>
                  <a:moveTo>
                    <a:pt x="72" y="8"/>
                  </a:moveTo>
                  <a:cubicBezTo>
                    <a:pt x="77" y="8"/>
                    <a:pt x="80" y="12"/>
                    <a:pt x="80" y="16"/>
                  </a:cubicBezTo>
                  <a:cubicBezTo>
                    <a:pt x="80" y="21"/>
                    <a:pt x="77" y="24"/>
                    <a:pt x="72" y="24"/>
                  </a:cubicBezTo>
                  <a:cubicBezTo>
                    <a:pt x="68" y="24"/>
                    <a:pt x="64" y="21"/>
                    <a:pt x="64" y="16"/>
                  </a:cubicBezTo>
                  <a:cubicBezTo>
                    <a:pt x="64" y="12"/>
                    <a:pt x="68" y="8"/>
                    <a:pt x="72" y="8"/>
                  </a:cubicBezTo>
                  <a:close/>
                  <a:moveTo>
                    <a:pt x="59" y="8"/>
                  </a:moveTo>
                  <a:cubicBezTo>
                    <a:pt x="57" y="11"/>
                    <a:pt x="56" y="13"/>
                    <a:pt x="56" y="16"/>
                  </a:cubicBezTo>
                  <a:cubicBezTo>
                    <a:pt x="56" y="25"/>
                    <a:pt x="64" y="32"/>
                    <a:pt x="72" y="32"/>
                  </a:cubicBezTo>
                  <a:cubicBezTo>
                    <a:pt x="75" y="32"/>
                    <a:pt x="78" y="31"/>
                    <a:pt x="80" y="3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9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8520" bIns="38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81" name="Group 697"/>
          <p:cNvGrpSpPr/>
          <p:nvPr/>
        </p:nvGrpSpPr>
        <p:grpSpPr>
          <a:xfrm>
            <a:off x="3241440" y="3661560"/>
            <a:ext cx="303120" cy="217080"/>
            <a:chOff x="3241440" y="3661560"/>
            <a:chExt cx="303120" cy="217080"/>
          </a:xfrm>
        </p:grpSpPr>
        <p:sp>
          <p:nvSpPr>
            <p:cNvPr id="1682" name="Freeform 202"/>
            <p:cNvSpPr/>
            <p:nvPr/>
          </p:nvSpPr>
          <p:spPr>
            <a:xfrm>
              <a:off x="3350160" y="3745440"/>
              <a:ext cx="85680" cy="8568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85680"/>
                <a:gd name="textAreaBottom" fmla="*/ 86040 h 85680"/>
                <a:gd name="GluePoint1X" fmla="*/ 0 w 38"/>
                <a:gd name="GluePoint1Y" fmla="*/ 17 h 38"/>
                <a:gd name="GluePoint2X" fmla="*/ 0 w 38"/>
                <a:gd name="GluePoint2Y" fmla="*/ 21 h 38"/>
                <a:gd name="GluePoint3X" fmla="*/ 17 w 38"/>
                <a:gd name="GluePoint3Y" fmla="*/ 21 h 38"/>
                <a:gd name="GluePoint4X" fmla="*/ 17 w 38"/>
                <a:gd name="GluePoint4Y" fmla="*/ 38 h 38"/>
                <a:gd name="GluePoint5X" fmla="*/ 21 w 38"/>
                <a:gd name="GluePoint5Y" fmla="*/ 38 h 38"/>
                <a:gd name="GluePoint6X" fmla="*/ 21 w 38"/>
                <a:gd name="GluePoint6Y" fmla="*/ 21 h 38"/>
                <a:gd name="GluePoint7X" fmla="*/ 38 w 38"/>
                <a:gd name="GluePoint7Y" fmla="*/ 21 h 38"/>
                <a:gd name="GluePoint8X" fmla="*/ 38 w 38"/>
                <a:gd name="GluePoint8Y" fmla="*/ 17 h 38"/>
                <a:gd name="GluePoint9X" fmla="*/ 21 w 38"/>
                <a:gd name="GluePoint9Y" fmla="*/ 17 h 38"/>
                <a:gd name="GluePoint10X" fmla="*/ 21 w 38"/>
                <a:gd name="GluePoint10Y" fmla="*/ 0 h 38"/>
                <a:gd name="GluePoint11X" fmla="*/ 17 w 38"/>
                <a:gd name="GluePoint11Y" fmla="*/ 0 h 38"/>
                <a:gd name="GluePoint12X" fmla="*/ 17 w 38"/>
                <a:gd name="GluePoint12Y" fmla="*/ 17 h 38"/>
                <a:gd name="GluePoint13X" fmla="*/ 0 w 38"/>
                <a:gd name="GluePoint13Y" fmla="*/ 17 h 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8" h="38">
                  <a:moveTo>
                    <a:pt x="0" y="17"/>
                  </a:moveTo>
                  <a:lnTo>
                    <a:pt x="0" y="21"/>
                  </a:lnTo>
                  <a:lnTo>
                    <a:pt x="17" y="21"/>
                  </a:lnTo>
                  <a:lnTo>
                    <a:pt x="17" y="38"/>
                  </a:lnTo>
                  <a:lnTo>
                    <a:pt x="21" y="38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7"/>
                  </a:lnTo>
                  <a:lnTo>
                    <a:pt x="21" y="17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7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83" name="Freeform 203"/>
            <p:cNvSpPr/>
            <p:nvPr/>
          </p:nvSpPr>
          <p:spPr>
            <a:xfrm>
              <a:off x="3241440" y="366156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3 w 134"/>
                <a:gd name="GluePoint6Y" fmla="*/ 17 h 96"/>
                <a:gd name="GluePoint7X" fmla="*/ 47 w 134"/>
                <a:gd name="GluePoint7Y" fmla="*/ 0 h 96"/>
                <a:gd name="GluePoint8X" fmla="*/ 130 w 134"/>
                <a:gd name="GluePoint8Y" fmla="*/ 91 h 96"/>
                <a:gd name="GluePoint9X" fmla="*/ 5 w 134"/>
                <a:gd name="GluePoint9Y" fmla="*/ 91 h 96"/>
                <a:gd name="GluePoint10X" fmla="*/ 5 w 134"/>
                <a:gd name="GluePoint10Y" fmla="*/ 4 h 96"/>
                <a:gd name="GluePoint11X" fmla="*/ 45 w 134"/>
                <a:gd name="GluePoint11Y" fmla="*/ 4 h 96"/>
                <a:gd name="GluePoint12X" fmla="*/ 62 w 134"/>
                <a:gd name="GluePoint12Y" fmla="*/ 21 h 96"/>
                <a:gd name="GluePoint13X" fmla="*/ 130 w 134"/>
                <a:gd name="GluePoint13Y" fmla="*/ 21 h 96"/>
                <a:gd name="GluePoint14X" fmla="*/ 130 w 134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30" y="91"/>
                  </a:moveTo>
                  <a:lnTo>
                    <a:pt x="5" y="91"/>
                  </a:lnTo>
                  <a:lnTo>
                    <a:pt x="5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84" name="Group 698"/>
          <p:cNvGrpSpPr/>
          <p:nvPr/>
        </p:nvGrpSpPr>
        <p:grpSpPr>
          <a:xfrm>
            <a:off x="3633120" y="3661560"/>
            <a:ext cx="303120" cy="217080"/>
            <a:chOff x="3633120" y="3661560"/>
            <a:chExt cx="303120" cy="217080"/>
          </a:xfrm>
        </p:grpSpPr>
        <p:sp>
          <p:nvSpPr>
            <p:cNvPr id="1685" name="Freeform 204"/>
            <p:cNvSpPr/>
            <p:nvPr/>
          </p:nvSpPr>
          <p:spPr>
            <a:xfrm>
              <a:off x="3633120" y="366156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3 w 134"/>
                <a:gd name="GluePoint6Y" fmla="*/ 17 h 96"/>
                <a:gd name="GluePoint7X" fmla="*/ 47 w 134"/>
                <a:gd name="GluePoint7Y" fmla="*/ 0 h 96"/>
                <a:gd name="GluePoint8X" fmla="*/ 129 w 134"/>
                <a:gd name="GluePoint8Y" fmla="*/ 91 h 96"/>
                <a:gd name="GluePoint9X" fmla="*/ 4 w 134"/>
                <a:gd name="GluePoint9Y" fmla="*/ 91 h 96"/>
                <a:gd name="GluePoint10X" fmla="*/ 4 w 134"/>
                <a:gd name="GluePoint10Y" fmla="*/ 4 h 96"/>
                <a:gd name="GluePoint11X" fmla="*/ 45 w 134"/>
                <a:gd name="GluePoint11Y" fmla="*/ 4 h 96"/>
                <a:gd name="GluePoint12X" fmla="*/ 62 w 134"/>
                <a:gd name="GluePoint12Y" fmla="*/ 21 h 96"/>
                <a:gd name="GluePoint13X" fmla="*/ 129 w 134"/>
                <a:gd name="GluePoint13Y" fmla="*/ 21 h 96"/>
                <a:gd name="GluePoint14X" fmla="*/ 129 w 134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86" name="Freeform 206"/>
            <p:cNvSpPr/>
            <p:nvPr/>
          </p:nvSpPr>
          <p:spPr>
            <a:xfrm>
              <a:off x="3732840" y="3747960"/>
              <a:ext cx="99360" cy="810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81000"/>
                <a:gd name="textAreaBottom" fmla="*/ 81360 h 81000"/>
                <a:gd name="GluePoint1X" fmla="*/ 17 w 44"/>
                <a:gd name="GluePoint1Y" fmla="*/ 0 h 36"/>
                <a:gd name="GluePoint2X" fmla="*/ 0 w 44"/>
                <a:gd name="GluePoint2Y" fmla="*/ 16 h 36"/>
                <a:gd name="GluePoint3X" fmla="*/ 0 w 44"/>
                <a:gd name="GluePoint3Y" fmla="*/ 20 h 36"/>
                <a:gd name="GluePoint4X" fmla="*/ 17 w 44"/>
                <a:gd name="GluePoint4Y" fmla="*/ 36 h 36"/>
                <a:gd name="GluePoint5X" fmla="*/ 20 w 44"/>
                <a:gd name="GluePoint5Y" fmla="*/ 33 h 36"/>
                <a:gd name="GluePoint6X" fmla="*/ 7 w 44"/>
                <a:gd name="GluePoint6Y" fmla="*/ 20 h 36"/>
                <a:gd name="GluePoint7X" fmla="*/ 44 w 44"/>
                <a:gd name="GluePoint7Y" fmla="*/ 20 h 36"/>
                <a:gd name="GluePoint8X" fmla="*/ 44 w 44"/>
                <a:gd name="GluePoint8Y" fmla="*/ 16 h 36"/>
                <a:gd name="GluePoint9X" fmla="*/ 7 w 44"/>
                <a:gd name="GluePoint9Y" fmla="*/ 16 h 36"/>
                <a:gd name="GluePoint10X" fmla="*/ 20 w 44"/>
                <a:gd name="GluePoint10Y" fmla="*/ 3 h 36"/>
                <a:gd name="GluePoint11X" fmla="*/ 17 w 44"/>
                <a:gd name="GluePoint11Y" fmla="*/ 0 h 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4" h="36">
                  <a:moveTo>
                    <a:pt x="17" y="0"/>
                  </a:moveTo>
                  <a:lnTo>
                    <a:pt x="0" y="16"/>
                  </a:lnTo>
                  <a:lnTo>
                    <a:pt x="0" y="20"/>
                  </a:lnTo>
                  <a:lnTo>
                    <a:pt x="17" y="36"/>
                  </a:lnTo>
                  <a:lnTo>
                    <a:pt x="20" y="33"/>
                  </a:lnTo>
                  <a:lnTo>
                    <a:pt x="7" y="20"/>
                  </a:lnTo>
                  <a:lnTo>
                    <a:pt x="44" y="20"/>
                  </a:lnTo>
                  <a:lnTo>
                    <a:pt x="44" y="16"/>
                  </a:lnTo>
                  <a:lnTo>
                    <a:pt x="7" y="16"/>
                  </a:lnTo>
                  <a:lnTo>
                    <a:pt x="20" y="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680" bIns="40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87" name="Group 701"/>
          <p:cNvGrpSpPr/>
          <p:nvPr/>
        </p:nvGrpSpPr>
        <p:grpSpPr>
          <a:xfrm>
            <a:off x="4024800" y="3661560"/>
            <a:ext cx="300960" cy="217080"/>
            <a:chOff x="4024800" y="3661560"/>
            <a:chExt cx="300960" cy="217080"/>
          </a:xfrm>
        </p:grpSpPr>
        <p:sp>
          <p:nvSpPr>
            <p:cNvPr id="1688" name="Freeform 207"/>
            <p:cNvSpPr/>
            <p:nvPr/>
          </p:nvSpPr>
          <p:spPr>
            <a:xfrm>
              <a:off x="4024800" y="366156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6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3 w 133"/>
                <a:gd name="GluePoint6Y" fmla="*/ 17 h 96"/>
                <a:gd name="GluePoint7X" fmla="*/ 46 w 133"/>
                <a:gd name="GluePoint7Y" fmla="*/ 0 h 96"/>
                <a:gd name="GluePoint8X" fmla="*/ 129 w 133"/>
                <a:gd name="GluePoint8Y" fmla="*/ 91 h 96"/>
                <a:gd name="GluePoint9X" fmla="*/ 4 w 133"/>
                <a:gd name="GluePoint9Y" fmla="*/ 91 h 96"/>
                <a:gd name="GluePoint10X" fmla="*/ 4 w 133"/>
                <a:gd name="GluePoint10Y" fmla="*/ 4 h 96"/>
                <a:gd name="GluePoint11X" fmla="*/ 45 w 133"/>
                <a:gd name="GluePoint11Y" fmla="*/ 4 h 96"/>
                <a:gd name="GluePoint12X" fmla="*/ 61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6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6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89" name="Freeform 208"/>
            <p:cNvSpPr/>
            <p:nvPr/>
          </p:nvSpPr>
          <p:spPr>
            <a:xfrm>
              <a:off x="4133520" y="3788640"/>
              <a:ext cx="65160" cy="651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5160"/>
                <a:gd name="textAreaBottom" fmla="*/ 65520 h 65160"/>
                <a:gd name="GluePoint1X" fmla="*/ 37 w 56"/>
                <a:gd name="GluePoint1Y" fmla="*/ 23 h 55"/>
                <a:gd name="GluePoint2X" fmla="*/ 44 w 56"/>
                <a:gd name="GluePoint2Y" fmla="*/ 32 h 55"/>
                <a:gd name="GluePoint3X" fmla="*/ 36 w 56"/>
                <a:gd name="GluePoint3Y" fmla="*/ 32 h 55"/>
                <a:gd name="GluePoint4X" fmla="*/ 8 w 56"/>
                <a:gd name="GluePoint4Y" fmla="*/ 0 h 55"/>
                <a:gd name="GluePoint5X" fmla="*/ 0 w 56"/>
                <a:gd name="GluePoint5Y" fmla="*/ 0 h 55"/>
                <a:gd name="GluePoint6X" fmla="*/ 36 w 56"/>
                <a:gd name="GluePoint6Y" fmla="*/ 40 h 55"/>
                <a:gd name="GluePoint7X" fmla="*/ 44 w 56"/>
                <a:gd name="GluePoint7Y" fmla="*/ 40 h 55"/>
                <a:gd name="GluePoint8X" fmla="*/ 37 w 56"/>
                <a:gd name="GluePoint8Y" fmla="*/ 50 h 55"/>
                <a:gd name="GluePoint9X" fmla="*/ 43 w 56"/>
                <a:gd name="GluePoint9Y" fmla="*/ 55 h 55"/>
                <a:gd name="GluePoint10X" fmla="*/ 56 w 56"/>
                <a:gd name="GluePoint10Y" fmla="*/ 39 h 55"/>
                <a:gd name="GluePoint11X" fmla="*/ 56 w 56"/>
                <a:gd name="GluePoint11Y" fmla="*/ 34 h 55"/>
                <a:gd name="GluePoint12X" fmla="*/ 43 w 56"/>
                <a:gd name="GluePoint12Y" fmla="*/ 18 h 55"/>
                <a:gd name="GluePoint13X" fmla="*/ 37 w 56"/>
                <a:gd name="GluePoint13Y" fmla="*/ 23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37" y="23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56" y="39"/>
                    <a:pt x="56" y="39"/>
                    <a:pt x="56" y="39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37" y="2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90" name="Freeform 209"/>
            <p:cNvSpPr/>
            <p:nvPr/>
          </p:nvSpPr>
          <p:spPr>
            <a:xfrm>
              <a:off x="4160880" y="3725280"/>
              <a:ext cx="67680" cy="6300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63000"/>
                <a:gd name="textAreaBottom" fmla="*/ 63360 h 63000"/>
                <a:gd name="GluePoint1X" fmla="*/ 0 w 56"/>
                <a:gd name="GluePoint1Y" fmla="*/ 21 h 54"/>
                <a:gd name="GluePoint2X" fmla="*/ 12 w 56"/>
                <a:gd name="GluePoint2Y" fmla="*/ 37 h 54"/>
                <a:gd name="GluePoint3X" fmla="*/ 19 w 56"/>
                <a:gd name="GluePoint3Y" fmla="*/ 32 h 54"/>
                <a:gd name="GluePoint4X" fmla="*/ 12 w 56"/>
                <a:gd name="GluePoint4Y" fmla="*/ 22 h 54"/>
                <a:gd name="GluePoint5X" fmla="*/ 20 w 56"/>
                <a:gd name="GluePoint5Y" fmla="*/ 22 h 54"/>
                <a:gd name="GluePoint6X" fmla="*/ 48 w 56"/>
                <a:gd name="GluePoint6Y" fmla="*/ 54 h 54"/>
                <a:gd name="GluePoint7X" fmla="*/ 56 w 56"/>
                <a:gd name="GluePoint7Y" fmla="*/ 54 h 54"/>
                <a:gd name="GluePoint8X" fmla="*/ 20 w 56"/>
                <a:gd name="GluePoint8Y" fmla="*/ 14 h 54"/>
                <a:gd name="GluePoint9X" fmla="*/ 12 w 56"/>
                <a:gd name="GluePoint9Y" fmla="*/ 14 h 54"/>
                <a:gd name="GluePoint10X" fmla="*/ 19 w 56"/>
                <a:gd name="GluePoint10Y" fmla="*/ 5 h 54"/>
                <a:gd name="GluePoint11X" fmla="*/ 12 w 56"/>
                <a:gd name="GluePoint11Y" fmla="*/ 0 h 54"/>
                <a:gd name="GluePoint12X" fmla="*/ 0 w 56"/>
                <a:gd name="GluePoint12Y" fmla="*/ 16 h 54"/>
                <a:gd name="GluePoint13X" fmla="*/ 0 w 56"/>
                <a:gd name="GluePoint13Y" fmla="*/ 21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0" y="21"/>
                  </a:moveTo>
                  <a:cubicBezTo>
                    <a:pt x="12" y="37"/>
                    <a:pt x="12" y="37"/>
                    <a:pt x="12" y="37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6" y="22"/>
                    <a:pt x="48" y="40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5"/>
                    <a:pt x="40" y="14"/>
                    <a:pt x="20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91" name="Group 702"/>
          <p:cNvGrpSpPr/>
          <p:nvPr/>
        </p:nvGrpSpPr>
        <p:grpSpPr>
          <a:xfrm>
            <a:off x="4416480" y="3661560"/>
            <a:ext cx="300960" cy="217080"/>
            <a:chOff x="4416480" y="3661560"/>
            <a:chExt cx="300960" cy="217080"/>
          </a:xfrm>
        </p:grpSpPr>
        <p:sp>
          <p:nvSpPr>
            <p:cNvPr id="1692" name="Freeform 210"/>
            <p:cNvSpPr/>
            <p:nvPr/>
          </p:nvSpPr>
          <p:spPr>
            <a:xfrm>
              <a:off x="4416480" y="366156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7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3 w 133"/>
                <a:gd name="GluePoint6Y" fmla="*/ 17 h 96"/>
                <a:gd name="GluePoint7X" fmla="*/ 47 w 133"/>
                <a:gd name="GluePoint7Y" fmla="*/ 0 h 96"/>
                <a:gd name="GluePoint8X" fmla="*/ 129 w 133"/>
                <a:gd name="GluePoint8Y" fmla="*/ 91 h 96"/>
                <a:gd name="GluePoint9X" fmla="*/ 4 w 133"/>
                <a:gd name="GluePoint9Y" fmla="*/ 91 h 96"/>
                <a:gd name="GluePoint10X" fmla="*/ 4 w 133"/>
                <a:gd name="GluePoint10Y" fmla="*/ 4 h 96"/>
                <a:gd name="GluePoint11X" fmla="*/ 45 w 133"/>
                <a:gd name="GluePoint11Y" fmla="*/ 4 h 96"/>
                <a:gd name="GluePoint12X" fmla="*/ 61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5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93" name="Freeform 211"/>
            <p:cNvSpPr/>
            <p:nvPr/>
          </p:nvSpPr>
          <p:spPr>
            <a:xfrm>
              <a:off x="4529880" y="3756960"/>
              <a:ext cx="74520" cy="7200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72000"/>
                <a:gd name="textAreaBottom" fmla="*/ 72360 h 72000"/>
                <a:gd name="GluePoint1X" fmla="*/ 3 w 33"/>
                <a:gd name="GluePoint1Y" fmla="*/ 0 h 32"/>
                <a:gd name="GluePoint2X" fmla="*/ 0 w 33"/>
                <a:gd name="GluePoint2Y" fmla="*/ 3 h 32"/>
                <a:gd name="GluePoint3X" fmla="*/ 13 w 33"/>
                <a:gd name="GluePoint3Y" fmla="*/ 16 h 32"/>
                <a:gd name="GluePoint4X" fmla="*/ 0 w 33"/>
                <a:gd name="GluePoint4Y" fmla="*/ 29 h 32"/>
                <a:gd name="GluePoint5X" fmla="*/ 3 w 33"/>
                <a:gd name="GluePoint5Y" fmla="*/ 32 h 32"/>
                <a:gd name="GluePoint6X" fmla="*/ 17 w 33"/>
                <a:gd name="GluePoint6Y" fmla="*/ 19 h 32"/>
                <a:gd name="GluePoint7X" fmla="*/ 30 w 33"/>
                <a:gd name="GluePoint7Y" fmla="*/ 32 h 32"/>
                <a:gd name="GluePoint8X" fmla="*/ 33 w 33"/>
                <a:gd name="GluePoint8Y" fmla="*/ 29 h 32"/>
                <a:gd name="GluePoint9X" fmla="*/ 20 w 33"/>
                <a:gd name="GluePoint9Y" fmla="*/ 16 h 32"/>
                <a:gd name="GluePoint10X" fmla="*/ 33 w 33"/>
                <a:gd name="GluePoint10Y" fmla="*/ 3 h 32"/>
                <a:gd name="GluePoint11X" fmla="*/ 30 w 33"/>
                <a:gd name="GluePoint11Y" fmla="*/ 0 h 32"/>
                <a:gd name="GluePoint12X" fmla="*/ 17 w 33"/>
                <a:gd name="GluePoint12Y" fmla="*/ 14 h 32"/>
                <a:gd name="GluePoint13X" fmla="*/ 3 w 33"/>
                <a:gd name="GluePoint13Y" fmla="*/ 0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3" h="32">
                  <a:moveTo>
                    <a:pt x="3" y="0"/>
                  </a:move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lnTo>
                    <a:pt x="17" y="19"/>
                  </a:lnTo>
                  <a:lnTo>
                    <a:pt x="30" y="32"/>
                  </a:lnTo>
                  <a:lnTo>
                    <a:pt x="33" y="29"/>
                  </a:lnTo>
                  <a:lnTo>
                    <a:pt x="20" y="16"/>
                  </a:lnTo>
                  <a:lnTo>
                    <a:pt x="33" y="3"/>
                  </a:lnTo>
                  <a:lnTo>
                    <a:pt x="30" y="0"/>
                  </a:lnTo>
                  <a:lnTo>
                    <a:pt x="17" y="1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94" name="Group 705"/>
          <p:cNvGrpSpPr/>
          <p:nvPr/>
        </p:nvGrpSpPr>
        <p:grpSpPr>
          <a:xfrm>
            <a:off x="4808520" y="3661560"/>
            <a:ext cx="300960" cy="217080"/>
            <a:chOff x="4808520" y="3661560"/>
            <a:chExt cx="300960" cy="217080"/>
          </a:xfrm>
        </p:grpSpPr>
        <p:sp>
          <p:nvSpPr>
            <p:cNvPr id="1695" name="Freeform 212"/>
            <p:cNvSpPr/>
            <p:nvPr/>
          </p:nvSpPr>
          <p:spPr>
            <a:xfrm>
              <a:off x="4808520" y="3661560"/>
              <a:ext cx="300960" cy="217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17080"/>
                <a:gd name="textAreaBottom" fmla="*/ 217440 h 217080"/>
                <a:gd name="GluePoint1X" fmla="*/ 47 w 133"/>
                <a:gd name="GluePoint1Y" fmla="*/ 0 h 96"/>
                <a:gd name="GluePoint2X" fmla="*/ 0 w 133"/>
                <a:gd name="GluePoint2Y" fmla="*/ 0 h 96"/>
                <a:gd name="GluePoint3X" fmla="*/ 0 w 133"/>
                <a:gd name="GluePoint3Y" fmla="*/ 96 h 96"/>
                <a:gd name="GluePoint4X" fmla="*/ 133 w 133"/>
                <a:gd name="GluePoint4Y" fmla="*/ 96 h 96"/>
                <a:gd name="GluePoint5X" fmla="*/ 133 w 133"/>
                <a:gd name="GluePoint5Y" fmla="*/ 17 h 96"/>
                <a:gd name="GluePoint6X" fmla="*/ 63 w 133"/>
                <a:gd name="GluePoint6Y" fmla="*/ 17 h 96"/>
                <a:gd name="GluePoint7X" fmla="*/ 47 w 133"/>
                <a:gd name="GluePoint7Y" fmla="*/ 0 h 96"/>
                <a:gd name="GluePoint8X" fmla="*/ 129 w 133"/>
                <a:gd name="GluePoint8Y" fmla="*/ 91 h 96"/>
                <a:gd name="GluePoint9X" fmla="*/ 4 w 133"/>
                <a:gd name="GluePoint9Y" fmla="*/ 91 h 96"/>
                <a:gd name="GluePoint10X" fmla="*/ 4 w 133"/>
                <a:gd name="GluePoint10Y" fmla="*/ 4 h 96"/>
                <a:gd name="GluePoint11X" fmla="*/ 44 w 133"/>
                <a:gd name="GluePoint11Y" fmla="*/ 4 h 96"/>
                <a:gd name="GluePoint12X" fmla="*/ 61 w 133"/>
                <a:gd name="GluePoint12Y" fmla="*/ 21 h 96"/>
                <a:gd name="GluePoint13X" fmla="*/ 129 w 133"/>
                <a:gd name="GluePoint13Y" fmla="*/ 21 h 96"/>
                <a:gd name="GluePoint14X" fmla="*/ 129 w 133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3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3" y="96"/>
                  </a:lnTo>
                  <a:lnTo>
                    <a:pt x="133" y="17"/>
                  </a:lnTo>
                  <a:lnTo>
                    <a:pt x="63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4" y="4"/>
                  </a:lnTo>
                  <a:lnTo>
                    <a:pt x="61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96" name="Freeform 213"/>
            <p:cNvSpPr/>
            <p:nvPr/>
          </p:nvSpPr>
          <p:spPr>
            <a:xfrm>
              <a:off x="4910400" y="3750120"/>
              <a:ext cx="94680" cy="9252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2520"/>
                <a:gd name="textAreaBottom" fmla="*/ 92880 h 92520"/>
                <a:gd name="GluePoint1X" fmla="*/ 0 w 79"/>
                <a:gd name="GluePoint1Y" fmla="*/ 28 h 79"/>
                <a:gd name="GluePoint2X" fmla="*/ 28 w 79"/>
                <a:gd name="GluePoint2Y" fmla="*/ 56 h 79"/>
                <a:gd name="GluePoint3X" fmla="*/ 45 w 79"/>
                <a:gd name="GluePoint3Y" fmla="*/ 51 h 79"/>
                <a:gd name="GluePoint4X" fmla="*/ 73 w 79"/>
                <a:gd name="GluePoint4Y" fmla="*/ 79 h 79"/>
                <a:gd name="GluePoint5X" fmla="*/ 79 w 79"/>
                <a:gd name="GluePoint5Y" fmla="*/ 73 h 79"/>
                <a:gd name="GluePoint6X" fmla="*/ 50 w 79"/>
                <a:gd name="GluePoint6Y" fmla="*/ 45 h 79"/>
                <a:gd name="GluePoint7X" fmla="*/ 56 w 79"/>
                <a:gd name="GluePoint7Y" fmla="*/ 28 h 79"/>
                <a:gd name="GluePoint8X" fmla="*/ 28 w 79"/>
                <a:gd name="GluePoint8Y" fmla="*/ 0 h 79"/>
                <a:gd name="GluePoint9X" fmla="*/ 0 w 79"/>
                <a:gd name="GluePoint9Y" fmla="*/ 28 h 79"/>
                <a:gd name="GluePoint10X" fmla="*/ 48 w 79"/>
                <a:gd name="GluePoint10Y" fmla="*/ 28 h 79"/>
                <a:gd name="GluePoint11X" fmla="*/ 28 w 79"/>
                <a:gd name="GluePoint11Y" fmla="*/ 48 h 79"/>
                <a:gd name="GluePoint12X" fmla="*/ 8 w 79"/>
                <a:gd name="GluePoint12Y" fmla="*/ 28 h 79"/>
                <a:gd name="GluePoint13X" fmla="*/ 28 w 79"/>
                <a:gd name="GluePoint13Y" fmla="*/ 8 h 79"/>
                <a:gd name="GluePoint14X" fmla="*/ 48 w 79"/>
                <a:gd name="GluePoint14Y" fmla="*/ 28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9" h="79">
                  <a:moveTo>
                    <a:pt x="0" y="28"/>
                  </a:moveTo>
                  <a:cubicBezTo>
                    <a:pt x="0" y="44"/>
                    <a:pt x="13" y="56"/>
                    <a:pt x="28" y="56"/>
                  </a:cubicBezTo>
                  <a:cubicBezTo>
                    <a:pt x="34" y="56"/>
                    <a:pt x="40" y="54"/>
                    <a:pt x="45" y="51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4" y="40"/>
                    <a:pt x="56" y="35"/>
                    <a:pt x="56" y="28"/>
                  </a:cubicBezTo>
                  <a:cubicBezTo>
                    <a:pt x="56" y="13"/>
                    <a:pt x="44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lose/>
                  <a:moveTo>
                    <a:pt x="48" y="28"/>
                  </a:move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697" name="Group 706"/>
          <p:cNvGrpSpPr/>
          <p:nvPr/>
        </p:nvGrpSpPr>
        <p:grpSpPr>
          <a:xfrm>
            <a:off x="5198040" y="3661560"/>
            <a:ext cx="303120" cy="217080"/>
            <a:chOff x="5198040" y="3661560"/>
            <a:chExt cx="303120" cy="217080"/>
          </a:xfrm>
        </p:grpSpPr>
        <p:sp>
          <p:nvSpPr>
            <p:cNvPr id="1698" name="Freeform 214"/>
            <p:cNvSpPr/>
            <p:nvPr/>
          </p:nvSpPr>
          <p:spPr>
            <a:xfrm>
              <a:off x="5198040" y="366156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4 w 134"/>
                <a:gd name="GluePoint6Y" fmla="*/ 17 h 96"/>
                <a:gd name="GluePoint7X" fmla="*/ 47 w 134"/>
                <a:gd name="GluePoint7Y" fmla="*/ 0 h 96"/>
                <a:gd name="GluePoint8X" fmla="*/ 130 w 134"/>
                <a:gd name="GluePoint8Y" fmla="*/ 91 h 96"/>
                <a:gd name="GluePoint9X" fmla="*/ 5 w 134"/>
                <a:gd name="GluePoint9Y" fmla="*/ 91 h 96"/>
                <a:gd name="GluePoint10X" fmla="*/ 5 w 134"/>
                <a:gd name="GluePoint10Y" fmla="*/ 4 h 96"/>
                <a:gd name="GluePoint11X" fmla="*/ 46 w 134"/>
                <a:gd name="GluePoint11Y" fmla="*/ 4 h 96"/>
                <a:gd name="GluePoint12X" fmla="*/ 62 w 134"/>
                <a:gd name="GluePoint12Y" fmla="*/ 21 h 96"/>
                <a:gd name="GluePoint13X" fmla="*/ 130 w 134"/>
                <a:gd name="GluePoint13Y" fmla="*/ 21 h 96"/>
                <a:gd name="GluePoint14X" fmla="*/ 130 w 134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30" y="91"/>
                  </a:moveTo>
                  <a:lnTo>
                    <a:pt x="5" y="91"/>
                  </a:lnTo>
                  <a:lnTo>
                    <a:pt x="5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30" y="21"/>
                  </a:lnTo>
                  <a:lnTo>
                    <a:pt x="130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699" name="Freeform 215"/>
            <p:cNvSpPr/>
            <p:nvPr/>
          </p:nvSpPr>
          <p:spPr>
            <a:xfrm>
              <a:off x="5297760" y="3736440"/>
              <a:ext cx="106200" cy="99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99360"/>
                <a:gd name="textAreaBottom" fmla="*/ 99720 h 99360"/>
                <a:gd name="GluePoint1X" fmla="*/ 4 w 89"/>
                <a:gd name="GluePoint1Y" fmla="*/ 32 h 85"/>
                <a:gd name="GluePoint2X" fmla="*/ 0 w 89"/>
                <a:gd name="GluePoint2Y" fmla="*/ 35 h 85"/>
                <a:gd name="GluePoint3X" fmla="*/ 2 w 89"/>
                <a:gd name="GluePoint3Y" fmla="*/ 40 h 85"/>
                <a:gd name="GluePoint4X" fmla="*/ 23 w 89"/>
                <a:gd name="GluePoint4Y" fmla="*/ 54 h 85"/>
                <a:gd name="GluePoint5X" fmla="*/ 16 w 89"/>
                <a:gd name="GluePoint5Y" fmla="*/ 79 h 85"/>
                <a:gd name="GluePoint6X" fmla="*/ 17 w 89"/>
                <a:gd name="GluePoint6Y" fmla="*/ 84 h 85"/>
                <a:gd name="GluePoint7X" fmla="*/ 22 w 89"/>
                <a:gd name="GluePoint7Y" fmla="*/ 84 h 85"/>
                <a:gd name="GluePoint8X" fmla="*/ 44 w 89"/>
                <a:gd name="GluePoint8Y" fmla="*/ 69 h 85"/>
                <a:gd name="GluePoint9X" fmla="*/ 66 w 89"/>
                <a:gd name="GluePoint9Y" fmla="*/ 84 h 85"/>
                <a:gd name="GluePoint10X" fmla="*/ 68 w 89"/>
                <a:gd name="GluePoint10Y" fmla="*/ 84 h 85"/>
                <a:gd name="GluePoint11X" fmla="*/ 70 w 89"/>
                <a:gd name="GluePoint11Y" fmla="*/ 84 h 85"/>
                <a:gd name="GluePoint12X" fmla="*/ 72 w 89"/>
                <a:gd name="GluePoint12Y" fmla="*/ 79 h 85"/>
                <a:gd name="GluePoint13X" fmla="*/ 65 w 89"/>
                <a:gd name="GluePoint13Y" fmla="*/ 54 h 85"/>
                <a:gd name="GluePoint14X" fmla="*/ 86 w 89"/>
                <a:gd name="GluePoint14Y" fmla="*/ 40 h 85"/>
                <a:gd name="GluePoint15X" fmla="*/ 88 w 89"/>
                <a:gd name="GluePoint15Y" fmla="*/ 35 h 85"/>
                <a:gd name="GluePoint16X" fmla="*/ 84 w 89"/>
                <a:gd name="GluePoint16Y" fmla="*/ 32 h 85"/>
                <a:gd name="GluePoint17X" fmla="*/ 59 w 89"/>
                <a:gd name="GluePoint17Y" fmla="*/ 32 h 85"/>
                <a:gd name="GluePoint18X" fmla="*/ 48 w 89"/>
                <a:gd name="GluePoint18Y" fmla="*/ 3 h 85"/>
                <a:gd name="GluePoint19X" fmla="*/ 44 w 89"/>
                <a:gd name="GluePoint19Y" fmla="*/ 0 h 85"/>
                <a:gd name="GluePoint20X" fmla="*/ 44 w 89"/>
                <a:gd name="GluePoint20Y" fmla="*/ 0 h 85"/>
                <a:gd name="GluePoint21X" fmla="*/ 40 w 89"/>
                <a:gd name="GluePoint21Y" fmla="*/ 3 h 85"/>
                <a:gd name="GluePoint22X" fmla="*/ 30 w 89"/>
                <a:gd name="GluePoint22Y" fmla="*/ 32 h 85"/>
                <a:gd name="GluePoint23X" fmla="*/ 4 w 89"/>
                <a:gd name="GluePoint23Y" fmla="*/ 32 h 85"/>
                <a:gd name="GluePoint24X" fmla="*/ 37 w 89"/>
                <a:gd name="GluePoint24Y" fmla="*/ 38 h 85"/>
                <a:gd name="GluePoint25X" fmla="*/ 44 w 89"/>
                <a:gd name="GluePoint25Y" fmla="*/ 16 h 85"/>
                <a:gd name="GluePoint26X" fmla="*/ 52 w 89"/>
                <a:gd name="GluePoint26Y" fmla="*/ 38 h 85"/>
                <a:gd name="GluePoint27X" fmla="*/ 56 w 89"/>
                <a:gd name="GluePoint27Y" fmla="*/ 40 h 85"/>
                <a:gd name="GluePoint28X" fmla="*/ 71 w 89"/>
                <a:gd name="GluePoint28Y" fmla="*/ 40 h 85"/>
                <a:gd name="GluePoint29X" fmla="*/ 58 w 89"/>
                <a:gd name="GluePoint29Y" fmla="*/ 49 h 85"/>
                <a:gd name="GluePoint30X" fmla="*/ 56 w 89"/>
                <a:gd name="GluePoint30Y" fmla="*/ 53 h 85"/>
                <a:gd name="GluePoint31X" fmla="*/ 61 w 89"/>
                <a:gd name="GluePoint31Y" fmla="*/ 71 h 85"/>
                <a:gd name="GluePoint32X" fmla="*/ 46 w 89"/>
                <a:gd name="GluePoint32Y" fmla="*/ 61 h 85"/>
                <a:gd name="GluePoint33X" fmla="*/ 42 w 89"/>
                <a:gd name="GluePoint33Y" fmla="*/ 61 h 85"/>
                <a:gd name="GluePoint34X" fmla="*/ 27 w 89"/>
                <a:gd name="GluePoint34Y" fmla="*/ 71 h 85"/>
                <a:gd name="GluePoint35X" fmla="*/ 32 w 89"/>
                <a:gd name="GluePoint35Y" fmla="*/ 53 h 85"/>
                <a:gd name="GluePoint36X" fmla="*/ 30 w 89"/>
                <a:gd name="GluePoint36Y" fmla="*/ 49 h 85"/>
                <a:gd name="GluePoint37X" fmla="*/ 17 w 89"/>
                <a:gd name="GluePoint37Y" fmla="*/ 40 h 85"/>
                <a:gd name="GluePoint38X" fmla="*/ 33 w 89"/>
                <a:gd name="GluePoint38Y" fmla="*/ 40 h 85"/>
                <a:gd name="GluePoint39X" fmla="*/ 37 w 89"/>
                <a:gd name="GluePoint39Y" fmla="*/ 38 h 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</a:cxnLst>
              <a:rect l="textAreaLeft" t="textAreaTop" r="textAreaRight" b="textAreaBottom"/>
              <a:pathLst>
                <a:path w="89" h="85">
                  <a:moveTo>
                    <a:pt x="4" y="32"/>
                  </a:moveTo>
                  <a:cubicBezTo>
                    <a:pt x="2" y="32"/>
                    <a:pt x="1" y="33"/>
                    <a:pt x="0" y="35"/>
                  </a:cubicBezTo>
                  <a:cubicBezTo>
                    <a:pt x="0" y="37"/>
                    <a:pt x="1" y="39"/>
                    <a:pt x="2" y="40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5" y="81"/>
                    <a:pt x="16" y="83"/>
                    <a:pt x="17" y="84"/>
                  </a:cubicBezTo>
                  <a:cubicBezTo>
                    <a:pt x="19" y="85"/>
                    <a:pt x="20" y="85"/>
                    <a:pt x="22" y="84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84"/>
                    <a:pt x="67" y="84"/>
                    <a:pt x="68" y="84"/>
                  </a:cubicBezTo>
                  <a:cubicBezTo>
                    <a:pt x="69" y="84"/>
                    <a:pt x="70" y="84"/>
                    <a:pt x="70" y="84"/>
                  </a:cubicBezTo>
                  <a:cubicBezTo>
                    <a:pt x="72" y="83"/>
                    <a:pt x="72" y="81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8" y="39"/>
                    <a:pt x="89" y="37"/>
                    <a:pt x="88" y="35"/>
                  </a:cubicBezTo>
                  <a:cubicBezTo>
                    <a:pt x="88" y="33"/>
                    <a:pt x="86" y="32"/>
                    <a:pt x="84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1"/>
                    <a:pt x="46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0"/>
                    <a:pt x="41" y="1"/>
                    <a:pt x="40" y="3"/>
                  </a:cubicBezTo>
                  <a:cubicBezTo>
                    <a:pt x="30" y="32"/>
                    <a:pt x="30" y="32"/>
                    <a:pt x="30" y="32"/>
                  </a:cubicBezTo>
                  <a:lnTo>
                    <a:pt x="4" y="32"/>
                  </a:lnTo>
                  <a:close/>
                  <a:moveTo>
                    <a:pt x="37" y="38"/>
                  </a:moveTo>
                  <a:cubicBezTo>
                    <a:pt x="44" y="16"/>
                    <a:pt x="44" y="16"/>
                    <a:pt x="44" y="16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3" y="39"/>
                    <a:pt x="55" y="40"/>
                    <a:pt x="56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58" y="49"/>
                    <a:pt x="58" y="49"/>
                    <a:pt x="58" y="49"/>
                  </a:cubicBezTo>
                  <a:cubicBezTo>
                    <a:pt x="57" y="50"/>
                    <a:pt x="56" y="52"/>
                    <a:pt x="56" y="5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5" y="60"/>
                    <a:pt x="43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2"/>
                    <a:pt x="32" y="50"/>
                    <a:pt x="30" y="4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6" y="39"/>
                    <a:pt x="37" y="3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00" name="Group 709"/>
          <p:cNvGrpSpPr/>
          <p:nvPr/>
        </p:nvGrpSpPr>
        <p:grpSpPr>
          <a:xfrm>
            <a:off x="5589720" y="3661560"/>
            <a:ext cx="303120" cy="217080"/>
            <a:chOff x="5589720" y="3661560"/>
            <a:chExt cx="303120" cy="217080"/>
          </a:xfrm>
        </p:grpSpPr>
        <p:sp>
          <p:nvSpPr>
            <p:cNvPr id="1701" name="Freeform 216"/>
            <p:cNvSpPr/>
            <p:nvPr/>
          </p:nvSpPr>
          <p:spPr>
            <a:xfrm>
              <a:off x="5589720" y="3661560"/>
              <a:ext cx="303120" cy="2170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17080"/>
                <a:gd name="textAreaBottom" fmla="*/ 217440 h 217080"/>
                <a:gd name="GluePoint1X" fmla="*/ 47 w 134"/>
                <a:gd name="GluePoint1Y" fmla="*/ 0 h 96"/>
                <a:gd name="GluePoint2X" fmla="*/ 0 w 134"/>
                <a:gd name="GluePoint2Y" fmla="*/ 0 h 96"/>
                <a:gd name="GluePoint3X" fmla="*/ 0 w 134"/>
                <a:gd name="GluePoint3Y" fmla="*/ 96 h 96"/>
                <a:gd name="GluePoint4X" fmla="*/ 134 w 134"/>
                <a:gd name="GluePoint4Y" fmla="*/ 96 h 96"/>
                <a:gd name="GluePoint5X" fmla="*/ 134 w 134"/>
                <a:gd name="GluePoint5Y" fmla="*/ 17 h 96"/>
                <a:gd name="GluePoint6X" fmla="*/ 64 w 134"/>
                <a:gd name="GluePoint6Y" fmla="*/ 17 h 96"/>
                <a:gd name="GluePoint7X" fmla="*/ 47 w 134"/>
                <a:gd name="GluePoint7Y" fmla="*/ 0 h 96"/>
                <a:gd name="GluePoint8X" fmla="*/ 129 w 134"/>
                <a:gd name="GluePoint8Y" fmla="*/ 91 h 96"/>
                <a:gd name="GluePoint9X" fmla="*/ 4 w 134"/>
                <a:gd name="GluePoint9Y" fmla="*/ 91 h 96"/>
                <a:gd name="GluePoint10X" fmla="*/ 4 w 134"/>
                <a:gd name="GluePoint10Y" fmla="*/ 4 h 96"/>
                <a:gd name="GluePoint11X" fmla="*/ 46 w 134"/>
                <a:gd name="GluePoint11Y" fmla="*/ 4 h 96"/>
                <a:gd name="GluePoint12X" fmla="*/ 62 w 134"/>
                <a:gd name="GluePoint12Y" fmla="*/ 21 h 96"/>
                <a:gd name="GluePoint13X" fmla="*/ 129 w 134"/>
                <a:gd name="GluePoint13Y" fmla="*/ 21 h 96"/>
                <a:gd name="GluePoint14X" fmla="*/ 129 w 134"/>
                <a:gd name="GluePoint14Y" fmla="*/ 91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96">
                  <a:moveTo>
                    <a:pt x="47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134" y="96"/>
                  </a:lnTo>
                  <a:lnTo>
                    <a:pt x="134" y="17"/>
                  </a:lnTo>
                  <a:lnTo>
                    <a:pt x="64" y="17"/>
                  </a:lnTo>
                  <a:lnTo>
                    <a:pt x="47" y="0"/>
                  </a:lnTo>
                  <a:close/>
                  <a:moveTo>
                    <a:pt x="129" y="91"/>
                  </a:moveTo>
                  <a:lnTo>
                    <a:pt x="4" y="91"/>
                  </a:lnTo>
                  <a:lnTo>
                    <a:pt x="4" y="4"/>
                  </a:lnTo>
                  <a:lnTo>
                    <a:pt x="46" y="4"/>
                  </a:lnTo>
                  <a:lnTo>
                    <a:pt x="62" y="21"/>
                  </a:lnTo>
                  <a:lnTo>
                    <a:pt x="129" y="21"/>
                  </a:lnTo>
                  <a:lnTo>
                    <a:pt x="129" y="9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02" name="Freeform 217"/>
            <p:cNvSpPr/>
            <p:nvPr/>
          </p:nvSpPr>
          <p:spPr>
            <a:xfrm>
              <a:off x="5700600" y="3736440"/>
              <a:ext cx="81000" cy="993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9360"/>
                <a:gd name="textAreaBottom" fmla="*/ 99720 h 99360"/>
                <a:gd name="GluePoint1X" fmla="*/ 3 w 36"/>
                <a:gd name="GluePoint1Y" fmla="*/ 20 h 44"/>
                <a:gd name="GluePoint2X" fmla="*/ 16 w 36"/>
                <a:gd name="GluePoint2Y" fmla="*/ 7 h 44"/>
                <a:gd name="GluePoint3X" fmla="*/ 16 w 36"/>
                <a:gd name="GluePoint3Y" fmla="*/ 44 h 44"/>
                <a:gd name="GluePoint4X" fmla="*/ 20 w 36"/>
                <a:gd name="GluePoint4Y" fmla="*/ 44 h 44"/>
                <a:gd name="GluePoint5X" fmla="*/ 20 w 36"/>
                <a:gd name="GluePoint5Y" fmla="*/ 7 h 44"/>
                <a:gd name="GluePoint6X" fmla="*/ 33 w 36"/>
                <a:gd name="GluePoint6Y" fmla="*/ 20 h 44"/>
                <a:gd name="GluePoint7X" fmla="*/ 36 w 36"/>
                <a:gd name="GluePoint7Y" fmla="*/ 17 h 44"/>
                <a:gd name="GluePoint8X" fmla="*/ 19 w 36"/>
                <a:gd name="GluePoint8Y" fmla="*/ 0 h 44"/>
                <a:gd name="GluePoint9X" fmla="*/ 16 w 36"/>
                <a:gd name="GluePoint9Y" fmla="*/ 0 h 44"/>
                <a:gd name="GluePoint10X" fmla="*/ 0 w 36"/>
                <a:gd name="GluePoint10Y" fmla="*/ 17 h 44"/>
                <a:gd name="GluePoint11X" fmla="*/ 3 w 36"/>
                <a:gd name="GluePoint11Y" fmla="*/ 20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4">
                  <a:moveTo>
                    <a:pt x="3" y="20"/>
                  </a:moveTo>
                  <a:lnTo>
                    <a:pt x="16" y="7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0"/>
                  </a:lnTo>
                  <a:lnTo>
                    <a:pt x="36" y="17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3" y="2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03" name="Group 712"/>
          <p:cNvGrpSpPr/>
          <p:nvPr/>
        </p:nvGrpSpPr>
        <p:grpSpPr>
          <a:xfrm>
            <a:off x="5981400" y="3618720"/>
            <a:ext cx="300960" cy="300960"/>
            <a:chOff x="5981400" y="3618720"/>
            <a:chExt cx="300960" cy="300960"/>
          </a:xfrm>
        </p:grpSpPr>
        <p:sp>
          <p:nvSpPr>
            <p:cNvPr id="1704" name="Freeform 218"/>
            <p:cNvSpPr/>
            <p:nvPr/>
          </p:nvSpPr>
          <p:spPr>
            <a:xfrm>
              <a:off x="6087960" y="3682080"/>
              <a:ext cx="99360" cy="6768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7680"/>
                <a:gd name="textAreaBottom" fmla="*/ 68040 h 67680"/>
                <a:gd name="GluePoint1X" fmla="*/ 17 w 44"/>
                <a:gd name="GluePoint1Y" fmla="*/ 30 h 30"/>
                <a:gd name="GluePoint2X" fmla="*/ 44 w 44"/>
                <a:gd name="GluePoint2Y" fmla="*/ 3 h 30"/>
                <a:gd name="GluePoint3X" fmla="*/ 42 w 44"/>
                <a:gd name="GluePoint3Y" fmla="*/ 0 h 30"/>
                <a:gd name="GluePoint4X" fmla="*/ 16 w 44"/>
                <a:gd name="GluePoint4Y" fmla="*/ 26 h 30"/>
                <a:gd name="GluePoint5X" fmla="*/ 3 w 44"/>
                <a:gd name="GluePoint5Y" fmla="*/ 13 h 30"/>
                <a:gd name="GluePoint6X" fmla="*/ 0 w 44"/>
                <a:gd name="GluePoint6Y" fmla="*/ 16 h 30"/>
                <a:gd name="GluePoint7X" fmla="*/ 15 w 44"/>
                <a:gd name="GluePoint7Y" fmla="*/ 30 h 30"/>
                <a:gd name="GluePoint8X" fmla="*/ 17 w 44"/>
                <a:gd name="GluePoint8Y" fmla="*/ 30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30">
                  <a:moveTo>
                    <a:pt x="17" y="30"/>
                  </a:move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5" y="30"/>
                  </a:lnTo>
                  <a:lnTo>
                    <a:pt x="17" y="3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840" bIns="33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05" name="Freeform 219"/>
            <p:cNvSpPr/>
            <p:nvPr/>
          </p:nvSpPr>
          <p:spPr>
            <a:xfrm>
              <a:off x="5981400" y="361872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3 w 133"/>
                <a:gd name="GluePoint1Y" fmla="*/ 0 h 133"/>
                <a:gd name="GluePoint2X" fmla="*/ 21 w 133"/>
                <a:gd name="GluePoint2Y" fmla="*/ 0 h 133"/>
                <a:gd name="GluePoint3X" fmla="*/ 21 w 133"/>
                <a:gd name="GluePoint3Y" fmla="*/ 44 h 133"/>
                <a:gd name="GluePoint4X" fmla="*/ 0 w 133"/>
                <a:gd name="GluePoint4Y" fmla="*/ 53 h 133"/>
                <a:gd name="GluePoint5X" fmla="*/ 0 w 133"/>
                <a:gd name="GluePoint5Y" fmla="*/ 133 h 133"/>
                <a:gd name="GluePoint6X" fmla="*/ 133 w 133"/>
                <a:gd name="GluePoint6Y" fmla="*/ 133 h 133"/>
                <a:gd name="GluePoint7X" fmla="*/ 133 w 133"/>
                <a:gd name="GluePoint7Y" fmla="*/ 53 h 133"/>
                <a:gd name="GluePoint8X" fmla="*/ 113 w 133"/>
                <a:gd name="GluePoint8Y" fmla="*/ 44 h 133"/>
                <a:gd name="GluePoint9X" fmla="*/ 113 w 133"/>
                <a:gd name="GluePoint9Y" fmla="*/ 0 h 133"/>
                <a:gd name="GluePoint10X" fmla="*/ 108 w 133"/>
                <a:gd name="GluePoint10Y" fmla="*/ 4 h 133"/>
                <a:gd name="GluePoint11X" fmla="*/ 108 w 133"/>
                <a:gd name="GluePoint11Y" fmla="*/ 66 h 133"/>
                <a:gd name="GluePoint12X" fmla="*/ 67 w 133"/>
                <a:gd name="GluePoint12Y" fmla="*/ 92 h 133"/>
                <a:gd name="GluePoint13X" fmla="*/ 25 w 133"/>
                <a:gd name="GluePoint13Y" fmla="*/ 66 h 133"/>
                <a:gd name="GluePoint14X" fmla="*/ 25 w 133"/>
                <a:gd name="GluePoint14Y" fmla="*/ 4 h 133"/>
                <a:gd name="GluePoint15X" fmla="*/ 108 w 133"/>
                <a:gd name="GluePoint15Y" fmla="*/ 4 h 133"/>
                <a:gd name="GluePoint16X" fmla="*/ 21 w 133"/>
                <a:gd name="GluePoint16Y" fmla="*/ 64 h 133"/>
                <a:gd name="GluePoint17X" fmla="*/ 7 w 133"/>
                <a:gd name="GluePoint17Y" fmla="*/ 55 h 133"/>
                <a:gd name="GluePoint18X" fmla="*/ 21 w 133"/>
                <a:gd name="GluePoint18Y" fmla="*/ 49 h 133"/>
                <a:gd name="GluePoint19X" fmla="*/ 21 w 133"/>
                <a:gd name="GluePoint19Y" fmla="*/ 64 h 133"/>
                <a:gd name="GluePoint20X" fmla="*/ 4 w 133"/>
                <a:gd name="GluePoint20Y" fmla="*/ 129 h 133"/>
                <a:gd name="GluePoint21X" fmla="*/ 4 w 133"/>
                <a:gd name="GluePoint21Y" fmla="*/ 58 h 133"/>
                <a:gd name="GluePoint22X" fmla="*/ 67 w 133"/>
                <a:gd name="GluePoint22Y" fmla="*/ 97 h 133"/>
                <a:gd name="GluePoint23X" fmla="*/ 129 w 133"/>
                <a:gd name="GluePoint23Y" fmla="*/ 58 h 133"/>
                <a:gd name="GluePoint24X" fmla="*/ 129 w 133"/>
                <a:gd name="GluePoint24Y" fmla="*/ 129 h 133"/>
                <a:gd name="GluePoint25X" fmla="*/ 4 w 133"/>
                <a:gd name="GluePoint25Y" fmla="*/ 129 h 133"/>
                <a:gd name="GluePoint26X" fmla="*/ 127 w 133"/>
                <a:gd name="GluePoint26Y" fmla="*/ 55 h 133"/>
                <a:gd name="GluePoint27X" fmla="*/ 113 w 133"/>
                <a:gd name="GluePoint27Y" fmla="*/ 64 h 133"/>
                <a:gd name="GluePoint28X" fmla="*/ 113 w 133"/>
                <a:gd name="GluePoint28Y" fmla="*/ 49 h 133"/>
                <a:gd name="GluePoint29X" fmla="*/ 127 w 133"/>
                <a:gd name="GluePoint29Y" fmla="*/ 55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4"/>
                  </a:moveTo>
                  <a:lnTo>
                    <a:pt x="7" y="55"/>
                  </a:lnTo>
                  <a:lnTo>
                    <a:pt x="21" y="49"/>
                  </a:lnTo>
                  <a:lnTo>
                    <a:pt x="21" y="64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5"/>
                  </a:moveTo>
                  <a:lnTo>
                    <a:pt x="113" y="64"/>
                  </a:lnTo>
                  <a:lnTo>
                    <a:pt x="113" y="49"/>
                  </a:lnTo>
                  <a:lnTo>
                    <a:pt x="127" y="5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06" name="Group 716"/>
          <p:cNvGrpSpPr/>
          <p:nvPr/>
        </p:nvGrpSpPr>
        <p:grpSpPr>
          <a:xfrm>
            <a:off x="6373440" y="3618720"/>
            <a:ext cx="303120" cy="300960"/>
            <a:chOff x="6373440" y="3618720"/>
            <a:chExt cx="303120" cy="300960"/>
          </a:xfrm>
        </p:grpSpPr>
        <p:sp>
          <p:nvSpPr>
            <p:cNvPr id="1707" name="Freeform 220"/>
            <p:cNvSpPr/>
            <p:nvPr/>
          </p:nvSpPr>
          <p:spPr>
            <a:xfrm>
              <a:off x="6472800" y="3688920"/>
              <a:ext cx="103680" cy="651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65160"/>
                <a:gd name="textAreaBottom" fmla="*/ 65520 h 65160"/>
                <a:gd name="GluePoint1X" fmla="*/ 16 w 88"/>
                <a:gd name="GluePoint1Y" fmla="*/ 56 h 56"/>
                <a:gd name="GluePoint2X" fmla="*/ 72 w 88"/>
                <a:gd name="GluePoint2Y" fmla="*/ 56 h 56"/>
                <a:gd name="GluePoint3X" fmla="*/ 88 w 88"/>
                <a:gd name="GluePoint3Y" fmla="*/ 40 h 56"/>
                <a:gd name="GluePoint4X" fmla="*/ 75 w 88"/>
                <a:gd name="GluePoint4Y" fmla="*/ 25 h 56"/>
                <a:gd name="GluePoint5X" fmla="*/ 44 w 88"/>
                <a:gd name="GluePoint5Y" fmla="*/ 0 h 56"/>
                <a:gd name="GluePoint6X" fmla="*/ 12 w 88"/>
                <a:gd name="GluePoint6Y" fmla="*/ 25 h 56"/>
                <a:gd name="GluePoint7X" fmla="*/ 0 w 88"/>
                <a:gd name="GluePoint7Y" fmla="*/ 40 h 56"/>
                <a:gd name="GluePoint8X" fmla="*/ 16 w 88"/>
                <a:gd name="GluePoint8Y" fmla="*/ 56 h 56"/>
                <a:gd name="GluePoint9X" fmla="*/ 16 w 88"/>
                <a:gd name="GluePoint9Y" fmla="*/ 32 h 56"/>
                <a:gd name="GluePoint10X" fmla="*/ 19 w 88"/>
                <a:gd name="GluePoint10Y" fmla="*/ 32 h 56"/>
                <a:gd name="GluePoint11X" fmla="*/ 19 w 88"/>
                <a:gd name="GluePoint11Y" fmla="*/ 29 h 56"/>
                <a:gd name="GluePoint12X" fmla="*/ 44 w 88"/>
                <a:gd name="GluePoint12Y" fmla="*/ 8 h 56"/>
                <a:gd name="GluePoint13X" fmla="*/ 68 w 88"/>
                <a:gd name="GluePoint13Y" fmla="*/ 28 h 56"/>
                <a:gd name="GluePoint14X" fmla="*/ 68 w 88"/>
                <a:gd name="GluePoint14Y" fmla="*/ 32 h 56"/>
                <a:gd name="GluePoint15X" fmla="*/ 72 w 88"/>
                <a:gd name="GluePoint15Y" fmla="*/ 32 h 56"/>
                <a:gd name="GluePoint16X" fmla="*/ 80 w 88"/>
                <a:gd name="GluePoint16Y" fmla="*/ 40 h 56"/>
                <a:gd name="GluePoint17X" fmla="*/ 72 w 88"/>
                <a:gd name="GluePoint17Y" fmla="*/ 48 h 56"/>
                <a:gd name="GluePoint18X" fmla="*/ 16 w 88"/>
                <a:gd name="GluePoint18Y" fmla="*/ 48 h 56"/>
                <a:gd name="GluePoint19X" fmla="*/ 8 w 88"/>
                <a:gd name="GluePoint19Y" fmla="*/ 40 h 56"/>
                <a:gd name="GluePoint20X" fmla="*/ 16 w 88"/>
                <a:gd name="GluePoint20Y" fmla="*/ 32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16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7"/>
                    <a:pt x="75" y="25"/>
                  </a:cubicBezTo>
                  <a:cubicBezTo>
                    <a:pt x="73" y="11"/>
                    <a:pt x="60" y="0"/>
                    <a:pt x="44" y="0"/>
                  </a:cubicBezTo>
                  <a:cubicBezTo>
                    <a:pt x="29" y="0"/>
                    <a:pt x="16" y="12"/>
                    <a:pt x="12" y="25"/>
                  </a:cubicBez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5" y="56"/>
                    <a:pt x="16" y="56"/>
                  </a:cubicBezTo>
                  <a:close/>
                  <a:moveTo>
                    <a:pt x="16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6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08" name="Freeform 221"/>
            <p:cNvSpPr/>
            <p:nvPr/>
          </p:nvSpPr>
          <p:spPr>
            <a:xfrm>
              <a:off x="6373440" y="3618720"/>
              <a:ext cx="303120" cy="3009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0960"/>
                <a:gd name="textAreaBottom" fmla="*/ 301320 h 300960"/>
                <a:gd name="GluePoint1X" fmla="*/ 113 w 134"/>
                <a:gd name="GluePoint1Y" fmla="*/ 0 h 133"/>
                <a:gd name="GluePoint2X" fmla="*/ 21 w 134"/>
                <a:gd name="GluePoint2Y" fmla="*/ 0 h 133"/>
                <a:gd name="GluePoint3X" fmla="*/ 21 w 134"/>
                <a:gd name="GluePoint3Y" fmla="*/ 44 h 133"/>
                <a:gd name="GluePoint4X" fmla="*/ 0 w 134"/>
                <a:gd name="GluePoint4Y" fmla="*/ 53 h 133"/>
                <a:gd name="GluePoint5X" fmla="*/ 0 w 134"/>
                <a:gd name="GluePoint5Y" fmla="*/ 133 h 133"/>
                <a:gd name="GluePoint6X" fmla="*/ 134 w 134"/>
                <a:gd name="GluePoint6Y" fmla="*/ 133 h 133"/>
                <a:gd name="GluePoint7X" fmla="*/ 134 w 134"/>
                <a:gd name="GluePoint7Y" fmla="*/ 53 h 133"/>
                <a:gd name="GluePoint8X" fmla="*/ 113 w 134"/>
                <a:gd name="GluePoint8Y" fmla="*/ 44 h 133"/>
                <a:gd name="GluePoint9X" fmla="*/ 113 w 134"/>
                <a:gd name="GluePoint9Y" fmla="*/ 0 h 133"/>
                <a:gd name="GluePoint10X" fmla="*/ 109 w 134"/>
                <a:gd name="GluePoint10Y" fmla="*/ 4 h 133"/>
                <a:gd name="GluePoint11X" fmla="*/ 109 w 134"/>
                <a:gd name="GluePoint11Y" fmla="*/ 66 h 133"/>
                <a:gd name="GluePoint12X" fmla="*/ 67 w 134"/>
                <a:gd name="GluePoint12Y" fmla="*/ 92 h 133"/>
                <a:gd name="GluePoint13X" fmla="*/ 25 w 134"/>
                <a:gd name="GluePoint13Y" fmla="*/ 66 h 133"/>
                <a:gd name="GluePoint14X" fmla="*/ 25 w 134"/>
                <a:gd name="GluePoint14Y" fmla="*/ 4 h 133"/>
                <a:gd name="GluePoint15X" fmla="*/ 109 w 134"/>
                <a:gd name="GluePoint15Y" fmla="*/ 4 h 133"/>
                <a:gd name="GluePoint16X" fmla="*/ 21 w 134"/>
                <a:gd name="GluePoint16Y" fmla="*/ 64 h 133"/>
                <a:gd name="GluePoint17X" fmla="*/ 7 w 134"/>
                <a:gd name="GluePoint17Y" fmla="*/ 55 h 133"/>
                <a:gd name="GluePoint18X" fmla="*/ 21 w 134"/>
                <a:gd name="GluePoint18Y" fmla="*/ 49 h 133"/>
                <a:gd name="GluePoint19X" fmla="*/ 21 w 134"/>
                <a:gd name="GluePoint19Y" fmla="*/ 64 h 133"/>
                <a:gd name="GluePoint20X" fmla="*/ 5 w 134"/>
                <a:gd name="GluePoint20Y" fmla="*/ 129 h 133"/>
                <a:gd name="GluePoint21X" fmla="*/ 5 w 134"/>
                <a:gd name="GluePoint21Y" fmla="*/ 58 h 133"/>
                <a:gd name="GluePoint22X" fmla="*/ 67 w 134"/>
                <a:gd name="GluePoint22Y" fmla="*/ 97 h 133"/>
                <a:gd name="GluePoint23X" fmla="*/ 130 w 134"/>
                <a:gd name="GluePoint23Y" fmla="*/ 58 h 133"/>
                <a:gd name="GluePoint24X" fmla="*/ 130 w 134"/>
                <a:gd name="GluePoint24Y" fmla="*/ 129 h 133"/>
                <a:gd name="GluePoint25X" fmla="*/ 5 w 134"/>
                <a:gd name="GluePoint25Y" fmla="*/ 129 h 133"/>
                <a:gd name="GluePoint26X" fmla="*/ 127 w 134"/>
                <a:gd name="GluePoint26Y" fmla="*/ 55 h 133"/>
                <a:gd name="GluePoint27X" fmla="*/ 113 w 134"/>
                <a:gd name="GluePoint27Y" fmla="*/ 64 h 133"/>
                <a:gd name="GluePoint28X" fmla="*/ 113 w 134"/>
                <a:gd name="GluePoint28Y" fmla="*/ 49 h 133"/>
                <a:gd name="GluePoint29X" fmla="*/ 127 w 134"/>
                <a:gd name="GluePoint29Y" fmla="*/ 55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4"/>
                  </a:moveTo>
                  <a:lnTo>
                    <a:pt x="7" y="55"/>
                  </a:lnTo>
                  <a:lnTo>
                    <a:pt x="21" y="49"/>
                  </a:lnTo>
                  <a:lnTo>
                    <a:pt x="21" y="64"/>
                  </a:lnTo>
                  <a:close/>
                  <a:moveTo>
                    <a:pt x="5" y="129"/>
                  </a:moveTo>
                  <a:lnTo>
                    <a:pt x="5" y="58"/>
                  </a:lnTo>
                  <a:lnTo>
                    <a:pt x="67" y="97"/>
                  </a:lnTo>
                  <a:lnTo>
                    <a:pt x="130" y="58"/>
                  </a:lnTo>
                  <a:lnTo>
                    <a:pt x="130" y="129"/>
                  </a:lnTo>
                  <a:lnTo>
                    <a:pt x="5" y="129"/>
                  </a:lnTo>
                  <a:close/>
                  <a:moveTo>
                    <a:pt x="127" y="55"/>
                  </a:moveTo>
                  <a:lnTo>
                    <a:pt x="113" y="64"/>
                  </a:lnTo>
                  <a:lnTo>
                    <a:pt x="113" y="49"/>
                  </a:lnTo>
                  <a:lnTo>
                    <a:pt x="127" y="5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09" name="Group 717"/>
          <p:cNvGrpSpPr/>
          <p:nvPr/>
        </p:nvGrpSpPr>
        <p:grpSpPr>
          <a:xfrm>
            <a:off x="6765120" y="3618720"/>
            <a:ext cx="300960" cy="300960"/>
            <a:chOff x="6765120" y="3618720"/>
            <a:chExt cx="300960" cy="300960"/>
          </a:xfrm>
        </p:grpSpPr>
        <p:sp>
          <p:nvSpPr>
            <p:cNvPr id="1710" name="Freeform 222"/>
            <p:cNvSpPr/>
            <p:nvPr/>
          </p:nvSpPr>
          <p:spPr>
            <a:xfrm>
              <a:off x="6878160" y="3661560"/>
              <a:ext cx="76680" cy="10368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103680"/>
                <a:gd name="textAreaBottom" fmla="*/ 104040 h 103680"/>
                <a:gd name="GluePoint1X" fmla="*/ 34 w 34"/>
                <a:gd name="GluePoint1Y" fmla="*/ 0 h 46"/>
                <a:gd name="GluePoint2X" fmla="*/ 16 w 34"/>
                <a:gd name="GluePoint2Y" fmla="*/ 0 h 46"/>
                <a:gd name="GluePoint3X" fmla="*/ 0 w 34"/>
                <a:gd name="GluePoint3Y" fmla="*/ 16 h 46"/>
                <a:gd name="GluePoint4X" fmla="*/ 0 w 34"/>
                <a:gd name="GluePoint4Y" fmla="*/ 46 h 46"/>
                <a:gd name="GluePoint5X" fmla="*/ 34 w 34"/>
                <a:gd name="GluePoint5Y" fmla="*/ 46 h 46"/>
                <a:gd name="GluePoint6X" fmla="*/ 34 w 34"/>
                <a:gd name="GluePoint6Y" fmla="*/ 0 h 46"/>
                <a:gd name="GluePoint7X" fmla="*/ 15 w 34"/>
                <a:gd name="GluePoint7Y" fmla="*/ 7 h 46"/>
                <a:gd name="GluePoint8X" fmla="*/ 15 w 34"/>
                <a:gd name="GluePoint8Y" fmla="*/ 14 h 46"/>
                <a:gd name="GluePoint9X" fmla="*/ 7 w 34"/>
                <a:gd name="GluePoint9Y" fmla="*/ 14 h 46"/>
                <a:gd name="GluePoint10X" fmla="*/ 15 w 34"/>
                <a:gd name="GluePoint10Y" fmla="*/ 7 h 46"/>
                <a:gd name="GluePoint11X" fmla="*/ 29 w 34"/>
                <a:gd name="GluePoint11Y" fmla="*/ 41 h 46"/>
                <a:gd name="GluePoint12X" fmla="*/ 4 w 34"/>
                <a:gd name="GluePoint12Y" fmla="*/ 41 h 46"/>
                <a:gd name="GluePoint13X" fmla="*/ 4 w 34"/>
                <a:gd name="GluePoint13Y" fmla="*/ 19 h 46"/>
                <a:gd name="GluePoint14X" fmla="*/ 19 w 34"/>
                <a:gd name="GluePoint14Y" fmla="*/ 19 h 46"/>
                <a:gd name="GluePoint15X" fmla="*/ 19 w 34"/>
                <a:gd name="GluePoint15Y" fmla="*/ 4 h 46"/>
                <a:gd name="GluePoint16X" fmla="*/ 29 w 34"/>
                <a:gd name="GluePoint16Y" fmla="*/ 4 h 46"/>
                <a:gd name="GluePoint17X" fmla="*/ 29 w 34"/>
                <a:gd name="GluePoint17Y" fmla="*/ 41 h 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34" h="46">
                  <a:moveTo>
                    <a:pt x="34" y="0"/>
                  </a:moveTo>
                  <a:lnTo>
                    <a:pt x="16" y="0"/>
                  </a:lnTo>
                  <a:lnTo>
                    <a:pt x="0" y="16"/>
                  </a:lnTo>
                  <a:lnTo>
                    <a:pt x="0" y="46"/>
                  </a:lnTo>
                  <a:lnTo>
                    <a:pt x="34" y="46"/>
                  </a:lnTo>
                  <a:lnTo>
                    <a:pt x="34" y="0"/>
                  </a:lnTo>
                  <a:close/>
                  <a:moveTo>
                    <a:pt x="15" y="7"/>
                  </a:moveTo>
                  <a:lnTo>
                    <a:pt x="15" y="14"/>
                  </a:lnTo>
                  <a:lnTo>
                    <a:pt x="7" y="14"/>
                  </a:lnTo>
                  <a:lnTo>
                    <a:pt x="15" y="7"/>
                  </a:lnTo>
                  <a:close/>
                  <a:moveTo>
                    <a:pt x="29" y="41"/>
                  </a:moveTo>
                  <a:lnTo>
                    <a:pt x="4" y="41"/>
                  </a:lnTo>
                  <a:lnTo>
                    <a:pt x="4" y="19"/>
                  </a:lnTo>
                  <a:lnTo>
                    <a:pt x="19" y="19"/>
                  </a:lnTo>
                  <a:lnTo>
                    <a:pt x="19" y="4"/>
                  </a:lnTo>
                  <a:lnTo>
                    <a:pt x="29" y="4"/>
                  </a:lnTo>
                  <a:lnTo>
                    <a:pt x="29" y="4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11" name="Freeform 223"/>
            <p:cNvSpPr/>
            <p:nvPr/>
          </p:nvSpPr>
          <p:spPr>
            <a:xfrm>
              <a:off x="6765120" y="361872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3 w 133"/>
                <a:gd name="GluePoint1Y" fmla="*/ 0 h 133"/>
                <a:gd name="GluePoint2X" fmla="*/ 21 w 133"/>
                <a:gd name="GluePoint2Y" fmla="*/ 0 h 133"/>
                <a:gd name="GluePoint3X" fmla="*/ 21 w 133"/>
                <a:gd name="GluePoint3Y" fmla="*/ 44 h 133"/>
                <a:gd name="GluePoint4X" fmla="*/ 0 w 133"/>
                <a:gd name="GluePoint4Y" fmla="*/ 53 h 133"/>
                <a:gd name="GluePoint5X" fmla="*/ 0 w 133"/>
                <a:gd name="GluePoint5Y" fmla="*/ 133 h 133"/>
                <a:gd name="GluePoint6X" fmla="*/ 133 w 133"/>
                <a:gd name="GluePoint6Y" fmla="*/ 133 h 133"/>
                <a:gd name="GluePoint7X" fmla="*/ 133 w 133"/>
                <a:gd name="GluePoint7Y" fmla="*/ 53 h 133"/>
                <a:gd name="GluePoint8X" fmla="*/ 113 w 133"/>
                <a:gd name="GluePoint8Y" fmla="*/ 44 h 133"/>
                <a:gd name="GluePoint9X" fmla="*/ 113 w 133"/>
                <a:gd name="GluePoint9Y" fmla="*/ 0 h 133"/>
                <a:gd name="GluePoint10X" fmla="*/ 109 w 133"/>
                <a:gd name="GluePoint10Y" fmla="*/ 4 h 133"/>
                <a:gd name="GluePoint11X" fmla="*/ 109 w 133"/>
                <a:gd name="GluePoint11Y" fmla="*/ 66 h 133"/>
                <a:gd name="GluePoint12X" fmla="*/ 67 w 133"/>
                <a:gd name="GluePoint12Y" fmla="*/ 92 h 133"/>
                <a:gd name="GluePoint13X" fmla="*/ 25 w 133"/>
                <a:gd name="GluePoint13Y" fmla="*/ 66 h 133"/>
                <a:gd name="GluePoint14X" fmla="*/ 25 w 133"/>
                <a:gd name="GluePoint14Y" fmla="*/ 4 h 133"/>
                <a:gd name="GluePoint15X" fmla="*/ 109 w 133"/>
                <a:gd name="GluePoint15Y" fmla="*/ 4 h 133"/>
                <a:gd name="GluePoint16X" fmla="*/ 21 w 133"/>
                <a:gd name="GluePoint16Y" fmla="*/ 64 h 133"/>
                <a:gd name="GluePoint17X" fmla="*/ 6 w 133"/>
                <a:gd name="GluePoint17Y" fmla="*/ 55 h 133"/>
                <a:gd name="GluePoint18X" fmla="*/ 21 w 133"/>
                <a:gd name="GluePoint18Y" fmla="*/ 49 h 133"/>
                <a:gd name="GluePoint19X" fmla="*/ 21 w 133"/>
                <a:gd name="GluePoint19Y" fmla="*/ 64 h 133"/>
                <a:gd name="GluePoint20X" fmla="*/ 4 w 133"/>
                <a:gd name="GluePoint20Y" fmla="*/ 129 h 133"/>
                <a:gd name="GluePoint21X" fmla="*/ 4 w 133"/>
                <a:gd name="GluePoint21Y" fmla="*/ 58 h 133"/>
                <a:gd name="GluePoint22X" fmla="*/ 67 w 133"/>
                <a:gd name="GluePoint22Y" fmla="*/ 97 h 133"/>
                <a:gd name="GluePoint23X" fmla="*/ 129 w 133"/>
                <a:gd name="GluePoint23Y" fmla="*/ 58 h 133"/>
                <a:gd name="GluePoint24X" fmla="*/ 129 w 133"/>
                <a:gd name="GluePoint24Y" fmla="*/ 129 h 133"/>
                <a:gd name="GluePoint25X" fmla="*/ 4 w 133"/>
                <a:gd name="GluePoint25Y" fmla="*/ 129 h 133"/>
                <a:gd name="GluePoint26X" fmla="*/ 127 w 133"/>
                <a:gd name="GluePoint26Y" fmla="*/ 55 h 133"/>
                <a:gd name="GluePoint27X" fmla="*/ 113 w 133"/>
                <a:gd name="GluePoint27Y" fmla="*/ 64 h 133"/>
                <a:gd name="GluePoint28X" fmla="*/ 113 w 133"/>
                <a:gd name="GluePoint28Y" fmla="*/ 49 h 133"/>
                <a:gd name="GluePoint29X" fmla="*/ 127 w 133"/>
                <a:gd name="GluePoint29Y" fmla="*/ 55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4"/>
                  </a:moveTo>
                  <a:lnTo>
                    <a:pt x="6" y="55"/>
                  </a:lnTo>
                  <a:lnTo>
                    <a:pt x="21" y="49"/>
                  </a:lnTo>
                  <a:lnTo>
                    <a:pt x="21" y="64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5"/>
                  </a:moveTo>
                  <a:lnTo>
                    <a:pt x="113" y="64"/>
                  </a:lnTo>
                  <a:lnTo>
                    <a:pt x="113" y="49"/>
                  </a:lnTo>
                  <a:lnTo>
                    <a:pt x="127" y="5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712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Basic Elaboration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3" name="Группа 17"/>
          <p:cNvGrpSpPr/>
          <p:nvPr/>
        </p:nvGrpSpPr>
        <p:grpSpPr>
          <a:xfrm>
            <a:off x="2068200" y="1275480"/>
            <a:ext cx="300960" cy="300960"/>
            <a:chOff x="2068200" y="1275480"/>
            <a:chExt cx="300960" cy="300960"/>
          </a:xfrm>
        </p:grpSpPr>
        <p:sp>
          <p:nvSpPr>
            <p:cNvPr id="1714" name="Freeform 224"/>
            <p:cNvSpPr/>
            <p:nvPr/>
          </p:nvSpPr>
          <p:spPr>
            <a:xfrm>
              <a:off x="2176920" y="1327680"/>
              <a:ext cx="81000" cy="9720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7200"/>
                <a:gd name="textAreaBottom" fmla="*/ 97560 h 97200"/>
                <a:gd name="GluePoint1X" fmla="*/ 20 w 36"/>
                <a:gd name="GluePoint1Y" fmla="*/ 43 h 43"/>
                <a:gd name="GluePoint2X" fmla="*/ 36 w 36"/>
                <a:gd name="GluePoint2Y" fmla="*/ 27 h 43"/>
                <a:gd name="GluePoint3X" fmla="*/ 33 w 36"/>
                <a:gd name="GluePoint3Y" fmla="*/ 24 h 43"/>
                <a:gd name="GluePoint4X" fmla="*/ 20 w 36"/>
                <a:gd name="GluePoint4Y" fmla="*/ 37 h 43"/>
                <a:gd name="GluePoint5X" fmla="*/ 20 w 36"/>
                <a:gd name="GluePoint5Y" fmla="*/ 0 h 43"/>
                <a:gd name="GluePoint6X" fmla="*/ 16 w 36"/>
                <a:gd name="GluePoint6Y" fmla="*/ 0 h 43"/>
                <a:gd name="GluePoint7X" fmla="*/ 16 w 36"/>
                <a:gd name="GluePoint7Y" fmla="*/ 37 h 43"/>
                <a:gd name="GluePoint8X" fmla="*/ 3 w 36"/>
                <a:gd name="GluePoint8Y" fmla="*/ 24 h 43"/>
                <a:gd name="GluePoint9X" fmla="*/ 0 w 36"/>
                <a:gd name="GluePoint9Y" fmla="*/ 27 h 43"/>
                <a:gd name="GluePoint10X" fmla="*/ 17 w 36"/>
                <a:gd name="GluePoint10Y" fmla="*/ 43 h 43"/>
                <a:gd name="GluePoint11X" fmla="*/ 20 w 36"/>
                <a:gd name="GluePoint11Y" fmla="*/ 43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3">
                  <a:moveTo>
                    <a:pt x="20" y="43"/>
                  </a:moveTo>
                  <a:lnTo>
                    <a:pt x="36" y="27"/>
                  </a:lnTo>
                  <a:lnTo>
                    <a:pt x="33" y="24"/>
                  </a:lnTo>
                  <a:lnTo>
                    <a:pt x="20" y="37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6" y="37"/>
                  </a:lnTo>
                  <a:lnTo>
                    <a:pt x="3" y="24"/>
                  </a:lnTo>
                  <a:lnTo>
                    <a:pt x="0" y="27"/>
                  </a:lnTo>
                  <a:lnTo>
                    <a:pt x="17" y="43"/>
                  </a:lnTo>
                  <a:lnTo>
                    <a:pt x="20" y="4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15" name="Freeform 225"/>
            <p:cNvSpPr/>
            <p:nvPr/>
          </p:nvSpPr>
          <p:spPr>
            <a:xfrm>
              <a:off x="2068200" y="127548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2 w 133"/>
                <a:gd name="GluePoint1Y" fmla="*/ 0 h 133"/>
                <a:gd name="GluePoint2X" fmla="*/ 20 w 133"/>
                <a:gd name="GluePoint2Y" fmla="*/ 0 h 133"/>
                <a:gd name="GluePoint3X" fmla="*/ 20 w 133"/>
                <a:gd name="GluePoint3Y" fmla="*/ 44 h 133"/>
                <a:gd name="GluePoint4X" fmla="*/ 0 w 133"/>
                <a:gd name="GluePoint4Y" fmla="*/ 53 h 133"/>
                <a:gd name="GluePoint5X" fmla="*/ 0 w 133"/>
                <a:gd name="GluePoint5Y" fmla="*/ 133 h 133"/>
                <a:gd name="GluePoint6X" fmla="*/ 133 w 133"/>
                <a:gd name="GluePoint6Y" fmla="*/ 133 h 133"/>
                <a:gd name="GluePoint7X" fmla="*/ 133 w 133"/>
                <a:gd name="GluePoint7Y" fmla="*/ 53 h 133"/>
                <a:gd name="GluePoint8X" fmla="*/ 112 w 133"/>
                <a:gd name="GluePoint8Y" fmla="*/ 44 h 133"/>
                <a:gd name="GluePoint9X" fmla="*/ 112 w 133"/>
                <a:gd name="GluePoint9Y" fmla="*/ 0 h 133"/>
                <a:gd name="GluePoint10X" fmla="*/ 108 w 133"/>
                <a:gd name="GluePoint10Y" fmla="*/ 4 h 133"/>
                <a:gd name="GluePoint11X" fmla="*/ 108 w 133"/>
                <a:gd name="GluePoint11Y" fmla="*/ 66 h 133"/>
                <a:gd name="GluePoint12X" fmla="*/ 66 w 133"/>
                <a:gd name="GluePoint12Y" fmla="*/ 92 h 133"/>
                <a:gd name="GluePoint13X" fmla="*/ 25 w 133"/>
                <a:gd name="GluePoint13Y" fmla="*/ 66 h 133"/>
                <a:gd name="GluePoint14X" fmla="*/ 25 w 133"/>
                <a:gd name="GluePoint14Y" fmla="*/ 4 h 133"/>
                <a:gd name="GluePoint15X" fmla="*/ 108 w 133"/>
                <a:gd name="GluePoint15Y" fmla="*/ 4 h 133"/>
                <a:gd name="GluePoint16X" fmla="*/ 20 w 133"/>
                <a:gd name="GluePoint16Y" fmla="*/ 63 h 133"/>
                <a:gd name="GluePoint17X" fmla="*/ 6 w 133"/>
                <a:gd name="GluePoint17Y" fmla="*/ 54 h 133"/>
                <a:gd name="GluePoint18X" fmla="*/ 20 w 133"/>
                <a:gd name="GluePoint18Y" fmla="*/ 49 h 133"/>
                <a:gd name="GluePoint19X" fmla="*/ 20 w 133"/>
                <a:gd name="GluePoint19Y" fmla="*/ 63 h 133"/>
                <a:gd name="GluePoint20X" fmla="*/ 4 w 133"/>
                <a:gd name="GluePoint20Y" fmla="*/ 129 h 133"/>
                <a:gd name="GluePoint21X" fmla="*/ 4 w 133"/>
                <a:gd name="GluePoint21Y" fmla="*/ 58 h 133"/>
                <a:gd name="GluePoint22X" fmla="*/ 66 w 133"/>
                <a:gd name="GluePoint22Y" fmla="*/ 97 h 133"/>
                <a:gd name="GluePoint23X" fmla="*/ 129 w 133"/>
                <a:gd name="GluePoint23Y" fmla="*/ 58 h 133"/>
                <a:gd name="GluePoint24X" fmla="*/ 129 w 133"/>
                <a:gd name="GluePoint24Y" fmla="*/ 129 h 133"/>
                <a:gd name="GluePoint25X" fmla="*/ 4 w 133"/>
                <a:gd name="GluePoint25Y" fmla="*/ 129 h 133"/>
                <a:gd name="GluePoint26X" fmla="*/ 127 w 133"/>
                <a:gd name="GluePoint26Y" fmla="*/ 54 h 133"/>
                <a:gd name="GluePoint27X" fmla="*/ 112 w 133"/>
                <a:gd name="GluePoint27Y" fmla="*/ 63 h 133"/>
                <a:gd name="GluePoint28X" fmla="*/ 112 w 133"/>
                <a:gd name="GluePoint28Y" fmla="*/ 49 h 133"/>
                <a:gd name="GluePoint29X" fmla="*/ 127 w 133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2" y="0"/>
                  </a:moveTo>
                  <a:lnTo>
                    <a:pt x="20" y="0"/>
                  </a:lnTo>
                  <a:lnTo>
                    <a:pt x="20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2" y="44"/>
                  </a:lnTo>
                  <a:lnTo>
                    <a:pt x="112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6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0" y="63"/>
                  </a:moveTo>
                  <a:lnTo>
                    <a:pt x="6" y="54"/>
                  </a:lnTo>
                  <a:lnTo>
                    <a:pt x="20" y="49"/>
                  </a:lnTo>
                  <a:lnTo>
                    <a:pt x="20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6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2" y="63"/>
                  </a:lnTo>
                  <a:lnTo>
                    <a:pt x="112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16" name="Группа 18"/>
          <p:cNvGrpSpPr/>
          <p:nvPr/>
        </p:nvGrpSpPr>
        <p:grpSpPr>
          <a:xfrm>
            <a:off x="2457720" y="1275480"/>
            <a:ext cx="303120" cy="300960"/>
            <a:chOff x="2457720" y="1275480"/>
            <a:chExt cx="303120" cy="300960"/>
          </a:xfrm>
        </p:grpSpPr>
        <p:sp>
          <p:nvSpPr>
            <p:cNvPr id="1717" name="Freeform 226"/>
            <p:cNvSpPr/>
            <p:nvPr/>
          </p:nvSpPr>
          <p:spPr>
            <a:xfrm>
              <a:off x="2457720" y="1275480"/>
              <a:ext cx="303120" cy="3009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0960"/>
                <a:gd name="textAreaBottom" fmla="*/ 301320 h 300960"/>
                <a:gd name="GluePoint1X" fmla="*/ 113 w 134"/>
                <a:gd name="GluePoint1Y" fmla="*/ 0 h 133"/>
                <a:gd name="GluePoint2X" fmla="*/ 21 w 134"/>
                <a:gd name="GluePoint2Y" fmla="*/ 0 h 133"/>
                <a:gd name="GluePoint3X" fmla="*/ 21 w 134"/>
                <a:gd name="GluePoint3Y" fmla="*/ 44 h 133"/>
                <a:gd name="GluePoint4X" fmla="*/ 0 w 134"/>
                <a:gd name="GluePoint4Y" fmla="*/ 53 h 133"/>
                <a:gd name="GluePoint5X" fmla="*/ 0 w 134"/>
                <a:gd name="GluePoint5Y" fmla="*/ 133 h 133"/>
                <a:gd name="GluePoint6X" fmla="*/ 134 w 134"/>
                <a:gd name="GluePoint6Y" fmla="*/ 133 h 133"/>
                <a:gd name="GluePoint7X" fmla="*/ 134 w 134"/>
                <a:gd name="GluePoint7Y" fmla="*/ 53 h 133"/>
                <a:gd name="GluePoint8X" fmla="*/ 113 w 134"/>
                <a:gd name="GluePoint8Y" fmla="*/ 44 h 133"/>
                <a:gd name="GluePoint9X" fmla="*/ 113 w 134"/>
                <a:gd name="GluePoint9Y" fmla="*/ 0 h 133"/>
                <a:gd name="GluePoint10X" fmla="*/ 109 w 134"/>
                <a:gd name="GluePoint10Y" fmla="*/ 4 h 133"/>
                <a:gd name="GluePoint11X" fmla="*/ 109 w 134"/>
                <a:gd name="GluePoint11Y" fmla="*/ 66 h 133"/>
                <a:gd name="GluePoint12X" fmla="*/ 67 w 134"/>
                <a:gd name="GluePoint12Y" fmla="*/ 92 h 133"/>
                <a:gd name="GluePoint13X" fmla="*/ 25 w 134"/>
                <a:gd name="GluePoint13Y" fmla="*/ 66 h 133"/>
                <a:gd name="GluePoint14X" fmla="*/ 25 w 134"/>
                <a:gd name="GluePoint14Y" fmla="*/ 4 h 133"/>
                <a:gd name="GluePoint15X" fmla="*/ 109 w 134"/>
                <a:gd name="GluePoint15Y" fmla="*/ 4 h 133"/>
                <a:gd name="GluePoint16X" fmla="*/ 21 w 134"/>
                <a:gd name="GluePoint16Y" fmla="*/ 63 h 133"/>
                <a:gd name="GluePoint17X" fmla="*/ 7 w 134"/>
                <a:gd name="GluePoint17Y" fmla="*/ 54 h 133"/>
                <a:gd name="GluePoint18X" fmla="*/ 21 w 134"/>
                <a:gd name="GluePoint18Y" fmla="*/ 49 h 133"/>
                <a:gd name="GluePoint19X" fmla="*/ 21 w 134"/>
                <a:gd name="GluePoint19Y" fmla="*/ 63 h 133"/>
                <a:gd name="GluePoint20X" fmla="*/ 4 w 134"/>
                <a:gd name="GluePoint20Y" fmla="*/ 129 h 133"/>
                <a:gd name="GluePoint21X" fmla="*/ 4 w 134"/>
                <a:gd name="GluePoint21Y" fmla="*/ 58 h 133"/>
                <a:gd name="GluePoint22X" fmla="*/ 67 w 134"/>
                <a:gd name="GluePoint22Y" fmla="*/ 97 h 133"/>
                <a:gd name="GluePoint23X" fmla="*/ 129 w 134"/>
                <a:gd name="GluePoint23Y" fmla="*/ 58 h 133"/>
                <a:gd name="GluePoint24X" fmla="*/ 129 w 134"/>
                <a:gd name="GluePoint24Y" fmla="*/ 129 h 133"/>
                <a:gd name="GluePoint25X" fmla="*/ 4 w 134"/>
                <a:gd name="GluePoint25Y" fmla="*/ 129 h 133"/>
                <a:gd name="GluePoint26X" fmla="*/ 127 w 134"/>
                <a:gd name="GluePoint26Y" fmla="*/ 54 h 133"/>
                <a:gd name="GluePoint27X" fmla="*/ 113 w 134"/>
                <a:gd name="GluePoint27Y" fmla="*/ 63 h 133"/>
                <a:gd name="GluePoint28X" fmla="*/ 113 w 134"/>
                <a:gd name="GluePoint28Y" fmla="*/ 49 h 133"/>
                <a:gd name="GluePoint29X" fmla="*/ 127 w 134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18" name="Freeform 227"/>
            <p:cNvSpPr/>
            <p:nvPr/>
          </p:nvSpPr>
          <p:spPr>
            <a:xfrm>
              <a:off x="2580120" y="1318680"/>
              <a:ext cx="85680" cy="10620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06200"/>
                <a:gd name="textAreaBottom" fmla="*/ 106560 h 106200"/>
                <a:gd name="GluePoint1X" fmla="*/ 5 w 38"/>
                <a:gd name="GluePoint1Y" fmla="*/ 25 h 47"/>
                <a:gd name="GluePoint2X" fmla="*/ 38 w 38"/>
                <a:gd name="GluePoint2Y" fmla="*/ 25 h 47"/>
                <a:gd name="GluePoint3X" fmla="*/ 31 w 38"/>
                <a:gd name="GluePoint3Y" fmla="*/ 14 h 47"/>
                <a:gd name="GluePoint4X" fmla="*/ 38 w 38"/>
                <a:gd name="GluePoint4Y" fmla="*/ 4 h 47"/>
                <a:gd name="GluePoint5X" fmla="*/ 5 w 38"/>
                <a:gd name="GluePoint5Y" fmla="*/ 4 h 47"/>
                <a:gd name="GluePoint6X" fmla="*/ 5 w 38"/>
                <a:gd name="GluePoint6Y" fmla="*/ 0 h 47"/>
                <a:gd name="GluePoint7X" fmla="*/ 0 w 38"/>
                <a:gd name="GluePoint7Y" fmla="*/ 0 h 47"/>
                <a:gd name="GluePoint8X" fmla="*/ 0 w 38"/>
                <a:gd name="GluePoint8Y" fmla="*/ 47 h 47"/>
                <a:gd name="GluePoint9X" fmla="*/ 5 w 38"/>
                <a:gd name="GluePoint9Y" fmla="*/ 47 h 47"/>
                <a:gd name="GluePoint10X" fmla="*/ 5 w 38"/>
                <a:gd name="GluePoint10Y" fmla="*/ 25 h 47"/>
                <a:gd name="GluePoint11X" fmla="*/ 30 w 38"/>
                <a:gd name="GluePoint11Y" fmla="*/ 8 h 47"/>
                <a:gd name="GluePoint12X" fmla="*/ 26 w 38"/>
                <a:gd name="GluePoint12Y" fmla="*/ 14 h 47"/>
                <a:gd name="GluePoint13X" fmla="*/ 30 w 38"/>
                <a:gd name="GluePoint13Y" fmla="*/ 20 h 47"/>
                <a:gd name="GluePoint14X" fmla="*/ 5 w 38"/>
                <a:gd name="GluePoint14Y" fmla="*/ 20 h 47"/>
                <a:gd name="GluePoint15X" fmla="*/ 5 w 38"/>
                <a:gd name="GluePoint15Y" fmla="*/ 8 h 47"/>
                <a:gd name="GluePoint16X" fmla="*/ 30 w 38"/>
                <a:gd name="GluePoint16Y" fmla="*/ 8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38" h="47">
                  <a:moveTo>
                    <a:pt x="5" y="25"/>
                  </a:moveTo>
                  <a:lnTo>
                    <a:pt x="38" y="25"/>
                  </a:lnTo>
                  <a:lnTo>
                    <a:pt x="31" y="14"/>
                  </a:lnTo>
                  <a:lnTo>
                    <a:pt x="3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47"/>
                  </a:lnTo>
                  <a:lnTo>
                    <a:pt x="5" y="47"/>
                  </a:lnTo>
                  <a:lnTo>
                    <a:pt x="5" y="25"/>
                  </a:lnTo>
                  <a:close/>
                  <a:moveTo>
                    <a:pt x="30" y="8"/>
                  </a:moveTo>
                  <a:lnTo>
                    <a:pt x="26" y="14"/>
                  </a:lnTo>
                  <a:lnTo>
                    <a:pt x="30" y="20"/>
                  </a:lnTo>
                  <a:lnTo>
                    <a:pt x="5" y="20"/>
                  </a:lnTo>
                  <a:lnTo>
                    <a:pt x="5" y="8"/>
                  </a:lnTo>
                  <a:lnTo>
                    <a:pt x="3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19" name="Группа 19"/>
          <p:cNvGrpSpPr/>
          <p:nvPr/>
        </p:nvGrpSpPr>
        <p:grpSpPr>
          <a:xfrm>
            <a:off x="2849400" y="1275480"/>
            <a:ext cx="300960" cy="300960"/>
            <a:chOff x="2849400" y="1275480"/>
            <a:chExt cx="300960" cy="300960"/>
          </a:xfrm>
        </p:grpSpPr>
        <p:sp>
          <p:nvSpPr>
            <p:cNvPr id="1720" name="Freeform 228"/>
            <p:cNvSpPr/>
            <p:nvPr/>
          </p:nvSpPr>
          <p:spPr>
            <a:xfrm>
              <a:off x="2849400" y="127548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3 w 133"/>
                <a:gd name="GluePoint1Y" fmla="*/ 0 h 133"/>
                <a:gd name="GluePoint2X" fmla="*/ 21 w 133"/>
                <a:gd name="GluePoint2Y" fmla="*/ 0 h 133"/>
                <a:gd name="GluePoint3X" fmla="*/ 21 w 133"/>
                <a:gd name="GluePoint3Y" fmla="*/ 44 h 133"/>
                <a:gd name="GluePoint4X" fmla="*/ 0 w 133"/>
                <a:gd name="GluePoint4Y" fmla="*/ 53 h 133"/>
                <a:gd name="GluePoint5X" fmla="*/ 0 w 133"/>
                <a:gd name="GluePoint5Y" fmla="*/ 133 h 133"/>
                <a:gd name="GluePoint6X" fmla="*/ 133 w 133"/>
                <a:gd name="GluePoint6Y" fmla="*/ 133 h 133"/>
                <a:gd name="GluePoint7X" fmla="*/ 133 w 133"/>
                <a:gd name="GluePoint7Y" fmla="*/ 53 h 133"/>
                <a:gd name="GluePoint8X" fmla="*/ 113 w 133"/>
                <a:gd name="GluePoint8Y" fmla="*/ 44 h 133"/>
                <a:gd name="GluePoint9X" fmla="*/ 113 w 133"/>
                <a:gd name="GluePoint9Y" fmla="*/ 0 h 133"/>
                <a:gd name="GluePoint10X" fmla="*/ 108 w 133"/>
                <a:gd name="GluePoint10Y" fmla="*/ 4 h 133"/>
                <a:gd name="GluePoint11X" fmla="*/ 108 w 133"/>
                <a:gd name="GluePoint11Y" fmla="*/ 66 h 133"/>
                <a:gd name="GluePoint12X" fmla="*/ 67 w 133"/>
                <a:gd name="GluePoint12Y" fmla="*/ 92 h 133"/>
                <a:gd name="GluePoint13X" fmla="*/ 25 w 133"/>
                <a:gd name="GluePoint13Y" fmla="*/ 66 h 133"/>
                <a:gd name="GluePoint14X" fmla="*/ 25 w 133"/>
                <a:gd name="GluePoint14Y" fmla="*/ 4 h 133"/>
                <a:gd name="GluePoint15X" fmla="*/ 108 w 133"/>
                <a:gd name="GluePoint15Y" fmla="*/ 4 h 133"/>
                <a:gd name="GluePoint16X" fmla="*/ 21 w 133"/>
                <a:gd name="GluePoint16Y" fmla="*/ 63 h 133"/>
                <a:gd name="GluePoint17X" fmla="*/ 7 w 133"/>
                <a:gd name="GluePoint17Y" fmla="*/ 54 h 133"/>
                <a:gd name="GluePoint18X" fmla="*/ 21 w 133"/>
                <a:gd name="GluePoint18Y" fmla="*/ 49 h 133"/>
                <a:gd name="GluePoint19X" fmla="*/ 21 w 133"/>
                <a:gd name="GluePoint19Y" fmla="*/ 63 h 133"/>
                <a:gd name="GluePoint20X" fmla="*/ 4 w 133"/>
                <a:gd name="GluePoint20Y" fmla="*/ 129 h 133"/>
                <a:gd name="GluePoint21X" fmla="*/ 4 w 133"/>
                <a:gd name="GluePoint21Y" fmla="*/ 58 h 133"/>
                <a:gd name="GluePoint22X" fmla="*/ 67 w 133"/>
                <a:gd name="GluePoint22Y" fmla="*/ 97 h 133"/>
                <a:gd name="GluePoint23X" fmla="*/ 129 w 133"/>
                <a:gd name="GluePoint23Y" fmla="*/ 58 h 133"/>
                <a:gd name="GluePoint24X" fmla="*/ 129 w 133"/>
                <a:gd name="GluePoint24Y" fmla="*/ 129 h 133"/>
                <a:gd name="GluePoint25X" fmla="*/ 4 w 133"/>
                <a:gd name="GluePoint25Y" fmla="*/ 129 h 133"/>
                <a:gd name="GluePoint26X" fmla="*/ 127 w 133"/>
                <a:gd name="GluePoint26Y" fmla="*/ 54 h 133"/>
                <a:gd name="GluePoint27X" fmla="*/ 113 w 133"/>
                <a:gd name="GluePoint27Y" fmla="*/ 63 h 133"/>
                <a:gd name="GluePoint28X" fmla="*/ 113 w 133"/>
                <a:gd name="GluePoint28Y" fmla="*/ 49 h 133"/>
                <a:gd name="GluePoint29X" fmla="*/ 127 w 133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21" name="Freeform 229"/>
            <p:cNvSpPr/>
            <p:nvPr/>
          </p:nvSpPr>
          <p:spPr>
            <a:xfrm>
              <a:off x="2949120" y="1336680"/>
              <a:ext cx="103680" cy="903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90360"/>
                <a:gd name="textAreaBottom" fmla="*/ 90720 h 90360"/>
                <a:gd name="GluePoint1X" fmla="*/ 43 w 88"/>
                <a:gd name="GluePoint1Y" fmla="*/ 76 h 77"/>
                <a:gd name="GluePoint2X" fmla="*/ 44 w 88"/>
                <a:gd name="GluePoint2Y" fmla="*/ 77 h 77"/>
                <a:gd name="GluePoint3X" fmla="*/ 46 w 88"/>
                <a:gd name="GluePoint3Y" fmla="*/ 76 h 77"/>
                <a:gd name="GluePoint4X" fmla="*/ 88 w 88"/>
                <a:gd name="GluePoint4Y" fmla="*/ 24 h 77"/>
                <a:gd name="GluePoint5X" fmla="*/ 64 w 88"/>
                <a:gd name="GluePoint5Y" fmla="*/ 0 h 77"/>
                <a:gd name="GluePoint6X" fmla="*/ 44 w 88"/>
                <a:gd name="GluePoint6Y" fmla="*/ 11 h 77"/>
                <a:gd name="GluePoint7X" fmla="*/ 24 w 88"/>
                <a:gd name="GluePoint7Y" fmla="*/ 0 h 77"/>
                <a:gd name="GluePoint8X" fmla="*/ 0 w 88"/>
                <a:gd name="GluePoint8Y" fmla="*/ 24 h 77"/>
                <a:gd name="GluePoint9X" fmla="*/ 43 w 88"/>
                <a:gd name="GluePoint9Y" fmla="*/ 76 h 77"/>
                <a:gd name="GluePoint10X" fmla="*/ 24 w 88"/>
                <a:gd name="GluePoint10Y" fmla="*/ 8 h 77"/>
                <a:gd name="GluePoint11X" fmla="*/ 40 w 88"/>
                <a:gd name="GluePoint11Y" fmla="*/ 24 h 77"/>
                <a:gd name="GluePoint12X" fmla="*/ 48 w 88"/>
                <a:gd name="GluePoint12Y" fmla="*/ 24 h 77"/>
                <a:gd name="GluePoint13X" fmla="*/ 64 w 88"/>
                <a:gd name="GluePoint13Y" fmla="*/ 8 h 77"/>
                <a:gd name="GluePoint14X" fmla="*/ 80 w 88"/>
                <a:gd name="GluePoint14Y" fmla="*/ 24 h 77"/>
                <a:gd name="GluePoint15X" fmla="*/ 44 w 88"/>
                <a:gd name="GluePoint15Y" fmla="*/ 68 h 77"/>
                <a:gd name="GluePoint16X" fmla="*/ 8 w 88"/>
                <a:gd name="GluePoint16Y" fmla="*/ 24 h 77"/>
                <a:gd name="GluePoint17X" fmla="*/ 24 w 88"/>
                <a:gd name="GluePoint17Y" fmla="*/ 8 h 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88" h="77">
                  <a:moveTo>
                    <a:pt x="43" y="76"/>
                  </a:moveTo>
                  <a:cubicBezTo>
                    <a:pt x="44" y="77"/>
                    <a:pt x="44" y="77"/>
                    <a:pt x="44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8" y="75"/>
                    <a:pt x="88" y="53"/>
                    <a:pt x="88" y="24"/>
                  </a:cubicBezTo>
                  <a:cubicBezTo>
                    <a:pt x="88" y="11"/>
                    <a:pt x="78" y="0"/>
                    <a:pt x="64" y="0"/>
                  </a:cubicBezTo>
                  <a:cubicBezTo>
                    <a:pt x="56" y="0"/>
                    <a:pt x="49" y="5"/>
                    <a:pt x="44" y="11"/>
                  </a:cubicBezTo>
                  <a:cubicBezTo>
                    <a:pt x="40" y="5"/>
                    <a:pt x="3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53"/>
                    <a:pt x="41" y="75"/>
                    <a:pt x="43" y="76"/>
                  </a:cubicBezTo>
                  <a:close/>
                  <a:moveTo>
                    <a:pt x="24" y="8"/>
                  </a:moveTo>
                  <a:cubicBezTo>
                    <a:pt x="33" y="8"/>
                    <a:pt x="40" y="16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6"/>
                    <a:pt x="56" y="8"/>
                    <a:pt x="64" y="8"/>
                  </a:cubicBezTo>
                  <a:cubicBezTo>
                    <a:pt x="74" y="8"/>
                    <a:pt x="80" y="15"/>
                    <a:pt x="80" y="24"/>
                  </a:cubicBezTo>
                  <a:cubicBezTo>
                    <a:pt x="80" y="45"/>
                    <a:pt x="52" y="63"/>
                    <a:pt x="44" y="68"/>
                  </a:cubicBezTo>
                  <a:cubicBezTo>
                    <a:pt x="37" y="63"/>
                    <a:pt x="8" y="45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360" bIns="453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22" name="Группа 20"/>
          <p:cNvGrpSpPr/>
          <p:nvPr/>
        </p:nvGrpSpPr>
        <p:grpSpPr>
          <a:xfrm>
            <a:off x="3241440" y="1275480"/>
            <a:ext cx="303120" cy="300960"/>
            <a:chOff x="3241440" y="1275480"/>
            <a:chExt cx="303120" cy="300960"/>
          </a:xfrm>
        </p:grpSpPr>
        <p:sp>
          <p:nvSpPr>
            <p:cNvPr id="1723" name="Freeform 230"/>
            <p:cNvSpPr/>
            <p:nvPr/>
          </p:nvSpPr>
          <p:spPr>
            <a:xfrm>
              <a:off x="3345480" y="1338840"/>
              <a:ext cx="99360" cy="810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81000"/>
                <a:gd name="textAreaBottom" fmla="*/ 81360 h 81000"/>
                <a:gd name="GluePoint1X" fmla="*/ 24 w 44"/>
                <a:gd name="GluePoint1Y" fmla="*/ 33 h 36"/>
                <a:gd name="GluePoint2X" fmla="*/ 27 w 44"/>
                <a:gd name="GluePoint2Y" fmla="*/ 36 h 36"/>
                <a:gd name="GluePoint3X" fmla="*/ 44 w 44"/>
                <a:gd name="GluePoint3Y" fmla="*/ 19 h 36"/>
                <a:gd name="GluePoint4X" fmla="*/ 44 w 44"/>
                <a:gd name="GluePoint4Y" fmla="*/ 17 h 36"/>
                <a:gd name="GluePoint5X" fmla="*/ 27 w 44"/>
                <a:gd name="GluePoint5Y" fmla="*/ 0 h 36"/>
                <a:gd name="GluePoint6X" fmla="*/ 24 w 44"/>
                <a:gd name="GluePoint6Y" fmla="*/ 3 h 36"/>
                <a:gd name="GluePoint7X" fmla="*/ 37 w 44"/>
                <a:gd name="GluePoint7Y" fmla="*/ 16 h 36"/>
                <a:gd name="GluePoint8X" fmla="*/ 0 w 44"/>
                <a:gd name="GluePoint8Y" fmla="*/ 16 h 36"/>
                <a:gd name="GluePoint9X" fmla="*/ 0 w 44"/>
                <a:gd name="GluePoint9Y" fmla="*/ 20 h 36"/>
                <a:gd name="GluePoint10X" fmla="*/ 37 w 44"/>
                <a:gd name="GluePoint10Y" fmla="*/ 20 h 36"/>
                <a:gd name="GluePoint11X" fmla="*/ 24 w 44"/>
                <a:gd name="GluePoint11Y" fmla="*/ 33 h 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4" h="36">
                  <a:moveTo>
                    <a:pt x="24" y="33"/>
                  </a:moveTo>
                  <a:lnTo>
                    <a:pt x="27" y="36"/>
                  </a:lnTo>
                  <a:lnTo>
                    <a:pt x="44" y="19"/>
                  </a:lnTo>
                  <a:lnTo>
                    <a:pt x="44" y="17"/>
                  </a:lnTo>
                  <a:lnTo>
                    <a:pt x="27" y="0"/>
                  </a:lnTo>
                  <a:lnTo>
                    <a:pt x="24" y="3"/>
                  </a:lnTo>
                  <a:lnTo>
                    <a:pt x="37" y="16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37" y="20"/>
                  </a:lnTo>
                  <a:lnTo>
                    <a:pt x="24" y="3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680" bIns="40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24" name="Freeform 231"/>
            <p:cNvSpPr/>
            <p:nvPr/>
          </p:nvSpPr>
          <p:spPr>
            <a:xfrm>
              <a:off x="3241440" y="1275480"/>
              <a:ext cx="303120" cy="3009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0960"/>
                <a:gd name="textAreaBottom" fmla="*/ 301320 h 300960"/>
                <a:gd name="GluePoint1X" fmla="*/ 113 w 134"/>
                <a:gd name="GluePoint1Y" fmla="*/ 0 h 133"/>
                <a:gd name="GluePoint2X" fmla="*/ 21 w 134"/>
                <a:gd name="GluePoint2Y" fmla="*/ 0 h 133"/>
                <a:gd name="GluePoint3X" fmla="*/ 21 w 134"/>
                <a:gd name="GluePoint3Y" fmla="*/ 44 h 133"/>
                <a:gd name="GluePoint4X" fmla="*/ 0 w 134"/>
                <a:gd name="GluePoint4Y" fmla="*/ 53 h 133"/>
                <a:gd name="GluePoint5X" fmla="*/ 0 w 134"/>
                <a:gd name="GluePoint5Y" fmla="*/ 133 h 133"/>
                <a:gd name="GluePoint6X" fmla="*/ 134 w 134"/>
                <a:gd name="GluePoint6Y" fmla="*/ 133 h 133"/>
                <a:gd name="GluePoint7X" fmla="*/ 134 w 134"/>
                <a:gd name="GluePoint7Y" fmla="*/ 53 h 133"/>
                <a:gd name="GluePoint8X" fmla="*/ 113 w 134"/>
                <a:gd name="GluePoint8Y" fmla="*/ 44 h 133"/>
                <a:gd name="GluePoint9X" fmla="*/ 113 w 134"/>
                <a:gd name="GluePoint9Y" fmla="*/ 0 h 133"/>
                <a:gd name="GluePoint10X" fmla="*/ 109 w 134"/>
                <a:gd name="GluePoint10Y" fmla="*/ 4 h 133"/>
                <a:gd name="GluePoint11X" fmla="*/ 109 w 134"/>
                <a:gd name="GluePoint11Y" fmla="*/ 66 h 133"/>
                <a:gd name="GluePoint12X" fmla="*/ 67 w 134"/>
                <a:gd name="GluePoint12Y" fmla="*/ 92 h 133"/>
                <a:gd name="GluePoint13X" fmla="*/ 25 w 134"/>
                <a:gd name="GluePoint13Y" fmla="*/ 66 h 133"/>
                <a:gd name="GluePoint14X" fmla="*/ 25 w 134"/>
                <a:gd name="GluePoint14Y" fmla="*/ 4 h 133"/>
                <a:gd name="GluePoint15X" fmla="*/ 109 w 134"/>
                <a:gd name="GluePoint15Y" fmla="*/ 4 h 133"/>
                <a:gd name="GluePoint16X" fmla="*/ 21 w 134"/>
                <a:gd name="GluePoint16Y" fmla="*/ 63 h 133"/>
                <a:gd name="GluePoint17X" fmla="*/ 7 w 134"/>
                <a:gd name="GluePoint17Y" fmla="*/ 54 h 133"/>
                <a:gd name="GluePoint18X" fmla="*/ 21 w 134"/>
                <a:gd name="GluePoint18Y" fmla="*/ 49 h 133"/>
                <a:gd name="GluePoint19X" fmla="*/ 21 w 134"/>
                <a:gd name="GluePoint19Y" fmla="*/ 63 h 133"/>
                <a:gd name="GluePoint20X" fmla="*/ 5 w 134"/>
                <a:gd name="GluePoint20Y" fmla="*/ 129 h 133"/>
                <a:gd name="GluePoint21X" fmla="*/ 5 w 134"/>
                <a:gd name="GluePoint21Y" fmla="*/ 58 h 133"/>
                <a:gd name="GluePoint22X" fmla="*/ 67 w 134"/>
                <a:gd name="GluePoint22Y" fmla="*/ 97 h 133"/>
                <a:gd name="GluePoint23X" fmla="*/ 130 w 134"/>
                <a:gd name="GluePoint23Y" fmla="*/ 58 h 133"/>
                <a:gd name="GluePoint24X" fmla="*/ 130 w 134"/>
                <a:gd name="GluePoint24Y" fmla="*/ 129 h 133"/>
                <a:gd name="GluePoint25X" fmla="*/ 5 w 134"/>
                <a:gd name="GluePoint25Y" fmla="*/ 129 h 133"/>
                <a:gd name="GluePoint26X" fmla="*/ 127 w 134"/>
                <a:gd name="GluePoint26Y" fmla="*/ 54 h 133"/>
                <a:gd name="GluePoint27X" fmla="*/ 113 w 134"/>
                <a:gd name="GluePoint27Y" fmla="*/ 63 h 133"/>
                <a:gd name="GluePoint28X" fmla="*/ 113 w 134"/>
                <a:gd name="GluePoint28Y" fmla="*/ 49 h 133"/>
                <a:gd name="GluePoint29X" fmla="*/ 127 w 134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5" y="129"/>
                  </a:moveTo>
                  <a:lnTo>
                    <a:pt x="5" y="58"/>
                  </a:lnTo>
                  <a:lnTo>
                    <a:pt x="67" y="97"/>
                  </a:lnTo>
                  <a:lnTo>
                    <a:pt x="130" y="58"/>
                  </a:lnTo>
                  <a:lnTo>
                    <a:pt x="130" y="129"/>
                  </a:lnTo>
                  <a:lnTo>
                    <a:pt x="5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25" name="Группа 21"/>
          <p:cNvGrpSpPr/>
          <p:nvPr/>
        </p:nvGrpSpPr>
        <p:grpSpPr>
          <a:xfrm>
            <a:off x="3633120" y="1275480"/>
            <a:ext cx="303120" cy="300960"/>
            <a:chOff x="3633120" y="1275480"/>
            <a:chExt cx="303120" cy="300960"/>
          </a:xfrm>
        </p:grpSpPr>
        <p:sp>
          <p:nvSpPr>
            <p:cNvPr id="1726" name="Freeform 232"/>
            <p:cNvSpPr/>
            <p:nvPr/>
          </p:nvSpPr>
          <p:spPr>
            <a:xfrm>
              <a:off x="3737160" y="1332360"/>
              <a:ext cx="94680" cy="9252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2520"/>
                <a:gd name="textAreaBottom" fmla="*/ 92880 h 92520"/>
                <a:gd name="GluePoint1X" fmla="*/ 40 w 80"/>
                <a:gd name="GluePoint1Y" fmla="*/ 80 h 80"/>
                <a:gd name="GluePoint2X" fmla="*/ 40 w 80"/>
                <a:gd name="GluePoint2Y" fmla="*/ 80 h 80"/>
                <a:gd name="GluePoint3X" fmla="*/ 80 w 80"/>
                <a:gd name="GluePoint3Y" fmla="*/ 40 h 80"/>
                <a:gd name="GluePoint4X" fmla="*/ 68 w 80"/>
                <a:gd name="GluePoint4Y" fmla="*/ 12 h 80"/>
                <a:gd name="GluePoint5X" fmla="*/ 40 w 80"/>
                <a:gd name="GluePoint5Y" fmla="*/ 0 h 80"/>
                <a:gd name="GluePoint6X" fmla="*/ 11 w 80"/>
                <a:gd name="GluePoint6Y" fmla="*/ 12 h 80"/>
                <a:gd name="GluePoint7X" fmla="*/ 0 w 80"/>
                <a:gd name="GluePoint7Y" fmla="*/ 40 h 80"/>
                <a:gd name="GluePoint8X" fmla="*/ 11 w 80"/>
                <a:gd name="GluePoint8Y" fmla="*/ 69 h 80"/>
                <a:gd name="GluePoint9X" fmla="*/ 40 w 80"/>
                <a:gd name="GluePoint9Y" fmla="*/ 80 h 80"/>
                <a:gd name="GluePoint10X" fmla="*/ 40 w 80"/>
                <a:gd name="GluePoint10Y" fmla="*/ 8 h 80"/>
                <a:gd name="GluePoint11X" fmla="*/ 62 w 80"/>
                <a:gd name="GluePoint11Y" fmla="*/ 18 h 80"/>
                <a:gd name="GluePoint12X" fmla="*/ 72 w 80"/>
                <a:gd name="GluePoint12Y" fmla="*/ 40 h 80"/>
                <a:gd name="GluePoint13X" fmla="*/ 65 w 80"/>
                <a:gd name="GluePoint13Y" fmla="*/ 60 h 80"/>
                <a:gd name="GluePoint14X" fmla="*/ 20 w 80"/>
                <a:gd name="GluePoint14Y" fmla="*/ 15 h 80"/>
                <a:gd name="GluePoint15X" fmla="*/ 40 w 80"/>
                <a:gd name="GluePoint15Y" fmla="*/ 8 h 80"/>
                <a:gd name="GluePoint16X" fmla="*/ 14 w 80"/>
                <a:gd name="GluePoint16Y" fmla="*/ 21 h 80"/>
                <a:gd name="GluePoint17X" fmla="*/ 59 w 80"/>
                <a:gd name="GluePoint17Y" fmla="*/ 66 h 80"/>
                <a:gd name="GluePoint18X" fmla="*/ 40 w 80"/>
                <a:gd name="GluePoint18Y" fmla="*/ 72 h 80"/>
                <a:gd name="GluePoint19X" fmla="*/ 17 w 80"/>
                <a:gd name="GluePoint19Y" fmla="*/ 63 h 80"/>
                <a:gd name="GluePoint20X" fmla="*/ 8 w 80"/>
                <a:gd name="GluePoint20Y" fmla="*/ 40 h 80"/>
                <a:gd name="GluePoint21X" fmla="*/ 14 w 80"/>
                <a:gd name="GluePoint21Y" fmla="*/ 21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80" h="80">
                  <a:moveTo>
                    <a:pt x="40" y="80"/>
                  </a:move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30"/>
                    <a:pt x="76" y="20"/>
                    <a:pt x="68" y="12"/>
                  </a:cubicBezTo>
                  <a:cubicBezTo>
                    <a:pt x="60" y="5"/>
                    <a:pt x="50" y="0"/>
                    <a:pt x="40" y="0"/>
                  </a:cubicBezTo>
                  <a:cubicBezTo>
                    <a:pt x="29" y="0"/>
                    <a:pt x="19" y="5"/>
                    <a:pt x="11" y="12"/>
                  </a:cubicBezTo>
                  <a:cubicBezTo>
                    <a:pt x="4" y="20"/>
                    <a:pt x="0" y="30"/>
                    <a:pt x="0" y="40"/>
                  </a:cubicBezTo>
                  <a:cubicBezTo>
                    <a:pt x="0" y="51"/>
                    <a:pt x="4" y="61"/>
                    <a:pt x="11" y="69"/>
                  </a:cubicBezTo>
                  <a:cubicBezTo>
                    <a:pt x="19" y="76"/>
                    <a:pt x="29" y="80"/>
                    <a:pt x="40" y="80"/>
                  </a:cubicBezTo>
                  <a:close/>
                  <a:moveTo>
                    <a:pt x="40" y="8"/>
                  </a:moveTo>
                  <a:cubicBezTo>
                    <a:pt x="48" y="8"/>
                    <a:pt x="56" y="12"/>
                    <a:pt x="62" y="18"/>
                  </a:cubicBezTo>
                  <a:cubicBezTo>
                    <a:pt x="68" y="24"/>
                    <a:pt x="72" y="32"/>
                    <a:pt x="72" y="40"/>
                  </a:cubicBezTo>
                  <a:cubicBezTo>
                    <a:pt x="72" y="48"/>
                    <a:pt x="69" y="55"/>
                    <a:pt x="65" y="60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6" y="11"/>
                    <a:pt x="33" y="8"/>
                    <a:pt x="40" y="8"/>
                  </a:cubicBezTo>
                  <a:close/>
                  <a:moveTo>
                    <a:pt x="14" y="21"/>
                  </a:moveTo>
                  <a:cubicBezTo>
                    <a:pt x="59" y="66"/>
                    <a:pt x="59" y="66"/>
                    <a:pt x="59" y="66"/>
                  </a:cubicBezTo>
                  <a:cubicBezTo>
                    <a:pt x="54" y="70"/>
                    <a:pt x="47" y="72"/>
                    <a:pt x="40" y="72"/>
                  </a:cubicBezTo>
                  <a:cubicBezTo>
                    <a:pt x="31" y="72"/>
                    <a:pt x="23" y="69"/>
                    <a:pt x="17" y="63"/>
                  </a:cubicBezTo>
                  <a:cubicBezTo>
                    <a:pt x="11" y="57"/>
                    <a:pt x="8" y="49"/>
                    <a:pt x="8" y="40"/>
                  </a:cubicBezTo>
                  <a:cubicBezTo>
                    <a:pt x="8" y="33"/>
                    <a:pt x="10" y="26"/>
                    <a:pt x="14" y="21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27" name="Freeform 233"/>
            <p:cNvSpPr/>
            <p:nvPr/>
          </p:nvSpPr>
          <p:spPr>
            <a:xfrm>
              <a:off x="3633120" y="1275480"/>
              <a:ext cx="303120" cy="3009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0960"/>
                <a:gd name="textAreaBottom" fmla="*/ 301320 h 300960"/>
                <a:gd name="GluePoint1X" fmla="*/ 113 w 134"/>
                <a:gd name="GluePoint1Y" fmla="*/ 0 h 133"/>
                <a:gd name="GluePoint2X" fmla="*/ 21 w 134"/>
                <a:gd name="GluePoint2Y" fmla="*/ 0 h 133"/>
                <a:gd name="GluePoint3X" fmla="*/ 21 w 134"/>
                <a:gd name="GluePoint3Y" fmla="*/ 44 h 133"/>
                <a:gd name="GluePoint4X" fmla="*/ 0 w 134"/>
                <a:gd name="GluePoint4Y" fmla="*/ 53 h 133"/>
                <a:gd name="GluePoint5X" fmla="*/ 0 w 134"/>
                <a:gd name="GluePoint5Y" fmla="*/ 133 h 133"/>
                <a:gd name="GluePoint6X" fmla="*/ 134 w 134"/>
                <a:gd name="GluePoint6Y" fmla="*/ 133 h 133"/>
                <a:gd name="GluePoint7X" fmla="*/ 134 w 134"/>
                <a:gd name="GluePoint7Y" fmla="*/ 53 h 133"/>
                <a:gd name="GluePoint8X" fmla="*/ 113 w 134"/>
                <a:gd name="GluePoint8Y" fmla="*/ 44 h 133"/>
                <a:gd name="GluePoint9X" fmla="*/ 113 w 134"/>
                <a:gd name="GluePoint9Y" fmla="*/ 0 h 133"/>
                <a:gd name="GluePoint10X" fmla="*/ 109 w 134"/>
                <a:gd name="GluePoint10Y" fmla="*/ 4 h 133"/>
                <a:gd name="GluePoint11X" fmla="*/ 109 w 134"/>
                <a:gd name="GluePoint11Y" fmla="*/ 66 h 133"/>
                <a:gd name="GluePoint12X" fmla="*/ 67 w 134"/>
                <a:gd name="GluePoint12Y" fmla="*/ 92 h 133"/>
                <a:gd name="GluePoint13X" fmla="*/ 25 w 134"/>
                <a:gd name="GluePoint13Y" fmla="*/ 66 h 133"/>
                <a:gd name="GluePoint14X" fmla="*/ 25 w 134"/>
                <a:gd name="GluePoint14Y" fmla="*/ 4 h 133"/>
                <a:gd name="GluePoint15X" fmla="*/ 109 w 134"/>
                <a:gd name="GluePoint15Y" fmla="*/ 4 h 133"/>
                <a:gd name="GluePoint16X" fmla="*/ 21 w 134"/>
                <a:gd name="GluePoint16Y" fmla="*/ 63 h 133"/>
                <a:gd name="GluePoint17X" fmla="*/ 7 w 134"/>
                <a:gd name="GluePoint17Y" fmla="*/ 54 h 133"/>
                <a:gd name="GluePoint18X" fmla="*/ 21 w 134"/>
                <a:gd name="GluePoint18Y" fmla="*/ 49 h 133"/>
                <a:gd name="GluePoint19X" fmla="*/ 21 w 134"/>
                <a:gd name="GluePoint19Y" fmla="*/ 63 h 133"/>
                <a:gd name="GluePoint20X" fmla="*/ 4 w 134"/>
                <a:gd name="GluePoint20Y" fmla="*/ 129 h 133"/>
                <a:gd name="GluePoint21X" fmla="*/ 4 w 134"/>
                <a:gd name="GluePoint21Y" fmla="*/ 58 h 133"/>
                <a:gd name="GluePoint22X" fmla="*/ 67 w 134"/>
                <a:gd name="GluePoint22Y" fmla="*/ 97 h 133"/>
                <a:gd name="GluePoint23X" fmla="*/ 129 w 134"/>
                <a:gd name="GluePoint23Y" fmla="*/ 58 h 133"/>
                <a:gd name="GluePoint24X" fmla="*/ 129 w 134"/>
                <a:gd name="GluePoint24Y" fmla="*/ 129 h 133"/>
                <a:gd name="GluePoint25X" fmla="*/ 4 w 134"/>
                <a:gd name="GluePoint25Y" fmla="*/ 129 h 133"/>
                <a:gd name="GluePoint26X" fmla="*/ 127 w 134"/>
                <a:gd name="GluePoint26Y" fmla="*/ 54 h 133"/>
                <a:gd name="GluePoint27X" fmla="*/ 113 w 134"/>
                <a:gd name="GluePoint27Y" fmla="*/ 63 h 133"/>
                <a:gd name="GluePoint28X" fmla="*/ 113 w 134"/>
                <a:gd name="GluePoint28Y" fmla="*/ 49 h 133"/>
                <a:gd name="GluePoint29X" fmla="*/ 127 w 134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28" name="Группа 22"/>
          <p:cNvGrpSpPr/>
          <p:nvPr/>
        </p:nvGrpSpPr>
        <p:grpSpPr>
          <a:xfrm>
            <a:off x="4024800" y="1275480"/>
            <a:ext cx="300960" cy="300960"/>
            <a:chOff x="4024800" y="1275480"/>
            <a:chExt cx="300960" cy="300960"/>
          </a:xfrm>
        </p:grpSpPr>
        <p:sp>
          <p:nvSpPr>
            <p:cNvPr id="1729" name="Freeform 234"/>
            <p:cNvSpPr/>
            <p:nvPr/>
          </p:nvSpPr>
          <p:spPr>
            <a:xfrm>
              <a:off x="4124520" y="1327680"/>
              <a:ext cx="83520" cy="10368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03680"/>
                <a:gd name="textAreaBottom" fmla="*/ 104040 h 103680"/>
                <a:gd name="GluePoint1X" fmla="*/ 16 w 72"/>
                <a:gd name="GluePoint1Y" fmla="*/ 88 h 88"/>
                <a:gd name="GluePoint2X" fmla="*/ 32 w 72"/>
                <a:gd name="GluePoint2Y" fmla="*/ 72 h 88"/>
                <a:gd name="GluePoint3X" fmla="*/ 32 w 72"/>
                <a:gd name="GluePoint3Y" fmla="*/ 32 h 88"/>
                <a:gd name="GluePoint4X" fmla="*/ 64 w 72"/>
                <a:gd name="GluePoint4Y" fmla="*/ 25 h 88"/>
                <a:gd name="GluePoint5X" fmla="*/ 64 w 72"/>
                <a:gd name="GluePoint5Y" fmla="*/ 51 h 88"/>
                <a:gd name="GluePoint6X" fmla="*/ 56 w 72"/>
                <a:gd name="GluePoint6Y" fmla="*/ 48 h 88"/>
                <a:gd name="GluePoint7X" fmla="*/ 40 w 72"/>
                <a:gd name="GluePoint7Y" fmla="*/ 64 h 88"/>
                <a:gd name="GluePoint8X" fmla="*/ 56 w 72"/>
                <a:gd name="GluePoint8Y" fmla="*/ 80 h 88"/>
                <a:gd name="GluePoint9X" fmla="*/ 72 w 72"/>
                <a:gd name="GluePoint9Y" fmla="*/ 64 h 88"/>
                <a:gd name="GluePoint10X" fmla="*/ 72 w 72"/>
                <a:gd name="GluePoint10Y" fmla="*/ 0 h 88"/>
                <a:gd name="GluePoint11X" fmla="*/ 24 w 72"/>
                <a:gd name="GluePoint11Y" fmla="*/ 9 h 88"/>
                <a:gd name="GluePoint12X" fmla="*/ 24 w 72"/>
                <a:gd name="GluePoint12Y" fmla="*/ 59 h 88"/>
                <a:gd name="GluePoint13X" fmla="*/ 16 w 72"/>
                <a:gd name="GluePoint13Y" fmla="*/ 56 h 88"/>
                <a:gd name="GluePoint14X" fmla="*/ 0 w 72"/>
                <a:gd name="GluePoint14Y" fmla="*/ 72 h 88"/>
                <a:gd name="GluePoint15X" fmla="*/ 16 w 72"/>
                <a:gd name="GluePoint15Y" fmla="*/ 88 h 88"/>
                <a:gd name="GluePoint16X" fmla="*/ 56 w 72"/>
                <a:gd name="GluePoint16Y" fmla="*/ 72 h 88"/>
                <a:gd name="GluePoint17X" fmla="*/ 48 w 72"/>
                <a:gd name="GluePoint17Y" fmla="*/ 64 h 88"/>
                <a:gd name="GluePoint18X" fmla="*/ 56 w 72"/>
                <a:gd name="GluePoint18Y" fmla="*/ 56 h 88"/>
                <a:gd name="GluePoint19X" fmla="*/ 64 w 72"/>
                <a:gd name="GluePoint19Y" fmla="*/ 64 h 88"/>
                <a:gd name="GluePoint20X" fmla="*/ 56 w 72"/>
                <a:gd name="GluePoint20Y" fmla="*/ 72 h 88"/>
                <a:gd name="GluePoint21X" fmla="*/ 64 w 72"/>
                <a:gd name="GluePoint21Y" fmla="*/ 9 h 88"/>
                <a:gd name="GluePoint22X" fmla="*/ 64 w 72"/>
                <a:gd name="GluePoint22Y" fmla="*/ 17 h 88"/>
                <a:gd name="GluePoint23X" fmla="*/ 32 w 72"/>
                <a:gd name="GluePoint23Y" fmla="*/ 24 h 88"/>
                <a:gd name="GluePoint24X" fmla="*/ 32 w 72"/>
                <a:gd name="GluePoint24Y" fmla="*/ 16 h 88"/>
                <a:gd name="GluePoint25X" fmla="*/ 64 w 72"/>
                <a:gd name="GluePoint25Y" fmla="*/ 9 h 88"/>
                <a:gd name="GluePoint26X" fmla="*/ 16 w 72"/>
                <a:gd name="GluePoint26Y" fmla="*/ 64 h 88"/>
                <a:gd name="GluePoint27X" fmla="*/ 24 w 72"/>
                <a:gd name="GluePoint27Y" fmla="*/ 72 h 88"/>
                <a:gd name="GluePoint28X" fmla="*/ 16 w 72"/>
                <a:gd name="GluePoint28Y" fmla="*/ 80 h 88"/>
                <a:gd name="GluePoint29X" fmla="*/ 8 w 72"/>
                <a:gd name="GluePoint29Y" fmla="*/ 72 h 88"/>
                <a:gd name="GluePoint30X" fmla="*/ 16 w 72"/>
                <a:gd name="GluePoint30Y" fmla="*/ 64 h 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72" h="88">
                  <a:moveTo>
                    <a:pt x="16" y="88"/>
                  </a:moveTo>
                  <a:cubicBezTo>
                    <a:pt x="25" y="88"/>
                    <a:pt x="32" y="81"/>
                    <a:pt x="32" y="7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1" y="49"/>
                    <a:pt x="59" y="48"/>
                    <a:pt x="56" y="48"/>
                  </a:cubicBezTo>
                  <a:cubicBezTo>
                    <a:pt x="47" y="48"/>
                    <a:pt x="40" y="56"/>
                    <a:pt x="40" y="64"/>
                  </a:cubicBezTo>
                  <a:cubicBezTo>
                    <a:pt x="40" y="73"/>
                    <a:pt x="47" y="80"/>
                    <a:pt x="56" y="80"/>
                  </a:cubicBezTo>
                  <a:cubicBezTo>
                    <a:pt x="65" y="80"/>
                    <a:pt x="72" y="73"/>
                    <a:pt x="72" y="64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1" y="57"/>
                    <a:pt x="19" y="56"/>
                    <a:pt x="16" y="56"/>
                  </a:cubicBezTo>
                  <a:cubicBezTo>
                    <a:pt x="7" y="56"/>
                    <a:pt x="0" y="64"/>
                    <a:pt x="0" y="72"/>
                  </a:cubicBezTo>
                  <a:cubicBezTo>
                    <a:pt x="0" y="81"/>
                    <a:pt x="7" y="88"/>
                    <a:pt x="16" y="88"/>
                  </a:cubicBezTo>
                  <a:close/>
                  <a:moveTo>
                    <a:pt x="56" y="72"/>
                  </a:moveTo>
                  <a:cubicBezTo>
                    <a:pt x="51" y="72"/>
                    <a:pt x="48" y="69"/>
                    <a:pt x="48" y="64"/>
                  </a:cubicBezTo>
                  <a:cubicBezTo>
                    <a:pt x="48" y="60"/>
                    <a:pt x="51" y="56"/>
                    <a:pt x="56" y="56"/>
                  </a:cubicBezTo>
                  <a:cubicBezTo>
                    <a:pt x="60" y="56"/>
                    <a:pt x="64" y="60"/>
                    <a:pt x="64" y="64"/>
                  </a:cubicBezTo>
                  <a:cubicBezTo>
                    <a:pt x="64" y="69"/>
                    <a:pt x="60" y="72"/>
                    <a:pt x="56" y="72"/>
                  </a:cubicBezTo>
                  <a:close/>
                  <a:moveTo>
                    <a:pt x="64" y="9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9"/>
                  </a:lnTo>
                  <a:close/>
                  <a:moveTo>
                    <a:pt x="16" y="64"/>
                  </a:moveTo>
                  <a:cubicBezTo>
                    <a:pt x="20" y="64"/>
                    <a:pt x="24" y="68"/>
                    <a:pt x="24" y="72"/>
                  </a:cubicBezTo>
                  <a:cubicBezTo>
                    <a:pt x="24" y="77"/>
                    <a:pt x="20" y="80"/>
                    <a:pt x="16" y="80"/>
                  </a:cubicBezTo>
                  <a:cubicBezTo>
                    <a:pt x="11" y="80"/>
                    <a:pt x="8" y="77"/>
                    <a:pt x="8" y="72"/>
                  </a:cubicBezTo>
                  <a:cubicBezTo>
                    <a:pt x="8" y="68"/>
                    <a:pt x="11" y="64"/>
                    <a:pt x="16" y="6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30" name="Freeform 235"/>
            <p:cNvSpPr/>
            <p:nvPr/>
          </p:nvSpPr>
          <p:spPr>
            <a:xfrm>
              <a:off x="4024800" y="127548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3 w 133"/>
                <a:gd name="GluePoint1Y" fmla="*/ 0 h 133"/>
                <a:gd name="GluePoint2X" fmla="*/ 21 w 133"/>
                <a:gd name="GluePoint2Y" fmla="*/ 0 h 133"/>
                <a:gd name="GluePoint3X" fmla="*/ 21 w 133"/>
                <a:gd name="GluePoint3Y" fmla="*/ 44 h 133"/>
                <a:gd name="GluePoint4X" fmla="*/ 0 w 133"/>
                <a:gd name="GluePoint4Y" fmla="*/ 53 h 133"/>
                <a:gd name="GluePoint5X" fmla="*/ 0 w 133"/>
                <a:gd name="GluePoint5Y" fmla="*/ 133 h 133"/>
                <a:gd name="GluePoint6X" fmla="*/ 133 w 133"/>
                <a:gd name="GluePoint6Y" fmla="*/ 133 h 133"/>
                <a:gd name="GluePoint7X" fmla="*/ 133 w 133"/>
                <a:gd name="GluePoint7Y" fmla="*/ 53 h 133"/>
                <a:gd name="GluePoint8X" fmla="*/ 113 w 133"/>
                <a:gd name="GluePoint8Y" fmla="*/ 44 h 133"/>
                <a:gd name="GluePoint9X" fmla="*/ 113 w 133"/>
                <a:gd name="GluePoint9Y" fmla="*/ 0 h 133"/>
                <a:gd name="GluePoint10X" fmla="*/ 108 w 133"/>
                <a:gd name="GluePoint10Y" fmla="*/ 4 h 133"/>
                <a:gd name="GluePoint11X" fmla="*/ 108 w 133"/>
                <a:gd name="GluePoint11Y" fmla="*/ 66 h 133"/>
                <a:gd name="GluePoint12X" fmla="*/ 67 w 133"/>
                <a:gd name="GluePoint12Y" fmla="*/ 92 h 133"/>
                <a:gd name="GluePoint13X" fmla="*/ 25 w 133"/>
                <a:gd name="GluePoint13Y" fmla="*/ 66 h 133"/>
                <a:gd name="GluePoint14X" fmla="*/ 25 w 133"/>
                <a:gd name="GluePoint14Y" fmla="*/ 4 h 133"/>
                <a:gd name="GluePoint15X" fmla="*/ 108 w 133"/>
                <a:gd name="GluePoint15Y" fmla="*/ 4 h 133"/>
                <a:gd name="GluePoint16X" fmla="*/ 21 w 133"/>
                <a:gd name="GluePoint16Y" fmla="*/ 63 h 133"/>
                <a:gd name="GluePoint17X" fmla="*/ 6 w 133"/>
                <a:gd name="GluePoint17Y" fmla="*/ 54 h 133"/>
                <a:gd name="GluePoint18X" fmla="*/ 21 w 133"/>
                <a:gd name="GluePoint18Y" fmla="*/ 49 h 133"/>
                <a:gd name="GluePoint19X" fmla="*/ 21 w 133"/>
                <a:gd name="GluePoint19Y" fmla="*/ 63 h 133"/>
                <a:gd name="GluePoint20X" fmla="*/ 4 w 133"/>
                <a:gd name="GluePoint20Y" fmla="*/ 129 h 133"/>
                <a:gd name="GluePoint21X" fmla="*/ 4 w 133"/>
                <a:gd name="GluePoint21Y" fmla="*/ 58 h 133"/>
                <a:gd name="GluePoint22X" fmla="*/ 67 w 133"/>
                <a:gd name="GluePoint22Y" fmla="*/ 97 h 133"/>
                <a:gd name="GluePoint23X" fmla="*/ 129 w 133"/>
                <a:gd name="GluePoint23Y" fmla="*/ 58 h 133"/>
                <a:gd name="GluePoint24X" fmla="*/ 129 w 133"/>
                <a:gd name="GluePoint24Y" fmla="*/ 129 h 133"/>
                <a:gd name="GluePoint25X" fmla="*/ 4 w 133"/>
                <a:gd name="GluePoint25Y" fmla="*/ 129 h 133"/>
                <a:gd name="GluePoint26X" fmla="*/ 127 w 133"/>
                <a:gd name="GluePoint26Y" fmla="*/ 54 h 133"/>
                <a:gd name="GluePoint27X" fmla="*/ 113 w 133"/>
                <a:gd name="GluePoint27Y" fmla="*/ 63 h 133"/>
                <a:gd name="GluePoint28X" fmla="*/ 113 w 133"/>
                <a:gd name="GluePoint28Y" fmla="*/ 49 h 133"/>
                <a:gd name="GluePoint29X" fmla="*/ 127 w 133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6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31" name="Группа 23"/>
          <p:cNvGrpSpPr/>
          <p:nvPr/>
        </p:nvGrpSpPr>
        <p:grpSpPr>
          <a:xfrm>
            <a:off x="4416480" y="1275480"/>
            <a:ext cx="300960" cy="300960"/>
            <a:chOff x="4416480" y="1275480"/>
            <a:chExt cx="300960" cy="300960"/>
          </a:xfrm>
        </p:grpSpPr>
        <p:sp>
          <p:nvSpPr>
            <p:cNvPr id="1732" name="Freeform 236"/>
            <p:cNvSpPr/>
            <p:nvPr/>
          </p:nvSpPr>
          <p:spPr>
            <a:xfrm>
              <a:off x="4514040" y="1325520"/>
              <a:ext cx="106200" cy="108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08360"/>
                <a:gd name="textAreaBottom" fmla="*/ 108720 h 108360"/>
                <a:gd name="GluePoint1X" fmla="*/ 47 w 47"/>
                <a:gd name="GluePoint1Y" fmla="*/ 11 h 48"/>
                <a:gd name="GluePoint2X" fmla="*/ 36 w 47"/>
                <a:gd name="GluePoint2Y" fmla="*/ 0 h 48"/>
                <a:gd name="GluePoint3X" fmla="*/ 3 w 47"/>
                <a:gd name="GluePoint3Y" fmla="*/ 33 h 48"/>
                <a:gd name="GluePoint4X" fmla="*/ 0 w 47"/>
                <a:gd name="GluePoint4Y" fmla="*/ 48 h 48"/>
                <a:gd name="GluePoint5X" fmla="*/ 14 w 47"/>
                <a:gd name="GluePoint5Y" fmla="*/ 44 h 48"/>
                <a:gd name="GluePoint6X" fmla="*/ 47 w 47"/>
                <a:gd name="GluePoint6Y" fmla="*/ 11 h 48"/>
                <a:gd name="GluePoint7X" fmla="*/ 41 w 47"/>
                <a:gd name="GluePoint7Y" fmla="*/ 11 h 48"/>
                <a:gd name="GluePoint8X" fmla="*/ 38 w 47"/>
                <a:gd name="GluePoint8Y" fmla="*/ 15 h 48"/>
                <a:gd name="GluePoint9X" fmla="*/ 33 w 47"/>
                <a:gd name="GluePoint9Y" fmla="*/ 9 h 48"/>
                <a:gd name="GluePoint10X" fmla="*/ 36 w 47"/>
                <a:gd name="GluePoint10Y" fmla="*/ 6 h 48"/>
                <a:gd name="GluePoint11X" fmla="*/ 41 w 47"/>
                <a:gd name="GluePoint11Y" fmla="*/ 11 h 48"/>
                <a:gd name="GluePoint12X" fmla="*/ 5 w 47"/>
                <a:gd name="GluePoint12Y" fmla="*/ 42 h 48"/>
                <a:gd name="GluePoint13X" fmla="*/ 7 w 47"/>
                <a:gd name="GluePoint13Y" fmla="*/ 35 h 48"/>
                <a:gd name="GluePoint14X" fmla="*/ 30 w 47"/>
                <a:gd name="GluePoint14Y" fmla="*/ 12 h 48"/>
                <a:gd name="GluePoint15X" fmla="*/ 35 w 47"/>
                <a:gd name="GluePoint15Y" fmla="*/ 17 h 48"/>
                <a:gd name="GluePoint16X" fmla="*/ 12 w 47"/>
                <a:gd name="GluePoint16Y" fmla="*/ 41 h 48"/>
                <a:gd name="GluePoint17X" fmla="*/ 5 w 47"/>
                <a:gd name="GluePoint17Y" fmla="*/ 42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7" h="48">
                  <a:moveTo>
                    <a:pt x="47" y="11"/>
                  </a:moveTo>
                  <a:lnTo>
                    <a:pt x="36" y="0"/>
                  </a:lnTo>
                  <a:lnTo>
                    <a:pt x="3" y="33"/>
                  </a:lnTo>
                  <a:lnTo>
                    <a:pt x="0" y="48"/>
                  </a:lnTo>
                  <a:lnTo>
                    <a:pt x="14" y="44"/>
                  </a:lnTo>
                  <a:lnTo>
                    <a:pt x="47" y="11"/>
                  </a:lnTo>
                  <a:close/>
                  <a:moveTo>
                    <a:pt x="41" y="11"/>
                  </a:moveTo>
                  <a:lnTo>
                    <a:pt x="38" y="15"/>
                  </a:lnTo>
                  <a:lnTo>
                    <a:pt x="33" y="9"/>
                  </a:lnTo>
                  <a:lnTo>
                    <a:pt x="36" y="6"/>
                  </a:lnTo>
                  <a:lnTo>
                    <a:pt x="41" y="11"/>
                  </a:lnTo>
                  <a:close/>
                  <a:moveTo>
                    <a:pt x="5" y="42"/>
                  </a:moveTo>
                  <a:lnTo>
                    <a:pt x="7" y="35"/>
                  </a:lnTo>
                  <a:lnTo>
                    <a:pt x="30" y="12"/>
                  </a:lnTo>
                  <a:lnTo>
                    <a:pt x="35" y="17"/>
                  </a:lnTo>
                  <a:lnTo>
                    <a:pt x="12" y="41"/>
                  </a:lnTo>
                  <a:lnTo>
                    <a:pt x="5" y="4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33" name="Freeform 237"/>
            <p:cNvSpPr/>
            <p:nvPr/>
          </p:nvSpPr>
          <p:spPr>
            <a:xfrm>
              <a:off x="4416480" y="127548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2 w 133"/>
                <a:gd name="GluePoint1Y" fmla="*/ 0 h 133"/>
                <a:gd name="GluePoint2X" fmla="*/ 21 w 133"/>
                <a:gd name="GluePoint2Y" fmla="*/ 0 h 133"/>
                <a:gd name="GluePoint3X" fmla="*/ 21 w 133"/>
                <a:gd name="GluePoint3Y" fmla="*/ 44 h 133"/>
                <a:gd name="GluePoint4X" fmla="*/ 0 w 133"/>
                <a:gd name="GluePoint4Y" fmla="*/ 53 h 133"/>
                <a:gd name="GluePoint5X" fmla="*/ 0 w 133"/>
                <a:gd name="GluePoint5Y" fmla="*/ 133 h 133"/>
                <a:gd name="GluePoint6X" fmla="*/ 133 w 133"/>
                <a:gd name="GluePoint6Y" fmla="*/ 133 h 133"/>
                <a:gd name="GluePoint7X" fmla="*/ 133 w 133"/>
                <a:gd name="GluePoint7Y" fmla="*/ 53 h 133"/>
                <a:gd name="GluePoint8X" fmla="*/ 112 w 133"/>
                <a:gd name="GluePoint8Y" fmla="*/ 44 h 133"/>
                <a:gd name="GluePoint9X" fmla="*/ 112 w 133"/>
                <a:gd name="GluePoint9Y" fmla="*/ 0 h 133"/>
                <a:gd name="GluePoint10X" fmla="*/ 108 w 133"/>
                <a:gd name="GluePoint10Y" fmla="*/ 4 h 133"/>
                <a:gd name="GluePoint11X" fmla="*/ 108 w 133"/>
                <a:gd name="GluePoint11Y" fmla="*/ 66 h 133"/>
                <a:gd name="GluePoint12X" fmla="*/ 67 w 133"/>
                <a:gd name="GluePoint12Y" fmla="*/ 92 h 133"/>
                <a:gd name="GluePoint13X" fmla="*/ 25 w 133"/>
                <a:gd name="GluePoint13Y" fmla="*/ 66 h 133"/>
                <a:gd name="GluePoint14X" fmla="*/ 25 w 133"/>
                <a:gd name="GluePoint14Y" fmla="*/ 4 h 133"/>
                <a:gd name="GluePoint15X" fmla="*/ 108 w 133"/>
                <a:gd name="GluePoint15Y" fmla="*/ 4 h 133"/>
                <a:gd name="GluePoint16X" fmla="*/ 21 w 133"/>
                <a:gd name="GluePoint16Y" fmla="*/ 63 h 133"/>
                <a:gd name="GluePoint17X" fmla="*/ 7 w 133"/>
                <a:gd name="GluePoint17Y" fmla="*/ 54 h 133"/>
                <a:gd name="GluePoint18X" fmla="*/ 21 w 133"/>
                <a:gd name="GluePoint18Y" fmla="*/ 49 h 133"/>
                <a:gd name="GluePoint19X" fmla="*/ 21 w 133"/>
                <a:gd name="GluePoint19Y" fmla="*/ 63 h 133"/>
                <a:gd name="GluePoint20X" fmla="*/ 4 w 133"/>
                <a:gd name="GluePoint20Y" fmla="*/ 129 h 133"/>
                <a:gd name="GluePoint21X" fmla="*/ 4 w 133"/>
                <a:gd name="GluePoint21Y" fmla="*/ 58 h 133"/>
                <a:gd name="GluePoint22X" fmla="*/ 67 w 133"/>
                <a:gd name="GluePoint22Y" fmla="*/ 97 h 133"/>
                <a:gd name="GluePoint23X" fmla="*/ 129 w 133"/>
                <a:gd name="GluePoint23Y" fmla="*/ 58 h 133"/>
                <a:gd name="GluePoint24X" fmla="*/ 129 w 133"/>
                <a:gd name="GluePoint24Y" fmla="*/ 129 h 133"/>
                <a:gd name="GluePoint25X" fmla="*/ 4 w 133"/>
                <a:gd name="GluePoint25Y" fmla="*/ 129 h 133"/>
                <a:gd name="GluePoint26X" fmla="*/ 126 w 133"/>
                <a:gd name="GluePoint26Y" fmla="*/ 54 h 133"/>
                <a:gd name="GluePoint27X" fmla="*/ 112 w 133"/>
                <a:gd name="GluePoint27Y" fmla="*/ 63 h 133"/>
                <a:gd name="GluePoint28X" fmla="*/ 112 w 133"/>
                <a:gd name="GluePoint28Y" fmla="*/ 49 h 133"/>
                <a:gd name="GluePoint29X" fmla="*/ 126 w 133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2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2" y="44"/>
                  </a:lnTo>
                  <a:lnTo>
                    <a:pt x="112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6" y="54"/>
                  </a:moveTo>
                  <a:lnTo>
                    <a:pt x="112" y="63"/>
                  </a:lnTo>
                  <a:lnTo>
                    <a:pt x="112" y="49"/>
                  </a:lnTo>
                  <a:lnTo>
                    <a:pt x="126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34" name="Группа 24"/>
          <p:cNvGrpSpPr/>
          <p:nvPr/>
        </p:nvGrpSpPr>
        <p:grpSpPr>
          <a:xfrm>
            <a:off x="4808520" y="1275480"/>
            <a:ext cx="300960" cy="300960"/>
            <a:chOff x="4808520" y="1275480"/>
            <a:chExt cx="300960" cy="300960"/>
          </a:xfrm>
        </p:grpSpPr>
        <p:sp>
          <p:nvSpPr>
            <p:cNvPr id="1735" name="Freeform 238"/>
            <p:cNvSpPr/>
            <p:nvPr/>
          </p:nvSpPr>
          <p:spPr>
            <a:xfrm>
              <a:off x="4905720" y="1341360"/>
              <a:ext cx="103680" cy="745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74520"/>
                <a:gd name="textAreaBottom" fmla="*/ 74880 h 74520"/>
                <a:gd name="GluePoint1X" fmla="*/ 88 w 88"/>
                <a:gd name="GluePoint1Y" fmla="*/ 0 h 64"/>
                <a:gd name="GluePoint2X" fmla="*/ 0 w 88"/>
                <a:gd name="GluePoint2Y" fmla="*/ 0 h 64"/>
                <a:gd name="GluePoint3X" fmla="*/ 0 w 88"/>
                <a:gd name="GluePoint3Y" fmla="*/ 64 h 64"/>
                <a:gd name="GluePoint4X" fmla="*/ 88 w 88"/>
                <a:gd name="GluePoint4Y" fmla="*/ 64 h 64"/>
                <a:gd name="GluePoint5X" fmla="*/ 88 w 88"/>
                <a:gd name="GluePoint5Y" fmla="*/ 0 h 64"/>
                <a:gd name="GluePoint6X" fmla="*/ 72 w 88"/>
                <a:gd name="GluePoint6Y" fmla="*/ 8 h 64"/>
                <a:gd name="GluePoint7X" fmla="*/ 80 w 88"/>
                <a:gd name="GluePoint7Y" fmla="*/ 16 h 64"/>
                <a:gd name="GluePoint8X" fmla="*/ 72 w 88"/>
                <a:gd name="GluePoint8Y" fmla="*/ 24 h 64"/>
                <a:gd name="GluePoint9X" fmla="*/ 64 w 88"/>
                <a:gd name="GluePoint9Y" fmla="*/ 16 h 64"/>
                <a:gd name="GluePoint10X" fmla="*/ 72 w 88"/>
                <a:gd name="GluePoint10Y" fmla="*/ 8 h 64"/>
                <a:gd name="GluePoint11X" fmla="*/ 58 w 88"/>
                <a:gd name="GluePoint11Y" fmla="*/ 8 h 64"/>
                <a:gd name="GluePoint12X" fmla="*/ 56 w 88"/>
                <a:gd name="GluePoint12Y" fmla="*/ 16 h 64"/>
                <a:gd name="GluePoint13X" fmla="*/ 72 w 88"/>
                <a:gd name="GluePoint13Y" fmla="*/ 32 h 64"/>
                <a:gd name="GluePoint14X" fmla="*/ 80 w 88"/>
                <a:gd name="GluePoint14Y" fmla="*/ 30 h 64"/>
                <a:gd name="GluePoint15X" fmla="*/ 80 w 88"/>
                <a:gd name="GluePoint15Y" fmla="*/ 51 h 64"/>
                <a:gd name="GluePoint16X" fmla="*/ 56 w 88"/>
                <a:gd name="GluePoint16Y" fmla="*/ 31 h 64"/>
                <a:gd name="GluePoint17X" fmla="*/ 48 w 88"/>
                <a:gd name="GluePoint17Y" fmla="*/ 38 h 64"/>
                <a:gd name="GluePoint18X" fmla="*/ 32 w 88"/>
                <a:gd name="GluePoint18Y" fmla="*/ 18 h 64"/>
                <a:gd name="GluePoint19X" fmla="*/ 8 w 88"/>
                <a:gd name="GluePoint19Y" fmla="*/ 43 h 64"/>
                <a:gd name="GluePoint20X" fmla="*/ 8 w 88"/>
                <a:gd name="GluePoint20Y" fmla="*/ 8 h 64"/>
                <a:gd name="GluePoint21X" fmla="*/ 58 w 88"/>
                <a:gd name="GluePoint21Y" fmla="*/ 8 h 64"/>
                <a:gd name="GluePoint22X" fmla="*/ 8 w 88"/>
                <a:gd name="GluePoint22Y" fmla="*/ 54 h 64"/>
                <a:gd name="GluePoint23X" fmla="*/ 32 w 88"/>
                <a:gd name="GluePoint23Y" fmla="*/ 30 h 64"/>
                <a:gd name="GluePoint24X" fmla="*/ 48 w 88"/>
                <a:gd name="GluePoint24Y" fmla="*/ 50 h 64"/>
                <a:gd name="GluePoint25X" fmla="*/ 56 w 88"/>
                <a:gd name="GluePoint25Y" fmla="*/ 42 h 64"/>
                <a:gd name="GluePoint26X" fmla="*/ 74 w 88"/>
                <a:gd name="GluePoint26Y" fmla="*/ 56 h 64"/>
                <a:gd name="GluePoint27X" fmla="*/ 8 w 88"/>
                <a:gd name="GluePoint27Y" fmla="*/ 56 h 64"/>
                <a:gd name="GluePoint28X" fmla="*/ 8 w 88"/>
                <a:gd name="GluePoint28Y" fmla="*/ 54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</a:cxnLst>
              <a:rect l="textAreaLeft" t="textAreaTop" r="textAreaRight" b="textAreaBottom"/>
              <a:pathLst>
                <a:path w="88" h="64">
                  <a:moveTo>
                    <a:pt x="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88" y="64"/>
                    <a:pt x="88" y="64"/>
                    <a:pt x="88" y="64"/>
                  </a:cubicBezTo>
                  <a:lnTo>
                    <a:pt x="88" y="0"/>
                  </a:lnTo>
                  <a:close/>
                  <a:moveTo>
                    <a:pt x="72" y="8"/>
                  </a:moveTo>
                  <a:cubicBezTo>
                    <a:pt x="76" y="8"/>
                    <a:pt x="80" y="12"/>
                    <a:pt x="80" y="16"/>
                  </a:cubicBezTo>
                  <a:cubicBezTo>
                    <a:pt x="80" y="21"/>
                    <a:pt x="76" y="24"/>
                    <a:pt x="72" y="24"/>
                  </a:cubicBezTo>
                  <a:cubicBezTo>
                    <a:pt x="68" y="24"/>
                    <a:pt x="64" y="21"/>
                    <a:pt x="64" y="16"/>
                  </a:cubicBezTo>
                  <a:cubicBezTo>
                    <a:pt x="64" y="12"/>
                    <a:pt x="68" y="8"/>
                    <a:pt x="72" y="8"/>
                  </a:cubicBezTo>
                  <a:close/>
                  <a:moveTo>
                    <a:pt x="58" y="8"/>
                  </a:moveTo>
                  <a:cubicBezTo>
                    <a:pt x="57" y="11"/>
                    <a:pt x="56" y="14"/>
                    <a:pt x="56" y="16"/>
                  </a:cubicBezTo>
                  <a:cubicBezTo>
                    <a:pt x="56" y="25"/>
                    <a:pt x="63" y="32"/>
                    <a:pt x="72" y="32"/>
                  </a:cubicBezTo>
                  <a:cubicBezTo>
                    <a:pt x="75" y="32"/>
                    <a:pt x="78" y="32"/>
                    <a:pt x="80" y="30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8" y="8"/>
                  </a:lnTo>
                  <a:close/>
                  <a:moveTo>
                    <a:pt x="8" y="54"/>
                  </a:moveTo>
                  <a:cubicBezTo>
                    <a:pt x="32" y="30"/>
                    <a:pt x="32" y="30"/>
                    <a:pt x="32" y="30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440" bIns="3744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36" name="Freeform 239"/>
            <p:cNvSpPr/>
            <p:nvPr/>
          </p:nvSpPr>
          <p:spPr>
            <a:xfrm>
              <a:off x="4808520" y="127548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2 w 133"/>
                <a:gd name="GluePoint1Y" fmla="*/ 44 h 133"/>
                <a:gd name="GluePoint2X" fmla="*/ 112 w 133"/>
                <a:gd name="GluePoint2Y" fmla="*/ 0 h 133"/>
                <a:gd name="GluePoint3X" fmla="*/ 21 w 133"/>
                <a:gd name="GluePoint3Y" fmla="*/ 0 h 133"/>
                <a:gd name="GluePoint4X" fmla="*/ 21 w 133"/>
                <a:gd name="GluePoint4Y" fmla="*/ 44 h 133"/>
                <a:gd name="GluePoint5X" fmla="*/ 0 w 133"/>
                <a:gd name="GluePoint5Y" fmla="*/ 53 h 133"/>
                <a:gd name="GluePoint6X" fmla="*/ 0 w 133"/>
                <a:gd name="GluePoint6Y" fmla="*/ 133 h 133"/>
                <a:gd name="GluePoint7X" fmla="*/ 133 w 133"/>
                <a:gd name="GluePoint7Y" fmla="*/ 133 h 133"/>
                <a:gd name="GluePoint8X" fmla="*/ 133 w 133"/>
                <a:gd name="GluePoint8Y" fmla="*/ 53 h 133"/>
                <a:gd name="GluePoint9X" fmla="*/ 112 w 133"/>
                <a:gd name="GluePoint9Y" fmla="*/ 44 h 133"/>
                <a:gd name="GluePoint10X" fmla="*/ 126 w 133"/>
                <a:gd name="GluePoint10Y" fmla="*/ 54 h 133"/>
                <a:gd name="GluePoint11X" fmla="*/ 112 w 133"/>
                <a:gd name="GluePoint11Y" fmla="*/ 63 h 133"/>
                <a:gd name="GluePoint12X" fmla="*/ 112 w 133"/>
                <a:gd name="GluePoint12Y" fmla="*/ 49 h 133"/>
                <a:gd name="GluePoint13X" fmla="*/ 126 w 133"/>
                <a:gd name="GluePoint13Y" fmla="*/ 54 h 133"/>
                <a:gd name="GluePoint14X" fmla="*/ 108 w 133"/>
                <a:gd name="GluePoint14Y" fmla="*/ 4 h 133"/>
                <a:gd name="GluePoint15X" fmla="*/ 108 w 133"/>
                <a:gd name="GluePoint15Y" fmla="*/ 66 h 133"/>
                <a:gd name="GluePoint16X" fmla="*/ 66 w 133"/>
                <a:gd name="GluePoint16Y" fmla="*/ 92 h 133"/>
                <a:gd name="GluePoint17X" fmla="*/ 25 w 133"/>
                <a:gd name="GluePoint17Y" fmla="*/ 66 h 133"/>
                <a:gd name="GluePoint18X" fmla="*/ 25 w 133"/>
                <a:gd name="GluePoint18Y" fmla="*/ 4 h 133"/>
                <a:gd name="GluePoint19X" fmla="*/ 108 w 133"/>
                <a:gd name="GluePoint19Y" fmla="*/ 4 h 133"/>
                <a:gd name="GluePoint20X" fmla="*/ 21 w 133"/>
                <a:gd name="GluePoint20Y" fmla="*/ 63 h 133"/>
                <a:gd name="GluePoint21X" fmla="*/ 6 w 133"/>
                <a:gd name="GluePoint21Y" fmla="*/ 54 h 133"/>
                <a:gd name="GluePoint22X" fmla="*/ 21 w 133"/>
                <a:gd name="GluePoint22Y" fmla="*/ 49 h 133"/>
                <a:gd name="GluePoint23X" fmla="*/ 21 w 133"/>
                <a:gd name="GluePoint23Y" fmla="*/ 63 h 133"/>
                <a:gd name="GluePoint24X" fmla="*/ 4 w 133"/>
                <a:gd name="GluePoint24Y" fmla="*/ 129 h 133"/>
                <a:gd name="GluePoint25X" fmla="*/ 4 w 133"/>
                <a:gd name="GluePoint25Y" fmla="*/ 58 h 133"/>
                <a:gd name="GluePoint26X" fmla="*/ 66 w 133"/>
                <a:gd name="GluePoint26Y" fmla="*/ 97 h 133"/>
                <a:gd name="GluePoint27X" fmla="*/ 129 w 133"/>
                <a:gd name="GluePoint27Y" fmla="*/ 58 h 133"/>
                <a:gd name="GluePoint28X" fmla="*/ 129 w 133"/>
                <a:gd name="GluePoint28Y" fmla="*/ 129 h 133"/>
                <a:gd name="GluePoint29X" fmla="*/ 4 w 133"/>
                <a:gd name="GluePoint29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2" y="44"/>
                  </a:moveTo>
                  <a:lnTo>
                    <a:pt x="112" y="0"/>
                  </a:ln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2" y="44"/>
                  </a:lnTo>
                  <a:close/>
                  <a:moveTo>
                    <a:pt x="126" y="54"/>
                  </a:moveTo>
                  <a:lnTo>
                    <a:pt x="112" y="63"/>
                  </a:lnTo>
                  <a:lnTo>
                    <a:pt x="112" y="49"/>
                  </a:lnTo>
                  <a:lnTo>
                    <a:pt x="126" y="54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6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6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6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37" name="Группа 25"/>
          <p:cNvGrpSpPr/>
          <p:nvPr/>
        </p:nvGrpSpPr>
        <p:grpSpPr>
          <a:xfrm>
            <a:off x="5198040" y="1275480"/>
            <a:ext cx="303120" cy="300960"/>
            <a:chOff x="5198040" y="1275480"/>
            <a:chExt cx="303120" cy="300960"/>
          </a:xfrm>
        </p:grpSpPr>
        <p:sp>
          <p:nvSpPr>
            <p:cNvPr id="1738" name="Freeform 240"/>
            <p:cNvSpPr/>
            <p:nvPr/>
          </p:nvSpPr>
          <p:spPr>
            <a:xfrm>
              <a:off x="5297760" y="1338840"/>
              <a:ext cx="99360" cy="810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81000"/>
                <a:gd name="textAreaBottom" fmla="*/ 81360 h 81000"/>
                <a:gd name="GluePoint1X" fmla="*/ 21 w 44"/>
                <a:gd name="GluePoint1Y" fmla="*/ 33 h 36"/>
                <a:gd name="GluePoint2X" fmla="*/ 8 w 44"/>
                <a:gd name="GluePoint2Y" fmla="*/ 20 h 36"/>
                <a:gd name="GluePoint3X" fmla="*/ 44 w 44"/>
                <a:gd name="GluePoint3Y" fmla="*/ 20 h 36"/>
                <a:gd name="GluePoint4X" fmla="*/ 44 w 44"/>
                <a:gd name="GluePoint4Y" fmla="*/ 16 h 36"/>
                <a:gd name="GluePoint5X" fmla="*/ 8 w 44"/>
                <a:gd name="GluePoint5Y" fmla="*/ 16 h 36"/>
                <a:gd name="GluePoint6X" fmla="*/ 21 w 44"/>
                <a:gd name="GluePoint6Y" fmla="*/ 3 h 36"/>
                <a:gd name="GluePoint7X" fmla="*/ 17 w 44"/>
                <a:gd name="GluePoint7Y" fmla="*/ 0 h 36"/>
                <a:gd name="GluePoint8X" fmla="*/ 0 w 44"/>
                <a:gd name="GluePoint8Y" fmla="*/ 17 h 36"/>
                <a:gd name="GluePoint9X" fmla="*/ 0 w 44"/>
                <a:gd name="GluePoint9Y" fmla="*/ 19 h 36"/>
                <a:gd name="GluePoint10X" fmla="*/ 17 w 44"/>
                <a:gd name="GluePoint10Y" fmla="*/ 36 h 36"/>
                <a:gd name="GluePoint11X" fmla="*/ 21 w 44"/>
                <a:gd name="GluePoint11Y" fmla="*/ 33 h 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4" h="36">
                  <a:moveTo>
                    <a:pt x="21" y="33"/>
                  </a:moveTo>
                  <a:lnTo>
                    <a:pt x="8" y="20"/>
                  </a:lnTo>
                  <a:lnTo>
                    <a:pt x="44" y="20"/>
                  </a:lnTo>
                  <a:lnTo>
                    <a:pt x="44" y="16"/>
                  </a:lnTo>
                  <a:lnTo>
                    <a:pt x="8" y="16"/>
                  </a:lnTo>
                  <a:lnTo>
                    <a:pt x="21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17" y="36"/>
                  </a:lnTo>
                  <a:lnTo>
                    <a:pt x="21" y="3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680" bIns="40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39" name="Freeform 241"/>
            <p:cNvSpPr/>
            <p:nvPr/>
          </p:nvSpPr>
          <p:spPr>
            <a:xfrm>
              <a:off x="5198040" y="1275480"/>
              <a:ext cx="303120" cy="3009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0960"/>
                <a:gd name="textAreaBottom" fmla="*/ 301320 h 300960"/>
                <a:gd name="GluePoint1X" fmla="*/ 113 w 134"/>
                <a:gd name="GluePoint1Y" fmla="*/ 0 h 133"/>
                <a:gd name="GluePoint2X" fmla="*/ 21 w 134"/>
                <a:gd name="GluePoint2Y" fmla="*/ 0 h 133"/>
                <a:gd name="GluePoint3X" fmla="*/ 21 w 134"/>
                <a:gd name="GluePoint3Y" fmla="*/ 44 h 133"/>
                <a:gd name="GluePoint4X" fmla="*/ 0 w 134"/>
                <a:gd name="GluePoint4Y" fmla="*/ 53 h 133"/>
                <a:gd name="GluePoint5X" fmla="*/ 0 w 134"/>
                <a:gd name="GluePoint5Y" fmla="*/ 133 h 133"/>
                <a:gd name="GluePoint6X" fmla="*/ 134 w 134"/>
                <a:gd name="GluePoint6Y" fmla="*/ 133 h 133"/>
                <a:gd name="GluePoint7X" fmla="*/ 134 w 134"/>
                <a:gd name="GluePoint7Y" fmla="*/ 53 h 133"/>
                <a:gd name="GluePoint8X" fmla="*/ 113 w 134"/>
                <a:gd name="GluePoint8Y" fmla="*/ 44 h 133"/>
                <a:gd name="GluePoint9X" fmla="*/ 113 w 134"/>
                <a:gd name="GluePoint9Y" fmla="*/ 0 h 133"/>
                <a:gd name="GluePoint10X" fmla="*/ 109 w 134"/>
                <a:gd name="GluePoint10Y" fmla="*/ 4 h 133"/>
                <a:gd name="GluePoint11X" fmla="*/ 109 w 134"/>
                <a:gd name="GluePoint11Y" fmla="*/ 66 h 133"/>
                <a:gd name="GluePoint12X" fmla="*/ 67 w 134"/>
                <a:gd name="GluePoint12Y" fmla="*/ 92 h 133"/>
                <a:gd name="GluePoint13X" fmla="*/ 25 w 134"/>
                <a:gd name="GluePoint13Y" fmla="*/ 66 h 133"/>
                <a:gd name="GluePoint14X" fmla="*/ 25 w 134"/>
                <a:gd name="GluePoint14Y" fmla="*/ 4 h 133"/>
                <a:gd name="GluePoint15X" fmla="*/ 109 w 134"/>
                <a:gd name="GluePoint15Y" fmla="*/ 4 h 133"/>
                <a:gd name="GluePoint16X" fmla="*/ 21 w 134"/>
                <a:gd name="GluePoint16Y" fmla="*/ 63 h 133"/>
                <a:gd name="GluePoint17X" fmla="*/ 7 w 134"/>
                <a:gd name="GluePoint17Y" fmla="*/ 54 h 133"/>
                <a:gd name="GluePoint18X" fmla="*/ 21 w 134"/>
                <a:gd name="GluePoint18Y" fmla="*/ 49 h 133"/>
                <a:gd name="GluePoint19X" fmla="*/ 21 w 134"/>
                <a:gd name="GluePoint19Y" fmla="*/ 63 h 133"/>
                <a:gd name="GluePoint20X" fmla="*/ 5 w 134"/>
                <a:gd name="GluePoint20Y" fmla="*/ 129 h 133"/>
                <a:gd name="GluePoint21X" fmla="*/ 5 w 134"/>
                <a:gd name="GluePoint21Y" fmla="*/ 58 h 133"/>
                <a:gd name="GluePoint22X" fmla="*/ 67 w 134"/>
                <a:gd name="GluePoint22Y" fmla="*/ 97 h 133"/>
                <a:gd name="GluePoint23X" fmla="*/ 130 w 134"/>
                <a:gd name="GluePoint23Y" fmla="*/ 58 h 133"/>
                <a:gd name="GluePoint24X" fmla="*/ 130 w 134"/>
                <a:gd name="GluePoint24Y" fmla="*/ 129 h 133"/>
                <a:gd name="GluePoint25X" fmla="*/ 5 w 134"/>
                <a:gd name="GluePoint25Y" fmla="*/ 129 h 133"/>
                <a:gd name="GluePoint26X" fmla="*/ 128 w 134"/>
                <a:gd name="GluePoint26Y" fmla="*/ 54 h 133"/>
                <a:gd name="GluePoint27X" fmla="*/ 113 w 134"/>
                <a:gd name="GluePoint27Y" fmla="*/ 63 h 133"/>
                <a:gd name="GluePoint28X" fmla="*/ 113 w 134"/>
                <a:gd name="GluePoint28Y" fmla="*/ 49 h 133"/>
                <a:gd name="GluePoint29X" fmla="*/ 128 w 134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5" y="129"/>
                  </a:moveTo>
                  <a:lnTo>
                    <a:pt x="5" y="58"/>
                  </a:lnTo>
                  <a:lnTo>
                    <a:pt x="67" y="97"/>
                  </a:lnTo>
                  <a:lnTo>
                    <a:pt x="130" y="58"/>
                  </a:lnTo>
                  <a:lnTo>
                    <a:pt x="130" y="129"/>
                  </a:lnTo>
                  <a:lnTo>
                    <a:pt x="5" y="129"/>
                  </a:lnTo>
                  <a:close/>
                  <a:moveTo>
                    <a:pt x="128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8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40" name="Группа 26"/>
          <p:cNvGrpSpPr/>
          <p:nvPr/>
        </p:nvGrpSpPr>
        <p:grpSpPr>
          <a:xfrm>
            <a:off x="5589720" y="1275480"/>
            <a:ext cx="303120" cy="300960"/>
            <a:chOff x="5589720" y="1275480"/>
            <a:chExt cx="303120" cy="300960"/>
          </a:xfrm>
        </p:grpSpPr>
        <p:sp>
          <p:nvSpPr>
            <p:cNvPr id="1741" name="Freeform 242"/>
            <p:cNvSpPr/>
            <p:nvPr/>
          </p:nvSpPr>
          <p:spPr>
            <a:xfrm>
              <a:off x="5698440" y="137988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36 w 56"/>
                <a:gd name="GluePoint1Y" fmla="*/ 40 h 55"/>
                <a:gd name="GluePoint2X" fmla="*/ 44 w 56"/>
                <a:gd name="GluePoint2Y" fmla="*/ 40 h 55"/>
                <a:gd name="GluePoint3X" fmla="*/ 37 w 56"/>
                <a:gd name="GluePoint3Y" fmla="*/ 50 h 55"/>
                <a:gd name="GluePoint4X" fmla="*/ 44 w 56"/>
                <a:gd name="GluePoint4Y" fmla="*/ 55 h 55"/>
                <a:gd name="GluePoint5X" fmla="*/ 56 w 56"/>
                <a:gd name="GluePoint5Y" fmla="*/ 39 h 55"/>
                <a:gd name="GluePoint6X" fmla="*/ 56 w 56"/>
                <a:gd name="GluePoint6Y" fmla="*/ 34 h 55"/>
                <a:gd name="GluePoint7X" fmla="*/ 44 w 56"/>
                <a:gd name="GluePoint7Y" fmla="*/ 18 h 55"/>
                <a:gd name="GluePoint8X" fmla="*/ 37 w 56"/>
                <a:gd name="GluePoint8Y" fmla="*/ 23 h 55"/>
                <a:gd name="GluePoint9X" fmla="*/ 44 w 56"/>
                <a:gd name="GluePoint9Y" fmla="*/ 32 h 55"/>
                <a:gd name="GluePoint10X" fmla="*/ 36 w 56"/>
                <a:gd name="GluePoint10Y" fmla="*/ 32 h 55"/>
                <a:gd name="GluePoint11X" fmla="*/ 8 w 56"/>
                <a:gd name="GluePoint11Y" fmla="*/ 0 h 55"/>
                <a:gd name="GluePoint12X" fmla="*/ 0 w 56"/>
                <a:gd name="GluePoint12Y" fmla="*/ 0 h 55"/>
                <a:gd name="GluePoint13X" fmla="*/ 36 w 56"/>
                <a:gd name="GluePoint13Y" fmla="*/ 40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56" y="39"/>
                    <a:pt x="56" y="39"/>
                    <a:pt x="56" y="39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1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6" y="40"/>
                    <a:pt x="36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42" name="Freeform 243"/>
            <p:cNvSpPr/>
            <p:nvPr/>
          </p:nvSpPr>
          <p:spPr>
            <a:xfrm>
              <a:off x="5727960" y="131652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20 w 56"/>
                <a:gd name="GluePoint1Y" fmla="*/ 32 h 54"/>
                <a:gd name="GluePoint2X" fmla="*/ 12 w 56"/>
                <a:gd name="GluePoint2Y" fmla="*/ 22 h 54"/>
                <a:gd name="GluePoint3X" fmla="*/ 20 w 56"/>
                <a:gd name="GluePoint3Y" fmla="*/ 22 h 54"/>
                <a:gd name="GluePoint4X" fmla="*/ 48 w 56"/>
                <a:gd name="GluePoint4Y" fmla="*/ 54 h 54"/>
                <a:gd name="GluePoint5X" fmla="*/ 56 w 56"/>
                <a:gd name="GluePoint5Y" fmla="*/ 54 h 54"/>
                <a:gd name="GluePoint6X" fmla="*/ 20 w 56"/>
                <a:gd name="GluePoint6Y" fmla="*/ 14 h 54"/>
                <a:gd name="GluePoint7X" fmla="*/ 12 w 56"/>
                <a:gd name="GluePoint7Y" fmla="*/ 14 h 54"/>
                <a:gd name="GluePoint8X" fmla="*/ 20 w 56"/>
                <a:gd name="GluePoint8Y" fmla="*/ 5 h 54"/>
                <a:gd name="GluePoint9X" fmla="*/ 13 w 56"/>
                <a:gd name="GluePoint9Y" fmla="*/ 0 h 54"/>
                <a:gd name="GluePoint10X" fmla="*/ 0 w 56"/>
                <a:gd name="GluePoint10Y" fmla="*/ 16 h 54"/>
                <a:gd name="GluePoint11X" fmla="*/ 0 w 56"/>
                <a:gd name="GluePoint11Y" fmla="*/ 21 h 54"/>
                <a:gd name="GluePoint12X" fmla="*/ 13 w 56"/>
                <a:gd name="GluePoint12Y" fmla="*/ 37 h 54"/>
                <a:gd name="GluePoint13X" fmla="*/ 20 w 56"/>
                <a:gd name="GluePoint13Y" fmla="*/ 32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20" y="3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6" y="22"/>
                    <a:pt x="48" y="40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6"/>
                    <a:pt x="41" y="14"/>
                    <a:pt x="20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lnTo>
                    <a:pt x="20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43" name="Freeform 244"/>
            <p:cNvSpPr/>
            <p:nvPr/>
          </p:nvSpPr>
          <p:spPr>
            <a:xfrm>
              <a:off x="5589720" y="1275480"/>
              <a:ext cx="303120" cy="3009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0960"/>
                <a:gd name="textAreaBottom" fmla="*/ 301320 h 300960"/>
                <a:gd name="GluePoint1X" fmla="*/ 113 w 134"/>
                <a:gd name="GluePoint1Y" fmla="*/ 0 h 133"/>
                <a:gd name="GluePoint2X" fmla="*/ 21 w 134"/>
                <a:gd name="GluePoint2Y" fmla="*/ 0 h 133"/>
                <a:gd name="GluePoint3X" fmla="*/ 21 w 134"/>
                <a:gd name="GluePoint3Y" fmla="*/ 44 h 133"/>
                <a:gd name="GluePoint4X" fmla="*/ 0 w 134"/>
                <a:gd name="GluePoint4Y" fmla="*/ 53 h 133"/>
                <a:gd name="GluePoint5X" fmla="*/ 0 w 134"/>
                <a:gd name="GluePoint5Y" fmla="*/ 133 h 133"/>
                <a:gd name="GluePoint6X" fmla="*/ 134 w 134"/>
                <a:gd name="GluePoint6Y" fmla="*/ 133 h 133"/>
                <a:gd name="GluePoint7X" fmla="*/ 134 w 134"/>
                <a:gd name="GluePoint7Y" fmla="*/ 53 h 133"/>
                <a:gd name="GluePoint8X" fmla="*/ 113 w 134"/>
                <a:gd name="GluePoint8Y" fmla="*/ 44 h 133"/>
                <a:gd name="GluePoint9X" fmla="*/ 113 w 134"/>
                <a:gd name="GluePoint9Y" fmla="*/ 0 h 133"/>
                <a:gd name="GluePoint10X" fmla="*/ 109 w 134"/>
                <a:gd name="GluePoint10Y" fmla="*/ 4 h 133"/>
                <a:gd name="GluePoint11X" fmla="*/ 109 w 134"/>
                <a:gd name="GluePoint11Y" fmla="*/ 66 h 133"/>
                <a:gd name="GluePoint12X" fmla="*/ 67 w 134"/>
                <a:gd name="GluePoint12Y" fmla="*/ 92 h 133"/>
                <a:gd name="GluePoint13X" fmla="*/ 25 w 134"/>
                <a:gd name="GluePoint13Y" fmla="*/ 66 h 133"/>
                <a:gd name="GluePoint14X" fmla="*/ 25 w 134"/>
                <a:gd name="GluePoint14Y" fmla="*/ 4 h 133"/>
                <a:gd name="GluePoint15X" fmla="*/ 109 w 134"/>
                <a:gd name="GluePoint15Y" fmla="*/ 4 h 133"/>
                <a:gd name="GluePoint16X" fmla="*/ 21 w 134"/>
                <a:gd name="GluePoint16Y" fmla="*/ 63 h 133"/>
                <a:gd name="GluePoint17X" fmla="*/ 7 w 134"/>
                <a:gd name="GluePoint17Y" fmla="*/ 54 h 133"/>
                <a:gd name="GluePoint18X" fmla="*/ 21 w 134"/>
                <a:gd name="GluePoint18Y" fmla="*/ 49 h 133"/>
                <a:gd name="GluePoint19X" fmla="*/ 21 w 134"/>
                <a:gd name="GluePoint19Y" fmla="*/ 63 h 133"/>
                <a:gd name="GluePoint20X" fmla="*/ 4 w 134"/>
                <a:gd name="GluePoint20Y" fmla="*/ 129 h 133"/>
                <a:gd name="GluePoint21X" fmla="*/ 4 w 134"/>
                <a:gd name="GluePoint21Y" fmla="*/ 58 h 133"/>
                <a:gd name="GluePoint22X" fmla="*/ 67 w 134"/>
                <a:gd name="GluePoint22Y" fmla="*/ 97 h 133"/>
                <a:gd name="GluePoint23X" fmla="*/ 129 w 134"/>
                <a:gd name="GluePoint23Y" fmla="*/ 58 h 133"/>
                <a:gd name="GluePoint24X" fmla="*/ 129 w 134"/>
                <a:gd name="GluePoint24Y" fmla="*/ 129 h 133"/>
                <a:gd name="GluePoint25X" fmla="*/ 4 w 134"/>
                <a:gd name="GluePoint25Y" fmla="*/ 129 h 133"/>
                <a:gd name="GluePoint26X" fmla="*/ 127 w 134"/>
                <a:gd name="GluePoint26Y" fmla="*/ 54 h 133"/>
                <a:gd name="GluePoint27X" fmla="*/ 113 w 134"/>
                <a:gd name="GluePoint27Y" fmla="*/ 63 h 133"/>
                <a:gd name="GluePoint28X" fmla="*/ 113 w 134"/>
                <a:gd name="GluePoint28Y" fmla="*/ 49 h 133"/>
                <a:gd name="GluePoint29X" fmla="*/ 127 w 134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44" name="Группа 27"/>
          <p:cNvGrpSpPr/>
          <p:nvPr/>
        </p:nvGrpSpPr>
        <p:grpSpPr>
          <a:xfrm>
            <a:off x="5981400" y="1275480"/>
            <a:ext cx="300960" cy="300960"/>
            <a:chOff x="5981400" y="1275480"/>
            <a:chExt cx="300960" cy="300960"/>
          </a:xfrm>
        </p:grpSpPr>
        <p:sp>
          <p:nvSpPr>
            <p:cNvPr id="1745" name="Freeform 245"/>
            <p:cNvSpPr/>
            <p:nvPr/>
          </p:nvSpPr>
          <p:spPr>
            <a:xfrm>
              <a:off x="6096960" y="1343520"/>
              <a:ext cx="72000" cy="7200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72000"/>
                <a:gd name="textAreaBottom" fmla="*/ 72360 h 72000"/>
                <a:gd name="GluePoint1X" fmla="*/ 3 w 32"/>
                <a:gd name="GluePoint1Y" fmla="*/ 32 h 32"/>
                <a:gd name="GluePoint2X" fmla="*/ 16 w 32"/>
                <a:gd name="GluePoint2Y" fmla="*/ 19 h 32"/>
                <a:gd name="GluePoint3X" fmla="*/ 29 w 32"/>
                <a:gd name="GluePoint3Y" fmla="*/ 32 h 32"/>
                <a:gd name="GluePoint4X" fmla="*/ 32 w 32"/>
                <a:gd name="GluePoint4Y" fmla="*/ 29 h 32"/>
                <a:gd name="GluePoint5X" fmla="*/ 19 w 32"/>
                <a:gd name="GluePoint5Y" fmla="*/ 16 h 32"/>
                <a:gd name="GluePoint6X" fmla="*/ 32 w 32"/>
                <a:gd name="GluePoint6Y" fmla="*/ 3 h 32"/>
                <a:gd name="GluePoint7X" fmla="*/ 29 w 32"/>
                <a:gd name="GluePoint7Y" fmla="*/ 0 h 32"/>
                <a:gd name="GluePoint8X" fmla="*/ 16 w 32"/>
                <a:gd name="GluePoint8Y" fmla="*/ 13 h 32"/>
                <a:gd name="GluePoint9X" fmla="*/ 3 w 32"/>
                <a:gd name="GluePoint9Y" fmla="*/ 0 h 32"/>
                <a:gd name="GluePoint10X" fmla="*/ 0 w 32"/>
                <a:gd name="GluePoint10Y" fmla="*/ 3 h 32"/>
                <a:gd name="GluePoint11X" fmla="*/ 13 w 32"/>
                <a:gd name="GluePoint11Y" fmla="*/ 16 h 32"/>
                <a:gd name="GluePoint12X" fmla="*/ 0 w 32"/>
                <a:gd name="GluePoint12Y" fmla="*/ 29 h 32"/>
                <a:gd name="GluePoint13X" fmla="*/ 3 w 32"/>
                <a:gd name="GluePoint13Y" fmla="*/ 32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2" h="32">
                  <a:moveTo>
                    <a:pt x="3" y="32"/>
                  </a:moveTo>
                  <a:lnTo>
                    <a:pt x="16" y="19"/>
                  </a:lnTo>
                  <a:lnTo>
                    <a:pt x="29" y="32"/>
                  </a:ln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46" name="Freeform 246"/>
            <p:cNvSpPr/>
            <p:nvPr/>
          </p:nvSpPr>
          <p:spPr>
            <a:xfrm>
              <a:off x="5981400" y="127548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3 w 133"/>
                <a:gd name="GluePoint1Y" fmla="*/ 0 h 133"/>
                <a:gd name="GluePoint2X" fmla="*/ 21 w 133"/>
                <a:gd name="GluePoint2Y" fmla="*/ 0 h 133"/>
                <a:gd name="GluePoint3X" fmla="*/ 21 w 133"/>
                <a:gd name="GluePoint3Y" fmla="*/ 44 h 133"/>
                <a:gd name="GluePoint4X" fmla="*/ 0 w 133"/>
                <a:gd name="GluePoint4Y" fmla="*/ 53 h 133"/>
                <a:gd name="GluePoint5X" fmla="*/ 0 w 133"/>
                <a:gd name="GluePoint5Y" fmla="*/ 133 h 133"/>
                <a:gd name="GluePoint6X" fmla="*/ 133 w 133"/>
                <a:gd name="GluePoint6Y" fmla="*/ 133 h 133"/>
                <a:gd name="GluePoint7X" fmla="*/ 133 w 133"/>
                <a:gd name="GluePoint7Y" fmla="*/ 53 h 133"/>
                <a:gd name="GluePoint8X" fmla="*/ 113 w 133"/>
                <a:gd name="GluePoint8Y" fmla="*/ 44 h 133"/>
                <a:gd name="GluePoint9X" fmla="*/ 113 w 133"/>
                <a:gd name="GluePoint9Y" fmla="*/ 0 h 133"/>
                <a:gd name="GluePoint10X" fmla="*/ 108 w 133"/>
                <a:gd name="GluePoint10Y" fmla="*/ 4 h 133"/>
                <a:gd name="GluePoint11X" fmla="*/ 108 w 133"/>
                <a:gd name="GluePoint11Y" fmla="*/ 66 h 133"/>
                <a:gd name="GluePoint12X" fmla="*/ 67 w 133"/>
                <a:gd name="GluePoint12Y" fmla="*/ 92 h 133"/>
                <a:gd name="GluePoint13X" fmla="*/ 25 w 133"/>
                <a:gd name="GluePoint13Y" fmla="*/ 66 h 133"/>
                <a:gd name="GluePoint14X" fmla="*/ 25 w 133"/>
                <a:gd name="GluePoint14Y" fmla="*/ 4 h 133"/>
                <a:gd name="GluePoint15X" fmla="*/ 108 w 133"/>
                <a:gd name="GluePoint15Y" fmla="*/ 4 h 133"/>
                <a:gd name="GluePoint16X" fmla="*/ 21 w 133"/>
                <a:gd name="GluePoint16Y" fmla="*/ 63 h 133"/>
                <a:gd name="GluePoint17X" fmla="*/ 7 w 133"/>
                <a:gd name="GluePoint17Y" fmla="*/ 54 h 133"/>
                <a:gd name="GluePoint18X" fmla="*/ 21 w 133"/>
                <a:gd name="GluePoint18Y" fmla="*/ 49 h 133"/>
                <a:gd name="GluePoint19X" fmla="*/ 21 w 133"/>
                <a:gd name="GluePoint19Y" fmla="*/ 63 h 133"/>
                <a:gd name="GluePoint20X" fmla="*/ 4 w 133"/>
                <a:gd name="GluePoint20Y" fmla="*/ 129 h 133"/>
                <a:gd name="GluePoint21X" fmla="*/ 4 w 133"/>
                <a:gd name="GluePoint21Y" fmla="*/ 58 h 133"/>
                <a:gd name="GluePoint22X" fmla="*/ 67 w 133"/>
                <a:gd name="GluePoint22Y" fmla="*/ 97 h 133"/>
                <a:gd name="GluePoint23X" fmla="*/ 129 w 133"/>
                <a:gd name="GluePoint23Y" fmla="*/ 58 h 133"/>
                <a:gd name="GluePoint24X" fmla="*/ 129 w 133"/>
                <a:gd name="GluePoint24Y" fmla="*/ 129 h 133"/>
                <a:gd name="GluePoint25X" fmla="*/ 4 w 133"/>
                <a:gd name="GluePoint25Y" fmla="*/ 129 h 133"/>
                <a:gd name="GluePoint26X" fmla="*/ 127 w 133"/>
                <a:gd name="GluePoint26Y" fmla="*/ 54 h 133"/>
                <a:gd name="GluePoint27X" fmla="*/ 113 w 133"/>
                <a:gd name="GluePoint27Y" fmla="*/ 63 h 133"/>
                <a:gd name="GluePoint28X" fmla="*/ 113 w 133"/>
                <a:gd name="GluePoint28Y" fmla="*/ 49 h 133"/>
                <a:gd name="GluePoint29X" fmla="*/ 127 w 133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47" name="Группа 28"/>
          <p:cNvGrpSpPr/>
          <p:nvPr/>
        </p:nvGrpSpPr>
        <p:grpSpPr>
          <a:xfrm>
            <a:off x="6373440" y="1275480"/>
            <a:ext cx="303120" cy="300960"/>
            <a:chOff x="6373440" y="1275480"/>
            <a:chExt cx="303120" cy="300960"/>
          </a:xfrm>
        </p:grpSpPr>
        <p:sp>
          <p:nvSpPr>
            <p:cNvPr id="1748" name="Freeform 247"/>
            <p:cNvSpPr/>
            <p:nvPr/>
          </p:nvSpPr>
          <p:spPr>
            <a:xfrm>
              <a:off x="6477480" y="1332360"/>
              <a:ext cx="92520" cy="9252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520"/>
                <a:gd name="textAreaBottom" fmla="*/ 92880 h 92520"/>
                <a:gd name="GluePoint1X" fmla="*/ 28 w 78"/>
                <a:gd name="GluePoint1Y" fmla="*/ 56 h 79"/>
                <a:gd name="GluePoint2X" fmla="*/ 44 w 78"/>
                <a:gd name="GluePoint2Y" fmla="*/ 51 h 79"/>
                <a:gd name="GluePoint3X" fmla="*/ 73 w 78"/>
                <a:gd name="GluePoint3Y" fmla="*/ 79 h 79"/>
                <a:gd name="GluePoint4X" fmla="*/ 78 w 78"/>
                <a:gd name="GluePoint4Y" fmla="*/ 74 h 79"/>
                <a:gd name="GluePoint5X" fmla="*/ 50 w 78"/>
                <a:gd name="GluePoint5Y" fmla="*/ 45 h 79"/>
                <a:gd name="GluePoint6X" fmla="*/ 56 w 78"/>
                <a:gd name="GluePoint6Y" fmla="*/ 28 h 79"/>
                <a:gd name="GluePoint7X" fmla="*/ 28 w 78"/>
                <a:gd name="GluePoint7Y" fmla="*/ 0 h 79"/>
                <a:gd name="GluePoint8X" fmla="*/ 0 w 78"/>
                <a:gd name="GluePoint8Y" fmla="*/ 28 h 79"/>
                <a:gd name="GluePoint9X" fmla="*/ 28 w 78"/>
                <a:gd name="GluePoint9Y" fmla="*/ 56 h 79"/>
                <a:gd name="GluePoint10X" fmla="*/ 28 w 78"/>
                <a:gd name="GluePoint10Y" fmla="*/ 8 h 79"/>
                <a:gd name="GluePoint11X" fmla="*/ 48 w 78"/>
                <a:gd name="GluePoint11Y" fmla="*/ 28 h 79"/>
                <a:gd name="GluePoint12X" fmla="*/ 28 w 78"/>
                <a:gd name="GluePoint12Y" fmla="*/ 48 h 79"/>
                <a:gd name="GluePoint13X" fmla="*/ 8 w 78"/>
                <a:gd name="GluePoint13Y" fmla="*/ 28 h 79"/>
                <a:gd name="GluePoint14X" fmla="*/ 28 w 78"/>
                <a:gd name="GluePoint14Y" fmla="*/ 8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8" h="79">
                  <a:moveTo>
                    <a:pt x="28" y="56"/>
                  </a:moveTo>
                  <a:cubicBezTo>
                    <a:pt x="34" y="56"/>
                    <a:pt x="40" y="54"/>
                    <a:pt x="44" y="51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3" y="41"/>
                    <a:pt x="56" y="35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ubicBezTo>
                    <a:pt x="12" y="0"/>
                    <a:pt x="0" y="13"/>
                    <a:pt x="0" y="28"/>
                  </a:cubicBezTo>
                  <a:cubicBezTo>
                    <a:pt x="0" y="44"/>
                    <a:pt x="12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49" name="Freeform 248"/>
            <p:cNvSpPr/>
            <p:nvPr/>
          </p:nvSpPr>
          <p:spPr>
            <a:xfrm>
              <a:off x="6373440" y="1275480"/>
              <a:ext cx="303120" cy="30096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0960"/>
                <a:gd name="textAreaBottom" fmla="*/ 301320 h 300960"/>
                <a:gd name="GluePoint1X" fmla="*/ 113 w 134"/>
                <a:gd name="GluePoint1Y" fmla="*/ 0 h 133"/>
                <a:gd name="GluePoint2X" fmla="*/ 21 w 134"/>
                <a:gd name="GluePoint2Y" fmla="*/ 0 h 133"/>
                <a:gd name="GluePoint3X" fmla="*/ 21 w 134"/>
                <a:gd name="GluePoint3Y" fmla="*/ 44 h 133"/>
                <a:gd name="GluePoint4X" fmla="*/ 0 w 134"/>
                <a:gd name="GluePoint4Y" fmla="*/ 53 h 133"/>
                <a:gd name="GluePoint5X" fmla="*/ 0 w 134"/>
                <a:gd name="GluePoint5Y" fmla="*/ 133 h 133"/>
                <a:gd name="GluePoint6X" fmla="*/ 134 w 134"/>
                <a:gd name="GluePoint6Y" fmla="*/ 133 h 133"/>
                <a:gd name="GluePoint7X" fmla="*/ 134 w 134"/>
                <a:gd name="GluePoint7Y" fmla="*/ 53 h 133"/>
                <a:gd name="GluePoint8X" fmla="*/ 113 w 134"/>
                <a:gd name="GluePoint8Y" fmla="*/ 44 h 133"/>
                <a:gd name="GluePoint9X" fmla="*/ 113 w 134"/>
                <a:gd name="GluePoint9Y" fmla="*/ 0 h 133"/>
                <a:gd name="GluePoint10X" fmla="*/ 109 w 134"/>
                <a:gd name="GluePoint10Y" fmla="*/ 4 h 133"/>
                <a:gd name="GluePoint11X" fmla="*/ 109 w 134"/>
                <a:gd name="GluePoint11Y" fmla="*/ 66 h 133"/>
                <a:gd name="GluePoint12X" fmla="*/ 67 w 134"/>
                <a:gd name="GluePoint12Y" fmla="*/ 92 h 133"/>
                <a:gd name="GluePoint13X" fmla="*/ 25 w 134"/>
                <a:gd name="GluePoint13Y" fmla="*/ 66 h 133"/>
                <a:gd name="GluePoint14X" fmla="*/ 25 w 134"/>
                <a:gd name="GluePoint14Y" fmla="*/ 4 h 133"/>
                <a:gd name="GluePoint15X" fmla="*/ 109 w 134"/>
                <a:gd name="GluePoint15Y" fmla="*/ 4 h 133"/>
                <a:gd name="GluePoint16X" fmla="*/ 21 w 134"/>
                <a:gd name="GluePoint16Y" fmla="*/ 63 h 133"/>
                <a:gd name="GluePoint17X" fmla="*/ 7 w 134"/>
                <a:gd name="GluePoint17Y" fmla="*/ 54 h 133"/>
                <a:gd name="GluePoint18X" fmla="*/ 21 w 134"/>
                <a:gd name="GluePoint18Y" fmla="*/ 49 h 133"/>
                <a:gd name="GluePoint19X" fmla="*/ 21 w 134"/>
                <a:gd name="GluePoint19Y" fmla="*/ 63 h 133"/>
                <a:gd name="GluePoint20X" fmla="*/ 5 w 134"/>
                <a:gd name="GluePoint20Y" fmla="*/ 129 h 133"/>
                <a:gd name="GluePoint21X" fmla="*/ 5 w 134"/>
                <a:gd name="GluePoint21Y" fmla="*/ 58 h 133"/>
                <a:gd name="GluePoint22X" fmla="*/ 67 w 134"/>
                <a:gd name="GluePoint22Y" fmla="*/ 97 h 133"/>
                <a:gd name="GluePoint23X" fmla="*/ 130 w 134"/>
                <a:gd name="GluePoint23Y" fmla="*/ 58 h 133"/>
                <a:gd name="GluePoint24X" fmla="*/ 130 w 134"/>
                <a:gd name="GluePoint24Y" fmla="*/ 129 h 133"/>
                <a:gd name="GluePoint25X" fmla="*/ 5 w 134"/>
                <a:gd name="GluePoint25Y" fmla="*/ 129 h 133"/>
                <a:gd name="GluePoint26X" fmla="*/ 127 w 134"/>
                <a:gd name="GluePoint26Y" fmla="*/ 54 h 133"/>
                <a:gd name="GluePoint27X" fmla="*/ 113 w 134"/>
                <a:gd name="GluePoint27Y" fmla="*/ 63 h 133"/>
                <a:gd name="GluePoint28X" fmla="*/ 113 w 134"/>
                <a:gd name="GluePoint28Y" fmla="*/ 49 h 133"/>
                <a:gd name="GluePoint29X" fmla="*/ 127 w 134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4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4" y="133"/>
                  </a:lnTo>
                  <a:lnTo>
                    <a:pt x="134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7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5" y="129"/>
                  </a:moveTo>
                  <a:lnTo>
                    <a:pt x="5" y="58"/>
                  </a:lnTo>
                  <a:lnTo>
                    <a:pt x="67" y="97"/>
                  </a:lnTo>
                  <a:lnTo>
                    <a:pt x="130" y="58"/>
                  </a:lnTo>
                  <a:lnTo>
                    <a:pt x="130" y="129"/>
                  </a:lnTo>
                  <a:lnTo>
                    <a:pt x="5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50" name="Группа 29"/>
          <p:cNvGrpSpPr/>
          <p:nvPr/>
        </p:nvGrpSpPr>
        <p:grpSpPr>
          <a:xfrm>
            <a:off x="6765120" y="1275480"/>
            <a:ext cx="300960" cy="300960"/>
            <a:chOff x="6765120" y="1275480"/>
            <a:chExt cx="300960" cy="300960"/>
          </a:xfrm>
        </p:grpSpPr>
        <p:sp>
          <p:nvSpPr>
            <p:cNvPr id="1751" name="Freeform 249"/>
            <p:cNvSpPr/>
            <p:nvPr/>
          </p:nvSpPr>
          <p:spPr>
            <a:xfrm>
              <a:off x="6765120" y="127548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3 w 133"/>
                <a:gd name="GluePoint1Y" fmla="*/ 0 h 133"/>
                <a:gd name="GluePoint2X" fmla="*/ 21 w 133"/>
                <a:gd name="GluePoint2Y" fmla="*/ 0 h 133"/>
                <a:gd name="GluePoint3X" fmla="*/ 21 w 133"/>
                <a:gd name="GluePoint3Y" fmla="*/ 44 h 133"/>
                <a:gd name="GluePoint4X" fmla="*/ 0 w 133"/>
                <a:gd name="GluePoint4Y" fmla="*/ 53 h 133"/>
                <a:gd name="GluePoint5X" fmla="*/ 0 w 133"/>
                <a:gd name="GluePoint5Y" fmla="*/ 133 h 133"/>
                <a:gd name="GluePoint6X" fmla="*/ 133 w 133"/>
                <a:gd name="GluePoint6Y" fmla="*/ 133 h 133"/>
                <a:gd name="GluePoint7X" fmla="*/ 133 w 133"/>
                <a:gd name="GluePoint7Y" fmla="*/ 53 h 133"/>
                <a:gd name="GluePoint8X" fmla="*/ 113 w 133"/>
                <a:gd name="GluePoint8Y" fmla="*/ 44 h 133"/>
                <a:gd name="GluePoint9X" fmla="*/ 113 w 133"/>
                <a:gd name="GluePoint9Y" fmla="*/ 0 h 133"/>
                <a:gd name="GluePoint10X" fmla="*/ 109 w 133"/>
                <a:gd name="GluePoint10Y" fmla="*/ 4 h 133"/>
                <a:gd name="GluePoint11X" fmla="*/ 109 w 133"/>
                <a:gd name="GluePoint11Y" fmla="*/ 66 h 133"/>
                <a:gd name="GluePoint12X" fmla="*/ 67 w 133"/>
                <a:gd name="GluePoint12Y" fmla="*/ 92 h 133"/>
                <a:gd name="GluePoint13X" fmla="*/ 25 w 133"/>
                <a:gd name="GluePoint13Y" fmla="*/ 66 h 133"/>
                <a:gd name="GluePoint14X" fmla="*/ 25 w 133"/>
                <a:gd name="GluePoint14Y" fmla="*/ 4 h 133"/>
                <a:gd name="GluePoint15X" fmla="*/ 109 w 133"/>
                <a:gd name="GluePoint15Y" fmla="*/ 4 h 133"/>
                <a:gd name="GluePoint16X" fmla="*/ 21 w 133"/>
                <a:gd name="GluePoint16Y" fmla="*/ 63 h 133"/>
                <a:gd name="GluePoint17X" fmla="*/ 6 w 133"/>
                <a:gd name="GluePoint17Y" fmla="*/ 54 h 133"/>
                <a:gd name="GluePoint18X" fmla="*/ 21 w 133"/>
                <a:gd name="GluePoint18Y" fmla="*/ 49 h 133"/>
                <a:gd name="GluePoint19X" fmla="*/ 21 w 133"/>
                <a:gd name="GluePoint19Y" fmla="*/ 63 h 133"/>
                <a:gd name="GluePoint20X" fmla="*/ 4 w 133"/>
                <a:gd name="GluePoint20Y" fmla="*/ 129 h 133"/>
                <a:gd name="GluePoint21X" fmla="*/ 4 w 133"/>
                <a:gd name="GluePoint21Y" fmla="*/ 58 h 133"/>
                <a:gd name="GluePoint22X" fmla="*/ 67 w 133"/>
                <a:gd name="GluePoint22Y" fmla="*/ 97 h 133"/>
                <a:gd name="GluePoint23X" fmla="*/ 129 w 133"/>
                <a:gd name="GluePoint23Y" fmla="*/ 58 h 133"/>
                <a:gd name="GluePoint24X" fmla="*/ 129 w 133"/>
                <a:gd name="GluePoint24Y" fmla="*/ 129 h 133"/>
                <a:gd name="GluePoint25X" fmla="*/ 4 w 133"/>
                <a:gd name="GluePoint25Y" fmla="*/ 129 h 133"/>
                <a:gd name="GluePoint26X" fmla="*/ 127 w 133"/>
                <a:gd name="GluePoint26Y" fmla="*/ 54 h 133"/>
                <a:gd name="GluePoint27X" fmla="*/ 113 w 133"/>
                <a:gd name="GluePoint27Y" fmla="*/ 63 h 133"/>
                <a:gd name="GluePoint28X" fmla="*/ 113 w 133"/>
                <a:gd name="GluePoint28Y" fmla="*/ 49 h 133"/>
                <a:gd name="GluePoint29X" fmla="*/ 127 w 133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3" y="0"/>
                  </a:moveTo>
                  <a:lnTo>
                    <a:pt x="21" y="0"/>
                  </a:lnTo>
                  <a:lnTo>
                    <a:pt x="21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3" y="44"/>
                  </a:lnTo>
                  <a:lnTo>
                    <a:pt x="113" y="0"/>
                  </a:lnTo>
                  <a:close/>
                  <a:moveTo>
                    <a:pt x="109" y="4"/>
                  </a:moveTo>
                  <a:lnTo>
                    <a:pt x="109" y="66"/>
                  </a:lnTo>
                  <a:lnTo>
                    <a:pt x="67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9" y="4"/>
                  </a:lnTo>
                  <a:close/>
                  <a:moveTo>
                    <a:pt x="21" y="63"/>
                  </a:moveTo>
                  <a:lnTo>
                    <a:pt x="6" y="54"/>
                  </a:lnTo>
                  <a:lnTo>
                    <a:pt x="21" y="49"/>
                  </a:lnTo>
                  <a:lnTo>
                    <a:pt x="21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7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3" y="63"/>
                  </a:lnTo>
                  <a:lnTo>
                    <a:pt x="113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52" name="Freeform 250"/>
            <p:cNvSpPr/>
            <p:nvPr/>
          </p:nvSpPr>
          <p:spPr>
            <a:xfrm>
              <a:off x="6862320" y="1327680"/>
              <a:ext cx="106200" cy="99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99360"/>
                <a:gd name="textAreaBottom" fmla="*/ 99720 h 99360"/>
                <a:gd name="GluePoint1X" fmla="*/ 2 w 89"/>
                <a:gd name="GluePoint1Y" fmla="*/ 40 h 85"/>
                <a:gd name="GluePoint2X" fmla="*/ 24 w 89"/>
                <a:gd name="GluePoint2Y" fmla="*/ 54 h 85"/>
                <a:gd name="GluePoint3X" fmla="*/ 16 w 89"/>
                <a:gd name="GluePoint3Y" fmla="*/ 79 h 85"/>
                <a:gd name="GluePoint4X" fmla="*/ 18 w 89"/>
                <a:gd name="GluePoint4Y" fmla="*/ 84 h 85"/>
                <a:gd name="GluePoint5X" fmla="*/ 22 w 89"/>
                <a:gd name="GluePoint5Y" fmla="*/ 84 h 85"/>
                <a:gd name="GluePoint6X" fmla="*/ 45 w 89"/>
                <a:gd name="GluePoint6Y" fmla="*/ 69 h 85"/>
                <a:gd name="GluePoint7X" fmla="*/ 66 w 89"/>
                <a:gd name="GluePoint7Y" fmla="*/ 84 h 85"/>
                <a:gd name="GluePoint8X" fmla="*/ 68 w 89"/>
                <a:gd name="GluePoint8Y" fmla="*/ 84 h 85"/>
                <a:gd name="GluePoint9X" fmla="*/ 71 w 89"/>
                <a:gd name="GluePoint9Y" fmla="*/ 84 h 85"/>
                <a:gd name="GluePoint10X" fmla="*/ 72 w 89"/>
                <a:gd name="GluePoint10Y" fmla="*/ 79 h 85"/>
                <a:gd name="GluePoint11X" fmla="*/ 65 w 89"/>
                <a:gd name="GluePoint11Y" fmla="*/ 54 h 85"/>
                <a:gd name="GluePoint12X" fmla="*/ 87 w 89"/>
                <a:gd name="GluePoint12Y" fmla="*/ 40 h 85"/>
                <a:gd name="GluePoint13X" fmla="*/ 88 w 89"/>
                <a:gd name="GluePoint13Y" fmla="*/ 35 h 85"/>
                <a:gd name="GluePoint14X" fmla="*/ 85 w 89"/>
                <a:gd name="GluePoint14Y" fmla="*/ 32 h 85"/>
                <a:gd name="GluePoint15X" fmla="*/ 59 w 89"/>
                <a:gd name="GluePoint15Y" fmla="*/ 32 h 85"/>
                <a:gd name="GluePoint16X" fmla="*/ 48 w 89"/>
                <a:gd name="GluePoint16Y" fmla="*/ 3 h 85"/>
                <a:gd name="GluePoint17X" fmla="*/ 45 w 89"/>
                <a:gd name="GluePoint17Y" fmla="*/ 0 h 85"/>
                <a:gd name="GluePoint18X" fmla="*/ 41 w 89"/>
                <a:gd name="GluePoint18Y" fmla="*/ 3 h 85"/>
                <a:gd name="GluePoint19X" fmla="*/ 31 w 89"/>
                <a:gd name="GluePoint19Y" fmla="*/ 32 h 85"/>
                <a:gd name="GluePoint20X" fmla="*/ 5 w 89"/>
                <a:gd name="GluePoint20Y" fmla="*/ 32 h 85"/>
                <a:gd name="GluePoint21X" fmla="*/ 1 w 89"/>
                <a:gd name="GluePoint21Y" fmla="*/ 35 h 85"/>
                <a:gd name="GluePoint22X" fmla="*/ 2 w 89"/>
                <a:gd name="GluePoint22Y" fmla="*/ 40 h 85"/>
                <a:gd name="GluePoint23X" fmla="*/ 34 w 89"/>
                <a:gd name="GluePoint23Y" fmla="*/ 40 h 85"/>
                <a:gd name="GluePoint24X" fmla="*/ 37 w 89"/>
                <a:gd name="GluePoint24Y" fmla="*/ 38 h 85"/>
                <a:gd name="GluePoint25X" fmla="*/ 45 w 89"/>
                <a:gd name="GluePoint25Y" fmla="*/ 16 h 85"/>
                <a:gd name="GluePoint26X" fmla="*/ 53 w 89"/>
                <a:gd name="GluePoint26Y" fmla="*/ 38 h 85"/>
                <a:gd name="GluePoint27X" fmla="*/ 57 w 89"/>
                <a:gd name="GluePoint27Y" fmla="*/ 40 h 85"/>
                <a:gd name="GluePoint28X" fmla="*/ 71 w 89"/>
                <a:gd name="GluePoint28Y" fmla="*/ 40 h 85"/>
                <a:gd name="GluePoint29X" fmla="*/ 58 w 89"/>
                <a:gd name="GluePoint29Y" fmla="*/ 49 h 85"/>
                <a:gd name="GluePoint30X" fmla="*/ 57 w 89"/>
                <a:gd name="GluePoint30Y" fmla="*/ 54 h 85"/>
                <a:gd name="GluePoint31X" fmla="*/ 62 w 89"/>
                <a:gd name="GluePoint31Y" fmla="*/ 71 h 85"/>
                <a:gd name="GluePoint32X" fmla="*/ 47 w 89"/>
                <a:gd name="GluePoint32Y" fmla="*/ 61 h 85"/>
                <a:gd name="GluePoint33X" fmla="*/ 42 w 89"/>
                <a:gd name="GluePoint33Y" fmla="*/ 61 h 85"/>
                <a:gd name="GluePoint34X" fmla="*/ 27 w 89"/>
                <a:gd name="GluePoint34Y" fmla="*/ 71 h 85"/>
                <a:gd name="GluePoint35X" fmla="*/ 33 w 89"/>
                <a:gd name="GluePoint35Y" fmla="*/ 54 h 85"/>
                <a:gd name="GluePoint36X" fmla="*/ 31 w 89"/>
                <a:gd name="GluePoint36Y" fmla="*/ 49 h 85"/>
                <a:gd name="GluePoint37X" fmla="*/ 18 w 89"/>
                <a:gd name="GluePoint37Y" fmla="*/ 40 h 85"/>
                <a:gd name="GluePoint38X" fmla="*/ 34 w 89"/>
                <a:gd name="GluePoint38Y" fmla="*/ 40 h 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89" h="85">
                  <a:moveTo>
                    <a:pt x="2" y="40"/>
                  </a:moveTo>
                  <a:cubicBezTo>
                    <a:pt x="24" y="54"/>
                    <a:pt x="24" y="54"/>
                    <a:pt x="24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6" y="81"/>
                    <a:pt x="16" y="83"/>
                    <a:pt x="18" y="84"/>
                  </a:cubicBezTo>
                  <a:cubicBezTo>
                    <a:pt x="19" y="85"/>
                    <a:pt x="21" y="85"/>
                    <a:pt x="22" y="84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7" y="84"/>
                    <a:pt x="68" y="84"/>
                    <a:pt x="68" y="84"/>
                  </a:cubicBezTo>
                  <a:cubicBezTo>
                    <a:pt x="69" y="84"/>
                    <a:pt x="70" y="84"/>
                    <a:pt x="71" y="84"/>
                  </a:cubicBezTo>
                  <a:cubicBezTo>
                    <a:pt x="72" y="83"/>
                    <a:pt x="73" y="81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9"/>
                    <a:pt x="89" y="37"/>
                    <a:pt x="88" y="35"/>
                  </a:cubicBezTo>
                  <a:cubicBezTo>
                    <a:pt x="88" y="34"/>
                    <a:pt x="86" y="32"/>
                    <a:pt x="85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"/>
                    <a:pt x="46" y="0"/>
                    <a:pt x="45" y="0"/>
                  </a:cubicBezTo>
                  <a:cubicBezTo>
                    <a:pt x="43" y="0"/>
                    <a:pt x="41" y="2"/>
                    <a:pt x="41" y="3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3" y="32"/>
                    <a:pt x="1" y="34"/>
                    <a:pt x="1" y="35"/>
                  </a:cubicBezTo>
                  <a:cubicBezTo>
                    <a:pt x="0" y="37"/>
                    <a:pt x="1" y="39"/>
                    <a:pt x="2" y="40"/>
                  </a:cubicBezTo>
                  <a:close/>
                  <a:moveTo>
                    <a:pt x="34" y="40"/>
                  </a:moveTo>
                  <a:cubicBezTo>
                    <a:pt x="35" y="40"/>
                    <a:pt x="37" y="39"/>
                    <a:pt x="37" y="38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4" y="39"/>
                    <a:pt x="55" y="40"/>
                    <a:pt x="5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58" y="49"/>
                    <a:pt x="58" y="49"/>
                    <a:pt x="58" y="49"/>
                  </a:cubicBezTo>
                  <a:cubicBezTo>
                    <a:pt x="57" y="50"/>
                    <a:pt x="56" y="52"/>
                    <a:pt x="57" y="54"/>
                  </a:cubicBezTo>
                  <a:cubicBezTo>
                    <a:pt x="62" y="71"/>
                    <a:pt x="62" y="71"/>
                    <a:pt x="62" y="71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6" y="60"/>
                    <a:pt x="44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2"/>
                    <a:pt x="32" y="50"/>
                    <a:pt x="31" y="49"/>
                  </a:cubicBezTo>
                  <a:cubicBezTo>
                    <a:pt x="18" y="40"/>
                    <a:pt x="18" y="40"/>
                    <a:pt x="18" y="40"/>
                  </a:cubicBezTo>
                  <a:lnTo>
                    <a:pt x="34" y="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53" name="Группа 30"/>
          <p:cNvGrpSpPr/>
          <p:nvPr/>
        </p:nvGrpSpPr>
        <p:grpSpPr>
          <a:xfrm>
            <a:off x="2068200" y="1667520"/>
            <a:ext cx="300960" cy="300960"/>
            <a:chOff x="2068200" y="1667520"/>
            <a:chExt cx="300960" cy="300960"/>
          </a:xfrm>
        </p:grpSpPr>
        <p:sp>
          <p:nvSpPr>
            <p:cNvPr id="1754" name="Freeform 251"/>
            <p:cNvSpPr/>
            <p:nvPr/>
          </p:nvSpPr>
          <p:spPr>
            <a:xfrm>
              <a:off x="2176920" y="1719360"/>
              <a:ext cx="81000" cy="993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9360"/>
                <a:gd name="textAreaBottom" fmla="*/ 99720 h 99360"/>
                <a:gd name="GluePoint1X" fmla="*/ 16 w 36"/>
                <a:gd name="GluePoint1Y" fmla="*/ 7 h 44"/>
                <a:gd name="GluePoint2X" fmla="*/ 16 w 36"/>
                <a:gd name="GluePoint2Y" fmla="*/ 44 h 44"/>
                <a:gd name="GluePoint3X" fmla="*/ 20 w 36"/>
                <a:gd name="GluePoint3Y" fmla="*/ 44 h 44"/>
                <a:gd name="GluePoint4X" fmla="*/ 20 w 36"/>
                <a:gd name="GluePoint4Y" fmla="*/ 7 h 44"/>
                <a:gd name="GluePoint5X" fmla="*/ 33 w 36"/>
                <a:gd name="GluePoint5Y" fmla="*/ 20 h 44"/>
                <a:gd name="GluePoint6X" fmla="*/ 36 w 36"/>
                <a:gd name="GluePoint6Y" fmla="*/ 17 h 44"/>
                <a:gd name="GluePoint7X" fmla="*/ 20 w 36"/>
                <a:gd name="GluePoint7Y" fmla="*/ 0 h 44"/>
                <a:gd name="GluePoint8X" fmla="*/ 17 w 36"/>
                <a:gd name="GluePoint8Y" fmla="*/ 0 h 44"/>
                <a:gd name="GluePoint9X" fmla="*/ 0 w 36"/>
                <a:gd name="GluePoint9Y" fmla="*/ 17 h 44"/>
                <a:gd name="GluePoint10X" fmla="*/ 3 w 36"/>
                <a:gd name="GluePoint10Y" fmla="*/ 20 h 44"/>
                <a:gd name="GluePoint11X" fmla="*/ 16 w 36"/>
                <a:gd name="GluePoint11Y" fmla="*/ 7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4">
                  <a:moveTo>
                    <a:pt x="16" y="7"/>
                  </a:moveTo>
                  <a:lnTo>
                    <a:pt x="16" y="44"/>
                  </a:lnTo>
                  <a:lnTo>
                    <a:pt x="20" y="44"/>
                  </a:lnTo>
                  <a:lnTo>
                    <a:pt x="20" y="7"/>
                  </a:lnTo>
                  <a:lnTo>
                    <a:pt x="33" y="20"/>
                  </a:lnTo>
                  <a:lnTo>
                    <a:pt x="36" y="17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3" y="20"/>
                  </a:lnTo>
                  <a:lnTo>
                    <a:pt x="16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55" name="Freeform 252"/>
            <p:cNvSpPr/>
            <p:nvPr/>
          </p:nvSpPr>
          <p:spPr>
            <a:xfrm>
              <a:off x="2068200" y="1667520"/>
              <a:ext cx="300960" cy="30096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00960"/>
                <a:gd name="textAreaBottom" fmla="*/ 301320 h 300960"/>
                <a:gd name="GluePoint1X" fmla="*/ 112 w 133"/>
                <a:gd name="GluePoint1Y" fmla="*/ 0 h 133"/>
                <a:gd name="GluePoint2X" fmla="*/ 20 w 133"/>
                <a:gd name="GluePoint2Y" fmla="*/ 0 h 133"/>
                <a:gd name="GluePoint3X" fmla="*/ 20 w 133"/>
                <a:gd name="GluePoint3Y" fmla="*/ 44 h 133"/>
                <a:gd name="GluePoint4X" fmla="*/ 0 w 133"/>
                <a:gd name="GluePoint4Y" fmla="*/ 53 h 133"/>
                <a:gd name="GluePoint5X" fmla="*/ 0 w 133"/>
                <a:gd name="GluePoint5Y" fmla="*/ 133 h 133"/>
                <a:gd name="GluePoint6X" fmla="*/ 133 w 133"/>
                <a:gd name="GluePoint6Y" fmla="*/ 133 h 133"/>
                <a:gd name="GluePoint7X" fmla="*/ 133 w 133"/>
                <a:gd name="GluePoint7Y" fmla="*/ 53 h 133"/>
                <a:gd name="GluePoint8X" fmla="*/ 112 w 133"/>
                <a:gd name="GluePoint8Y" fmla="*/ 44 h 133"/>
                <a:gd name="GluePoint9X" fmla="*/ 112 w 133"/>
                <a:gd name="GluePoint9Y" fmla="*/ 0 h 133"/>
                <a:gd name="GluePoint10X" fmla="*/ 108 w 133"/>
                <a:gd name="GluePoint10Y" fmla="*/ 4 h 133"/>
                <a:gd name="GluePoint11X" fmla="*/ 108 w 133"/>
                <a:gd name="GluePoint11Y" fmla="*/ 66 h 133"/>
                <a:gd name="GluePoint12X" fmla="*/ 66 w 133"/>
                <a:gd name="GluePoint12Y" fmla="*/ 92 h 133"/>
                <a:gd name="GluePoint13X" fmla="*/ 25 w 133"/>
                <a:gd name="GluePoint13Y" fmla="*/ 66 h 133"/>
                <a:gd name="GluePoint14X" fmla="*/ 25 w 133"/>
                <a:gd name="GluePoint14Y" fmla="*/ 4 h 133"/>
                <a:gd name="GluePoint15X" fmla="*/ 108 w 133"/>
                <a:gd name="GluePoint15Y" fmla="*/ 4 h 133"/>
                <a:gd name="GluePoint16X" fmla="*/ 20 w 133"/>
                <a:gd name="GluePoint16Y" fmla="*/ 63 h 133"/>
                <a:gd name="GluePoint17X" fmla="*/ 6 w 133"/>
                <a:gd name="GluePoint17Y" fmla="*/ 54 h 133"/>
                <a:gd name="GluePoint18X" fmla="*/ 20 w 133"/>
                <a:gd name="GluePoint18Y" fmla="*/ 49 h 133"/>
                <a:gd name="GluePoint19X" fmla="*/ 20 w 133"/>
                <a:gd name="GluePoint19Y" fmla="*/ 63 h 133"/>
                <a:gd name="GluePoint20X" fmla="*/ 4 w 133"/>
                <a:gd name="GluePoint20Y" fmla="*/ 129 h 133"/>
                <a:gd name="GluePoint21X" fmla="*/ 4 w 133"/>
                <a:gd name="GluePoint21Y" fmla="*/ 58 h 133"/>
                <a:gd name="GluePoint22X" fmla="*/ 66 w 133"/>
                <a:gd name="GluePoint22Y" fmla="*/ 97 h 133"/>
                <a:gd name="GluePoint23X" fmla="*/ 129 w 133"/>
                <a:gd name="GluePoint23Y" fmla="*/ 58 h 133"/>
                <a:gd name="GluePoint24X" fmla="*/ 129 w 133"/>
                <a:gd name="GluePoint24Y" fmla="*/ 129 h 133"/>
                <a:gd name="GluePoint25X" fmla="*/ 4 w 133"/>
                <a:gd name="GluePoint25Y" fmla="*/ 129 h 133"/>
                <a:gd name="GluePoint26X" fmla="*/ 127 w 133"/>
                <a:gd name="GluePoint26Y" fmla="*/ 54 h 133"/>
                <a:gd name="GluePoint27X" fmla="*/ 112 w 133"/>
                <a:gd name="GluePoint27Y" fmla="*/ 63 h 133"/>
                <a:gd name="GluePoint28X" fmla="*/ 112 w 133"/>
                <a:gd name="GluePoint28Y" fmla="*/ 49 h 133"/>
                <a:gd name="GluePoint29X" fmla="*/ 127 w 133"/>
                <a:gd name="GluePoint29Y" fmla="*/ 54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133" h="133">
                  <a:moveTo>
                    <a:pt x="112" y="0"/>
                  </a:moveTo>
                  <a:lnTo>
                    <a:pt x="20" y="0"/>
                  </a:lnTo>
                  <a:lnTo>
                    <a:pt x="20" y="44"/>
                  </a:lnTo>
                  <a:lnTo>
                    <a:pt x="0" y="53"/>
                  </a:lnTo>
                  <a:lnTo>
                    <a:pt x="0" y="133"/>
                  </a:lnTo>
                  <a:lnTo>
                    <a:pt x="133" y="133"/>
                  </a:lnTo>
                  <a:lnTo>
                    <a:pt x="133" y="53"/>
                  </a:lnTo>
                  <a:lnTo>
                    <a:pt x="112" y="44"/>
                  </a:lnTo>
                  <a:lnTo>
                    <a:pt x="112" y="0"/>
                  </a:lnTo>
                  <a:close/>
                  <a:moveTo>
                    <a:pt x="108" y="4"/>
                  </a:moveTo>
                  <a:lnTo>
                    <a:pt x="108" y="66"/>
                  </a:lnTo>
                  <a:lnTo>
                    <a:pt x="66" y="92"/>
                  </a:lnTo>
                  <a:lnTo>
                    <a:pt x="25" y="66"/>
                  </a:lnTo>
                  <a:lnTo>
                    <a:pt x="25" y="4"/>
                  </a:lnTo>
                  <a:lnTo>
                    <a:pt x="108" y="4"/>
                  </a:lnTo>
                  <a:close/>
                  <a:moveTo>
                    <a:pt x="20" y="63"/>
                  </a:moveTo>
                  <a:lnTo>
                    <a:pt x="6" y="54"/>
                  </a:lnTo>
                  <a:lnTo>
                    <a:pt x="20" y="49"/>
                  </a:lnTo>
                  <a:lnTo>
                    <a:pt x="20" y="63"/>
                  </a:lnTo>
                  <a:close/>
                  <a:moveTo>
                    <a:pt x="4" y="129"/>
                  </a:moveTo>
                  <a:lnTo>
                    <a:pt x="4" y="58"/>
                  </a:lnTo>
                  <a:lnTo>
                    <a:pt x="66" y="97"/>
                  </a:lnTo>
                  <a:lnTo>
                    <a:pt x="129" y="58"/>
                  </a:lnTo>
                  <a:lnTo>
                    <a:pt x="129" y="129"/>
                  </a:lnTo>
                  <a:lnTo>
                    <a:pt x="4" y="129"/>
                  </a:lnTo>
                  <a:close/>
                  <a:moveTo>
                    <a:pt x="127" y="54"/>
                  </a:moveTo>
                  <a:lnTo>
                    <a:pt x="112" y="63"/>
                  </a:lnTo>
                  <a:lnTo>
                    <a:pt x="112" y="49"/>
                  </a:lnTo>
                  <a:lnTo>
                    <a:pt x="127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56" name="Группа 369"/>
          <p:cNvGrpSpPr/>
          <p:nvPr/>
        </p:nvGrpSpPr>
        <p:grpSpPr>
          <a:xfrm>
            <a:off x="2457720" y="1683360"/>
            <a:ext cx="303120" cy="269280"/>
            <a:chOff x="2457720" y="1683360"/>
            <a:chExt cx="303120" cy="269280"/>
          </a:xfrm>
        </p:grpSpPr>
        <p:sp>
          <p:nvSpPr>
            <p:cNvPr id="1757" name="Freeform 253"/>
            <p:cNvSpPr/>
            <p:nvPr/>
          </p:nvSpPr>
          <p:spPr>
            <a:xfrm>
              <a:off x="2457720" y="1683360"/>
              <a:ext cx="303120" cy="2692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69280"/>
                <a:gd name="textAreaBottom" fmla="*/ 269640 h 269280"/>
                <a:gd name="GluePoint1X" fmla="*/ 0 w 134"/>
                <a:gd name="GluePoint1Y" fmla="*/ 91 h 119"/>
                <a:gd name="GluePoint2X" fmla="*/ 36 w 134"/>
                <a:gd name="GluePoint2Y" fmla="*/ 91 h 119"/>
                <a:gd name="GluePoint3X" fmla="*/ 36 w 134"/>
                <a:gd name="GluePoint3Y" fmla="*/ 119 h 119"/>
                <a:gd name="GluePoint4X" fmla="*/ 68 w 134"/>
                <a:gd name="GluePoint4Y" fmla="*/ 91 h 119"/>
                <a:gd name="GluePoint5X" fmla="*/ 134 w 134"/>
                <a:gd name="GluePoint5Y" fmla="*/ 91 h 119"/>
                <a:gd name="GluePoint6X" fmla="*/ 134 w 134"/>
                <a:gd name="GluePoint6Y" fmla="*/ 0 h 119"/>
                <a:gd name="GluePoint7X" fmla="*/ 0 w 134"/>
                <a:gd name="GluePoint7Y" fmla="*/ 0 h 119"/>
                <a:gd name="GluePoint8X" fmla="*/ 0 w 134"/>
                <a:gd name="GluePoint8Y" fmla="*/ 91 h 119"/>
                <a:gd name="GluePoint9X" fmla="*/ 4 w 134"/>
                <a:gd name="GluePoint9Y" fmla="*/ 4 h 119"/>
                <a:gd name="GluePoint10X" fmla="*/ 129 w 134"/>
                <a:gd name="GluePoint10Y" fmla="*/ 4 h 119"/>
                <a:gd name="GluePoint11X" fmla="*/ 129 w 134"/>
                <a:gd name="GluePoint11Y" fmla="*/ 87 h 119"/>
                <a:gd name="GluePoint12X" fmla="*/ 66 w 134"/>
                <a:gd name="GluePoint12Y" fmla="*/ 87 h 119"/>
                <a:gd name="GluePoint13X" fmla="*/ 40 w 134"/>
                <a:gd name="GluePoint13Y" fmla="*/ 110 h 119"/>
                <a:gd name="GluePoint14X" fmla="*/ 40 w 134"/>
                <a:gd name="GluePoint14Y" fmla="*/ 87 h 119"/>
                <a:gd name="GluePoint15X" fmla="*/ 4 w 134"/>
                <a:gd name="GluePoint15Y" fmla="*/ 87 h 119"/>
                <a:gd name="GluePoint16X" fmla="*/ 4 w 134"/>
                <a:gd name="GluePoint16Y" fmla="*/ 4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58" name="Freeform 254"/>
            <p:cNvSpPr/>
            <p:nvPr/>
          </p:nvSpPr>
          <p:spPr>
            <a:xfrm>
              <a:off x="2564280" y="1755720"/>
              <a:ext cx="99360" cy="6768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7680"/>
                <a:gd name="textAreaBottom" fmla="*/ 68040 h 67680"/>
                <a:gd name="GluePoint1X" fmla="*/ 17 w 44"/>
                <a:gd name="GluePoint1Y" fmla="*/ 30 h 30"/>
                <a:gd name="GluePoint2X" fmla="*/ 44 w 44"/>
                <a:gd name="GluePoint2Y" fmla="*/ 3 h 30"/>
                <a:gd name="GluePoint3X" fmla="*/ 42 w 44"/>
                <a:gd name="GluePoint3Y" fmla="*/ 0 h 30"/>
                <a:gd name="GluePoint4X" fmla="*/ 16 w 44"/>
                <a:gd name="GluePoint4Y" fmla="*/ 26 h 30"/>
                <a:gd name="GluePoint5X" fmla="*/ 3 w 44"/>
                <a:gd name="GluePoint5Y" fmla="*/ 12 h 30"/>
                <a:gd name="GluePoint6X" fmla="*/ 0 w 44"/>
                <a:gd name="GluePoint6Y" fmla="*/ 16 h 30"/>
                <a:gd name="GluePoint7X" fmla="*/ 15 w 44"/>
                <a:gd name="GluePoint7Y" fmla="*/ 30 h 30"/>
                <a:gd name="GluePoint8X" fmla="*/ 17 w 44"/>
                <a:gd name="GluePoint8Y" fmla="*/ 30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30">
                  <a:moveTo>
                    <a:pt x="17" y="30"/>
                  </a:move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lnTo>
                    <a:pt x="3" y="12"/>
                  </a:lnTo>
                  <a:lnTo>
                    <a:pt x="0" y="16"/>
                  </a:lnTo>
                  <a:lnTo>
                    <a:pt x="15" y="30"/>
                  </a:lnTo>
                  <a:lnTo>
                    <a:pt x="17" y="3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840" bIns="3384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59" name="Группа 370"/>
          <p:cNvGrpSpPr/>
          <p:nvPr/>
        </p:nvGrpSpPr>
        <p:grpSpPr>
          <a:xfrm>
            <a:off x="2849400" y="1683360"/>
            <a:ext cx="300960" cy="269280"/>
            <a:chOff x="2849400" y="1683360"/>
            <a:chExt cx="300960" cy="269280"/>
          </a:xfrm>
        </p:grpSpPr>
        <p:sp>
          <p:nvSpPr>
            <p:cNvPr id="1760" name="Freeform 255"/>
            <p:cNvSpPr/>
            <p:nvPr/>
          </p:nvSpPr>
          <p:spPr>
            <a:xfrm>
              <a:off x="2849400" y="1683360"/>
              <a:ext cx="300960" cy="2692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69280"/>
                <a:gd name="textAreaBottom" fmla="*/ 269640 h 269280"/>
                <a:gd name="GluePoint1X" fmla="*/ 0 w 133"/>
                <a:gd name="GluePoint1Y" fmla="*/ 91 h 119"/>
                <a:gd name="GluePoint2X" fmla="*/ 36 w 133"/>
                <a:gd name="GluePoint2Y" fmla="*/ 91 h 119"/>
                <a:gd name="GluePoint3X" fmla="*/ 36 w 133"/>
                <a:gd name="GluePoint3Y" fmla="*/ 119 h 119"/>
                <a:gd name="GluePoint4X" fmla="*/ 68 w 133"/>
                <a:gd name="GluePoint4Y" fmla="*/ 91 h 119"/>
                <a:gd name="GluePoint5X" fmla="*/ 133 w 133"/>
                <a:gd name="GluePoint5Y" fmla="*/ 91 h 119"/>
                <a:gd name="GluePoint6X" fmla="*/ 133 w 133"/>
                <a:gd name="GluePoint6Y" fmla="*/ 0 h 119"/>
                <a:gd name="GluePoint7X" fmla="*/ 0 w 133"/>
                <a:gd name="GluePoint7Y" fmla="*/ 0 h 119"/>
                <a:gd name="GluePoint8X" fmla="*/ 0 w 133"/>
                <a:gd name="GluePoint8Y" fmla="*/ 91 h 119"/>
                <a:gd name="GluePoint9X" fmla="*/ 4 w 133"/>
                <a:gd name="GluePoint9Y" fmla="*/ 4 h 119"/>
                <a:gd name="GluePoint10X" fmla="*/ 129 w 133"/>
                <a:gd name="GluePoint10Y" fmla="*/ 4 h 119"/>
                <a:gd name="GluePoint11X" fmla="*/ 129 w 133"/>
                <a:gd name="GluePoint11Y" fmla="*/ 87 h 119"/>
                <a:gd name="GluePoint12X" fmla="*/ 66 w 133"/>
                <a:gd name="GluePoint12Y" fmla="*/ 87 h 119"/>
                <a:gd name="GluePoint13X" fmla="*/ 40 w 133"/>
                <a:gd name="GluePoint13Y" fmla="*/ 110 h 119"/>
                <a:gd name="GluePoint14X" fmla="*/ 40 w 133"/>
                <a:gd name="GluePoint14Y" fmla="*/ 87 h 119"/>
                <a:gd name="GluePoint15X" fmla="*/ 4 w 133"/>
                <a:gd name="GluePoint15Y" fmla="*/ 87 h 119"/>
                <a:gd name="GluePoint16X" fmla="*/ 4 w 133"/>
                <a:gd name="GluePoint16Y" fmla="*/ 4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3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61" name="Rectangle 256"/>
            <p:cNvSpPr/>
            <p:nvPr/>
          </p:nvSpPr>
          <p:spPr>
            <a:xfrm>
              <a:off x="2987640" y="1782720"/>
              <a:ext cx="26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62" name="Rectangle 257"/>
            <p:cNvSpPr/>
            <p:nvPr/>
          </p:nvSpPr>
          <p:spPr>
            <a:xfrm>
              <a:off x="3033000" y="1782720"/>
              <a:ext cx="29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63" name="Rectangle 258"/>
            <p:cNvSpPr/>
            <p:nvPr/>
          </p:nvSpPr>
          <p:spPr>
            <a:xfrm>
              <a:off x="2940120" y="1782720"/>
              <a:ext cx="26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64" name="Группа 371"/>
          <p:cNvGrpSpPr/>
          <p:nvPr/>
        </p:nvGrpSpPr>
        <p:grpSpPr>
          <a:xfrm>
            <a:off x="3241440" y="1683360"/>
            <a:ext cx="303120" cy="269280"/>
            <a:chOff x="3241440" y="1683360"/>
            <a:chExt cx="303120" cy="269280"/>
          </a:xfrm>
        </p:grpSpPr>
        <p:sp>
          <p:nvSpPr>
            <p:cNvPr id="1765" name="Freeform 259"/>
            <p:cNvSpPr/>
            <p:nvPr/>
          </p:nvSpPr>
          <p:spPr>
            <a:xfrm>
              <a:off x="3350160" y="1805400"/>
              <a:ext cx="85680" cy="4284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42840"/>
                <a:gd name="textAreaBottom" fmla="*/ 43200 h 42840"/>
                <a:gd name="GluePoint1X" fmla="*/ 36 w 72"/>
                <a:gd name="GluePoint1Y" fmla="*/ 36 h 36"/>
                <a:gd name="GluePoint2X" fmla="*/ 72 w 72"/>
                <a:gd name="GluePoint2Y" fmla="*/ 0 h 36"/>
                <a:gd name="GluePoint3X" fmla="*/ 64 w 72"/>
                <a:gd name="GluePoint3Y" fmla="*/ 0 h 36"/>
                <a:gd name="GluePoint4X" fmla="*/ 36 w 72"/>
                <a:gd name="GluePoint4Y" fmla="*/ 28 h 36"/>
                <a:gd name="GluePoint5X" fmla="*/ 8 w 72"/>
                <a:gd name="GluePoint5Y" fmla="*/ 0 h 36"/>
                <a:gd name="GluePoint6X" fmla="*/ 0 w 72"/>
                <a:gd name="GluePoint6Y" fmla="*/ 0 h 36"/>
                <a:gd name="GluePoint7X" fmla="*/ 36 w 72"/>
                <a:gd name="GluePoint7Y" fmla="*/ 36 h 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72" h="36">
                  <a:moveTo>
                    <a:pt x="36" y="36"/>
                  </a:moveTo>
                  <a:cubicBezTo>
                    <a:pt x="55" y="36"/>
                    <a:pt x="72" y="20"/>
                    <a:pt x="7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16"/>
                    <a:pt x="51" y="28"/>
                    <a:pt x="36" y="28"/>
                  </a:cubicBezTo>
                  <a:cubicBezTo>
                    <a:pt x="20" y="28"/>
                    <a:pt x="8" y="16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16" y="36"/>
                    <a:pt x="36" y="3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66" name="Rectangle 260"/>
            <p:cNvSpPr/>
            <p:nvPr/>
          </p:nvSpPr>
          <p:spPr>
            <a:xfrm>
              <a:off x="3327480" y="1753560"/>
              <a:ext cx="8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67" name="Rectangle 261"/>
            <p:cNvSpPr/>
            <p:nvPr/>
          </p:nvSpPr>
          <p:spPr>
            <a:xfrm>
              <a:off x="3449520" y="1753560"/>
              <a:ext cx="8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68" name="Freeform 262"/>
            <p:cNvSpPr/>
            <p:nvPr/>
          </p:nvSpPr>
          <p:spPr>
            <a:xfrm>
              <a:off x="3241440" y="1683360"/>
              <a:ext cx="303120" cy="2692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69280"/>
                <a:gd name="textAreaBottom" fmla="*/ 269640 h 269280"/>
                <a:gd name="GluePoint1X" fmla="*/ 0 w 134"/>
                <a:gd name="GluePoint1Y" fmla="*/ 91 h 119"/>
                <a:gd name="GluePoint2X" fmla="*/ 36 w 134"/>
                <a:gd name="GluePoint2Y" fmla="*/ 91 h 119"/>
                <a:gd name="GluePoint3X" fmla="*/ 36 w 134"/>
                <a:gd name="GluePoint3Y" fmla="*/ 119 h 119"/>
                <a:gd name="GluePoint4X" fmla="*/ 68 w 134"/>
                <a:gd name="GluePoint4Y" fmla="*/ 91 h 119"/>
                <a:gd name="GluePoint5X" fmla="*/ 134 w 134"/>
                <a:gd name="GluePoint5Y" fmla="*/ 91 h 119"/>
                <a:gd name="GluePoint6X" fmla="*/ 134 w 134"/>
                <a:gd name="GluePoint6Y" fmla="*/ 0 h 119"/>
                <a:gd name="GluePoint7X" fmla="*/ 0 w 134"/>
                <a:gd name="GluePoint7Y" fmla="*/ 0 h 119"/>
                <a:gd name="GluePoint8X" fmla="*/ 0 w 134"/>
                <a:gd name="GluePoint8Y" fmla="*/ 91 h 119"/>
                <a:gd name="GluePoint9X" fmla="*/ 5 w 134"/>
                <a:gd name="GluePoint9Y" fmla="*/ 4 h 119"/>
                <a:gd name="GluePoint10X" fmla="*/ 130 w 134"/>
                <a:gd name="GluePoint10Y" fmla="*/ 4 h 119"/>
                <a:gd name="GluePoint11X" fmla="*/ 130 w 134"/>
                <a:gd name="GluePoint11Y" fmla="*/ 87 h 119"/>
                <a:gd name="GluePoint12X" fmla="*/ 66 w 134"/>
                <a:gd name="GluePoint12Y" fmla="*/ 87 h 119"/>
                <a:gd name="GluePoint13X" fmla="*/ 40 w 134"/>
                <a:gd name="GluePoint13Y" fmla="*/ 110 h 119"/>
                <a:gd name="GluePoint14X" fmla="*/ 40 w 134"/>
                <a:gd name="GluePoint14Y" fmla="*/ 87 h 119"/>
                <a:gd name="GluePoint15X" fmla="*/ 5 w 134"/>
                <a:gd name="GluePoint15Y" fmla="*/ 87 h 119"/>
                <a:gd name="GluePoint16X" fmla="*/ 5 w 134"/>
                <a:gd name="GluePoint16Y" fmla="*/ 4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5" y="4"/>
                  </a:moveTo>
                  <a:lnTo>
                    <a:pt x="130" y="4"/>
                  </a:lnTo>
                  <a:lnTo>
                    <a:pt x="130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5" y="87"/>
                  </a:lnTo>
                  <a:lnTo>
                    <a:pt x="5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69" name="Группа 372"/>
          <p:cNvGrpSpPr/>
          <p:nvPr/>
        </p:nvGrpSpPr>
        <p:grpSpPr>
          <a:xfrm>
            <a:off x="3633120" y="1683360"/>
            <a:ext cx="303120" cy="269280"/>
            <a:chOff x="3633120" y="1683360"/>
            <a:chExt cx="303120" cy="269280"/>
          </a:xfrm>
        </p:grpSpPr>
        <p:sp>
          <p:nvSpPr>
            <p:cNvPr id="1770" name="Freeform 263"/>
            <p:cNvSpPr/>
            <p:nvPr/>
          </p:nvSpPr>
          <p:spPr>
            <a:xfrm>
              <a:off x="3633120" y="1683360"/>
              <a:ext cx="303120" cy="2692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69280"/>
                <a:gd name="textAreaBottom" fmla="*/ 269640 h 269280"/>
                <a:gd name="GluePoint1X" fmla="*/ 0 w 134"/>
                <a:gd name="GluePoint1Y" fmla="*/ 91 h 119"/>
                <a:gd name="GluePoint2X" fmla="*/ 36 w 134"/>
                <a:gd name="GluePoint2Y" fmla="*/ 91 h 119"/>
                <a:gd name="GluePoint3X" fmla="*/ 36 w 134"/>
                <a:gd name="GluePoint3Y" fmla="*/ 119 h 119"/>
                <a:gd name="GluePoint4X" fmla="*/ 67 w 134"/>
                <a:gd name="GluePoint4Y" fmla="*/ 91 h 119"/>
                <a:gd name="GluePoint5X" fmla="*/ 134 w 134"/>
                <a:gd name="GluePoint5Y" fmla="*/ 91 h 119"/>
                <a:gd name="GluePoint6X" fmla="*/ 134 w 134"/>
                <a:gd name="GluePoint6Y" fmla="*/ 0 h 119"/>
                <a:gd name="GluePoint7X" fmla="*/ 0 w 134"/>
                <a:gd name="GluePoint7Y" fmla="*/ 0 h 119"/>
                <a:gd name="GluePoint8X" fmla="*/ 0 w 134"/>
                <a:gd name="GluePoint8Y" fmla="*/ 91 h 119"/>
                <a:gd name="GluePoint9X" fmla="*/ 4 w 134"/>
                <a:gd name="GluePoint9Y" fmla="*/ 4 h 119"/>
                <a:gd name="GluePoint10X" fmla="*/ 129 w 134"/>
                <a:gd name="GluePoint10Y" fmla="*/ 4 h 119"/>
                <a:gd name="GluePoint11X" fmla="*/ 129 w 134"/>
                <a:gd name="GluePoint11Y" fmla="*/ 87 h 119"/>
                <a:gd name="GluePoint12X" fmla="*/ 66 w 134"/>
                <a:gd name="GluePoint12Y" fmla="*/ 87 h 119"/>
                <a:gd name="GluePoint13X" fmla="*/ 40 w 134"/>
                <a:gd name="GluePoint13Y" fmla="*/ 110 h 119"/>
                <a:gd name="GluePoint14X" fmla="*/ 40 w 134"/>
                <a:gd name="GluePoint14Y" fmla="*/ 87 h 119"/>
                <a:gd name="GluePoint15X" fmla="*/ 4 w 134"/>
                <a:gd name="GluePoint15Y" fmla="*/ 87 h 119"/>
                <a:gd name="GluePoint16X" fmla="*/ 4 w 134"/>
                <a:gd name="GluePoint16Y" fmla="*/ 4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7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71" name="Freeform 264"/>
            <p:cNvSpPr/>
            <p:nvPr/>
          </p:nvSpPr>
          <p:spPr>
            <a:xfrm>
              <a:off x="3732840" y="1744560"/>
              <a:ext cx="103680" cy="903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90360"/>
                <a:gd name="textAreaBottom" fmla="*/ 90720 h 90360"/>
                <a:gd name="GluePoint1X" fmla="*/ 42 w 88"/>
                <a:gd name="GluePoint1Y" fmla="*/ 76 h 77"/>
                <a:gd name="GluePoint2X" fmla="*/ 44 w 88"/>
                <a:gd name="GluePoint2Y" fmla="*/ 77 h 77"/>
                <a:gd name="GluePoint3X" fmla="*/ 46 w 88"/>
                <a:gd name="GluePoint3Y" fmla="*/ 76 h 77"/>
                <a:gd name="GluePoint4X" fmla="*/ 88 w 88"/>
                <a:gd name="GluePoint4Y" fmla="*/ 24 h 77"/>
                <a:gd name="GluePoint5X" fmla="*/ 64 w 88"/>
                <a:gd name="GluePoint5Y" fmla="*/ 0 h 77"/>
                <a:gd name="GluePoint6X" fmla="*/ 44 w 88"/>
                <a:gd name="GluePoint6Y" fmla="*/ 11 h 77"/>
                <a:gd name="GluePoint7X" fmla="*/ 24 w 88"/>
                <a:gd name="GluePoint7Y" fmla="*/ 0 h 77"/>
                <a:gd name="GluePoint8X" fmla="*/ 0 w 88"/>
                <a:gd name="GluePoint8Y" fmla="*/ 24 h 77"/>
                <a:gd name="GluePoint9X" fmla="*/ 42 w 88"/>
                <a:gd name="GluePoint9Y" fmla="*/ 76 h 77"/>
                <a:gd name="GluePoint10X" fmla="*/ 24 w 88"/>
                <a:gd name="GluePoint10Y" fmla="*/ 8 h 77"/>
                <a:gd name="GluePoint11X" fmla="*/ 40 w 88"/>
                <a:gd name="GluePoint11Y" fmla="*/ 24 h 77"/>
                <a:gd name="GluePoint12X" fmla="*/ 48 w 88"/>
                <a:gd name="GluePoint12Y" fmla="*/ 24 h 77"/>
                <a:gd name="GluePoint13X" fmla="*/ 64 w 88"/>
                <a:gd name="GluePoint13Y" fmla="*/ 8 h 77"/>
                <a:gd name="GluePoint14X" fmla="*/ 80 w 88"/>
                <a:gd name="GluePoint14Y" fmla="*/ 24 h 77"/>
                <a:gd name="GluePoint15X" fmla="*/ 44 w 88"/>
                <a:gd name="GluePoint15Y" fmla="*/ 68 h 77"/>
                <a:gd name="GluePoint16X" fmla="*/ 8 w 88"/>
                <a:gd name="GluePoint16Y" fmla="*/ 24 h 77"/>
                <a:gd name="GluePoint17X" fmla="*/ 24 w 88"/>
                <a:gd name="GluePoint17Y" fmla="*/ 8 h 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88" h="77">
                  <a:moveTo>
                    <a:pt x="42" y="76"/>
                  </a:moveTo>
                  <a:cubicBezTo>
                    <a:pt x="44" y="77"/>
                    <a:pt x="44" y="77"/>
                    <a:pt x="44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7" y="75"/>
                    <a:pt x="88" y="53"/>
                    <a:pt x="88" y="24"/>
                  </a:cubicBezTo>
                  <a:cubicBezTo>
                    <a:pt x="88" y="11"/>
                    <a:pt x="77" y="0"/>
                    <a:pt x="64" y="0"/>
                  </a:cubicBezTo>
                  <a:cubicBezTo>
                    <a:pt x="55" y="0"/>
                    <a:pt x="48" y="4"/>
                    <a:pt x="44" y="11"/>
                  </a:cubicBezTo>
                  <a:cubicBezTo>
                    <a:pt x="39" y="4"/>
                    <a:pt x="32" y="0"/>
                    <a:pt x="24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53"/>
                    <a:pt x="40" y="75"/>
                    <a:pt x="42" y="76"/>
                  </a:cubicBezTo>
                  <a:close/>
                  <a:moveTo>
                    <a:pt x="24" y="8"/>
                  </a:moveTo>
                  <a:cubicBezTo>
                    <a:pt x="33" y="8"/>
                    <a:pt x="40" y="15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5" y="8"/>
                    <a:pt x="64" y="8"/>
                  </a:cubicBezTo>
                  <a:cubicBezTo>
                    <a:pt x="73" y="8"/>
                    <a:pt x="80" y="15"/>
                    <a:pt x="80" y="24"/>
                  </a:cubicBezTo>
                  <a:cubicBezTo>
                    <a:pt x="80" y="45"/>
                    <a:pt x="51" y="63"/>
                    <a:pt x="44" y="68"/>
                  </a:cubicBezTo>
                  <a:cubicBezTo>
                    <a:pt x="36" y="63"/>
                    <a:pt x="8" y="45"/>
                    <a:pt x="8" y="24"/>
                  </a:cubicBezTo>
                  <a:cubicBezTo>
                    <a:pt x="8" y="15"/>
                    <a:pt x="14" y="8"/>
                    <a:pt x="2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360" bIns="453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72" name="Группа 373"/>
          <p:cNvGrpSpPr/>
          <p:nvPr/>
        </p:nvGrpSpPr>
        <p:grpSpPr>
          <a:xfrm>
            <a:off x="4024800" y="1683360"/>
            <a:ext cx="300960" cy="269280"/>
            <a:chOff x="4024800" y="1683360"/>
            <a:chExt cx="300960" cy="269280"/>
          </a:xfrm>
        </p:grpSpPr>
        <p:sp>
          <p:nvSpPr>
            <p:cNvPr id="1773" name="Rectangle 265"/>
            <p:cNvSpPr/>
            <p:nvPr/>
          </p:nvSpPr>
          <p:spPr>
            <a:xfrm>
              <a:off x="4133520" y="1782720"/>
              <a:ext cx="8352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74" name="Freeform 266"/>
            <p:cNvSpPr/>
            <p:nvPr/>
          </p:nvSpPr>
          <p:spPr>
            <a:xfrm>
              <a:off x="4024800" y="1683360"/>
              <a:ext cx="300960" cy="2692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69280"/>
                <a:gd name="textAreaBottom" fmla="*/ 269640 h 269280"/>
                <a:gd name="GluePoint1X" fmla="*/ 0 w 133"/>
                <a:gd name="GluePoint1Y" fmla="*/ 91 h 119"/>
                <a:gd name="GluePoint2X" fmla="*/ 35 w 133"/>
                <a:gd name="GluePoint2Y" fmla="*/ 91 h 119"/>
                <a:gd name="GluePoint3X" fmla="*/ 35 w 133"/>
                <a:gd name="GluePoint3Y" fmla="*/ 119 h 119"/>
                <a:gd name="GluePoint4X" fmla="*/ 67 w 133"/>
                <a:gd name="GluePoint4Y" fmla="*/ 91 h 119"/>
                <a:gd name="GluePoint5X" fmla="*/ 133 w 133"/>
                <a:gd name="GluePoint5Y" fmla="*/ 91 h 119"/>
                <a:gd name="GluePoint6X" fmla="*/ 133 w 133"/>
                <a:gd name="GluePoint6Y" fmla="*/ 0 h 119"/>
                <a:gd name="GluePoint7X" fmla="*/ 0 w 133"/>
                <a:gd name="GluePoint7Y" fmla="*/ 0 h 119"/>
                <a:gd name="GluePoint8X" fmla="*/ 0 w 133"/>
                <a:gd name="GluePoint8Y" fmla="*/ 91 h 119"/>
                <a:gd name="GluePoint9X" fmla="*/ 4 w 133"/>
                <a:gd name="GluePoint9Y" fmla="*/ 4 h 119"/>
                <a:gd name="GluePoint10X" fmla="*/ 129 w 133"/>
                <a:gd name="GluePoint10Y" fmla="*/ 4 h 119"/>
                <a:gd name="GluePoint11X" fmla="*/ 129 w 133"/>
                <a:gd name="GluePoint11Y" fmla="*/ 87 h 119"/>
                <a:gd name="GluePoint12X" fmla="*/ 66 w 133"/>
                <a:gd name="GluePoint12Y" fmla="*/ 87 h 119"/>
                <a:gd name="GluePoint13X" fmla="*/ 40 w 133"/>
                <a:gd name="GluePoint13Y" fmla="*/ 110 h 119"/>
                <a:gd name="GluePoint14X" fmla="*/ 40 w 133"/>
                <a:gd name="GluePoint14Y" fmla="*/ 87 h 119"/>
                <a:gd name="GluePoint15X" fmla="*/ 4 w 133"/>
                <a:gd name="GluePoint15Y" fmla="*/ 87 h 119"/>
                <a:gd name="GluePoint16X" fmla="*/ 4 w 133"/>
                <a:gd name="GluePoint16Y" fmla="*/ 4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3" h="119">
                  <a:moveTo>
                    <a:pt x="0" y="91"/>
                  </a:moveTo>
                  <a:lnTo>
                    <a:pt x="35" y="91"/>
                  </a:lnTo>
                  <a:lnTo>
                    <a:pt x="35" y="119"/>
                  </a:lnTo>
                  <a:lnTo>
                    <a:pt x="67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75" name="Группа 374"/>
          <p:cNvGrpSpPr/>
          <p:nvPr/>
        </p:nvGrpSpPr>
        <p:grpSpPr>
          <a:xfrm>
            <a:off x="4416480" y="1683360"/>
            <a:ext cx="300960" cy="269280"/>
            <a:chOff x="4416480" y="1683360"/>
            <a:chExt cx="300960" cy="269280"/>
          </a:xfrm>
        </p:grpSpPr>
        <p:sp>
          <p:nvSpPr>
            <p:cNvPr id="1776" name="Freeform 267"/>
            <p:cNvSpPr/>
            <p:nvPr/>
          </p:nvSpPr>
          <p:spPr>
            <a:xfrm>
              <a:off x="4416480" y="1683360"/>
              <a:ext cx="300960" cy="2692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69280"/>
                <a:gd name="textAreaBottom" fmla="*/ 269640 h 269280"/>
                <a:gd name="GluePoint1X" fmla="*/ 0 w 133"/>
                <a:gd name="GluePoint1Y" fmla="*/ 0 h 119"/>
                <a:gd name="GluePoint2X" fmla="*/ 0 w 133"/>
                <a:gd name="GluePoint2Y" fmla="*/ 91 h 119"/>
                <a:gd name="GluePoint3X" fmla="*/ 35 w 133"/>
                <a:gd name="GluePoint3Y" fmla="*/ 91 h 119"/>
                <a:gd name="GluePoint4X" fmla="*/ 35 w 133"/>
                <a:gd name="GluePoint4Y" fmla="*/ 119 h 119"/>
                <a:gd name="GluePoint5X" fmla="*/ 67 w 133"/>
                <a:gd name="GluePoint5Y" fmla="*/ 91 h 119"/>
                <a:gd name="GluePoint6X" fmla="*/ 133 w 133"/>
                <a:gd name="GluePoint6Y" fmla="*/ 91 h 119"/>
                <a:gd name="GluePoint7X" fmla="*/ 133 w 133"/>
                <a:gd name="GluePoint7Y" fmla="*/ 0 h 119"/>
                <a:gd name="GluePoint8X" fmla="*/ 0 w 133"/>
                <a:gd name="GluePoint8Y" fmla="*/ 0 h 119"/>
                <a:gd name="GluePoint9X" fmla="*/ 129 w 133"/>
                <a:gd name="GluePoint9Y" fmla="*/ 87 h 119"/>
                <a:gd name="GluePoint10X" fmla="*/ 65 w 133"/>
                <a:gd name="GluePoint10Y" fmla="*/ 87 h 119"/>
                <a:gd name="GluePoint11X" fmla="*/ 39 w 133"/>
                <a:gd name="GluePoint11Y" fmla="*/ 110 h 119"/>
                <a:gd name="GluePoint12X" fmla="*/ 39 w 133"/>
                <a:gd name="GluePoint12Y" fmla="*/ 87 h 119"/>
                <a:gd name="GluePoint13X" fmla="*/ 4 w 133"/>
                <a:gd name="GluePoint13Y" fmla="*/ 87 h 119"/>
                <a:gd name="GluePoint14X" fmla="*/ 4 w 133"/>
                <a:gd name="GluePoint14Y" fmla="*/ 4 h 119"/>
                <a:gd name="GluePoint15X" fmla="*/ 129 w 133"/>
                <a:gd name="GluePoint15Y" fmla="*/ 4 h 119"/>
                <a:gd name="GluePoint16X" fmla="*/ 129 w 133"/>
                <a:gd name="GluePoint16Y" fmla="*/ 87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3" h="119">
                  <a:moveTo>
                    <a:pt x="0" y="0"/>
                  </a:moveTo>
                  <a:lnTo>
                    <a:pt x="0" y="91"/>
                  </a:lnTo>
                  <a:lnTo>
                    <a:pt x="35" y="91"/>
                  </a:lnTo>
                  <a:lnTo>
                    <a:pt x="35" y="119"/>
                  </a:lnTo>
                  <a:lnTo>
                    <a:pt x="67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close/>
                  <a:moveTo>
                    <a:pt x="129" y="87"/>
                  </a:moveTo>
                  <a:lnTo>
                    <a:pt x="65" y="87"/>
                  </a:lnTo>
                  <a:lnTo>
                    <a:pt x="39" y="110"/>
                  </a:lnTo>
                  <a:lnTo>
                    <a:pt x="39" y="87"/>
                  </a:lnTo>
                  <a:lnTo>
                    <a:pt x="4" y="87"/>
                  </a:lnTo>
                  <a:lnTo>
                    <a:pt x="4" y="4"/>
                  </a:lnTo>
                  <a:lnTo>
                    <a:pt x="129" y="4"/>
                  </a:lnTo>
                  <a:lnTo>
                    <a:pt x="129" y="8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77" name="Freeform 268"/>
            <p:cNvSpPr/>
            <p:nvPr/>
          </p:nvSpPr>
          <p:spPr>
            <a:xfrm>
              <a:off x="4516200" y="1733040"/>
              <a:ext cx="83520" cy="10620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06200"/>
                <a:gd name="textAreaBottom" fmla="*/ 106560 h 106200"/>
                <a:gd name="GluePoint1X" fmla="*/ 16 w 72"/>
                <a:gd name="GluePoint1Y" fmla="*/ 89 h 89"/>
                <a:gd name="GluePoint2X" fmla="*/ 32 w 72"/>
                <a:gd name="GluePoint2Y" fmla="*/ 73 h 89"/>
                <a:gd name="GluePoint3X" fmla="*/ 32 w 72"/>
                <a:gd name="GluePoint3Y" fmla="*/ 32 h 89"/>
                <a:gd name="GluePoint4X" fmla="*/ 64 w 72"/>
                <a:gd name="GluePoint4Y" fmla="*/ 26 h 89"/>
                <a:gd name="GluePoint5X" fmla="*/ 64 w 72"/>
                <a:gd name="GluePoint5Y" fmla="*/ 51 h 89"/>
                <a:gd name="GluePoint6X" fmla="*/ 56 w 72"/>
                <a:gd name="GluePoint6Y" fmla="*/ 49 h 89"/>
                <a:gd name="GluePoint7X" fmla="*/ 40 w 72"/>
                <a:gd name="GluePoint7Y" fmla="*/ 65 h 89"/>
                <a:gd name="GluePoint8X" fmla="*/ 56 w 72"/>
                <a:gd name="GluePoint8Y" fmla="*/ 81 h 89"/>
                <a:gd name="GluePoint9X" fmla="*/ 72 w 72"/>
                <a:gd name="GluePoint9Y" fmla="*/ 65 h 89"/>
                <a:gd name="GluePoint10X" fmla="*/ 72 w 72"/>
                <a:gd name="GluePoint10Y" fmla="*/ 0 h 89"/>
                <a:gd name="GluePoint11X" fmla="*/ 24 w 72"/>
                <a:gd name="GluePoint11Y" fmla="*/ 10 h 89"/>
                <a:gd name="GluePoint12X" fmla="*/ 24 w 72"/>
                <a:gd name="GluePoint12Y" fmla="*/ 59 h 89"/>
                <a:gd name="GluePoint13X" fmla="*/ 16 w 72"/>
                <a:gd name="GluePoint13Y" fmla="*/ 57 h 89"/>
                <a:gd name="GluePoint14X" fmla="*/ 0 w 72"/>
                <a:gd name="GluePoint14Y" fmla="*/ 73 h 89"/>
                <a:gd name="GluePoint15X" fmla="*/ 16 w 72"/>
                <a:gd name="GluePoint15Y" fmla="*/ 89 h 89"/>
                <a:gd name="GluePoint16X" fmla="*/ 56 w 72"/>
                <a:gd name="GluePoint16Y" fmla="*/ 73 h 89"/>
                <a:gd name="GluePoint17X" fmla="*/ 48 w 72"/>
                <a:gd name="GluePoint17Y" fmla="*/ 65 h 89"/>
                <a:gd name="GluePoint18X" fmla="*/ 56 w 72"/>
                <a:gd name="GluePoint18Y" fmla="*/ 57 h 89"/>
                <a:gd name="GluePoint19X" fmla="*/ 64 w 72"/>
                <a:gd name="GluePoint19Y" fmla="*/ 65 h 89"/>
                <a:gd name="GluePoint20X" fmla="*/ 56 w 72"/>
                <a:gd name="GluePoint20Y" fmla="*/ 73 h 89"/>
                <a:gd name="GluePoint21X" fmla="*/ 64 w 72"/>
                <a:gd name="GluePoint21Y" fmla="*/ 10 h 89"/>
                <a:gd name="GluePoint22X" fmla="*/ 64 w 72"/>
                <a:gd name="GluePoint22Y" fmla="*/ 18 h 89"/>
                <a:gd name="GluePoint23X" fmla="*/ 32 w 72"/>
                <a:gd name="GluePoint23Y" fmla="*/ 24 h 89"/>
                <a:gd name="GluePoint24X" fmla="*/ 32 w 72"/>
                <a:gd name="GluePoint24Y" fmla="*/ 16 h 89"/>
                <a:gd name="GluePoint25X" fmla="*/ 64 w 72"/>
                <a:gd name="GluePoint25Y" fmla="*/ 10 h 89"/>
                <a:gd name="GluePoint26X" fmla="*/ 16 w 72"/>
                <a:gd name="GluePoint26Y" fmla="*/ 65 h 89"/>
                <a:gd name="GluePoint27X" fmla="*/ 24 w 72"/>
                <a:gd name="GluePoint27Y" fmla="*/ 73 h 89"/>
                <a:gd name="GluePoint28X" fmla="*/ 16 w 72"/>
                <a:gd name="GluePoint28Y" fmla="*/ 81 h 89"/>
                <a:gd name="GluePoint29X" fmla="*/ 8 w 72"/>
                <a:gd name="GluePoint29Y" fmla="*/ 73 h 89"/>
                <a:gd name="GluePoint30X" fmla="*/ 16 w 72"/>
                <a:gd name="GluePoint30Y" fmla="*/ 65 h 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72" h="89">
                  <a:moveTo>
                    <a:pt x="16" y="89"/>
                  </a:moveTo>
                  <a:cubicBezTo>
                    <a:pt x="25" y="89"/>
                    <a:pt x="32" y="82"/>
                    <a:pt x="32" y="7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7" y="49"/>
                    <a:pt x="40" y="56"/>
                    <a:pt x="40" y="65"/>
                  </a:cubicBezTo>
                  <a:cubicBezTo>
                    <a:pt x="40" y="74"/>
                    <a:pt x="47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2" y="58"/>
                    <a:pt x="19" y="57"/>
                    <a:pt x="16" y="57"/>
                  </a:cubicBezTo>
                  <a:cubicBezTo>
                    <a:pt x="7" y="57"/>
                    <a:pt x="0" y="64"/>
                    <a:pt x="0" y="73"/>
                  </a:cubicBezTo>
                  <a:cubicBezTo>
                    <a:pt x="0" y="82"/>
                    <a:pt x="7" y="89"/>
                    <a:pt x="16" y="89"/>
                  </a:cubicBezTo>
                  <a:close/>
                  <a:moveTo>
                    <a:pt x="56" y="73"/>
                  </a:moveTo>
                  <a:cubicBezTo>
                    <a:pt x="52" y="73"/>
                    <a:pt x="48" y="70"/>
                    <a:pt x="48" y="65"/>
                  </a:cubicBezTo>
                  <a:cubicBezTo>
                    <a:pt x="48" y="61"/>
                    <a:pt x="52" y="57"/>
                    <a:pt x="56" y="57"/>
                  </a:cubicBezTo>
                  <a:cubicBezTo>
                    <a:pt x="60" y="57"/>
                    <a:pt x="64" y="61"/>
                    <a:pt x="64" y="65"/>
                  </a:cubicBezTo>
                  <a:cubicBezTo>
                    <a:pt x="64" y="70"/>
                    <a:pt x="60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8"/>
                    <a:pt x="64" y="18"/>
                    <a:pt x="64" y="18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10"/>
                  </a:lnTo>
                  <a:close/>
                  <a:moveTo>
                    <a:pt x="16" y="65"/>
                  </a:moveTo>
                  <a:cubicBezTo>
                    <a:pt x="20" y="65"/>
                    <a:pt x="24" y="69"/>
                    <a:pt x="24" y="73"/>
                  </a:cubicBezTo>
                  <a:cubicBezTo>
                    <a:pt x="24" y="78"/>
                    <a:pt x="20" y="81"/>
                    <a:pt x="16" y="81"/>
                  </a:cubicBezTo>
                  <a:cubicBezTo>
                    <a:pt x="12" y="81"/>
                    <a:pt x="8" y="78"/>
                    <a:pt x="8" y="73"/>
                  </a:cubicBezTo>
                  <a:cubicBezTo>
                    <a:pt x="8" y="69"/>
                    <a:pt x="12" y="65"/>
                    <a:pt x="16" y="6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78" name="Группа 375"/>
          <p:cNvGrpSpPr/>
          <p:nvPr/>
        </p:nvGrpSpPr>
        <p:grpSpPr>
          <a:xfrm>
            <a:off x="4808520" y="1683360"/>
            <a:ext cx="300960" cy="269280"/>
            <a:chOff x="4808520" y="1683360"/>
            <a:chExt cx="300960" cy="269280"/>
          </a:xfrm>
        </p:grpSpPr>
        <p:sp>
          <p:nvSpPr>
            <p:cNvPr id="1779" name="Freeform 269"/>
            <p:cNvSpPr/>
            <p:nvPr/>
          </p:nvSpPr>
          <p:spPr>
            <a:xfrm>
              <a:off x="4917240" y="1744560"/>
              <a:ext cx="83520" cy="835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3520"/>
                <a:gd name="textAreaBottom" fmla="*/ 83880 h 83520"/>
                <a:gd name="GluePoint1X" fmla="*/ 16 w 37"/>
                <a:gd name="GluePoint1Y" fmla="*/ 37 h 37"/>
                <a:gd name="GluePoint2X" fmla="*/ 20 w 37"/>
                <a:gd name="GluePoint2Y" fmla="*/ 37 h 37"/>
                <a:gd name="GluePoint3X" fmla="*/ 20 w 37"/>
                <a:gd name="GluePoint3Y" fmla="*/ 21 h 37"/>
                <a:gd name="GluePoint4X" fmla="*/ 37 w 37"/>
                <a:gd name="GluePoint4Y" fmla="*/ 21 h 37"/>
                <a:gd name="GluePoint5X" fmla="*/ 37 w 37"/>
                <a:gd name="GluePoint5Y" fmla="*/ 17 h 37"/>
                <a:gd name="GluePoint6X" fmla="*/ 20 w 37"/>
                <a:gd name="GluePoint6Y" fmla="*/ 17 h 37"/>
                <a:gd name="GluePoint7X" fmla="*/ 20 w 37"/>
                <a:gd name="GluePoint7Y" fmla="*/ 0 h 37"/>
                <a:gd name="GluePoint8X" fmla="*/ 16 w 37"/>
                <a:gd name="GluePoint8Y" fmla="*/ 0 h 37"/>
                <a:gd name="GluePoint9X" fmla="*/ 16 w 37"/>
                <a:gd name="GluePoint9Y" fmla="*/ 17 h 37"/>
                <a:gd name="GluePoint10X" fmla="*/ 0 w 37"/>
                <a:gd name="GluePoint10Y" fmla="*/ 17 h 37"/>
                <a:gd name="GluePoint11X" fmla="*/ 0 w 37"/>
                <a:gd name="GluePoint11Y" fmla="*/ 21 h 37"/>
                <a:gd name="GluePoint12X" fmla="*/ 16 w 37"/>
                <a:gd name="GluePoint12Y" fmla="*/ 21 h 37"/>
                <a:gd name="GluePoint13X" fmla="*/ 16 w 37"/>
                <a:gd name="GluePoint13Y" fmla="*/ 37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7" h="37">
                  <a:moveTo>
                    <a:pt x="16" y="37"/>
                  </a:moveTo>
                  <a:lnTo>
                    <a:pt x="20" y="37"/>
                  </a:lnTo>
                  <a:lnTo>
                    <a:pt x="20" y="21"/>
                  </a:lnTo>
                  <a:lnTo>
                    <a:pt x="37" y="21"/>
                  </a:lnTo>
                  <a:lnTo>
                    <a:pt x="37" y="17"/>
                  </a:lnTo>
                  <a:lnTo>
                    <a:pt x="20" y="17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6" y="17"/>
                  </a:lnTo>
                  <a:lnTo>
                    <a:pt x="0" y="17"/>
                  </a:lnTo>
                  <a:lnTo>
                    <a:pt x="0" y="21"/>
                  </a:lnTo>
                  <a:lnTo>
                    <a:pt x="16" y="2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80" name="Freeform 270"/>
            <p:cNvSpPr/>
            <p:nvPr/>
          </p:nvSpPr>
          <p:spPr>
            <a:xfrm>
              <a:off x="4808520" y="1683360"/>
              <a:ext cx="300960" cy="2692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69280"/>
                <a:gd name="textAreaBottom" fmla="*/ 269640 h 269280"/>
                <a:gd name="GluePoint1X" fmla="*/ 0 w 133"/>
                <a:gd name="GluePoint1Y" fmla="*/ 91 h 119"/>
                <a:gd name="GluePoint2X" fmla="*/ 35 w 133"/>
                <a:gd name="GluePoint2Y" fmla="*/ 91 h 119"/>
                <a:gd name="GluePoint3X" fmla="*/ 35 w 133"/>
                <a:gd name="GluePoint3Y" fmla="*/ 119 h 119"/>
                <a:gd name="GluePoint4X" fmla="*/ 67 w 133"/>
                <a:gd name="GluePoint4Y" fmla="*/ 91 h 119"/>
                <a:gd name="GluePoint5X" fmla="*/ 133 w 133"/>
                <a:gd name="GluePoint5Y" fmla="*/ 91 h 119"/>
                <a:gd name="GluePoint6X" fmla="*/ 133 w 133"/>
                <a:gd name="GluePoint6Y" fmla="*/ 0 h 119"/>
                <a:gd name="GluePoint7X" fmla="*/ 0 w 133"/>
                <a:gd name="GluePoint7Y" fmla="*/ 0 h 119"/>
                <a:gd name="GluePoint8X" fmla="*/ 0 w 133"/>
                <a:gd name="GluePoint8Y" fmla="*/ 91 h 119"/>
                <a:gd name="GluePoint9X" fmla="*/ 4 w 133"/>
                <a:gd name="GluePoint9Y" fmla="*/ 4 h 119"/>
                <a:gd name="GluePoint10X" fmla="*/ 129 w 133"/>
                <a:gd name="GluePoint10Y" fmla="*/ 4 h 119"/>
                <a:gd name="GluePoint11X" fmla="*/ 129 w 133"/>
                <a:gd name="GluePoint11Y" fmla="*/ 87 h 119"/>
                <a:gd name="GluePoint12X" fmla="*/ 66 w 133"/>
                <a:gd name="GluePoint12Y" fmla="*/ 87 h 119"/>
                <a:gd name="GluePoint13X" fmla="*/ 39 w 133"/>
                <a:gd name="GluePoint13Y" fmla="*/ 110 h 119"/>
                <a:gd name="GluePoint14X" fmla="*/ 39 w 133"/>
                <a:gd name="GluePoint14Y" fmla="*/ 87 h 119"/>
                <a:gd name="GluePoint15X" fmla="*/ 4 w 133"/>
                <a:gd name="GluePoint15Y" fmla="*/ 87 h 119"/>
                <a:gd name="GluePoint16X" fmla="*/ 4 w 133"/>
                <a:gd name="GluePoint16Y" fmla="*/ 4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3" h="119">
                  <a:moveTo>
                    <a:pt x="0" y="91"/>
                  </a:moveTo>
                  <a:lnTo>
                    <a:pt x="35" y="91"/>
                  </a:lnTo>
                  <a:lnTo>
                    <a:pt x="35" y="119"/>
                  </a:lnTo>
                  <a:lnTo>
                    <a:pt x="67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39" y="110"/>
                  </a:lnTo>
                  <a:lnTo>
                    <a:pt x="39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81" name="Группа 376"/>
          <p:cNvGrpSpPr/>
          <p:nvPr/>
        </p:nvGrpSpPr>
        <p:grpSpPr>
          <a:xfrm>
            <a:off x="5198040" y="1683360"/>
            <a:ext cx="303120" cy="269280"/>
            <a:chOff x="5198040" y="1683360"/>
            <a:chExt cx="303120" cy="269280"/>
          </a:xfrm>
        </p:grpSpPr>
        <p:sp>
          <p:nvSpPr>
            <p:cNvPr id="1782" name="Freeform 271"/>
            <p:cNvSpPr/>
            <p:nvPr/>
          </p:nvSpPr>
          <p:spPr>
            <a:xfrm>
              <a:off x="5198040" y="1683360"/>
              <a:ext cx="303120" cy="2692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69280"/>
                <a:gd name="textAreaBottom" fmla="*/ 269640 h 269280"/>
                <a:gd name="GluePoint1X" fmla="*/ 0 w 134"/>
                <a:gd name="GluePoint1Y" fmla="*/ 91 h 119"/>
                <a:gd name="GluePoint2X" fmla="*/ 36 w 134"/>
                <a:gd name="GluePoint2Y" fmla="*/ 91 h 119"/>
                <a:gd name="GluePoint3X" fmla="*/ 36 w 134"/>
                <a:gd name="GluePoint3Y" fmla="*/ 119 h 119"/>
                <a:gd name="GluePoint4X" fmla="*/ 68 w 134"/>
                <a:gd name="GluePoint4Y" fmla="*/ 91 h 119"/>
                <a:gd name="GluePoint5X" fmla="*/ 134 w 134"/>
                <a:gd name="GluePoint5Y" fmla="*/ 91 h 119"/>
                <a:gd name="GluePoint6X" fmla="*/ 134 w 134"/>
                <a:gd name="GluePoint6Y" fmla="*/ 0 h 119"/>
                <a:gd name="GluePoint7X" fmla="*/ 0 w 134"/>
                <a:gd name="GluePoint7Y" fmla="*/ 0 h 119"/>
                <a:gd name="GluePoint8X" fmla="*/ 0 w 134"/>
                <a:gd name="GluePoint8Y" fmla="*/ 91 h 119"/>
                <a:gd name="GluePoint9X" fmla="*/ 5 w 134"/>
                <a:gd name="GluePoint9Y" fmla="*/ 4 h 119"/>
                <a:gd name="GluePoint10X" fmla="*/ 130 w 134"/>
                <a:gd name="GluePoint10Y" fmla="*/ 4 h 119"/>
                <a:gd name="GluePoint11X" fmla="*/ 130 w 134"/>
                <a:gd name="GluePoint11Y" fmla="*/ 87 h 119"/>
                <a:gd name="GluePoint12X" fmla="*/ 67 w 134"/>
                <a:gd name="GluePoint12Y" fmla="*/ 87 h 119"/>
                <a:gd name="GluePoint13X" fmla="*/ 40 w 134"/>
                <a:gd name="GluePoint13Y" fmla="*/ 110 h 119"/>
                <a:gd name="GluePoint14X" fmla="*/ 40 w 134"/>
                <a:gd name="GluePoint14Y" fmla="*/ 87 h 119"/>
                <a:gd name="GluePoint15X" fmla="*/ 5 w 134"/>
                <a:gd name="GluePoint15Y" fmla="*/ 87 h 119"/>
                <a:gd name="GluePoint16X" fmla="*/ 5 w 134"/>
                <a:gd name="GluePoint16Y" fmla="*/ 4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5" y="4"/>
                  </a:moveTo>
                  <a:lnTo>
                    <a:pt x="130" y="4"/>
                  </a:lnTo>
                  <a:lnTo>
                    <a:pt x="130" y="87"/>
                  </a:lnTo>
                  <a:lnTo>
                    <a:pt x="67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5" y="87"/>
                  </a:lnTo>
                  <a:lnTo>
                    <a:pt x="5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83" name="Freeform 272"/>
            <p:cNvSpPr/>
            <p:nvPr/>
          </p:nvSpPr>
          <p:spPr>
            <a:xfrm>
              <a:off x="5306760" y="1787400"/>
              <a:ext cx="67680" cy="6300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63000"/>
                <a:gd name="textAreaBottom" fmla="*/ 63360 h 63000"/>
                <a:gd name="GluePoint1X" fmla="*/ 36 w 56"/>
                <a:gd name="GluePoint1Y" fmla="*/ 40 h 55"/>
                <a:gd name="GluePoint2X" fmla="*/ 44 w 56"/>
                <a:gd name="GluePoint2Y" fmla="*/ 40 h 55"/>
                <a:gd name="GluePoint3X" fmla="*/ 37 w 56"/>
                <a:gd name="GluePoint3Y" fmla="*/ 50 h 55"/>
                <a:gd name="GluePoint4X" fmla="*/ 44 w 56"/>
                <a:gd name="GluePoint4Y" fmla="*/ 55 h 55"/>
                <a:gd name="GluePoint5X" fmla="*/ 56 w 56"/>
                <a:gd name="GluePoint5Y" fmla="*/ 39 h 55"/>
                <a:gd name="GluePoint6X" fmla="*/ 56 w 56"/>
                <a:gd name="GluePoint6Y" fmla="*/ 34 h 55"/>
                <a:gd name="GluePoint7X" fmla="*/ 44 w 56"/>
                <a:gd name="GluePoint7Y" fmla="*/ 18 h 55"/>
                <a:gd name="GluePoint8X" fmla="*/ 37 w 56"/>
                <a:gd name="GluePoint8Y" fmla="*/ 23 h 55"/>
                <a:gd name="GluePoint9X" fmla="*/ 44 w 56"/>
                <a:gd name="GluePoint9Y" fmla="*/ 32 h 55"/>
                <a:gd name="GluePoint10X" fmla="*/ 36 w 56"/>
                <a:gd name="GluePoint10Y" fmla="*/ 32 h 55"/>
                <a:gd name="GluePoint11X" fmla="*/ 8 w 56"/>
                <a:gd name="GluePoint11Y" fmla="*/ 0 h 55"/>
                <a:gd name="GluePoint12X" fmla="*/ 0 w 56"/>
                <a:gd name="GluePoint12Y" fmla="*/ 0 h 55"/>
                <a:gd name="GluePoint13X" fmla="*/ 36 w 56"/>
                <a:gd name="GluePoint13Y" fmla="*/ 40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56" y="39"/>
                    <a:pt x="56" y="39"/>
                    <a:pt x="56" y="39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6" y="40"/>
                    <a:pt x="36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84" name="Freeform 273"/>
            <p:cNvSpPr/>
            <p:nvPr/>
          </p:nvSpPr>
          <p:spPr>
            <a:xfrm>
              <a:off x="5335920" y="172404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19 w 56"/>
                <a:gd name="GluePoint1Y" fmla="*/ 32 h 54"/>
                <a:gd name="GluePoint2X" fmla="*/ 12 w 56"/>
                <a:gd name="GluePoint2Y" fmla="*/ 22 h 54"/>
                <a:gd name="GluePoint3X" fmla="*/ 20 w 56"/>
                <a:gd name="GluePoint3Y" fmla="*/ 22 h 54"/>
                <a:gd name="GluePoint4X" fmla="*/ 48 w 56"/>
                <a:gd name="GluePoint4Y" fmla="*/ 54 h 54"/>
                <a:gd name="GluePoint5X" fmla="*/ 56 w 56"/>
                <a:gd name="GluePoint5Y" fmla="*/ 54 h 54"/>
                <a:gd name="GluePoint6X" fmla="*/ 20 w 56"/>
                <a:gd name="GluePoint6Y" fmla="*/ 14 h 54"/>
                <a:gd name="GluePoint7X" fmla="*/ 12 w 56"/>
                <a:gd name="GluePoint7Y" fmla="*/ 14 h 54"/>
                <a:gd name="GluePoint8X" fmla="*/ 19 w 56"/>
                <a:gd name="GluePoint8Y" fmla="*/ 5 h 54"/>
                <a:gd name="GluePoint9X" fmla="*/ 13 w 56"/>
                <a:gd name="GluePoint9Y" fmla="*/ 0 h 54"/>
                <a:gd name="GluePoint10X" fmla="*/ 0 w 56"/>
                <a:gd name="GluePoint10Y" fmla="*/ 16 h 54"/>
                <a:gd name="GluePoint11X" fmla="*/ 0 w 56"/>
                <a:gd name="GluePoint11Y" fmla="*/ 21 h 54"/>
                <a:gd name="GluePoint12X" fmla="*/ 13 w 56"/>
                <a:gd name="GluePoint12Y" fmla="*/ 37 h 54"/>
                <a:gd name="GluePoint13X" fmla="*/ 19 w 56"/>
                <a:gd name="GluePoint13Y" fmla="*/ 32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19" y="3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36" y="22"/>
                    <a:pt x="48" y="39"/>
                    <a:pt x="48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35"/>
                    <a:pt x="41" y="14"/>
                    <a:pt x="20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lnTo>
                    <a:pt x="19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85" name="Группа 377"/>
          <p:cNvGrpSpPr/>
          <p:nvPr/>
        </p:nvGrpSpPr>
        <p:grpSpPr>
          <a:xfrm>
            <a:off x="5589720" y="1683360"/>
            <a:ext cx="303120" cy="269280"/>
            <a:chOff x="5589720" y="1683360"/>
            <a:chExt cx="303120" cy="269280"/>
          </a:xfrm>
        </p:grpSpPr>
        <p:sp>
          <p:nvSpPr>
            <p:cNvPr id="1786" name="Freeform 274"/>
            <p:cNvSpPr/>
            <p:nvPr/>
          </p:nvSpPr>
          <p:spPr>
            <a:xfrm>
              <a:off x="5589720" y="1683360"/>
              <a:ext cx="303120" cy="26928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69280"/>
                <a:gd name="textAreaBottom" fmla="*/ 269640 h 269280"/>
                <a:gd name="GluePoint1X" fmla="*/ 0 w 134"/>
                <a:gd name="GluePoint1Y" fmla="*/ 91 h 119"/>
                <a:gd name="GluePoint2X" fmla="*/ 36 w 134"/>
                <a:gd name="GluePoint2Y" fmla="*/ 91 h 119"/>
                <a:gd name="GluePoint3X" fmla="*/ 36 w 134"/>
                <a:gd name="GluePoint3Y" fmla="*/ 119 h 119"/>
                <a:gd name="GluePoint4X" fmla="*/ 68 w 134"/>
                <a:gd name="GluePoint4Y" fmla="*/ 91 h 119"/>
                <a:gd name="GluePoint5X" fmla="*/ 134 w 134"/>
                <a:gd name="GluePoint5Y" fmla="*/ 91 h 119"/>
                <a:gd name="GluePoint6X" fmla="*/ 134 w 134"/>
                <a:gd name="GluePoint6Y" fmla="*/ 0 h 119"/>
                <a:gd name="GluePoint7X" fmla="*/ 0 w 134"/>
                <a:gd name="GluePoint7Y" fmla="*/ 0 h 119"/>
                <a:gd name="GluePoint8X" fmla="*/ 0 w 134"/>
                <a:gd name="GluePoint8Y" fmla="*/ 91 h 119"/>
                <a:gd name="GluePoint9X" fmla="*/ 4 w 134"/>
                <a:gd name="GluePoint9Y" fmla="*/ 4 h 119"/>
                <a:gd name="GluePoint10X" fmla="*/ 129 w 134"/>
                <a:gd name="GluePoint10Y" fmla="*/ 4 h 119"/>
                <a:gd name="GluePoint11X" fmla="*/ 129 w 134"/>
                <a:gd name="GluePoint11Y" fmla="*/ 87 h 119"/>
                <a:gd name="GluePoint12X" fmla="*/ 66 w 134"/>
                <a:gd name="GluePoint12Y" fmla="*/ 87 h 119"/>
                <a:gd name="GluePoint13X" fmla="*/ 40 w 134"/>
                <a:gd name="GluePoint13Y" fmla="*/ 110 h 119"/>
                <a:gd name="GluePoint14X" fmla="*/ 40 w 134"/>
                <a:gd name="GluePoint14Y" fmla="*/ 87 h 119"/>
                <a:gd name="GluePoint15X" fmla="*/ 4 w 134"/>
                <a:gd name="GluePoint15Y" fmla="*/ 87 h 119"/>
                <a:gd name="GluePoint16X" fmla="*/ 4 w 134"/>
                <a:gd name="GluePoint16Y" fmla="*/ 4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4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4" y="9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87" name="Freeform 275"/>
            <p:cNvSpPr/>
            <p:nvPr/>
          </p:nvSpPr>
          <p:spPr>
            <a:xfrm>
              <a:off x="5705280" y="1751040"/>
              <a:ext cx="72000" cy="7200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72000"/>
                <a:gd name="textAreaBottom" fmla="*/ 72360 h 72000"/>
                <a:gd name="GluePoint1X" fmla="*/ 3 w 32"/>
                <a:gd name="GluePoint1Y" fmla="*/ 32 h 32"/>
                <a:gd name="GluePoint2X" fmla="*/ 16 w 32"/>
                <a:gd name="GluePoint2Y" fmla="*/ 19 h 32"/>
                <a:gd name="GluePoint3X" fmla="*/ 29 w 32"/>
                <a:gd name="GluePoint3Y" fmla="*/ 32 h 32"/>
                <a:gd name="GluePoint4X" fmla="*/ 32 w 32"/>
                <a:gd name="GluePoint4Y" fmla="*/ 29 h 32"/>
                <a:gd name="GluePoint5X" fmla="*/ 19 w 32"/>
                <a:gd name="GluePoint5Y" fmla="*/ 16 h 32"/>
                <a:gd name="GluePoint6X" fmla="*/ 32 w 32"/>
                <a:gd name="GluePoint6Y" fmla="*/ 3 h 32"/>
                <a:gd name="GluePoint7X" fmla="*/ 29 w 32"/>
                <a:gd name="GluePoint7Y" fmla="*/ 0 h 32"/>
                <a:gd name="GluePoint8X" fmla="*/ 16 w 32"/>
                <a:gd name="GluePoint8Y" fmla="*/ 13 h 32"/>
                <a:gd name="GluePoint9X" fmla="*/ 3 w 32"/>
                <a:gd name="GluePoint9Y" fmla="*/ 0 h 32"/>
                <a:gd name="GluePoint10X" fmla="*/ 0 w 32"/>
                <a:gd name="GluePoint10Y" fmla="*/ 3 h 32"/>
                <a:gd name="GluePoint11X" fmla="*/ 13 w 32"/>
                <a:gd name="GluePoint11Y" fmla="*/ 16 h 32"/>
                <a:gd name="GluePoint12X" fmla="*/ 0 w 32"/>
                <a:gd name="GluePoint12Y" fmla="*/ 29 h 32"/>
                <a:gd name="GluePoint13X" fmla="*/ 3 w 32"/>
                <a:gd name="GluePoint13Y" fmla="*/ 32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2" h="32">
                  <a:moveTo>
                    <a:pt x="3" y="32"/>
                  </a:moveTo>
                  <a:lnTo>
                    <a:pt x="16" y="19"/>
                  </a:lnTo>
                  <a:lnTo>
                    <a:pt x="29" y="32"/>
                  </a:lnTo>
                  <a:lnTo>
                    <a:pt x="32" y="29"/>
                  </a:lnTo>
                  <a:lnTo>
                    <a:pt x="19" y="16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16" y="13"/>
                  </a:lnTo>
                  <a:lnTo>
                    <a:pt x="3" y="0"/>
                  </a:lnTo>
                  <a:lnTo>
                    <a:pt x="0" y="3"/>
                  </a:lnTo>
                  <a:lnTo>
                    <a:pt x="13" y="16"/>
                  </a:lnTo>
                  <a:lnTo>
                    <a:pt x="0" y="29"/>
                  </a:lnTo>
                  <a:lnTo>
                    <a:pt x="3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88" name="Группа 378"/>
          <p:cNvGrpSpPr/>
          <p:nvPr/>
        </p:nvGrpSpPr>
        <p:grpSpPr>
          <a:xfrm>
            <a:off x="5981400" y="1683360"/>
            <a:ext cx="300960" cy="269280"/>
            <a:chOff x="5981400" y="1683360"/>
            <a:chExt cx="300960" cy="269280"/>
          </a:xfrm>
        </p:grpSpPr>
        <p:sp>
          <p:nvSpPr>
            <p:cNvPr id="1789" name="Rectangle 276"/>
            <p:cNvSpPr/>
            <p:nvPr/>
          </p:nvSpPr>
          <p:spPr>
            <a:xfrm>
              <a:off x="6067440" y="1753560"/>
              <a:ext cx="8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90" name="Rectangle 277"/>
            <p:cNvSpPr/>
            <p:nvPr/>
          </p:nvSpPr>
          <p:spPr>
            <a:xfrm>
              <a:off x="6189840" y="1753560"/>
              <a:ext cx="864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91" name="Freeform 278"/>
            <p:cNvSpPr/>
            <p:nvPr/>
          </p:nvSpPr>
          <p:spPr>
            <a:xfrm>
              <a:off x="5981400" y="1683360"/>
              <a:ext cx="300960" cy="2692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69280"/>
                <a:gd name="textAreaBottom" fmla="*/ 269640 h 269280"/>
                <a:gd name="GluePoint1X" fmla="*/ 0 w 133"/>
                <a:gd name="GluePoint1Y" fmla="*/ 91 h 119"/>
                <a:gd name="GluePoint2X" fmla="*/ 36 w 133"/>
                <a:gd name="GluePoint2Y" fmla="*/ 91 h 119"/>
                <a:gd name="GluePoint3X" fmla="*/ 36 w 133"/>
                <a:gd name="GluePoint3Y" fmla="*/ 119 h 119"/>
                <a:gd name="GluePoint4X" fmla="*/ 68 w 133"/>
                <a:gd name="GluePoint4Y" fmla="*/ 91 h 119"/>
                <a:gd name="GluePoint5X" fmla="*/ 133 w 133"/>
                <a:gd name="GluePoint5Y" fmla="*/ 91 h 119"/>
                <a:gd name="GluePoint6X" fmla="*/ 133 w 133"/>
                <a:gd name="GluePoint6Y" fmla="*/ 0 h 119"/>
                <a:gd name="GluePoint7X" fmla="*/ 0 w 133"/>
                <a:gd name="GluePoint7Y" fmla="*/ 0 h 119"/>
                <a:gd name="GluePoint8X" fmla="*/ 0 w 133"/>
                <a:gd name="GluePoint8Y" fmla="*/ 91 h 119"/>
                <a:gd name="GluePoint9X" fmla="*/ 4 w 133"/>
                <a:gd name="GluePoint9Y" fmla="*/ 4 h 119"/>
                <a:gd name="GluePoint10X" fmla="*/ 129 w 133"/>
                <a:gd name="GluePoint10Y" fmla="*/ 4 h 119"/>
                <a:gd name="GluePoint11X" fmla="*/ 129 w 133"/>
                <a:gd name="GluePoint11Y" fmla="*/ 87 h 119"/>
                <a:gd name="GluePoint12X" fmla="*/ 66 w 133"/>
                <a:gd name="GluePoint12Y" fmla="*/ 87 h 119"/>
                <a:gd name="GluePoint13X" fmla="*/ 40 w 133"/>
                <a:gd name="GluePoint13Y" fmla="*/ 110 h 119"/>
                <a:gd name="GluePoint14X" fmla="*/ 40 w 133"/>
                <a:gd name="GluePoint14Y" fmla="*/ 87 h 119"/>
                <a:gd name="GluePoint15X" fmla="*/ 4 w 133"/>
                <a:gd name="GluePoint15Y" fmla="*/ 87 h 119"/>
                <a:gd name="GluePoint16X" fmla="*/ 4 w 133"/>
                <a:gd name="GluePoint16Y" fmla="*/ 4 h 1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3" h="119">
                  <a:moveTo>
                    <a:pt x="0" y="91"/>
                  </a:moveTo>
                  <a:lnTo>
                    <a:pt x="36" y="91"/>
                  </a:lnTo>
                  <a:lnTo>
                    <a:pt x="36" y="119"/>
                  </a:lnTo>
                  <a:lnTo>
                    <a:pt x="68" y="91"/>
                  </a:lnTo>
                  <a:lnTo>
                    <a:pt x="133" y="91"/>
                  </a:lnTo>
                  <a:lnTo>
                    <a:pt x="133" y="0"/>
                  </a:lnTo>
                  <a:lnTo>
                    <a:pt x="0" y="0"/>
                  </a:lnTo>
                  <a:lnTo>
                    <a:pt x="0" y="91"/>
                  </a:lnTo>
                  <a:close/>
                  <a:moveTo>
                    <a:pt x="4" y="4"/>
                  </a:moveTo>
                  <a:lnTo>
                    <a:pt x="129" y="4"/>
                  </a:lnTo>
                  <a:lnTo>
                    <a:pt x="129" y="87"/>
                  </a:lnTo>
                  <a:lnTo>
                    <a:pt x="66" y="87"/>
                  </a:lnTo>
                  <a:lnTo>
                    <a:pt x="40" y="110"/>
                  </a:lnTo>
                  <a:lnTo>
                    <a:pt x="40" y="87"/>
                  </a:lnTo>
                  <a:lnTo>
                    <a:pt x="4" y="87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92" name="Freeform 279"/>
            <p:cNvSpPr/>
            <p:nvPr/>
          </p:nvSpPr>
          <p:spPr>
            <a:xfrm>
              <a:off x="6090120" y="1801080"/>
              <a:ext cx="83520" cy="4284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42840"/>
                <a:gd name="textAreaBottom" fmla="*/ 43200 h 42840"/>
                <a:gd name="GluePoint1X" fmla="*/ 36 w 72"/>
                <a:gd name="GluePoint1Y" fmla="*/ 8 h 36"/>
                <a:gd name="GluePoint2X" fmla="*/ 64 w 72"/>
                <a:gd name="GluePoint2Y" fmla="*/ 36 h 36"/>
                <a:gd name="GluePoint3X" fmla="*/ 72 w 72"/>
                <a:gd name="GluePoint3Y" fmla="*/ 36 h 36"/>
                <a:gd name="GluePoint4X" fmla="*/ 36 w 72"/>
                <a:gd name="GluePoint4Y" fmla="*/ 0 h 36"/>
                <a:gd name="GluePoint5X" fmla="*/ 0 w 72"/>
                <a:gd name="GluePoint5Y" fmla="*/ 36 h 36"/>
                <a:gd name="GluePoint6X" fmla="*/ 8 w 72"/>
                <a:gd name="GluePoint6Y" fmla="*/ 36 h 36"/>
                <a:gd name="GluePoint7X" fmla="*/ 36 w 72"/>
                <a:gd name="GluePoint7Y" fmla="*/ 8 h 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72" h="36">
                  <a:moveTo>
                    <a:pt x="36" y="8"/>
                  </a:moveTo>
                  <a:cubicBezTo>
                    <a:pt x="52" y="8"/>
                    <a:pt x="64" y="21"/>
                    <a:pt x="64" y="36"/>
                  </a:cubicBezTo>
                  <a:cubicBezTo>
                    <a:pt x="72" y="36"/>
                    <a:pt x="72" y="36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ubicBezTo>
                    <a:pt x="17" y="0"/>
                    <a:pt x="0" y="1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21"/>
                    <a:pt x="21" y="8"/>
                    <a:pt x="3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93" name="Группа 379"/>
          <p:cNvGrpSpPr/>
          <p:nvPr/>
        </p:nvGrpSpPr>
        <p:grpSpPr>
          <a:xfrm>
            <a:off x="6445800" y="1667520"/>
            <a:ext cx="158040" cy="300960"/>
            <a:chOff x="6445800" y="1667520"/>
            <a:chExt cx="158040" cy="300960"/>
          </a:xfrm>
        </p:grpSpPr>
        <p:sp>
          <p:nvSpPr>
            <p:cNvPr id="1794" name="Freeform 280"/>
            <p:cNvSpPr/>
            <p:nvPr/>
          </p:nvSpPr>
          <p:spPr>
            <a:xfrm>
              <a:off x="6445800" y="1667520"/>
              <a:ext cx="158040" cy="30096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300960"/>
                <a:gd name="textAreaBottom" fmla="*/ 301320 h 300960"/>
                <a:gd name="GluePoint1X" fmla="*/ 70 w 70"/>
                <a:gd name="GluePoint1Y" fmla="*/ 0 h 133"/>
                <a:gd name="GluePoint2X" fmla="*/ 0 w 70"/>
                <a:gd name="GluePoint2Y" fmla="*/ 0 h 133"/>
                <a:gd name="GluePoint3X" fmla="*/ 0 w 70"/>
                <a:gd name="GluePoint3Y" fmla="*/ 133 h 133"/>
                <a:gd name="GluePoint4X" fmla="*/ 70 w 70"/>
                <a:gd name="GluePoint4Y" fmla="*/ 133 h 133"/>
                <a:gd name="GluePoint5X" fmla="*/ 70 w 70"/>
                <a:gd name="GluePoint5Y" fmla="*/ 0 h 133"/>
                <a:gd name="GluePoint6X" fmla="*/ 66 w 70"/>
                <a:gd name="GluePoint6Y" fmla="*/ 4 h 133"/>
                <a:gd name="GluePoint7X" fmla="*/ 66 w 70"/>
                <a:gd name="GluePoint7Y" fmla="*/ 17 h 133"/>
                <a:gd name="GluePoint8X" fmla="*/ 4 w 70"/>
                <a:gd name="GluePoint8Y" fmla="*/ 17 h 133"/>
                <a:gd name="GluePoint9X" fmla="*/ 4 w 70"/>
                <a:gd name="GluePoint9Y" fmla="*/ 4 h 133"/>
                <a:gd name="GluePoint10X" fmla="*/ 66 w 70"/>
                <a:gd name="GluePoint10Y" fmla="*/ 4 h 133"/>
                <a:gd name="GluePoint11X" fmla="*/ 66 w 70"/>
                <a:gd name="GluePoint11Y" fmla="*/ 21 h 133"/>
                <a:gd name="GluePoint12X" fmla="*/ 66 w 70"/>
                <a:gd name="GluePoint12Y" fmla="*/ 104 h 133"/>
                <a:gd name="GluePoint13X" fmla="*/ 4 w 70"/>
                <a:gd name="GluePoint13Y" fmla="*/ 104 h 133"/>
                <a:gd name="GluePoint14X" fmla="*/ 4 w 70"/>
                <a:gd name="GluePoint14Y" fmla="*/ 21 h 133"/>
                <a:gd name="GluePoint15X" fmla="*/ 66 w 70"/>
                <a:gd name="GluePoint15Y" fmla="*/ 21 h 133"/>
                <a:gd name="GluePoint16X" fmla="*/ 4 w 70"/>
                <a:gd name="GluePoint16Y" fmla="*/ 129 h 133"/>
                <a:gd name="GluePoint17X" fmla="*/ 4 w 70"/>
                <a:gd name="GluePoint17Y" fmla="*/ 108 h 133"/>
                <a:gd name="GluePoint18X" fmla="*/ 66 w 70"/>
                <a:gd name="GluePoint18Y" fmla="*/ 108 h 133"/>
                <a:gd name="GluePoint19X" fmla="*/ 66 w 70"/>
                <a:gd name="GluePoint19Y" fmla="*/ 129 h 133"/>
                <a:gd name="GluePoint20X" fmla="*/ 4 w 70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0" h="133">
                  <a:moveTo>
                    <a:pt x="70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0" y="133"/>
                  </a:lnTo>
                  <a:lnTo>
                    <a:pt x="70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95" name="Rectangle 281"/>
            <p:cNvSpPr/>
            <p:nvPr/>
          </p:nvSpPr>
          <p:spPr>
            <a:xfrm>
              <a:off x="6507000" y="1685520"/>
              <a:ext cx="36000" cy="108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96" name="Freeform 282"/>
            <p:cNvSpPr/>
            <p:nvPr/>
          </p:nvSpPr>
          <p:spPr>
            <a:xfrm>
              <a:off x="6511320" y="1923120"/>
              <a:ext cx="26640" cy="266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6640"/>
                <a:gd name="textAreaBottom" fmla="*/ 27000 h 2664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3320" bIns="13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797" name="Freeform 283"/>
            <p:cNvSpPr/>
            <p:nvPr/>
          </p:nvSpPr>
          <p:spPr>
            <a:xfrm>
              <a:off x="6472800" y="1776240"/>
              <a:ext cx="103680" cy="651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65160"/>
                <a:gd name="textAreaBottom" fmla="*/ 65520 h 65160"/>
                <a:gd name="GluePoint1X" fmla="*/ 16 w 88"/>
                <a:gd name="GluePoint1Y" fmla="*/ 56 h 56"/>
                <a:gd name="GluePoint2X" fmla="*/ 72 w 88"/>
                <a:gd name="GluePoint2Y" fmla="*/ 56 h 56"/>
                <a:gd name="GluePoint3X" fmla="*/ 88 w 88"/>
                <a:gd name="GluePoint3Y" fmla="*/ 40 h 56"/>
                <a:gd name="GluePoint4X" fmla="*/ 75 w 88"/>
                <a:gd name="GluePoint4Y" fmla="*/ 24 h 56"/>
                <a:gd name="GluePoint5X" fmla="*/ 44 w 88"/>
                <a:gd name="GluePoint5Y" fmla="*/ 0 h 56"/>
                <a:gd name="GluePoint6X" fmla="*/ 12 w 88"/>
                <a:gd name="GluePoint6Y" fmla="*/ 24 h 56"/>
                <a:gd name="GluePoint7X" fmla="*/ 0 w 88"/>
                <a:gd name="GluePoint7Y" fmla="*/ 40 h 56"/>
                <a:gd name="GluePoint8X" fmla="*/ 16 w 88"/>
                <a:gd name="GluePoint8Y" fmla="*/ 56 h 56"/>
                <a:gd name="GluePoint9X" fmla="*/ 16 w 88"/>
                <a:gd name="GluePoint9Y" fmla="*/ 32 h 56"/>
                <a:gd name="GluePoint10X" fmla="*/ 19 w 88"/>
                <a:gd name="GluePoint10Y" fmla="*/ 32 h 56"/>
                <a:gd name="GluePoint11X" fmla="*/ 19 w 88"/>
                <a:gd name="GluePoint11Y" fmla="*/ 28 h 56"/>
                <a:gd name="GluePoint12X" fmla="*/ 44 w 88"/>
                <a:gd name="GluePoint12Y" fmla="*/ 8 h 56"/>
                <a:gd name="GluePoint13X" fmla="*/ 68 w 88"/>
                <a:gd name="GluePoint13Y" fmla="*/ 28 h 56"/>
                <a:gd name="GluePoint14X" fmla="*/ 68 w 88"/>
                <a:gd name="GluePoint14Y" fmla="*/ 32 h 56"/>
                <a:gd name="GluePoint15X" fmla="*/ 72 w 88"/>
                <a:gd name="GluePoint15Y" fmla="*/ 32 h 56"/>
                <a:gd name="GluePoint16X" fmla="*/ 80 w 88"/>
                <a:gd name="GluePoint16Y" fmla="*/ 40 h 56"/>
                <a:gd name="GluePoint17X" fmla="*/ 72 w 88"/>
                <a:gd name="GluePoint17Y" fmla="*/ 48 h 56"/>
                <a:gd name="GluePoint18X" fmla="*/ 16 w 88"/>
                <a:gd name="GluePoint18Y" fmla="*/ 48 h 56"/>
                <a:gd name="GluePoint19X" fmla="*/ 8 w 88"/>
                <a:gd name="GluePoint19Y" fmla="*/ 40 h 56"/>
                <a:gd name="GluePoint20X" fmla="*/ 16 w 88"/>
                <a:gd name="GluePoint20Y" fmla="*/ 32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16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6"/>
                    <a:pt x="75" y="24"/>
                  </a:cubicBezTo>
                  <a:cubicBezTo>
                    <a:pt x="73" y="10"/>
                    <a:pt x="60" y="0"/>
                    <a:pt x="44" y="0"/>
                  </a:cubicBezTo>
                  <a:cubicBezTo>
                    <a:pt x="29" y="0"/>
                    <a:pt x="16" y="12"/>
                    <a:pt x="12" y="24"/>
                  </a:cubicBezTo>
                  <a:cubicBezTo>
                    <a:pt x="4" y="26"/>
                    <a:pt x="0" y="34"/>
                    <a:pt x="0" y="40"/>
                  </a:cubicBezTo>
                  <a:cubicBezTo>
                    <a:pt x="0" y="50"/>
                    <a:pt x="5" y="56"/>
                    <a:pt x="16" y="56"/>
                  </a:cubicBezTo>
                  <a:close/>
                  <a:moveTo>
                    <a:pt x="16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5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798" name="Группа 380"/>
          <p:cNvGrpSpPr/>
          <p:nvPr/>
        </p:nvGrpSpPr>
        <p:grpSpPr>
          <a:xfrm>
            <a:off x="6835320" y="1667520"/>
            <a:ext cx="160560" cy="300960"/>
            <a:chOff x="6835320" y="1667520"/>
            <a:chExt cx="160560" cy="300960"/>
          </a:xfrm>
        </p:grpSpPr>
        <p:sp>
          <p:nvSpPr>
            <p:cNvPr id="1799" name="Freeform 284"/>
            <p:cNvSpPr/>
            <p:nvPr/>
          </p:nvSpPr>
          <p:spPr>
            <a:xfrm>
              <a:off x="6835320" y="1667520"/>
              <a:ext cx="160560" cy="30096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00960"/>
                <a:gd name="textAreaBottom" fmla="*/ 301320 h 300960"/>
                <a:gd name="GluePoint1X" fmla="*/ 71 w 71"/>
                <a:gd name="GluePoint1Y" fmla="*/ 0 h 133"/>
                <a:gd name="GluePoint2X" fmla="*/ 0 w 71"/>
                <a:gd name="GluePoint2Y" fmla="*/ 0 h 133"/>
                <a:gd name="GluePoint3X" fmla="*/ 0 w 71"/>
                <a:gd name="GluePoint3Y" fmla="*/ 133 h 133"/>
                <a:gd name="GluePoint4X" fmla="*/ 71 w 71"/>
                <a:gd name="GluePoint4Y" fmla="*/ 133 h 133"/>
                <a:gd name="GluePoint5X" fmla="*/ 71 w 71"/>
                <a:gd name="GluePoint5Y" fmla="*/ 0 h 133"/>
                <a:gd name="GluePoint6X" fmla="*/ 67 w 71"/>
                <a:gd name="GluePoint6Y" fmla="*/ 4 h 133"/>
                <a:gd name="GluePoint7X" fmla="*/ 67 w 71"/>
                <a:gd name="GluePoint7Y" fmla="*/ 17 h 133"/>
                <a:gd name="GluePoint8X" fmla="*/ 5 w 71"/>
                <a:gd name="GluePoint8Y" fmla="*/ 17 h 133"/>
                <a:gd name="GluePoint9X" fmla="*/ 5 w 71"/>
                <a:gd name="GluePoint9Y" fmla="*/ 4 h 133"/>
                <a:gd name="GluePoint10X" fmla="*/ 67 w 71"/>
                <a:gd name="GluePoint10Y" fmla="*/ 4 h 133"/>
                <a:gd name="GluePoint11X" fmla="*/ 67 w 71"/>
                <a:gd name="GluePoint11Y" fmla="*/ 21 h 133"/>
                <a:gd name="GluePoint12X" fmla="*/ 67 w 71"/>
                <a:gd name="GluePoint12Y" fmla="*/ 104 h 133"/>
                <a:gd name="GluePoint13X" fmla="*/ 5 w 71"/>
                <a:gd name="GluePoint13Y" fmla="*/ 104 h 133"/>
                <a:gd name="GluePoint14X" fmla="*/ 5 w 71"/>
                <a:gd name="GluePoint14Y" fmla="*/ 21 h 133"/>
                <a:gd name="GluePoint15X" fmla="*/ 67 w 71"/>
                <a:gd name="GluePoint15Y" fmla="*/ 21 h 133"/>
                <a:gd name="GluePoint16X" fmla="*/ 5 w 71"/>
                <a:gd name="GluePoint16Y" fmla="*/ 129 h 133"/>
                <a:gd name="GluePoint17X" fmla="*/ 5 w 71"/>
                <a:gd name="GluePoint17Y" fmla="*/ 108 h 133"/>
                <a:gd name="GluePoint18X" fmla="*/ 67 w 71"/>
                <a:gd name="GluePoint18Y" fmla="*/ 108 h 133"/>
                <a:gd name="GluePoint19X" fmla="*/ 67 w 71"/>
                <a:gd name="GluePoint19Y" fmla="*/ 129 h 133"/>
                <a:gd name="GluePoint20X" fmla="*/ 5 w 71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1" h="133">
                  <a:moveTo>
                    <a:pt x="7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1" y="133"/>
                  </a:lnTo>
                  <a:lnTo>
                    <a:pt x="71" y="0"/>
                  </a:lnTo>
                  <a:close/>
                  <a:moveTo>
                    <a:pt x="67" y="4"/>
                  </a:moveTo>
                  <a:lnTo>
                    <a:pt x="67" y="17"/>
                  </a:lnTo>
                  <a:lnTo>
                    <a:pt x="5" y="17"/>
                  </a:lnTo>
                  <a:lnTo>
                    <a:pt x="5" y="4"/>
                  </a:lnTo>
                  <a:lnTo>
                    <a:pt x="67" y="4"/>
                  </a:lnTo>
                  <a:close/>
                  <a:moveTo>
                    <a:pt x="67" y="21"/>
                  </a:moveTo>
                  <a:lnTo>
                    <a:pt x="67" y="104"/>
                  </a:lnTo>
                  <a:lnTo>
                    <a:pt x="5" y="104"/>
                  </a:lnTo>
                  <a:lnTo>
                    <a:pt x="5" y="21"/>
                  </a:lnTo>
                  <a:lnTo>
                    <a:pt x="67" y="21"/>
                  </a:lnTo>
                  <a:close/>
                  <a:moveTo>
                    <a:pt x="5" y="129"/>
                  </a:moveTo>
                  <a:lnTo>
                    <a:pt x="5" y="108"/>
                  </a:lnTo>
                  <a:lnTo>
                    <a:pt x="67" y="108"/>
                  </a:lnTo>
                  <a:lnTo>
                    <a:pt x="67" y="129"/>
                  </a:lnTo>
                  <a:lnTo>
                    <a:pt x="5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00" name="Rectangle 285"/>
            <p:cNvSpPr/>
            <p:nvPr/>
          </p:nvSpPr>
          <p:spPr>
            <a:xfrm>
              <a:off x="6898680" y="1685520"/>
              <a:ext cx="36000" cy="108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01" name="Freeform 286"/>
            <p:cNvSpPr/>
            <p:nvPr/>
          </p:nvSpPr>
          <p:spPr>
            <a:xfrm>
              <a:off x="6903360" y="1923120"/>
              <a:ext cx="26640" cy="266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6640"/>
                <a:gd name="textAreaBottom" fmla="*/ 27000 h 2664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3320" bIns="13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02" name="Freeform 287"/>
            <p:cNvSpPr/>
            <p:nvPr/>
          </p:nvSpPr>
          <p:spPr>
            <a:xfrm>
              <a:off x="6864840" y="1766880"/>
              <a:ext cx="103680" cy="8784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87840"/>
                <a:gd name="textAreaBottom" fmla="*/ 88200 h 87840"/>
                <a:gd name="GluePoint1X" fmla="*/ 42 w 88"/>
                <a:gd name="GluePoint1Y" fmla="*/ 75 h 76"/>
                <a:gd name="GluePoint2X" fmla="*/ 44 w 88"/>
                <a:gd name="GluePoint2Y" fmla="*/ 76 h 76"/>
                <a:gd name="GluePoint3X" fmla="*/ 46 w 88"/>
                <a:gd name="GluePoint3Y" fmla="*/ 75 h 76"/>
                <a:gd name="GluePoint4X" fmla="*/ 88 w 88"/>
                <a:gd name="GluePoint4Y" fmla="*/ 24 h 76"/>
                <a:gd name="GluePoint5X" fmla="*/ 64 w 88"/>
                <a:gd name="GluePoint5Y" fmla="*/ 0 h 76"/>
                <a:gd name="GluePoint6X" fmla="*/ 44 w 88"/>
                <a:gd name="GluePoint6Y" fmla="*/ 10 h 76"/>
                <a:gd name="GluePoint7X" fmla="*/ 24 w 88"/>
                <a:gd name="GluePoint7Y" fmla="*/ 0 h 76"/>
                <a:gd name="GluePoint8X" fmla="*/ 0 w 88"/>
                <a:gd name="GluePoint8Y" fmla="*/ 24 h 76"/>
                <a:gd name="GluePoint9X" fmla="*/ 42 w 88"/>
                <a:gd name="GluePoint9Y" fmla="*/ 75 h 76"/>
                <a:gd name="GluePoint10X" fmla="*/ 24 w 88"/>
                <a:gd name="GluePoint10Y" fmla="*/ 8 h 76"/>
                <a:gd name="GluePoint11X" fmla="*/ 40 w 88"/>
                <a:gd name="GluePoint11Y" fmla="*/ 24 h 76"/>
                <a:gd name="GluePoint12X" fmla="*/ 48 w 88"/>
                <a:gd name="GluePoint12Y" fmla="*/ 24 h 76"/>
                <a:gd name="GluePoint13X" fmla="*/ 64 w 88"/>
                <a:gd name="GluePoint13Y" fmla="*/ 8 h 76"/>
                <a:gd name="GluePoint14X" fmla="*/ 80 w 88"/>
                <a:gd name="GluePoint14Y" fmla="*/ 24 h 76"/>
                <a:gd name="GluePoint15X" fmla="*/ 44 w 88"/>
                <a:gd name="GluePoint15Y" fmla="*/ 67 h 76"/>
                <a:gd name="GluePoint16X" fmla="*/ 8 w 88"/>
                <a:gd name="GluePoint16Y" fmla="*/ 24 h 76"/>
                <a:gd name="GluePoint17X" fmla="*/ 24 w 88"/>
                <a:gd name="GluePoint17Y" fmla="*/ 8 h 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88" h="76">
                  <a:moveTo>
                    <a:pt x="42" y="75"/>
                  </a:moveTo>
                  <a:cubicBezTo>
                    <a:pt x="44" y="76"/>
                    <a:pt x="44" y="76"/>
                    <a:pt x="44" y="76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7" y="74"/>
                    <a:pt x="88" y="52"/>
                    <a:pt x="88" y="24"/>
                  </a:cubicBezTo>
                  <a:cubicBezTo>
                    <a:pt x="88" y="10"/>
                    <a:pt x="77" y="0"/>
                    <a:pt x="64" y="0"/>
                  </a:cubicBezTo>
                  <a:cubicBezTo>
                    <a:pt x="55" y="0"/>
                    <a:pt x="48" y="4"/>
                    <a:pt x="44" y="10"/>
                  </a:cubicBezTo>
                  <a:cubicBezTo>
                    <a:pt x="39" y="4"/>
                    <a:pt x="32" y="0"/>
                    <a:pt x="24" y="0"/>
                  </a:cubicBezTo>
                  <a:cubicBezTo>
                    <a:pt x="10" y="0"/>
                    <a:pt x="0" y="10"/>
                    <a:pt x="0" y="24"/>
                  </a:cubicBezTo>
                  <a:cubicBezTo>
                    <a:pt x="0" y="52"/>
                    <a:pt x="40" y="74"/>
                    <a:pt x="42" y="75"/>
                  </a:cubicBezTo>
                  <a:close/>
                  <a:moveTo>
                    <a:pt x="24" y="8"/>
                  </a:moveTo>
                  <a:cubicBezTo>
                    <a:pt x="32" y="8"/>
                    <a:pt x="40" y="15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5" y="8"/>
                    <a:pt x="64" y="8"/>
                  </a:cubicBezTo>
                  <a:cubicBezTo>
                    <a:pt x="73" y="8"/>
                    <a:pt x="80" y="14"/>
                    <a:pt x="80" y="24"/>
                  </a:cubicBezTo>
                  <a:cubicBezTo>
                    <a:pt x="80" y="44"/>
                    <a:pt x="51" y="62"/>
                    <a:pt x="44" y="67"/>
                  </a:cubicBezTo>
                  <a:cubicBezTo>
                    <a:pt x="36" y="62"/>
                    <a:pt x="8" y="44"/>
                    <a:pt x="8" y="24"/>
                  </a:cubicBezTo>
                  <a:cubicBezTo>
                    <a:pt x="8" y="14"/>
                    <a:pt x="14" y="8"/>
                    <a:pt x="2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920" bIns="439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03" name="Группа 381"/>
          <p:cNvGrpSpPr/>
          <p:nvPr/>
        </p:nvGrpSpPr>
        <p:grpSpPr>
          <a:xfrm>
            <a:off x="2138400" y="2059200"/>
            <a:ext cx="160560" cy="300960"/>
            <a:chOff x="2138400" y="2059200"/>
            <a:chExt cx="160560" cy="300960"/>
          </a:xfrm>
        </p:grpSpPr>
        <p:sp>
          <p:nvSpPr>
            <p:cNvPr id="1804" name="Freeform 288"/>
            <p:cNvSpPr/>
            <p:nvPr/>
          </p:nvSpPr>
          <p:spPr>
            <a:xfrm>
              <a:off x="2138400" y="2059200"/>
              <a:ext cx="160560" cy="30096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00960"/>
                <a:gd name="textAreaBottom" fmla="*/ 301320 h 300960"/>
                <a:gd name="GluePoint1X" fmla="*/ 71 w 71"/>
                <a:gd name="GluePoint1Y" fmla="*/ 0 h 133"/>
                <a:gd name="GluePoint2X" fmla="*/ 0 w 71"/>
                <a:gd name="GluePoint2Y" fmla="*/ 0 h 133"/>
                <a:gd name="GluePoint3X" fmla="*/ 0 w 71"/>
                <a:gd name="GluePoint3Y" fmla="*/ 133 h 133"/>
                <a:gd name="GluePoint4X" fmla="*/ 71 w 71"/>
                <a:gd name="GluePoint4Y" fmla="*/ 133 h 133"/>
                <a:gd name="GluePoint5X" fmla="*/ 71 w 71"/>
                <a:gd name="GluePoint5Y" fmla="*/ 0 h 133"/>
                <a:gd name="GluePoint6X" fmla="*/ 66 w 71"/>
                <a:gd name="GluePoint6Y" fmla="*/ 4 h 133"/>
                <a:gd name="GluePoint7X" fmla="*/ 66 w 71"/>
                <a:gd name="GluePoint7Y" fmla="*/ 17 h 133"/>
                <a:gd name="GluePoint8X" fmla="*/ 4 w 71"/>
                <a:gd name="GluePoint8Y" fmla="*/ 17 h 133"/>
                <a:gd name="GluePoint9X" fmla="*/ 4 w 71"/>
                <a:gd name="GluePoint9Y" fmla="*/ 4 h 133"/>
                <a:gd name="GluePoint10X" fmla="*/ 66 w 71"/>
                <a:gd name="GluePoint10Y" fmla="*/ 4 h 133"/>
                <a:gd name="GluePoint11X" fmla="*/ 66 w 71"/>
                <a:gd name="GluePoint11Y" fmla="*/ 21 h 133"/>
                <a:gd name="GluePoint12X" fmla="*/ 66 w 71"/>
                <a:gd name="GluePoint12Y" fmla="*/ 104 h 133"/>
                <a:gd name="GluePoint13X" fmla="*/ 4 w 71"/>
                <a:gd name="GluePoint13Y" fmla="*/ 104 h 133"/>
                <a:gd name="GluePoint14X" fmla="*/ 4 w 71"/>
                <a:gd name="GluePoint14Y" fmla="*/ 21 h 133"/>
                <a:gd name="GluePoint15X" fmla="*/ 66 w 71"/>
                <a:gd name="GluePoint15Y" fmla="*/ 21 h 133"/>
                <a:gd name="GluePoint16X" fmla="*/ 4 w 71"/>
                <a:gd name="GluePoint16Y" fmla="*/ 129 h 133"/>
                <a:gd name="GluePoint17X" fmla="*/ 4 w 71"/>
                <a:gd name="GluePoint17Y" fmla="*/ 108 h 133"/>
                <a:gd name="GluePoint18X" fmla="*/ 66 w 71"/>
                <a:gd name="GluePoint18Y" fmla="*/ 108 h 133"/>
                <a:gd name="GluePoint19X" fmla="*/ 66 w 71"/>
                <a:gd name="GluePoint19Y" fmla="*/ 129 h 133"/>
                <a:gd name="GluePoint20X" fmla="*/ 4 w 71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1" h="133">
                  <a:moveTo>
                    <a:pt x="7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1" y="133"/>
                  </a:lnTo>
                  <a:lnTo>
                    <a:pt x="71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05" name="Rectangle 289"/>
            <p:cNvSpPr/>
            <p:nvPr/>
          </p:nvSpPr>
          <p:spPr>
            <a:xfrm>
              <a:off x="2199600" y="2077200"/>
              <a:ext cx="3600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06" name="Freeform 290"/>
            <p:cNvSpPr/>
            <p:nvPr/>
          </p:nvSpPr>
          <p:spPr>
            <a:xfrm>
              <a:off x="2204280" y="2312640"/>
              <a:ext cx="26640" cy="29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07" name="Freeform 291"/>
            <p:cNvSpPr/>
            <p:nvPr/>
          </p:nvSpPr>
          <p:spPr>
            <a:xfrm>
              <a:off x="2170080" y="2152080"/>
              <a:ext cx="94680" cy="9468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4680"/>
                <a:gd name="textAreaBottom" fmla="*/ 95040 h 94680"/>
                <a:gd name="GluePoint1X" fmla="*/ 12 w 80"/>
                <a:gd name="GluePoint1Y" fmla="*/ 68 h 80"/>
                <a:gd name="GluePoint2X" fmla="*/ 40 w 80"/>
                <a:gd name="GluePoint2Y" fmla="*/ 80 h 80"/>
                <a:gd name="GluePoint3X" fmla="*/ 40 w 80"/>
                <a:gd name="GluePoint3Y" fmla="*/ 80 h 80"/>
                <a:gd name="GluePoint4X" fmla="*/ 80 w 80"/>
                <a:gd name="GluePoint4Y" fmla="*/ 40 h 80"/>
                <a:gd name="GluePoint5X" fmla="*/ 69 w 80"/>
                <a:gd name="GluePoint5Y" fmla="*/ 11 h 80"/>
                <a:gd name="GluePoint6X" fmla="*/ 40 w 80"/>
                <a:gd name="GluePoint6Y" fmla="*/ 0 h 80"/>
                <a:gd name="GluePoint7X" fmla="*/ 12 w 80"/>
                <a:gd name="GluePoint7Y" fmla="*/ 11 h 80"/>
                <a:gd name="GluePoint8X" fmla="*/ 0 w 80"/>
                <a:gd name="GluePoint8Y" fmla="*/ 40 h 80"/>
                <a:gd name="GluePoint9X" fmla="*/ 12 w 80"/>
                <a:gd name="GluePoint9Y" fmla="*/ 68 h 80"/>
                <a:gd name="GluePoint10X" fmla="*/ 40 w 80"/>
                <a:gd name="GluePoint10Y" fmla="*/ 8 h 80"/>
                <a:gd name="GluePoint11X" fmla="*/ 63 w 80"/>
                <a:gd name="GluePoint11Y" fmla="*/ 17 h 80"/>
                <a:gd name="GluePoint12X" fmla="*/ 72 w 80"/>
                <a:gd name="GluePoint12Y" fmla="*/ 40 h 80"/>
                <a:gd name="GluePoint13X" fmla="*/ 65 w 80"/>
                <a:gd name="GluePoint13Y" fmla="*/ 59 h 80"/>
                <a:gd name="GluePoint14X" fmla="*/ 21 w 80"/>
                <a:gd name="GluePoint14Y" fmla="*/ 14 h 80"/>
                <a:gd name="GluePoint15X" fmla="*/ 40 w 80"/>
                <a:gd name="GluePoint15Y" fmla="*/ 8 h 80"/>
                <a:gd name="GluePoint16X" fmla="*/ 15 w 80"/>
                <a:gd name="GluePoint16Y" fmla="*/ 20 h 80"/>
                <a:gd name="GluePoint17X" fmla="*/ 60 w 80"/>
                <a:gd name="GluePoint17Y" fmla="*/ 65 h 80"/>
                <a:gd name="GluePoint18X" fmla="*/ 40 w 80"/>
                <a:gd name="GluePoint18Y" fmla="*/ 72 h 80"/>
                <a:gd name="GluePoint19X" fmla="*/ 18 w 80"/>
                <a:gd name="GluePoint19Y" fmla="*/ 62 h 80"/>
                <a:gd name="GluePoint20X" fmla="*/ 8 w 80"/>
                <a:gd name="GluePoint20Y" fmla="*/ 40 h 80"/>
                <a:gd name="GluePoint21X" fmla="*/ 15 w 80"/>
                <a:gd name="GluePoint21Y" fmla="*/ 20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80" h="80">
                  <a:moveTo>
                    <a:pt x="12" y="68"/>
                  </a:moveTo>
                  <a:cubicBezTo>
                    <a:pt x="19" y="76"/>
                    <a:pt x="30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9" y="11"/>
                  </a:cubicBezTo>
                  <a:cubicBezTo>
                    <a:pt x="61" y="4"/>
                    <a:pt x="51" y="0"/>
                    <a:pt x="40" y="0"/>
                  </a:cubicBezTo>
                  <a:cubicBezTo>
                    <a:pt x="30" y="0"/>
                    <a:pt x="19" y="4"/>
                    <a:pt x="12" y="11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0"/>
                    <a:pt x="4" y="60"/>
                    <a:pt x="12" y="68"/>
                  </a:cubicBezTo>
                  <a:close/>
                  <a:moveTo>
                    <a:pt x="40" y="8"/>
                  </a:moveTo>
                  <a:cubicBezTo>
                    <a:pt x="49" y="8"/>
                    <a:pt x="57" y="11"/>
                    <a:pt x="63" y="17"/>
                  </a:cubicBezTo>
                  <a:cubicBezTo>
                    <a:pt x="69" y="23"/>
                    <a:pt x="72" y="31"/>
                    <a:pt x="72" y="40"/>
                  </a:cubicBezTo>
                  <a:cubicBezTo>
                    <a:pt x="72" y="47"/>
                    <a:pt x="70" y="54"/>
                    <a:pt x="65" y="59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6" y="10"/>
                    <a:pt x="33" y="8"/>
                    <a:pt x="40" y="8"/>
                  </a:cubicBezTo>
                  <a:close/>
                  <a:moveTo>
                    <a:pt x="15" y="20"/>
                  </a:moveTo>
                  <a:cubicBezTo>
                    <a:pt x="60" y="65"/>
                    <a:pt x="60" y="65"/>
                    <a:pt x="60" y="65"/>
                  </a:cubicBezTo>
                  <a:cubicBezTo>
                    <a:pt x="54" y="69"/>
                    <a:pt x="48" y="72"/>
                    <a:pt x="40" y="72"/>
                  </a:cubicBezTo>
                  <a:cubicBezTo>
                    <a:pt x="32" y="72"/>
                    <a:pt x="24" y="68"/>
                    <a:pt x="18" y="62"/>
                  </a:cubicBezTo>
                  <a:cubicBezTo>
                    <a:pt x="12" y="56"/>
                    <a:pt x="8" y="48"/>
                    <a:pt x="8" y="40"/>
                  </a:cubicBezTo>
                  <a:cubicBezTo>
                    <a:pt x="8" y="32"/>
                    <a:pt x="11" y="26"/>
                    <a:pt x="15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08" name="Группа 382"/>
          <p:cNvGrpSpPr/>
          <p:nvPr/>
        </p:nvGrpSpPr>
        <p:grpSpPr>
          <a:xfrm>
            <a:off x="2530080" y="2059200"/>
            <a:ext cx="158040" cy="300960"/>
            <a:chOff x="2530080" y="2059200"/>
            <a:chExt cx="158040" cy="300960"/>
          </a:xfrm>
        </p:grpSpPr>
        <p:sp>
          <p:nvSpPr>
            <p:cNvPr id="1809" name="Freeform 292"/>
            <p:cNvSpPr/>
            <p:nvPr/>
          </p:nvSpPr>
          <p:spPr>
            <a:xfrm>
              <a:off x="2530080" y="2059200"/>
              <a:ext cx="158040" cy="30096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300960"/>
                <a:gd name="textAreaBottom" fmla="*/ 301320 h 300960"/>
                <a:gd name="GluePoint1X" fmla="*/ 70 w 70"/>
                <a:gd name="GluePoint1Y" fmla="*/ 0 h 133"/>
                <a:gd name="GluePoint2X" fmla="*/ 0 w 70"/>
                <a:gd name="GluePoint2Y" fmla="*/ 0 h 133"/>
                <a:gd name="GluePoint3X" fmla="*/ 0 w 70"/>
                <a:gd name="GluePoint3Y" fmla="*/ 133 h 133"/>
                <a:gd name="GluePoint4X" fmla="*/ 70 w 70"/>
                <a:gd name="GluePoint4Y" fmla="*/ 133 h 133"/>
                <a:gd name="GluePoint5X" fmla="*/ 70 w 70"/>
                <a:gd name="GluePoint5Y" fmla="*/ 0 h 133"/>
                <a:gd name="GluePoint6X" fmla="*/ 66 w 70"/>
                <a:gd name="GluePoint6Y" fmla="*/ 4 h 133"/>
                <a:gd name="GluePoint7X" fmla="*/ 66 w 70"/>
                <a:gd name="GluePoint7Y" fmla="*/ 17 h 133"/>
                <a:gd name="GluePoint8X" fmla="*/ 4 w 70"/>
                <a:gd name="GluePoint8Y" fmla="*/ 17 h 133"/>
                <a:gd name="GluePoint9X" fmla="*/ 4 w 70"/>
                <a:gd name="GluePoint9Y" fmla="*/ 4 h 133"/>
                <a:gd name="GluePoint10X" fmla="*/ 66 w 70"/>
                <a:gd name="GluePoint10Y" fmla="*/ 4 h 133"/>
                <a:gd name="GluePoint11X" fmla="*/ 66 w 70"/>
                <a:gd name="GluePoint11Y" fmla="*/ 21 h 133"/>
                <a:gd name="GluePoint12X" fmla="*/ 66 w 70"/>
                <a:gd name="GluePoint12Y" fmla="*/ 104 h 133"/>
                <a:gd name="GluePoint13X" fmla="*/ 4 w 70"/>
                <a:gd name="GluePoint13Y" fmla="*/ 104 h 133"/>
                <a:gd name="GluePoint14X" fmla="*/ 4 w 70"/>
                <a:gd name="GluePoint14Y" fmla="*/ 21 h 133"/>
                <a:gd name="GluePoint15X" fmla="*/ 66 w 70"/>
                <a:gd name="GluePoint15Y" fmla="*/ 21 h 133"/>
                <a:gd name="GluePoint16X" fmla="*/ 4 w 70"/>
                <a:gd name="GluePoint16Y" fmla="*/ 129 h 133"/>
                <a:gd name="GluePoint17X" fmla="*/ 4 w 70"/>
                <a:gd name="GluePoint17Y" fmla="*/ 108 h 133"/>
                <a:gd name="GluePoint18X" fmla="*/ 66 w 70"/>
                <a:gd name="GluePoint18Y" fmla="*/ 108 h 133"/>
                <a:gd name="GluePoint19X" fmla="*/ 66 w 70"/>
                <a:gd name="GluePoint19Y" fmla="*/ 129 h 133"/>
                <a:gd name="GluePoint20X" fmla="*/ 4 w 70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0" h="133">
                  <a:moveTo>
                    <a:pt x="70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0" y="133"/>
                  </a:lnTo>
                  <a:lnTo>
                    <a:pt x="70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10" name="Rectangle 293"/>
            <p:cNvSpPr/>
            <p:nvPr/>
          </p:nvSpPr>
          <p:spPr>
            <a:xfrm>
              <a:off x="2591280" y="2077200"/>
              <a:ext cx="3600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11" name="Freeform 294"/>
            <p:cNvSpPr/>
            <p:nvPr/>
          </p:nvSpPr>
          <p:spPr>
            <a:xfrm>
              <a:off x="2595960" y="2312640"/>
              <a:ext cx="26640" cy="29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12" name="Freeform 295"/>
            <p:cNvSpPr/>
            <p:nvPr/>
          </p:nvSpPr>
          <p:spPr>
            <a:xfrm>
              <a:off x="2557440" y="2147400"/>
              <a:ext cx="85680" cy="10368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03680"/>
                <a:gd name="textAreaBottom" fmla="*/ 104040 h 103680"/>
                <a:gd name="GluePoint1X" fmla="*/ 16 w 72"/>
                <a:gd name="GluePoint1Y" fmla="*/ 89 h 89"/>
                <a:gd name="GluePoint2X" fmla="*/ 32 w 72"/>
                <a:gd name="GluePoint2Y" fmla="*/ 73 h 89"/>
                <a:gd name="GluePoint3X" fmla="*/ 32 w 72"/>
                <a:gd name="GluePoint3Y" fmla="*/ 32 h 89"/>
                <a:gd name="GluePoint4X" fmla="*/ 64 w 72"/>
                <a:gd name="GluePoint4Y" fmla="*/ 26 h 89"/>
                <a:gd name="GluePoint5X" fmla="*/ 64 w 72"/>
                <a:gd name="GluePoint5Y" fmla="*/ 51 h 89"/>
                <a:gd name="GluePoint6X" fmla="*/ 56 w 72"/>
                <a:gd name="GluePoint6Y" fmla="*/ 49 h 89"/>
                <a:gd name="GluePoint7X" fmla="*/ 40 w 72"/>
                <a:gd name="GluePoint7Y" fmla="*/ 65 h 89"/>
                <a:gd name="GluePoint8X" fmla="*/ 56 w 72"/>
                <a:gd name="GluePoint8Y" fmla="*/ 81 h 89"/>
                <a:gd name="GluePoint9X" fmla="*/ 72 w 72"/>
                <a:gd name="GluePoint9Y" fmla="*/ 65 h 89"/>
                <a:gd name="GluePoint10X" fmla="*/ 72 w 72"/>
                <a:gd name="GluePoint10Y" fmla="*/ 0 h 89"/>
                <a:gd name="GluePoint11X" fmla="*/ 24 w 72"/>
                <a:gd name="GluePoint11Y" fmla="*/ 9 h 89"/>
                <a:gd name="GluePoint12X" fmla="*/ 24 w 72"/>
                <a:gd name="GluePoint12Y" fmla="*/ 59 h 89"/>
                <a:gd name="GluePoint13X" fmla="*/ 16 w 72"/>
                <a:gd name="GluePoint13Y" fmla="*/ 57 h 89"/>
                <a:gd name="GluePoint14X" fmla="*/ 0 w 72"/>
                <a:gd name="GluePoint14Y" fmla="*/ 73 h 89"/>
                <a:gd name="GluePoint15X" fmla="*/ 16 w 72"/>
                <a:gd name="GluePoint15Y" fmla="*/ 89 h 89"/>
                <a:gd name="GluePoint16X" fmla="*/ 56 w 72"/>
                <a:gd name="GluePoint16Y" fmla="*/ 73 h 89"/>
                <a:gd name="GluePoint17X" fmla="*/ 48 w 72"/>
                <a:gd name="GluePoint17Y" fmla="*/ 65 h 89"/>
                <a:gd name="GluePoint18X" fmla="*/ 56 w 72"/>
                <a:gd name="GluePoint18Y" fmla="*/ 57 h 89"/>
                <a:gd name="GluePoint19X" fmla="*/ 64 w 72"/>
                <a:gd name="GluePoint19Y" fmla="*/ 65 h 89"/>
                <a:gd name="GluePoint20X" fmla="*/ 56 w 72"/>
                <a:gd name="GluePoint20Y" fmla="*/ 73 h 89"/>
                <a:gd name="GluePoint21X" fmla="*/ 64 w 72"/>
                <a:gd name="GluePoint21Y" fmla="*/ 10 h 89"/>
                <a:gd name="GluePoint22X" fmla="*/ 64 w 72"/>
                <a:gd name="GluePoint22Y" fmla="*/ 17 h 89"/>
                <a:gd name="GluePoint23X" fmla="*/ 32 w 72"/>
                <a:gd name="GluePoint23Y" fmla="*/ 24 h 89"/>
                <a:gd name="GluePoint24X" fmla="*/ 32 w 72"/>
                <a:gd name="GluePoint24Y" fmla="*/ 16 h 89"/>
                <a:gd name="GluePoint25X" fmla="*/ 64 w 72"/>
                <a:gd name="GluePoint25Y" fmla="*/ 10 h 89"/>
                <a:gd name="GluePoint26X" fmla="*/ 16 w 72"/>
                <a:gd name="GluePoint26Y" fmla="*/ 65 h 89"/>
                <a:gd name="GluePoint27X" fmla="*/ 24 w 72"/>
                <a:gd name="GluePoint27Y" fmla="*/ 73 h 89"/>
                <a:gd name="GluePoint28X" fmla="*/ 16 w 72"/>
                <a:gd name="GluePoint28Y" fmla="*/ 81 h 89"/>
                <a:gd name="GluePoint29X" fmla="*/ 8 w 72"/>
                <a:gd name="GluePoint29Y" fmla="*/ 73 h 89"/>
                <a:gd name="GluePoint30X" fmla="*/ 16 w 72"/>
                <a:gd name="GluePoint30Y" fmla="*/ 65 h 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72" h="89">
                  <a:moveTo>
                    <a:pt x="16" y="89"/>
                  </a:moveTo>
                  <a:cubicBezTo>
                    <a:pt x="25" y="89"/>
                    <a:pt x="32" y="82"/>
                    <a:pt x="32" y="7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8" y="49"/>
                    <a:pt x="40" y="56"/>
                    <a:pt x="40" y="65"/>
                  </a:cubicBezTo>
                  <a:cubicBezTo>
                    <a:pt x="40" y="74"/>
                    <a:pt x="48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2" y="58"/>
                    <a:pt x="19" y="57"/>
                    <a:pt x="16" y="57"/>
                  </a:cubicBezTo>
                  <a:cubicBezTo>
                    <a:pt x="8" y="57"/>
                    <a:pt x="0" y="64"/>
                    <a:pt x="0" y="73"/>
                  </a:cubicBezTo>
                  <a:cubicBezTo>
                    <a:pt x="0" y="82"/>
                    <a:pt x="8" y="89"/>
                    <a:pt x="16" y="89"/>
                  </a:cubicBezTo>
                  <a:close/>
                  <a:moveTo>
                    <a:pt x="56" y="73"/>
                  </a:moveTo>
                  <a:cubicBezTo>
                    <a:pt x="52" y="73"/>
                    <a:pt x="48" y="69"/>
                    <a:pt x="48" y="65"/>
                  </a:cubicBezTo>
                  <a:cubicBezTo>
                    <a:pt x="48" y="60"/>
                    <a:pt x="52" y="57"/>
                    <a:pt x="56" y="57"/>
                  </a:cubicBezTo>
                  <a:cubicBezTo>
                    <a:pt x="61" y="57"/>
                    <a:pt x="64" y="60"/>
                    <a:pt x="64" y="65"/>
                  </a:cubicBezTo>
                  <a:cubicBezTo>
                    <a:pt x="64" y="69"/>
                    <a:pt x="61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10"/>
                  </a:lnTo>
                  <a:close/>
                  <a:moveTo>
                    <a:pt x="16" y="65"/>
                  </a:moveTo>
                  <a:cubicBezTo>
                    <a:pt x="21" y="65"/>
                    <a:pt x="24" y="68"/>
                    <a:pt x="24" y="73"/>
                  </a:cubicBezTo>
                  <a:cubicBezTo>
                    <a:pt x="24" y="77"/>
                    <a:pt x="21" y="81"/>
                    <a:pt x="16" y="81"/>
                  </a:cubicBezTo>
                  <a:cubicBezTo>
                    <a:pt x="12" y="81"/>
                    <a:pt x="8" y="77"/>
                    <a:pt x="8" y="73"/>
                  </a:cubicBezTo>
                  <a:cubicBezTo>
                    <a:pt x="8" y="68"/>
                    <a:pt x="12" y="65"/>
                    <a:pt x="16" y="6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13" name="Группа 383"/>
          <p:cNvGrpSpPr/>
          <p:nvPr/>
        </p:nvGrpSpPr>
        <p:grpSpPr>
          <a:xfrm>
            <a:off x="2919600" y="2059200"/>
            <a:ext cx="160560" cy="300960"/>
            <a:chOff x="2919600" y="2059200"/>
            <a:chExt cx="160560" cy="300960"/>
          </a:xfrm>
        </p:grpSpPr>
        <p:sp>
          <p:nvSpPr>
            <p:cNvPr id="1814" name="Freeform 296"/>
            <p:cNvSpPr/>
            <p:nvPr/>
          </p:nvSpPr>
          <p:spPr>
            <a:xfrm>
              <a:off x="2919600" y="2059200"/>
              <a:ext cx="160560" cy="30096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00960"/>
                <a:gd name="textAreaBottom" fmla="*/ 301320 h 300960"/>
                <a:gd name="GluePoint1X" fmla="*/ 71 w 71"/>
                <a:gd name="GluePoint1Y" fmla="*/ 0 h 133"/>
                <a:gd name="GluePoint2X" fmla="*/ 0 w 71"/>
                <a:gd name="GluePoint2Y" fmla="*/ 0 h 133"/>
                <a:gd name="GluePoint3X" fmla="*/ 0 w 71"/>
                <a:gd name="GluePoint3Y" fmla="*/ 133 h 133"/>
                <a:gd name="GluePoint4X" fmla="*/ 71 w 71"/>
                <a:gd name="GluePoint4Y" fmla="*/ 133 h 133"/>
                <a:gd name="GluePoint5X" fmla="*/ 71 w 71"/>
                <a:gd name="GluePoint5Y" fmla="*/ 0 h 133"/>
                <a:gd name="GluePoint6X" fmla="*/ 67 w 71"/>
                <a:gd name="GluePoint6Y" fmla="*/ 4 h 133"/>
                <a:gd name="GluePoint7X" fmla="*/ 67 w 71"/>
                <a:gd name="GluePoint7Y" fmla="*/ 17 h 133"/>
                <a:gd name="GluePoint8X" fmla="*/ 5 w 71"/>
                <a:gd name="GluePoint8Y" fmla="*/ 17 h 133"/>
                <a:gd name="GluePoint9X" fmla="*/ 5 w 71"/>
                <a:gd name="GluePoint9Y" fmla="*/ 4 h 133"/>
                <a:gd name="GluePoint10X" fmla="*/ 67 w 71"/>
                <a:gd name="GluePoint10Y" fmla="*/ 4 h 133"/>
                <a:gd name="GluePoint11X" fmla="*/ 67 w 71"/>
                <a:gd name="GluePoint11Y" fmla="*/ 21 h 133"/>
                <a:gd name="GluePoint12X" fmla="*/ 67 w 71"/>
                <a:gd name="GluePoint12Y" fmla="*/ 104 h 133"/>
                <a:gd name="GluePoint13X" fmla="*/ 5 w 71"/>
                <a:gd name="GluePoint13Y" fmla="*/ 104 h 133"/>
                <a:gd name="GluePoint14X" fmla="*/ 5 w 71"/>
                <a:gd name="GluePoint14Y" fmla="*/ 21 h 133"/>
                <a:gd name="GluePoint15X" fmla="*/ 67 w 71"/>
                <a:gd name="GluePoint15Y" fmla="*/ 21 h 133"/>
                <a:gd name="GluePoint16X" fmla="*/ 5 w 71"/>
                <a:gd name="GluePoint16Y" fmla="*/ 129 h 133"/>
                <a:gd name="GluePoint17X" fmla="*/ 5 w 71"/>
                <a:gd name="GluePoint17Y" fmla="*/ 108 h 133"/>
                <a:gd name="GluePoint18X" fmla="*/ 67 w 71"/>
                <a:gd name="GluePoint18Y" fmla="*/ 108 h 133"/>
                <a:gd name="GluePoint19X" fmla="*/ 67 w 71"/>
                <a:gd name="GluePoint19Y" fmla="*/ 129 h 133"/>
                <a:gd name="GluePoint20X" fmla="*/ 5 w 71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1" h="133">
                  <a:moveTo>
                    <a:pt x="7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1" y="133"/>
                  </a:lnTo>
                  <a:lnTo>
                    <a:pt x="71" y="0"/>
                  </a:lnTo>
                  <a:close/>
                  <a:moveTo>
                    <a:pt x="67" y="4"/>
                  </a:moveTo>
                  <a:lnTo>
                    <a:pt x="67" y="17"/>
                  </a:lnTo>
                  <a:lnTo>
                    <a:pt x="5" y="17"/>
                  </a:lnTo>
                  <a:lnTo>
                    <a:pt x="5" y="4"/>
                  </a:lnTo>
                  <a:lnTo>
                    <a:pt x="67" y="4"/>
                  </a:lnTo>
                  <a:close/>
                  <a:moveTo>
                    <a:pt x="67" y="21"/>
                  </a:moveTo>
                  <a:lnTo>
                    <a:pt x="67" y="104"/>
                  </a:lnTo>
                  <a:lnTo>
                    <a:pt x="5" y="104"/>
                  </a:lnTo>
                  <a:lnTo>
                    <a:pt x="5" y="21"/>
                  </a:lnTo>
                  <a:lnTo>
                    <a:pt x="67" y="21"/>
                  </a:lnTo>
                  <a:close/>
                  <a:moveTo>
                    <a:pt x="5" y="129"/>
                  </a:moveTo>
                  <a:lnTo>
                    <a:pt x="5" y="108"/>
                  </a:lnTo>
                  <a:lnTo>
                    <a:pt x="67" y="108"/>
                  </a:lnTo>
                  <a:lnTo>
                    <a:pt x="67" y="129"/>
                  </a:lnTo>
                  <a:lnTo>
                    <a:pt x="5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15" name="Rectangle 297"/>
            <p:cNvSpPr/>
            <p:nvPr/>
          </p:nvSpPr>
          <p:spPr>
            <a:xfrm>
              <a:off x="2980800" y="2077200"/>
              <a:ext cx="38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16" name="Freeform 298"/>
            <p:cNvSpPr/>
            <p:nvPr/>
          </p:nvSpPr>
          <p:spPr>
            <a:xfrm>
              <a:off x="2987640" y="2312640"/>
              <a:ext cx="26640" cy="29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17" name="Freeform 299"/>
            <p:cNvSpPr/>
            <p:nvPr/>
          </p:nvSpPr>
          <p:spPr>
            <a:xfrm>
              <a:off x="2946960" y="214524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  <a:gd name="GluePoint1X" fmla="*/ 14 w 48"/>
                <a:gd name="GluePoint1Y" fmla="*/ 45 h 48"/>
                <a:gd name="GluePoint2X" fmla="*/ 48 w 48"/>
                <a:gd name="GluePoint2Y" fmla="*/ 12 h 48"/>
                <a:gd name="GluePoint3X" fmla="*/ 36 w 48"/>
                <a:gd name="GluePoint3Y" fmla="*/ 0 h 48"/>
                <a:gd name="GluePoint4X" fmla="*/ 3 w 48"/>
                <a:gd name="GluePoint4Y" fmla="*/ 34 h 48"/>
                <a:gd name="GluePoint5X" fmla="*/ 0 w 48"/>
                <a:gd name="GluePoint5Y" fmla="*/ 48 h 48"/>
                <a:gd name="GluePoint6X" fmla="*/ 14 w 48"/>
                <a:gd name="GluePoint6Y" fmla="*/ 45 h 48"/>
                <a:gd name="GluePoint7X" fmla="*/ 42 w 48"/>
                <a:gd name="GluePoint7Y" fmla="*/ 12 h 48"/>
                <a:gd name="GluePoint8X" fmla="*/ 38 w 48"/>
                <a:gd name="GluePoint8Y" fmla="*/ 15 h 48"/>
                <a:gd name="GluePoint9X" fmla="*/ 33 w 48"/>
                <a:gd name="GluePoint9Y" fmla="*/ 10 h 48"/>
                <a:gd name="GluePoint10X" fmla="*/ 36 w 48"/>
                <a:gd name="GluePoint10Y" fmla="*/ 6 h 48"/>
                <a:gd name="GluePoint11X" fmla="*/ 42 w 48"/>
                <a:gd name="GluePoint11Y" fmla="*/ 12 h 48"/>
                <a:gd name="GluePoint12X" fmla="*/ 7 w 48"/>
                <a:gd name="GluePoint12Y" fmla="*/ 36 h 48"/>
                <a:gd name="GluePoint13X" fmla="*/ 30 w 48"/>
                <a:gd name="GluePoint13Y" fmla="*/ 12 h 48"/>
                <a:gd name="GluePoint14X" fmla="*/ 36 w 48"/>
                <a:gd name="GluePoint14Y" fmla="*/ 18 h 48"/>
                <a:gd name="GluePoint15X" fmla="*/ 12 w 48"/>
                <a:gd name="GluePoint15Y" fmla="*/ 41 h 48"/>
                <a:gd name="GluePoint16X" fmla="*/ 6 w 48"/>
                <a:gd name="GluePoint16Y" fmla="*/ 43 h 48"/>
                <a:gd name="GluePoint17X" fmla="*/ 7 w 48"/>
                <a:gd name="GluePoint17Y" fmla="*/ 36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8" h="48">
                  <a:moveTo>
                    <a:pt x="14" y="45"/>
                  </a:moveTo>
                  <a:lnTo>
                    <a:pt x="48" y="12"/>
                  </a:lnTo>
                  <a:lnTo>
                    <a:pt x="36" y="0"/>
                  </a:lnTo>
                  <a:lnTo>
                    <a:pt x="3" y="34"/>
                  </a:lnTo>
                  <a:lnTo>
                    <a:pt x="0" y="48"/>
                  </a:lnTo>
                  <a:lnTo>
                    <a:pt x="14" y="45"/>
                  </a:lnTo>
                  <a:close/>
                  <a:moveTo>
                    <a:pt x="42" y="12"/>
                  </a:moveTo>
                  <a:lnTo>
                    <a:pt x="38" y="15"/>
                  </a:lnTo>
                  <a:lnTo>
                    <a:pt x="33" y="10"/>
                  </a:lnTo>
                  <a:lnTo>
                    <a:pt x="36" y="6"/>
                  </a:lnTo>
                  <a:lnTo>
                    <a:pt x="42" y="12"/>
                  </a:lnTo>
                  <a:close/>
                  <a:moveTo>
                    <a:pt x="7" y="36"/>
                  </a:moveTo>
                  <a:lnTo>
                    <a:pt x="30" y="12"/>
                  </a:lnTo>
                  <a:lnTo>
                    <a:pt x="36" y="18"/>
                  </a:lnTo>
                  <a:lnTo>
                    <a:pt x="12" y="41"/>
                  </a:lnTo>
                  <a:lnTo>
                    <a:pt x="6" y="43"/>
                  </a:lnTo>
                  <a:lnTo>
                    <a:pt x="7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18" name="Группа 384"/>
          <p:cNvGrpSpPr/>
          <p:nvPr/>
        </p:nvGrpSpPr>
        <p:grpSpPr>
          <a:xfrm>
            <a:off x="3313800" y="2059200"/>
            <a:ext cx="158040" cy="300960"/>
            <a:chOff x="3313800" y="2059200"/>
            <a:chExt cx="158040" cy="300960"/>
          </a:xfrm>
        </p:grpSpPr>
        <p:sp>
          <p:nvSpPr>
            <p:cNvPr id="1819" name="Freeform 300"/>
            <p:cNvSpPr/>
            <p:nvPr/>
          </p:nvSpPr>
          <p:spPr>
            <a:xfrm>
              <a:off x="3313800" y="2059200"/>
              <a:ext cx="158040" cy="30096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300960"/>
                <a:gd name="textAreaBottom" fmla="*/ 301320 h 300960"/>
                <a:gd name="GluePoint1X" fmla="*/ 70 w 70"/>
                <a:gd name="GluePoint1Y" fmla="*/ 0 h 133"/>
                <a:gd name="GluePoint2X" fmla="*/ 0 w 70"/>
                <a:gd name="GluePoint2Y" fmla="*/ 0 h 133"/>
                <a:gd name="GluePoint3X" fmla="*/ 0 w 70"/>
                <a:gd name="GluePoint3Y" fmla="*/ 133 h 133"/>
                <a:gd name="GluePoint4X" fmla="*/ 70 w 70"/>
                <a:gd name="GluePoint4Y" fmla="*/ 133 h 133"/>
                <a:gd name="GluePoint5X" fmla="*/ 70 w 70"/>
                <a:gd name="GluePoint5Y" fmla="*/ 0 h 133"/>
                <a:gd name="GluePoint6X" fmla="*/ 66 w 70"/>
                <a:gd name="GluePoint6Y" fmla="*/ 4 h 133"/>
                <a:gd name="GluePoint7X" fmla="*/ 66 w 70"/>
                <a:gd name="GluePoint7Y" fmla="*/ 17 h 133"/>
                <a:gd name="GluePoint8X" fmla="*/ 4 w 70"/>
                <a:gd name="GluePoint8Y" fmla="*/ 17 h 133"/>
                <a:gd name="GluePoint9X" fmla="*/ 4 w 70"/>
                <a:gd name="GluePoint9Y" fmla="*/ 4 h 133"/>
                <a:gd name="GluePoint10X" fmla="*/ 66 w 70"/>
                <a:gd name="GluePoint10Y" fmla="*/ 4 h 133"/>
                <a:gd name="GluePoint11X" fmla="*/ 66 w 70"/>
                <a:gd name="GluePoint11Y" fmla="*/ 21 h 133"/>
                <a:gd name="GluePoint12X" fmla="*/ 66 w 70"/>
                <a:gd name="GluePoint12Y" fmla="*/ 104 h 133"/>
                <a:gd name="GluePoint13X" fmla="*/ 4 w 70"/>
                <a:gd name="GluePoint13Y" fmla="*/ 104 h 133"/>
                <a:gd name="GluePoint14X" fmla="*/ 4 w 70"/>
                <a:gd name="GluePoint14Y" fmla="*/ 21 h 133"/>
                <a:gd name="GluePoint15X" fmla="*/ 66 w 70"/>
                <a:gd name="GluePoint15Y" fmla="*/ 21 h 133"/>
                <a:gd name="GluePoint16X" fmla="*/ 4 w 70"/>
                <a:gd name="GluePoint16Y" fmla="*/ 129 h 133"/>
                <a:gd name="GluePoint17X" fmla="*/ 4 w 70"/>
                <a:gd name="GluePoint17Y" fmla="*/ 108 h 133"/>
                <a:gd name="GluePoint18X" fmla="*/ 66 w 70"/>
                <a:gd name="GluePoint18Y" fmla="*/ 108 h 133"/>
                <a:gd name="GluePoint19X" fmla="*/ 66 w 70"/>
                <a:gd name="GluePoint19Y" fmla="*/ 129 h 133"/>
                <a:gd name="GluePoint20X" fmla="*/ 4 w 70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0" h="133">
                  <a:moveTo>
                    <a:pt x="70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0" y="133"/>
                  </a:lnTo>
                  <a:lnTo>
                    <a:pt x="70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20" name="Rectangle 301"/>
            <p:cNvSpPr/>
            <p:nvPr/>
          </p:nvSpPr>
          <p:spPr>
            <a:xfrm>
              <a:off x="3375000" y="2077200"/>
              <a:ext cx="3600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21" name="Freeform 302"/>
            <p:cNvSpPr/>
            <p:nvPr/>
          </p:nvSpPr>
          <p:spPr>
            <a:xfrm>
              <a:off x="3379320" y="2312640"/>
              <a:ext cx="26640" cy="29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22" name="Freeform 303"/>
            <p:cNvSpPr/>
            <p:nvPr/>
          </p:nvSpPr>
          <p:spPr>
            <a:xfrm>
              <a:off x="3340800" y="2163240"/>
              <a:ext cx="103680" cy="745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74520"/>
                <a:gd name="textAreaBottom" fmla="*/ 74880 h 74520"/>
                <a:gd name="GluePoint1X" fmla="*/ 88 w 88"/>
                <a:gd name="GluePoint1Y" fmla="*/ 64 h 64"/>
                <a:gd name="GluePoint2X" fmla="*/ 88 w 88"/>
                <a:gd name="GluePoint2Y" fmla="*/ 0 h 64"/>
                <a:gd name="GluePoint3X" fmla="*/ 0 w 88"/>
                <a:gd name="GluePoint3Y" fmla="*/ 0 h 64"/>
                <a:gd name="GluePoint4X" fmla="*/ 0 w 88"/>
                <a:gd name="GluePoint4Y" fmla="*/ 64 h 64"/>
                <a:gd name="GluePoint5X" fmla="*/ 88 w 88"/>
                <a:gd name="GluePoint5Y" fmla="*/ 64 h 64"/>
                <a:gd name="GluePoint6X" fmla="*/ 8 w 88"/>
                <a:gd name="GluePoint6Y" fmla="*/ 53 h 64"/>
                <a:gd name="GluePoint7X" fmla="*/ 31 w 88"/>
                <a:gd name="GluePoint7Y" fmla="*/ 30 h 64"/>
                <a:gd name="GluePoint8X" fmla="*/ 47 w 88"/>
                <a:gd name="GluePoint8Y" fmla="*/ 50 h 64"/>
                <a:gd name="GluePoint9X" fmla="*/ 56 w 88"/>
                <a:gd name="GluePoint9Y" fmla="*/ 41 h 64"/>
                <a:gd name="GluePoint10X" fmla="*/ 73 w 88"/>
                <a:gd name="GluePoint10Y" fmla="*/ 56 h 64"/>
                <a:gd name="GluePoint11X" fmla="*/ 8 w 88"/>
                <a:gd name="GluePoint11Y" fmla="*/ 56 h 64"/>
                <a:gd name="GluePoint12X" fmla="*/ 8 w 88"/>
                <a:gd name="GluePoint12Y" fmla="*/ 53 h 64"/>
                <a:gd name="GluePoint13X" fmla="*/ 72 w 88"/>
                <a:gd name="GluePoint13Y" fmla="*/ 8 h 64"/>
                <a:gd name="GluePoint14X" fmla="*/ 80 w 88"/>
                <a:gd name="GluePoint14Y" fmla="*/ 16 h 64"/>
                <a:gd name="GluePoint15X" fmla="*/ 72 w 88"/>
                <a:gd name="GluePoint15Y" fmla="*/ 24 h 64"/>
                <a:gd name="GluePoint16X" fmla="*/ 64 w 88"/>
                <a:gd name="GluePoint16Y" fmla="*/ 16 h 64"/>
                <a:gd name="GluePoint17X" fmla="*/ 72 w 88"/>
                <a:gd name="GluePoint17Y" fmla="*/ 8 h 64"/>
                <a:gd name="GluePoint18X" fmla="*/ 58 w 88"/>
                <a:gd name="GluePoint18Y" fmla="*/ 8 h 64"/>
                <a:gd name="GluePoint19X" fmla="*/ 56 w 88"/>
                <a:gd name="GluePoint19Y" fmla="*/ 16 h 64"/>
                <a:gd name="GluePoint20X" fmla="*/ 72 w 88"/>
                <a:gd name="GluePoint20Y" fmla="*/ 32 h 64"/>
                <a:gd name="GluePoint21X" fmla="*/ 80 w 88"/>
                <a:gd name="GluePoint21Y" fmla="*/ 29 h 64"/>
                <a:gd name="GluePoint22X" fmla="*/ 80 w 88"/>
                <a:gd name="GluePoint22Y" fmla="*/ 50 h 64"/>
                <a:gd name="GluePoint23X" fmla="*/ 55 w 88"/>
                <a:gd name="GluePoint23Y" fmla="*/ 30 h 64"/>
                <a:gd name="GluePoint24X" fmla="*/ 48 w 88"/>
                <a:gd name="GluePoint24Y" fmla="*/ 38 h 64"/>
                <a:gd name="GluePoint25X" fmla="*/ 32 w 88"/>
                <a:gd name="GluePoint25Y" fmla="*/ 18 h 64"/>
                <a:gd name="GluePoint26X" fmla="*/ 8 w 88"/>
                <a:gd name="GluePoint26Y" fmla="*/ 42 h 64"/>
                <a:gd name="GluePoint27X" fmla="*/ 8 w 88"/>
                <a:gd name="GluePoint27Y" fmla="*/ 8 h 64"/>
                <a:gd name="GluePoint28X" fmla="*/ 58 w 88"/>
                <a:gd name="GluePoint28Y" fmla="*/ 8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</a:cxnLst>
              <a:rect l="textAreaLeft" t="textAreaTop" r="textAreaRight" b="textAreaBottom"/>
              <a:pathLst>
                <a:path w="88" h="64">
                  <a:moveTo>
                    <a:pt x="88" y="64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88" y="64"/>
                  </a:lnTo>
                  <a:close/>
                  <a:moveTo>
                    <a:pt x="8" y="53"/>
                  </a:moveTo>
                  <a:cubicBezTo>
                    <a:pt x="31" y="30"/>
                    <a:pt x="31" y="30"/>
                    <a:pt x="31" y="30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3"/>
                  </a:lnTo>
                  <a:close/>
                  <a:moveTo>
                    <a:pt x="72" y="8"/>
                  </a:moveTo>
                  <a:cubicBezTo>
                    <a:pt x="76" y="8"/>
                    <a:pt x="80" y="11"/>
                    <a:pt x="80" y="16"/>
                  </a:cubicBezTo>
                  <a:cubicBezTo>
                    <a:pt x="80" y="20"/>
                    <a:pt x="76" y="24"/>
                    <a:pt x="72" y="24"/>
                  </a:cubicBezTo>
                  <a:cubicBezTo>
                    <a:pt x="67" y="24"/>
                    <a:pt x="64" y="20"/>
                    <a:pt x="64" y="16"/>
                  </a:cubicBezTo>
                  <a:cubicBezTo>
                    <a:pt x="64" y="11"/>
                    <a:pt x="67" y="8"/>
                    <a:pt x="72" y="8"/>
                  </a:cubicBezTo>
                  <a:close/>
                  <a:moveTo>
                    <a:pt x="58" y="8"/>
                  </a:moveTo>
                  <a:cubicBezTo>
                    <a:pt x="56" y="10"/>
                    <a:pt x="56" y="13"/>
                    <a:pt x="56" y="16"/>
                  </a:cubicBezTo>
                  <a:cubicBezTo>
                    <a:pt x="56" y="25"/>
                    <a:pt x="63" y="32"/>
                    <a:pt x="72" y="32"/>
                  </a:cubicBezTo>
                  <a:cubicBezTo>
                    <a:pt x="75" y="32"/>
                    <a:pt x="77" y="31"/>
                    <a:pt x="80" y="29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8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440" bIns="3744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23" name="Группа 385"/>
          <p:cNvGrpSpPr/>
          <p:nvPr/>
        </p:nvGrpSpPr>
        <p:grpSpPr>
          <a:xfrm>
            <a:off x="3705480" y="2059200"/>
            <a:ext cx="158040" cy="300960"/>
            <a:chOff x="3705480" y="2059200"/>
            <a:chExt cx="158040" cy="300960"/>
          </a:xfrm>
        </p:grpSpPr>
        <p:sp>
          <p:nvSpPr>
            <p:cNvPr id="1824" name="Freeform 304"/>
            <p:cNvSpPr/>
            <p:nvPr/>
          </p:nvSpPr>
          <p:spPr>
            <a:xfrm>
              <a:off x="3705480" y="2059200"/>
              <a:ext cx="158040" cy="30096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300960"/>
                <a:gd name="textAreaBottom" fmla="*/ 301320 h 300960"/>
                <a:gd name="GluePoint1X" fmla="*/ 70 w 70"/>
                <a:gd name="GluePoint1Y" fmla="*/ 0 h 133"/>
                <a:gd name="GluePoint2X" fmla="*/ 0 w 70"/>
                <a:gd name="GluePoint2Y" fmla="*/ 0 h 133"/>
                <a:gd name="GluePoint3X" fmla="*/ 0 w 70"/>
                <a:gd name="GluePoint3Y" fmla="*/ 133 h 133"/>
                <a:gd name="GluePoint4X" fmla="*/ 70 w 70"/>
                <a:gd name="GluePoint4Y" fmla="*/ 133 h 133"/>
                <a:gd name="GluePoint5X" fmla="*/ 70 w 70"/>
                <a:gd name="GluePoint5Y" fmla="*/ 0 h 133"/>
                <a:gd name="GluePoint6X" fmla="*/ 66 w 70"/>
                <a:gd name="GluePoint6Y" fmla="*/ 4 h 133"/>
                <a:gd name="GluePoint7X" fmla="*/ 66 w 70"/>
                <a:gd name="GluePoint7Y" fmla="*/ 17 h 133"/>
                <a:gd name="GluePoint8X" fmla="*/ 4 w 70"/>
                <a:gd name="GluePoint8Y" fmla="*/ 17 h 133"/>
                <a:gd name="GluePoint9X" fmla="*/ 4 w 70"/>
                <a:gd name="GluePoint9Y" fmla="*/ 4 h 133"/>
                <a:gd name="GluePoint10X" fmla="*/ 66 w 70"/>
                <a:gd name="GluePoint10Y" fmla="*/ 4 h 133"/>
                <a:gd name="GluePoint11X" fmla="*/ 66 w 70"/>
                <a:gd name="GluePoint11Y" fmla="*/ 21 h 133"/>
                <a:gd name="GluePoint12X" fmla="*/ 66 w 70"/>
                <a:gd name="GluePoint12Y" fmla="*/ 104 h 133"/>
                <a:gd name="GluePoint13X" fmla="*/ 4 w 70"/>
                <a:gd name="GluePoint13Y" fmla="*/ 104 h 133"/>
                <a:gd name="GluePoint14X" fmla="*/ 4 w 70"/>
                <a:gd name="GluePoint14Y" fmla="*/ 21 h 133"/>
                <a:gd name="GluePoint15X" fmla="*/ 66 w 70"/>
                <a:gd name="GluePoint15Y" fmla="*/ 21 h 133"/>
                <a:gd name="GluePoint16X" fmla="*/ 4 w 70"/>
                <a:gd name="GluePoint16Y" fmla="*/ 129 h 133"/>
                <a:gd name="GluePoint17X" fmla="*/ 4 w 70"/>
                <a:gd name="GluePoint17Y" fmla="*/ 108 h 133"/>
                <a:gd name="GluePoint18X" fmla="*/ 66 w 70"/>
                <a:gd name="GluePoint18Y" fmla="*/ 108 h 133"/>
                <a:gd name="GluePoint19X" fmla="*/ 66 w 70"/>
                <a:gd name="GluePoint19Y" fmla="*/ 129 h 133"/>
                <a:gd name="GluePoint20X" fmla="*/ 4 w 70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0" h="133">
                  <a:moveTo>
                    <a:pt x="70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0" y="133"/>
                  </a:lnTo>
                  <a:lnTo>
                    <a:pt x="70" y="0"/>
                  </a:lnTo>
                  <a:close/>
                  <a:moveTo>
                    <a:pt x="66" y="4"/>
                  </a:moveTo>
                  <a:lnTo>
                    <a:pt x="66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6" y="4"/>
                  </a:lnTo>
                  <a:close/>
                  <a:moveTo>
                    <a:pt x="66" y="21"/>
                  </a:moveTo>
                  <a:lnTo>
                    <a:pt x="66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6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6" y="108"/>
                  </a:lnTo>
                  <a:lnTo>
                    <a:pt x="66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25" name="Rectangle 305"/>
            <p:cNvSpPr/>
            <p:nvPr/>
          </p:nvSpPr>
          <p:spPr>
            <a:xfrm>
              <a:off x="3766680" y="2077200"/>
              <a:ext cx="3600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26" name="Freeform 306"/>
            <p:cNvSpPr/>
            <p:nvPr/>
          </p:nvSpPr>
          <p:spPr>
            <a:xfrm>
              <a:off x="3771360" y="2312640"/>
              <a:ext cx="26640" cy="29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27" name="Freeform 307"/>
            <p:cNvSpPr/>
            <p:nvPr/>
          </p:nvSpPr>
          <p:spPr>
            <a:xfrm>
              <a:off x="3741840" y="219960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36 w 56"/>
                <a:gd name="GluePoint1Y" fmla="*/ 40 h 54"/>
                <a:gd name="GluePoint2X" fmla="*/ 44 w 56"/>
                <a:gd name="GluePoint2Y" fmla="*/ 40 h 54"/>
                <a:gd name="GluePoint3X" fmla="*/ 37 w 56"/>
                <a:gd name="GluePoint3Y" fmla="*/ 49 h 54"/>
                <a:gd name="GluePoint4X" fmla="*/ 43 w 56"/>
                <a:gd name="GluePoint4Y" fmla="*/ 54 h 54"/>
                <a:gd name="GluePoint5X" fmla="*/ 56 w 56"/>
                <a:gd name="GluePoint5Y" fmla="*/ 38 h 54"/>
                <a:gd name="GluePoint6X" fmla="*/ 56 w 56"/>
                <a:gd name="GluePoint6Y" fmla="*/ 33 h 54"/>
                <a:gd name="GluePoint7X" fmla="*/ 43 w 56"/>
                <a:gd name="GluePoint7Y" fmla="*/ 17 h 54"/>
                <a:gd name="GluePoint8X" fmla="*/ 37 w 56"/>
                <a:gd name="GluePoint8Y" fmla="*/ 22 h 54"/>
                <a:gd name="GluePoint9X" fmla="*/ 44 w 56"/>
                <a:gd name="GluePoint9Y" fmla="*/ 32 h 54"/>
                <a:gd name="GluePoint10X" fmla="*/ 36 w 56"/>
                <a:gd name="GluePoint10Y" fmla="*/ 32 h 54"/>
                <a:gd name="GluePoint11X" fmla="*/ 8 w 56"/>
                <a:gd name="GluePoint11Y" fmla="*/ 0 h 54"/>
                <a:gd name="GluePoint12X" fmla="*/ 0 w 56"/>
                <a:gd name="GluePoint12Y" fmla="*/ 0 h 54"/>
                <a:gd name="GluePoint13X" fmla="*/ 36 w 56"/>
                <a:gd name="GluePoint13Y" fmla="*/ 40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28" name="Freeform 308"/>
            <p:cNvSpPr/>
            <p:nvPr/>
          </p:nvSpPr>
          <p:spPr>
            <a:xfrm>
              <a:off x="3771360" y="213624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19 w 56"/>
                <a:gd name="GluePoint1Y" fmla="*/ 32 h 55"/>
                <a:gd name="GluePoint2X" fmla="*/ 12 w 56"/>
                <a:gd name="GluePoint2Y" fmla="*/ 23 h 55"/>
                <a:gd name="GluePoint3X" fmla="*/ 20 w 56"/>
                <a:gd name="GluePoint3Y" fmla="*/ 23 h 55"/>
                <a:gd name="GluePoint4X" fmla="*/ 48 w 56"/>
                <a:gd name="GluePoint4Y" fmla="*/ 55 h 55"/>
                <a:gd name="GluePoint5X" fmla="*/ 56 w 56"/>
                <a:gd name="GluePoint5Y" fmla="*/ 55 h 55"/>
                <a:gd name="GluePoint6X" fmla="*/ 20 w 56"/>
                <a:gd name="GluePoint6Y" fmla="*/ 15 h 55"/>
                <a:gd name="GluePoint7X" fmla="*/ 12 w 56"/>
                <a:gd name="GluePoint7Y" fmla="*/ 15 h 55"/>
                <a:gd name="GluePoint8X" fmla="*/ 19 w 56"/>
                <a:gd name="GluePoint8Y" fmla="*/ 5 h 55"/>
                <a:gd name="GluePoint9X" fmla="*/ 12 w 56"/>
                <a:gd name="GluePoint9Y" fmla="*/ 0 h 55"/>
                <a:gd name="GluePoint10X" fmla="*/ 0 w 56"/>
                <a:gd name="GluePoint10Y" fmla="*/ 16 h 55"/>
                <a:gd name="GluePoint11X" fmla="*/ 0 w 56"/>
                <a:gd name="GluePoint11Y" fmla="*/ 21 h 55"/>
                <a:gd name="GluePoint12X" fmla="*/ 12 w 56"/>
                <a:gd name="GluePoint12Y" fmla="*/ 37 h 55"/>
                <a:gd name="GluePoint13X" fmla="*/ 19 w 56"/>
                <a:gd name="GluePoint13Y" fmla="*/ 32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19" y="32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5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0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2" y="37"/>
                    <a:pt x="12" y="37"/>
                    <a:pt x="12" y="37"/>
                  </a:cubicBezTo>
                  <a:lnTo>
                    <a:pt x="19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29" name="Группа 386"/>
          <p:cNvGrpSpPr/>
          <p:nvPr/>
        </p:nvGrpSpPr>
        <p:grpSpPr>
          <a:xfrm>
            <a:off x="4095000" y="2059200"/>
            <a:ext cx="160560" cy="300960"/>
            <a:chOff x="4095000" y="2059200"/>
            <a:chExt cx="160560" cy="300960"/>
          </a:xfrm>
        </p:grpSpPr>
        <p:sp>
          <p:nvSpPr>
            <p:cNvPr id="1830" name="Freeform 309"/>
            <p:cNvSpPr/>
            <p:nvPr/>
          </p:nvSpPr>
          <p:spPr>
            <a:xfrm>
              <a:off x="4095000" y="2059200"/>
              <a:ext cx="160560" cy="30096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00960"/>
                <a:gd name="textAreaBottom" fmla="*/ 301320 h 300960"/>
                <a:gd name="GluePoint1X" fmla="*/ 71 w 71"/>
                <a:gd name="GluePoint1Y" fmla="*/ 0 h 133"/>
                <a:gd name="GluePoint2X" fmla="*/ 0 w 71"/>
                <a:gd name="GluePoint2Y" fmla="*/ 0 h 133"/>
                <a:gd name="GluePoint3X" fmla="*/ 0 w 71"/>
                <a:gd name="GluePoint3Y" fmla="*/ 133 h 133"/>
                <a:gd name="GluePoint4X" fmla="*/ 71 w 71"/>
                <a:gd name="GluePoint4Y" fmla="*/ 133 h 133"/>
                <a:gd name="GluePoint5X" fmla="*/ 71 w 71"/>
                <a:gd name="GluePoint5Y" fmla="*/ 0 h 133"/>
                <a:gd name="GluePoint6X" fmla="*/ 67 w 71"/>
                <a:gd name="GluePoint6Y" fmla="*/ 4 h 133"/>
                <a:gd name="GluePoint7X" fmla="*/ 67 w 71"/>
                <a:gd name="GluePoint7Y" fmla="*/ 17 h 133"/>
                <a:gd name="GluePoint8X" fmla="*/ 4 w 71"/>
                <a:gd name="GluePoint8Y" fmla="*/ 17 h 133"/>
                <a:gd name="GluePoint9X" fmla="*/ 4 w 71"/>
                <a:gd name="GluePoint9Y" fmla="*/ 4 h 133"/>
                <a:gd name="GluePoint10X" fmla="*/ 67 w 71"/>
                <a:gd name="GluePoint10Y" fmla="*/ 4 h 133"/>
                <a:gd name="GluePoint11X" fmla="*/ 67 w 71"/>
                <a:gd name="GluePoint11Y" fmla="*/ 21 h 133"/>
                <a:gd name="GluePoint12X" fmla="*/ 67 w 71"/>
                <a:gd name="GluePoint12Y" fmla="*/ 104 h 133"/>
                <a:gd name="GluePoint13X" fmla="*/ 4 w 71"/>
                <a:gd name="GluePoint13Y" fmla="*/ 104 h 133"/>
                <a:gd name="GluePoint14X" fmla="*/ 4 w 71"/>
                <a:gd name="GluePoint14Y" fmla="*/ 21 h 133"/>
                <a:gd name="GluePoint15X" fmla="*/ 67 w 71"/>
                <a:gd name="GluePoint15Y" fmla="*/ 21 h 133"/>
                <a:gd name="GluePoint16X" fmla="*/ 4 w 71"/>
                <a:gd name="GluePoint16Y" fmla="*/ 129 h 133"/>
                <a:gd name="GluePoint17X" fmla="*/ 4 w 71"/>
                <a:gd name="GluePoint17Y" fmla="*/ 108 h 133"/>
                <a:gd name="GluePoint18X" fmla="*/ 67 w 71"/>
                <a:gd name="GluePoint18Y" fmla="*/ 108 h 133"/>
                <a:gd name="GluePoint19X" fmla="*/ 67 w 71"/>
                <a:gd name="GluePoint19Y" fmla="*/ 129 h 133"/>
                <a:gd name="GluePoint20X" fmla="*/ 4 w 71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71" h="133">
                  <a:moveTo>
                    <a:pt x="7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71" y="133"/>
                  </a:lnTo>
                  <a:lnTo>
                    <a:pt x="71" y="0"/>
                  </a:lnTo>
                  <a:close/>
                  <a:moveTo>
                    <a:pt x="67" y="4"/>
                  </a:moveTo>
                  <a:lnTo>
                    <a:pt x="67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67" y="4"/>
                  </a:lnTo>
                  <a:close/>
                  <a:moveTo>
                    <a:pt x="67" y="21"/>
                  </a:moveTo>
                  <a:lnTo>
                    <a:pt x="67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67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67" y="108"/>
                  </a:lnTo>
                  <a:lnTo>
                    <a:pt x="67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31" name="Rectangle 310"/>
            <p:cNvSpPr/>
            <p:nvPr/>
          </p:nvSpPr>
          <p:spPr>
            <a:xfrm>
              <a:off x="4156200" y="2077200"/>
              <a:ext cx="38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32" name="Freeform 311"/>
            <p:cNvSpPr/>
            <p:nvPr/>
          </p:nvSpPr>
          <p:spPr>
            <a:xfrm>
              <a:off x="4160880" y="2312640"/>
              <a:ext cx="29160" cy="2916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33" name="Freeform 312"/>
            <p:cNvSpPr/>
            <p:nvPr/>
          </p:nvSpPr>
          <p:spPr>
            <a:xfrm>
              <a:off x="4129200" y="2152080"/>
              <a:ext cx="92520" cy="9468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4680"/>
                <a:gd name="textAreaBottom" fmla="*/ 95040 h 94680"/>
                <a:gd name="GluePoint1X" fmla="*/ 28 w 79"/>
                <a:gd name="GluePoint1Y" fmla="*/ 56 h 79"/>
                <a:gd name="GluePoint2X" fmla="*/ 45 w 79"/>
                <a:gd name="GluePoint2Y" fmla="*/ 50 h 79"/>
                <a:gd name="GluePoint3X" fmla="*/ 73 w 79"/>
                <a:gd name="GluePoint3Y" fmla="*/ 79 h 79"/>
                <a:gd name="GluePoint4X" fmla="*/ 79 w 79"/>
                <a:gd name="GluePoint4Y" fmla="*/ 73 h 79"/>
                <a:gd name="GluePoint5X" fmla="*/ 50 w 79"/>
                <a:gd name="GluePoint5Y" fmla="*/ 44 h 79"/>
                <a:gd name="GluePoint6X" fmla="*/ 56 w 79"/>
                <a:gd name="GluePoint6Y" fmla="*/ 28 h 79"/>
                <a:gd name="GluePoint7X" fmla="*/ 28 w 79"/>
                <a:gd name="GluePoint7Y" fmla="*/ 0 h 79"/>
                <a:gd name="GluePoint8X" fmla="*/ 0 w 79"/>
                <a:gd name="GluePoint8Y" fmla="*/ 28 h 79"/>
                <a:gd name="GluePoint9X" fmla="*/ 28 w 79"/>
                <a:gd name="GluePoint9Y" fmla="*/ 56 h 79"/>
                <a:gd name="GluePoint10X" fmla="*/ 28 w 79"/>
                <a:gd name="GluePoint10Y" fmla="*/ 8 h 79"/>
                <a:gd name="GluePoint11X" fmla="*/ 48 w 79"/>
                <a:gd name="GluePoint11Y" fmla="*/ 28 h 79"/>
                <a:gd name="GluePoint12X" fmla="*/ 28 w 79"/>
                <a:gd name="GluePoint12Y" fmla="*/ 48 h 79"/>
                <a:gd name="GluePoint13X" fmla="*/ 8 w 79"/>
                <a:gd name="GluePoint13Y" fmla="*/ 28 h 79"/>
                <a:gd name="GluePoint14X" fmla="*/ 28 w 79"/>
                <a:gd name="GluePoint14Y" fmla="*/ 8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9" h="79">
                  <a:moveTo>
                    <a:pt x="28" y="56"/>
                  </a:moveTo>
                  <a:cubicBezTo>
                    <a:pt x="34" y="56"/>
                    <a:pt x="40" y="54"/>
                    <a:pt x="45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6" y="34"/>
                    <a:pt x="56" y="28"/>
                  </a:cubicBez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34" name="Группа 387"/>
          <p:cNvGrpSpPr/>
          <p:nvPr/>
        </p:nvGrpSpPr>
        <p:grpSpPr>
          <a:xfrm>
            <a:off x="4464360" y="2059200"/>
            <a:ext cx="205560" cy="300960"/>
            <a:chOff x="4464360" y="2059200"/>
            <a:chExt cx="205560" cy="300960"/>
          </a:xfrm>
        </p:grpSpPr>
        <p:sp>
          <p:nvSpPr>
            <p:cNvPr id="1835" name="Freeform 313"/>
            <p:cNvSpPr/>
            <p:nvPr/>
          </p:nvSpPr>
          <p:spPr>
            <a:xfrm>
              <a:off x="4516200" y="2167920"/>
              <a:ext cx="101520" cy="6516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65160"/>
                <a:gd name="textAreaBottom" fmla="*/ 65520 h 65160"/>
                <a:gd name="GluePoint1X" fmla="*/ 16 w 88"/>
                <a:gd name="GluePoint1Y" fmla="*/ 56 h 56"/>
                <a:gd name="GluePoint2X" fmla="*/ 72 w 88"/>
                <a:gd name="GluePoint2Y" fmla="*/ 56 h 56"/>
                <a:gd name="GluePoint3X" fmla="*/ 88 w 88"/>
                <a:gd name="GluePoint3Y" fmla="*/ 40 h 56"/>
                <a:gd name="GluePoint4X" fmla="*/ 76 w 88"/>
                <a:gd name="GluePoint4Y" fmla="*/ 24 h 56"/>
                <a:gd name="GluePoint5X" fmla="*/ 44 w 88"/>
                <a:gd name="GluePoint5Y" fmla="*/ 0 h 56"/>
                <a:gd name="GluePoint6X" fmla="*/ 13 w 88"/>
                <a:gd name="GluePoint6Y" fmla="*/ 24 h 56"/>
                <a:gd name="GluePoint7X" fmla="*/ 0 w 88"/>
                <a:gd name="GluePoint7Y" fmla="*/ 40 h 56"/>
                <a:gd name="GluePoint8X" fmla="*/ 16 w 88"/>
                <a:gd name="GluePoint8Y" fmla="*/ 56 h 56"/>
                <a:gd name="GluePoint9X" fmla="*/ 16 w 88"/>
                <a:gd name="GluePoint9Y" fmla="*/ 32 h 56"/>
                <a:gd name="GluePoint10X" fmla="*/ 19 w 88"/>
                <a:gd name="GluePoint10Y" fmla="*/ 32 h 56"/>
                <a:gd name="GluePoint11X" fmla="*/ 20 w 88"/>
                <a:gd name="GluePoint11Y" fmla="*/ 28 h 56"/>
                <a:gd name="GluePoint12X" fmla="*/ 44 w 88"/>
                <a:gd name="GluePoint12Y" fmla="*/ 8 h 56"/>
                <a:gd name="GluePoint13X" fmla="*/ 68 w 88"/>
                <a:gd name="GluePoint13Y" fmla="*/ 28 h 56"/>
                <a:gd name="GluePoint14X" fmla="*/ 68 w 88"/>
                <a:gd name="GluePoint14Y" fmla="*/ 32 h 56"/>
                <a:gd name="GluePoint15X" fmla="*/ 72 w 88"/>
                <a:gd name="GluePoint15Y" fmla="*/ 32 h 56"/>
                <a:gd name="GluePoint16X" fmla="*/ 80 w 88"/>
                <a:gd name="GluePoint16Y" fmla="*/ 40 h 56"/>
                <a:gd name="GluePoint17X" fmla="*/ 72 w 88"/>
                <a:gd name="GluePoint17Y" fmla="*/ 48 h 56"/>
                <a:gd name="GluePoint18X" fmla="*/ 16 w 88"/>
                <a:gd name="GluePoint18Y" fmla="*/ 48 h 56"/>
                <a:gd name="GluePoint19X" fmla="*/ 8 w 88"/>
                <a:gd name="GluePoint19Y" fmla="*/ 40 h 56"/>
                <a:gd name="GluePoint20X" fmla="*/ 16 w 88"/>
                <a:gd name="GluePoint20Y" fmla="*/ 32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16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4" y="26"/>
                    <a:pt x="76" y="24"/>
                  </a:cubicBezTo>
                  <a:cubicBezTo>
                    <a:pt x="74" y="10"/>
                    <a:pt x="61" y="0"/>
                    <a:pt x="44" y="0"/>
                  </a:cubicBezTo>
                  <a:cubicBezTo>
                    <a:pt x="29" y="0"/>
                    <a:pt x="17" y="12"/>
                    <a:pt x="13" y="24"/>
                  </a:cubicBez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6" y="56"/>
                    <a:pt x="16" y="56"/>
                  </a:cubicBezTo>
                  <a:close/>
                  <a:moveTo>
                    <a:pt x="16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2" y="19"/>
                    <a:pt x="32" y="8"/>
                    <a:pt x="44" y="8"/>
                  </a:cubicBezTo>
                  <a:cubicBezTo>
                    <a:pt x="56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8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5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36" name="Freeform 314"/>
            <p:cNvSpPr/>
            <p:nvPr/>
          </p:nvSpPr>
          <p:spPr>
            <a:xfrm>
              <a:off x="4464360" y="2059200"/>
              <a:ext cx="205560" cy="300960"/>
            </a:xfrm>
            <a:custGeom>
              <a:avLst/>
              <a:gdLst>
                <a:gd name="textAreaLeft" fmla="*/ 0 w 205560"/>
                <a:gd name="textAreaRight" fmla="*/ 205920 w 205560"/>
                <a:gd name="textAreaTop" fmla="*/ 0 h 300960"/>
                <a:gd name="textAreaBottom" fmla="*/ 301320 h 300960"/>
                <a:gd name="GluePoint1X" fmla="*/ 91 w 91"/>
                <a:gd name="GluePoint1Y" fmla="*/ 0 h 133"/>
                <a:gd name="GluePoint2X" fmla="*/ 0 w 91"/>
                <a:gd name="GluePoint2Y" fmla="*/ 0 h 133"/>
                <a:gd name="GluePoint3X" fmla="*/ 0 w 91"/>
                <a:gd name="GluePoint3Y" fmla="*/ 133 h 133"/>
                <a:gd name="GluePoint4X" fmla="*/ 91 w 91"/>
                <a:gd name="GluePoint4Y" fmla="*/ 133 h 133"/>
                <a:gd name="GluePoint5X" fmla="*/ 91 w 91"/>
                <a:gd name="GluePoint5Y" fmla="*/ 0 h 133"/>
                <a:gd name="GluePoint6X" fmla="*/ 87 w 91"/>
                <a:gd name="GluePoint6Y" fmla="*/ 4 h 133"/>
                <a:gd name="GluePoint7X" fmla="*/ 87 w 91"/>
                <a:gd name="GluePoint7Y" fmla="*/ 17 h 133"/>
                <a:gd name="GluePoint8X" fmla="*/ 4 w 91"/>
                <a:gd name="GluePoint8Y" fmla="*/ 17 h 133"/>
                <a:gd name="GluePoint9X" fmla="*/ 4 w 91"/>
                <a:gd name="GluePoint9Y" fmla="*/ 4 h 133"/>
                <a:gd name="GluePoint10X" fmla="*/ 87 w 91"/>
                <a:gd name="GluePoint10Y" fmla="*/ 4 h 133"/>
                <a:gd name="GluePoint11X" fmla="*/ 87 w 91"/>
                <a:gd name="GluePoint11Y" fmla="*/ 21 h 133"/>
                <a:gd name="GluePoint12X" fmla="*/ 87 w 91"/>
                <a:gd name="GluePoint12Y" fmla="*/ 104 h 133"/>
                <a:gd name="GluePoint13X" fmla="*/ 4 w 91"/>
                <a:gd name="GluePoint13Y" fmla="*/ 104 h 133"/>
                <a:gd name="GluePoint14X" fmla="*/ 4 w 91"/>
                <a:gd name="GluePoint14Y" fmla="*/ 21 h 133"/>
                <a:gd name="GluePoint15X" fmla="*/ 87 w 91"/>
                <a:gd name="GluePoint15Y" fmla="*/ 21 h 133"/>
                <a:gd name="GluePoint16X" fmla="*/ 4 w 91"/>
                <a:gd name="GluePoint16Y" fmla="*/ 129 h 133"/>
                <a:gd name="GluePoint17X" fmla="*/ 4 w 91"/>
                <a:gd name="GluePoint17Y" fmla="*/ 108 h 133"/>
                <a:gd name="GluePoint18X" fmla="*/ 87 w 91"/>
                <a:gd name="GluePoint18Y" fmla="*/ 108 h 133"/>
                <a:gd name="GluePoint19X" fmla="*/ 87 w 91"/>
                <a:gd name="GluePoint19Y" fmla="*/ 129 h 133"/>
                <a:gd name="GluePoint20X" fmla="*/ 4 w 91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91" h="133">
                  <a:moveTo>
                    <a:pt x="9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1" y="133"/>
                  </a:lnTo>
                  <a:lnTo>
                    <a:pt x="91" y="0"/>
                  </a:lnTo>
                  <a:close/>
                  <a:moveTo>
                    <a:pt x="87" y="4"/>
                  </a:moveTo>
                  <a:lnTo>
                    <a:pt x="87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7" y="4"/>
                  </a:lnTo>
                  <a:close/>
                  <a:moveTo>
                    <a:pt x="87" y="21"/>
                  </a:moveTo>
                  <a:lnTo>
                    <a:pt x="87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7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7" y="108"/>
                  </a:lnTo>
                  <a:lnTo>
                    <a:pt x="87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37" name="Rectangle 315"/>
            <p:cNvSpPr/>
            <p:nvPr/>
          </p:nvSpPr>
          <p:spPr>
            <a:xfrm>
              <a:off x="4547880" y="2077200"/>
              <a:ext cx="38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38" name="Freeform 316"/>
            <p:cNvSpPr/>
            <p:nvPr/>
          </p:nvSpPr>
          <p:spPr>
            <a:xfrm>
              <a:off x="4552560" y="2312640"/>
              <a:ext cx="29160" cy="2916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39" name="Группа 388"/>
          <p:cNvGrpSpPr/>
          <p:nvPr/>
        </p:nvGrpSpPr>
        <p:grpSpPr>
          <a:xfrm>
            <a:off x="4856040" y="2059200"/>
            <a:ext cx="205560" cy="300960"/>
            <a:chOff x="4856040" y="2059200"/>
            <a:chExt cx="205560" cy="300960"/>
          </a:xfrm>
        </p:grpSpPr>
        <p:sp>
          <p:nvSpPr>
            <p:cNvPr id="1840" name="Freeform 317"/>
            <p:cNvSpPr/>
            <p:nvPr/>
          </p:nvSpPr>
          <p:spPr>
            <a:xfrm>
              <a:off x="4856040" y="2059200"/>
              <a:ext cx="205560" cy="300960"/>
            </a:xfrm>
            <a:custGeom>
              <a:avLst/>
              <a:gdLst>
                <a:gd name="textAreaLeft" fmla="*/ 0 w 205560"/>
                <a:gd name="textAreaRight" fmla="*/ 205920 w 205560"/>
                <a:gd name="textAreaTop" fmla="*/ 0 h 300960"/>
                <a:gd name="textAreaBottom" fmla="*/ 301320 h 300960"/>
                <a:gd name="GluePoint1X" fmla="*/ 91 w 91"/>
                <a:gd name="GluePoint1Y" fmla="*/ 0 h 133"/>
                <a:gd name="GluePoint2X" fmla="*/ 0 w 91"/>
                <a:gd name="GluePoint2Y" fmla="*/ 0 h 133"/>
                <a:gd name="GluePoint3X" fmla="*/ 0 w 91"/>
                <a:gd name="GluePoint3Y" fmla="*/ 133 h 133"/>
                <a:gd name="GluePoint4X" fmla="*/ 91 w 91"/>
                <a:gd name="GluePoint4Y" fmla="*/ 133 h 133"/>
                <a:gd name="GluePoint5X" fmla="*/ 91 w 91"/>
                <a:gd name="GluePoint5Y" fmla="*/ 0 h 133"/>
                <a:gd name="GluePoint6X" fmla="*/ 87 w 91"/>
                <a:gd name="GluePoint6Y" fmla="*/ 4 h 133"/>
                <a:gd name="GluePoint7X" fmla="*/ 87 w 91"/>
                <a:gd name="GluePoint7Y" fmla="*/ 17 h 133"/>
                <a:gd name="GluePoint8X" fmla="*/ 4 w 91"/>
                <a:gd name="GluePoint8Y" fmla="*/ 17 h 133"/>
                <a:gd name="GluePoint9X" fmla="*/ 4 w 91"/>
                <a:gd name="GluePoint9Y" fmla="*/ 4 h 133"/>
                <a:gd name="GluePoint10X" fmla="*/ 87 w 91"/>
                <a:gd name="GluePoint10Y" fmla="*/ 4 h 133"/>
                <a:gd name="GluePoint11X" fmla="*/ 87 w 91"/>
                <a:gd name="GluePoint11Y" fmla="*/ 21 h 133"/>
                <a:gd name="GluePoint12X" fmla="*/ 87 w 91"/>
                <a:gd name="GluePoint12Y" fmla="*/ 104 h 133"/>
                <a:gd name="GluePoint13X" fmla="*/ 4 w 91"/>
                <a:gd name="GluePoint13Y" fmla="*/ 104 h 133"/>
                <a:gd name="GluePoint14X" fmla="*/ 4 w 91"/>
                <a:gd name="GluePoint14Y" fmla="*/ 21 h 133"/>
                <a:gd name="GluePoint15X" fmla="*/ 87 w 91"/>
                <a:gd name="GluePoint15Y" fmla="*/ 21 h 133"/>
                <a:gd name="GluePoint16X" fmla="*/ 4 w 91"/>
                <a:gd name="GluePoint16Y" fmla="*/ 129 h 133"/>
                <a:gd name="GluePoint17X" fmla="*/ 4 w 91"/>
                <a:gd name="GluePoint17Y" fmla="*/ 108 h 133"/>
                <a:gd name="GluePoint18X" fmla="*/ 87 w 91"/>
                <a:gd name="GluePoint18Y" fmla="*/ 108 h 133"/>
                <a:gd name="GluePoint19X" fmla="*/ 87 w 91"/>
                <a:gd name="GluePoint19Y" fmla="*/ 129 h 133"/>
                <a:gd name="GluePoint20X" fmla="*/ 4 w 91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91" h="133">
                  <a:moveTo>
                    <a:pt x="91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1" y="133"/>
                  </a:lnTo>
                  <a:lnTo>
                    <a:pt x="91" y="0"/>
                  </a:lnTo>
                  <a:close/>
                  <a:moveTo>
                    <a:pt x="87" y="4"/>
                  </a:moveTo>
                  <a:lnTo>
                    <a:pt x="87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7" y="4"/>
                  </a:lnTo>
                  <a:close/>
                  <a:moveTo>
                    <a:pt x="87" y="21"/>
                  </a:moveTo>
                  <a:lnTo>
                    <a:pt x="87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7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7" y="108"/>
                  </a:lnTo>
                  <a:lnTo>
                    <a:pt x="87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41" name="Freeform 318"/>
            <p:cNvSpPr/>
            <p:nvPr/>
          </p:nvSpPr>
          <p:spPr>
            <a:xfrm>
              <a:off x="4905720" y="2158920"/>
              <a:ext cx="103680" cy="8784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87840"/>
                <a:gd name="textAreaBottom" fmla="*/ 88200 h 87840"/>
                <a:gd name="GluePoint1X" fmla="*/ 42 w 88"/>
                <a:gd name="GluePoint1Y" fmla="*/ 75 h 76"/>
                <a:gd name="GluePoint2X" fmla="*/ 44 w 88"/>
                <a:gd name="GluePoint2Y" fmla="*/ 76 h 76"/>
                <a:gd name="GluePoint3X" fmla="*/ 46 w 88"/>
                <a:gd name="GluePoint3Y" fmla="*/ 75 h 76"/>
                <a:gd name="GluePoint4X" fmla="*/ 88 w 88"/>
                <a:gd name="GluePoint4Y" fmla="*/ 24 h 76"/>
                <a:gd name="GluePoint5X" fmla="*/ 64 w 88"/>
                <a:gd name="GluePoint5Y" fmla="*/ 0 h 76"/>
                <a:gd name="GluePoint6X" fmla="*/ 44 w 88"/>
                <a:gd name="GluePoint6Y" fmla="*/ 10 h 76"/>
                <a:gd name="GluePoint7X" fmla="*/ 24 w 88"/>
                <a:gd name="GluePoint7Y" fmla="*/ 0 h 76"/>
                <a:gd name="GluePoint8X" fmla="*/ 0 w 88"/>
                <a:gd name="GluePoint8Y" fmla="*/ 24 h 76"/>
                <a:gd name="GluePoint9X" fmla="*/ 42 w 88"/>
                <a:gd name="GluePoint9Y" fmla="*/ 75 h 76"/>
                <a:gd name="GluePoint10X" fmla="*/ 24 w 88"/>
                <a:gd name="GluePoint10Y" fmla="*/ 8 h 76"/>
                <a:gd name="GluePoint11X" fmla="*/ 40 w 88"/>
                <a:gd name="GluePoint11Y" fmla="*/ 24 h 76"/>
                <a:gd name="GluePoint12X" fmla="*/ 48 w 88"/>
                <a:gd name="GluePoint12Y" fmla="*/ 24 h 76"/>
                <a:gd name="GluePoint13X" fmla="*/ 64 w 88"/>
                <a:gd name="GluePoint13Y" fmla="*/ 8 h 76"/>
                <a:gd name="GluePoint14X" fmla="*/ 80 w 88"/>
                <a:gd name="GluePoint14Y" fmla="*/ 24 h 76"/>
                <a:gd name="GluePoint15X" fmla="*/ 44 w 88"/>
                <a:gd name="GluePoint15Y" fmla="*/ 67 h 76"/>
                <a:gd name="GluePoint16X" fmla="*/ 8 w 88"/>
                <a:gd name="GluePoint16Y" fmla="*/ 24 h 76"/>
                <a:gd name="GluePoint17X" fmla="*/ 24 w 88"/>
                <a:gd name="GluePoint17Y" fmla="*/ 8 h 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88" h="76">
                  <a:moveTo>
                    <a:pt x="42" y="75"/>
                  </a:moveTo>
                  <a:cubicBezTo>
                    <a:pt x="44" y="76"/>
                    <a:pt x="44" y="76"/>
                    <a:pt x="44" y="76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8" y="74"/>
                    <a:pt x="88" y="52"/>
                    <a:pt x="88" y="24"/>
                  </a:cubicBezTo>
                  <a:cubicBezTo>
                    <a:pt x="88" y="10"/>
                    <a:pt x="78" y="0"/>
                    <a:pt x="64" y="0"/>
                  </a:cubicBezTo>
                  <a:cubicBezTo>
                    <a:pt x="56" y="0"/>
                    <a:pt x="48" y="4"/>
                    <a:pt x="44" y="10"/>
                  </a:cubicBezTo>
                  <a:cubicBezTo>
                    <a:pt x="40" y="4"/>
                    <a:pt x="32" y="0"/>
                    <a:pt x="24" y="0"/>
                  </a:cubicBezTo>
                  <a:cubicBezTo>
                    <a:pt x="10" y="0"/>
                    <a:pt x="0" y="10"/>
                    <a:pt x="0" y="24"/>
                  </a:cubicBezTo>
                  <a:cubicBezTo>
                    <a:pt x="0" y="52"/>
                    <a:pt x="40" y="74"/>
                    <a:pt x="42" y="75"/>
                  </a:cubicBezTo>
                  <a:close/>
                  <a:moveTo>
                    <a:pt x="24" y="8"/>
                  </a:moveTo>
                  <a:cubicBezTo>
                    <a:pt x="33" y="8"/>
                    <a:pt x="40" y="15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55" y="8"/>
                    <a:pt x="64" y="8"/>
                  </a:cubicBezTo>
                  <a:cubicBezTo>
                    <a:pt x="73" y="8"/>
                    <a:pt x="80" y="14"/>
                    <a:pt x="80" y="24"/>
                  </a:cubicBezTo>
                  <a:cubicBezTo>
                    <a:pt x="80" y="44"/>
                    <a:pt x="52" y="63"/>
                    <a:pt x="44" y="67"/>
                  </a:cubicBezTo>
                  <a:cubicBezTo>
                    <a:pt x="36" y="63"/>
                    <a:pt x="8" y="44"/>
                    <a:pt x="8" y="24"/>
                  </a:cubicBezTo>
                  <a:cubicBezTo>
                    <a:pt x="8" y="14"/>
                    <a:pt x="15" y="8"/>
                    <a:pt x="2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920" bIns="439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42" name="Rectangle 319"/>
            <p:cNvSpPr/>
            <p:nvPr/>
          </p:nvSpPr>
          <p:spPr>
            <a:xfrm>
              <a:off x="4939920" y="2077200"/>
              <a:ext cx="38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43" name="Freeform 320"/>
            <p:cNvSpPr/>
            <p:nvPr/>
          </p:nvSpPr>
          <p:spPr>
            <a:xfrm>
              <a:off x="4944240" y="2312640"/>
              <a:ext cx="29160" cy="2916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44" name="Группа 389"/>
          <p:cNvGrpSpPr/>
          <p:nvPr/>
        </p:nvGrpSpPr>
        <p:grpSpPr>
          <a:xfrm>
            <a:off x="5245560" y="2059200"/>
            <a:ext cx="208080" cy="300960"/>
            <a:chOff x="5245560" y="2059200"/>
            <a:chExt cx="208080" cy="300960"/>
          </a:xfrm>
        </p:grpSpPr>
        <p:sp>
          <p:nvSpPr>
            <p:cNvPr id="1845" name="Freeform 321"/>
            <p:cNvSpPr/>
            <p:nvPr/>
          </p:nvSpPr>
          <p:spPr>
            <a:xfrm>
              <a:off x="5302080" y="2152080"/>
              <a:ext cx="94680" cy="9468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4680"/>
                <a:gd name="textAreaBottom" fmla="*/ 95040 h 94680"/>
                <a:gd name="GluePoint1X" fmla="*/ 12 w 80"/>
                <a:gd name="GluePoint1Y" fmla="*/ 68 h 80"/>
                <a:gd name="GluePoint2X" fmla="*/ 40 w 80"/>
                <a:gd name="GluePoint2Y" fmla="*/ 80 h 80"/>
                <a:gd name="GluePoint3X" fmla="*/ 40 w 80"/>
                <a:gd name="GluePoint3Y" fmla="*/ 80 h 80"/>
                <a:gd name="GluePoint4X" fmla="*/ 80 w 80"/>
                <a:gd name="GluePoint4Y" fmla="*/ 40 h 80"/>
                <a:gd name="GluePoint5X" fmla="*/ 68 w 80"/>
                <a:gd name="GluePoint5Y" fmla="*/ 11 h 80"/>
                <a:gd name="GluePoint6X" fmla="*/ 40 w 80"/>
                <a:gd name="GluePoint6Y" fmla="*/ 0 h 80"/>
                <a:gd name="GluePoint7X" fmla="*/ 12 w 80"/>
                <a:gd name="GluePoint7Y" fmla="*/ 11 h 80"/>
                <a:gd name="GluePoint8X" fmla="*/ 0 w 80"/>
                <a:gd name="GluePoint8Y" fmla="*/ 40 h 80"/>
                <a:gd name="GluePoint9X" fmla="*/ 12 w 80"/>
                <a:gd name="GluePoint9Y" fmla="*/ 68 h 80"/>
                <a:gd name="GluePoint10X" fmla="*/ 40 w 80"/>
                <a:gd name="GluePoint10Y" fmla="*/ 8 h 80"/>
                <a:gd name="GluePoint11X" fmla="*/ 63 w 80"/>
                <a:gd name="GluePoint11Y" fmla="*/ 17 h 80"/>
                <a:gd name="GluePoint12X" fmla="*/ 72 w 80"/>
                <a:gd name="GluePoint12Y" fmla="*/ 40 h 80"/>
                <a:gd name="GluePoint13X" fmla="*/ 65 w 80"/>
                <a:gd name="GluePoint13Y" fmla="*/ 59 h 80"/>
                <a:gd name="GluePoint14X" fmla="*/ 21 w 80"/>
                <a:gd name="GluePoint14Y" fmla="*/ 14 h 80"/>
                <a:gd name="GluePoint15X" fmla="*/ 40 w 80"/>
                <a:gd name="GluePoint15Y" fmla="*/ 8 h 80"/>
                <a:gd name="GluePoint16X" fmla="*/ 15 w 80"/>
                <a:gd name="GluePoint16Y" fmla="*/ 20 h 80"/>
                <a:gd name="GluePoint17X" fmla="*/ 60 w 80"/>
                <a:gd name="GluePoint17Y" fmla="*/ 65 h 80"/>
                <a:gd name="GluePoint18X" fmla="*/ 40 w 80"/>
                <a:gd name="GluePoint18Y" fmla="*/ 72 h 80"/>
                <a:gd name="GluePoint19X" fmla="*/ 18 w 80"/>
                <a:gd name="GluePoint19Y" fmla="*/ 62 h 80"/>
                <a:gd name="GluePoint20X" fmla="*/ 8 w 80"/>
                <a:gd name="GluePoint20Y" fmla="*/ 40 h 80"/>
                <a:gd name="GluePoint21X" fmla="*/ 15 w 80"/>
                <a:gd name="GluePoint21Y" fmla="*/ 20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80" h="80">
                  <a:moveTo>
                    <a:pt x="12" y="68"/>
                  </a:move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1"/>
                  </a:cubicBezTo>
                  <a:cubicBezTo>
                    <a:pt x="61" y="4"/>
                    <a:pt x="51" y="0"/>
                    <a:pt x="40" y="0"/>
                  </a:cubicBezTo>
                  <a:cubicBezTo>
                    <a:pt x="29" y="0"/>
                    <a:pt x="19" y="4"/>
                    <a:pt x="12" y="11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0"/>
                    <a:pt x="4" y="60"/>
                    <a:pt x="12" y="68"/>
                  </a:cubicBezTo>
                  <a:close/>
                  <a:moveTo>
                    <a:pt x="40" y="8"/>
                  </a:moveTo>
                  <a:cubicBezTo>
                    <a:pt x="49" y="8"/>
                    <a:pt x="57" y="11"/>
                    <a:pt x="63" y="17"/>
                  </a:cubicBezTo>
                  <a:cubicBezTo>
                    <a:pt x="69" y="23"/>
                    <a:pt x="72" y="31"/>
                    <a:pt x="72" y="40"/>
                  </a:cubicBezTo>
                  <a:cubicBezTo>
                    <a:pt x="72" y="47"/>
                    <a:pt x="70" y="54"/>
                    <a:pt x="65" y="59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6" y="10"/>
                    <a:pt x="33" y="8"/>
                    <a:pt x="40" y="8"/>
                  </a:cubicBezTo>
                  <a:close/>
                  <a:moveTo>
                    <a:pt x="15" y="20"/>
                  </a:moveTo>
                  <a:cubicBezTo>
                    <a:pt x="60" y="65"/>
                    <a:pt x="60" y="65"/>
                    <a:pt x="60" y="65"/>
                  </a:cubicBezTo>
                  <a:cubicBezTo>
                    <a:pt x="54" y="69"/>
                    <a:pt x="48" y="72"/>
                    <a:pt x="40" y="72"/>
                  </a:cubicBezTo>
                  <a:cubicBezTo>
                    <a:pt x="32" y="72"/>
                    <a:pt x="24" y="68"/>
                    <a:pt x="18" y="62"/>
                  </a:cubicBezTo>
                  <a:cubicBezTo>
                    <a:pt x="12" y="56"/>
                    <a:pt x="8" y="48"/>
                    <a:pt x="8" y="40"/>
                  </a:cubicBezTo>
                  <a:cubicBezTo>
                    <a:pt x="8" y="32"/>
                    <a:pt x="11" y="26"/>
                    <a:pt x="15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46" name="Freeform 322"/>
            <p:cNvSpPr/>
            <p:nvPr/>
          </p:nvSpPr>
          <p:spPr>
            <a:xfrm>
              <a:off x="5245560" y="2059200"/>
              <a:ext cx="208080" cy="300960"/>
            </a:xfrm>
            <a:custGeom>
              <a:avLst/>
              <a:gdLst>
                <a:gd name="textAreaLeft" fmla="*/ 0 w 208080"/>
                <a:gd name="textAreaRight" fmla="*/ 208440 w 208080"/>
                <a:gd name="textAreaTop" fmla="*/ 0 h 300960"/>
                <a:gd name="textAreaBottom" fmla="*/ 301320 h 300960"/>
                <a:gd name="GluePoint1X" fmla="*/ 92 w 92"/>
                <a:gd name="GluePoint1Y" fmla="*/ 0 h 133"/>
                <a:gd name="GluePoint2X" fmla="*/ 0 w 92"/>
                <a:gd name="GluePoint2Y" fmla="*/ 0 h 133"/>
                <a:gd name="GluePoint3X" fmla="*/ 0 w 92"/>
                <a:gd name="GluePoint3Y" fmla="*/ 133 h 133"/>
                <a:gd name="GluePoint4X" fmla="*/ 92 w 92"/>
                <a:gd name="GluePoint4Y" fmla="*/ 133 h 133"/>
                <a:gd name="GluePoint5X" fmla="*/ 92 w 92"/>
                <a:gd name="GluePoint5Y" fmla="*/ 0 h 133"/>
                <a:gd name="GluePoint6X" fmla="*/ 88 w 92"/>
                <a:gd name="GluePoint6Y" fmla="*/ 4 h 133"/>
                <a:gd name="GluePoint7X" fmla="*/ 88 w 92"/>
                <a:gd name="GluePoint7Y" fmla="*/ 17 h 133"/>
                <a:gd name="GluePoint8X" fmla="*/ 4 w 92"/>
                <a:gd name="GluePoint8Y" fmla="*/ 17 h 133"/>
                <a:gd name="GluePoint9X" fmla="*/ 4 w 92"/>
                <a:gd name="GluePoint9Y" fmla="*/ 4 h 133"/>
                <a:gd name="GluePoint10X" fmla="*/ 88 w 92"/>
                <a:gd name="GluePoint10Y" fmla="*/ 4 h 133"/>
                <a:gd name="GluePoint11X" fmla="*/ 88 w 92"/>
                <a:gd name="GluePoint11Y" fmla="*/ 21 h 133"/>
                <a:gd name="GluePoint12X" fmla="*/ 88 w 92"/>
                <a:gd name="GluePoint12Y" fmla="*/ 104 h 133"/>
                <a:gd name="GluePoint13X" fmla="*/ 4 w 92"/>
                <a:gd name="GluePoint13Y" fmla="*/ 104 h 133"/>
                <a:gd name="GluePoint14X" fmla="*/ 4 w 92"/>
                <a:gd name="GluePoint14Y" fmla="*/ 21 h 133"/>
                <a:gd name="GluePoint15X" fmla="*/ 88 w 92"/>
                <a:gd name="GluePoint15Y" fmla="*/ 21 h 133"/>
                <a:gd name="GluePoint16X" fmla="*/ 4 w 92"/>
                <a:gd name="GluePoint16Y" fmla="*/ 129 h 133"/>
                <a:gd name="GluePoint17X" fmla="*/ 4 w 92"/>
                <a:gd name="GluePoint17Y" fmla="*/ 108 h 133"/>
                <a:gd name="GluePoint18X" fmla="*/ 88 w 92"/>
                <a:gd name="GluePoint18Y" fmla="*/ 108 h 133"/>
                <a:gd name="GluePoint19X" fmla="*/ 88 w 92"/>
                <a:gd name="GluePoint19Y" fmla="*/ 129 h 133"/>
                <a:gd name="GluePoint20X" fmla="*/ 4 w 92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8" y="4"/>
                  </a:lnTo>
                  <a:close/>
                  <a:moveTo>
                    <a:pt x="88" y="21"/>
                  </a:moveTo>
                  <a:lnTo>
                    <a:pt x="88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8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47" name="Rectangle 323"/>
            <p:cNvSpPr/>
            <p:nvPr/>
          </p:nvSpPr>
          <p:spPr>
            <a:xfrm>
              <a:off x="5331600" y="2077200"/>
              <a:ext cx="3600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48" name="Freeform 324"/>
            <p:cNvSpPr/>
            <p:nvPr/>
          </p:nvSpPr>
          <p:spPr>
            <a:xfrm>
              <a:off x="5335920" y="2312640"/>
              <a:ext cx="26640" cy="29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49" name="Группа 390"/>
          <p:cNvGrpSpPr/>
          <p:nvPr/>
        </p:nvGrpSpPr>
        <p:grpSpPr>
          <a:xfrm>
            <a:off x="5637240" y="2059200"/>
            <a:ext cx="208080" cy="300960"/>
            <a:chOff x="5637240" y="2059200"/>
            <a:chExt cx="208080" cy="300960"/>
          </a:xfrm>
        </p:grpSpPr>
        <p:sp>
          <p:nvSpPr>
            <p:cNvPr id="1850" name="Freeform 325"/>
            <p:cNvSpPr/>
            <p:nvPr/>
          </p:nvSpPr>
          <p:spPr>
            <a:xfrm>
              <a:off x="5689440" y="2147400"/>
              <a:ext cx="85680" cy="10368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03680"/>
                <a:gd name="textAreaBottom" fmla="*/ 104040 h 103680"/>
                <a:gd name="GluePoint1X" fmla="*/ 16 w 72"/>
                <a:gd name="GluePoint1Y" fmla="*/ 89 h 89"/>
                <a:gd name="GluePoint2X" fmla="*/ 32 w 72"/>
                <a:gd name="GluePoint2Y" fmla="*/ 73 h 89"/>
                <a:gd name="GluePoint3X" fmla="*/ 32 w 72"/>
                <a:gd name="GluePoint3Y" fmla="*/ 32 h 89"/>
                <a:gd name="GluePoint4X" fmla="*/ 64 w 72"/>
                <a:gd name="GluePoint4Y" fmla="*/ 26 h 89"/>
                <a:gd name="GluePoint5X" fmla="*/ 64 w 72"/>
                <a:gd name="GluePoint5Y" fmla="*/ 51 h 89"/>
                <a:gd name="GluePoint6X" fmla="*/ 56 w 72"/>
                <a:gd name="GluePoint6Y" fmla="*/ 49 h 89"/>
                <a:gd name="GluePoint7X" fmla="*/ 40 w 72"/>
                <a:gd name="GluePoint7Y" fmla="*/ 65 h 89"/>
                <a:gd name="GluePoint8X" fmla="*/ 56 w 72"/>
                <a:gd name="GluePoint8Y" fmla="*/ 81 h 89"/>
                <a:gd name="GluePoint9X" fmla="*/ 72 w 72"/>
                <a:gd name="GluePoint9Y" fmla="*/ 65 h 89"/>
                <a:gd name="GluePoint10X" fmla="*/ 72 w 72"/>
                <a:gd name="GluePoint10Y" fmla="*/ 0 h 89"/>
                <a:gd name="GluePoint11X" fmla="*/ 24 w 72"/>
                <a:gd name="GluePoint11Y" fmla="*/ 9 h 89"/>
                <a:gd name="GluePoint12X" fmla="*/ 24 w 72"/>
                <a:gd name="GluePoint12Y" fmla="*/ 59 h 89"/>
                <a:gd name="GluePoint13X" fmla="*/ 16 w 72"/>
                <a:gd name="GluePoint13Y" fmla="*/ 57 h 89"/>
                <a:gd name="GluePoint14X" fmla="*/ 0 w 72"/>
                <a:gd name="GluePoint14Y" fmla="*/ 73 h 89"/>
                <a:gd name="GluePoint15X" fmla="*/ 16 w 72"/>
                <a:gd name="GluePoint15Y" fmla="*/ 89 h 89"/>
                <a:gd name="GluePoint16X" fmla="*/ 56 w 72"/>
                <a:gd name="GluePoint16Y" fmla="*/ 73 h 89"/>
                <a:gd name="GluePoint17X" fmla="*/ 48 w 72"/>
                <a:gd name="GluePoint17Y" fmla="*/ 65 h 89"/>
                <a:gd name="GluePoint18X" fmla="*/ 56 w 72"/>
                <a:gd name="GluePoint18Y" fmla="*/ 57 h 89"/>
                <a:gd name="GluePoint19X" fmla="*/ 64 w 72"/>
                <a:gd name="GluePoint19Y" fmla="*/ 65 h 89"/>
                <a:gd name="GluePoint20X" fmla="*/ 56 w 72"/>
                <a:gd name="GluePoint20Y" fmla="*/ 73 h 89"/>
                <a:gd name="GluePoint21X" fmla="*/ 64 w 72"/>
                <a:gd name="GluePoint21Y" fmla="*/ 10 h 89"/>
                <a:gd name="GluePoint22X" fmla="*/ 64 w 72"/>
                <a:gd name="GluePoint22Y" fmla="*/ 17 h 89"/>
                <a:gd name="GluePoint23X" fmla="*/ 32 w 72"/>
                <a:gd name="GluePoint23Y" fmla="*/ 24 h 89"/>
                <a:gd name="GluePoint24X" fmla="*/ 32 w 72"/>
                <a:gd name="GluePoint24Y" fmla="*/ 16 h 89"/>
                <a:gd name="GluePoint25X" fmla="*/ 64 w 72"/>
                <a:gd name="GluePoint25Y" fmla="*/ 10 h 89"/>
                <a:gd name="GluePoint26X" fmla="*/ 16 w 72"/>
                <a:gd name="GluePoint26Y" fmla="*/ 65 h 89"/>
                <a:gd name="GluePoint27X" fmla="*/ 24 w 72"/>
                <a:gd name="GluePoint27Y" fmla="*/ 73 h 89"/>
                <a:gd name="GluePoint28X" fmla="*/ 16 w 72"/>
                <a:gd name="GluePoint28Y" fmla="*/ 81 h 89"/>
                <a:gd name="GluePoint29X" fmla="*/ 8 w 72"/>
                <a:gd name="GluePoint29Y" fmla="*/ 73 h 89"/>
                <a:gd name="GluePoint30X" fmla="*/ 16 w 72"/>
                <a:gd name="GluePoint30Y" fmla="*/ 65 h 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72" h="89">
                  <a:moveTo>
                    <a:pt x="16" y="89"/>
                  </a:moveTo>
                  <a:cubicBezTo>
                    <a:pt x="25" y="89"/>
                    <a:pt x="32" y="82"/>
                    <a:pt x="32" y="7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2" y="50"/>
                    <a:pt x="59" y="49"/>
                    <a:pt x="56" y="49"/>
                  </a:cubicBezTo>
                  <a:cubicBezTo>
                    <a:pt x="47" y="49"/>
                    <a:pt x="40" y="56"/>
                    <a:pt x="40" y="65"/>
                  </a:cubicBezTo>
                  <a:cubicBezTo>
                    <a:pt x="40" y="74"/>
                    <a:pt x="47" y="81"/>
                    <a:pt x="56" y="81"/>
                  </a:cubicBezTo>
                  <a:cubicBezTo>
                    <a:pt x="65" y="81"/>
                    <a:pt x="72" y="74"/>
                    <a:pt x="72" y="65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2" y="58"/>
                    <a:pt x="19" y="57"/>
                    <a:pt x="16" y="57"/>
                  </a:cubicBezTo>
                  <a:cubicBezTo>
                    <a:pt x="7" y="57"/>
                    <a:pt x="0" y="64"/>
                    <a:pt x="0" y="73"/>
                  </a:cubicBezTo>
                  <a:cubicBezTo>
                    <a:pt x="0" y="82"/>
                    <a:pt x="7" y="89"/>
                    <a:pt x="16" y="89"/>
                  </a:cubicBezTo>
                  <a:close/>
                  <a:moveTo>
                    <a:pt x="56" y="73"/>
                  </a:moveTo>
                  <a:cubicBezTo>
                    <a:pt x="52" y="73"/>
                    <a:pt x="48" y="69"/>
                    <a:pt x="48" y="65"/>
                  </a:cubicBezTo>
                  <a:cubicBezTo>
                    <a:pt x="48" y="60"/>
                    <a:pt x="52" y="57"/>
                    <a:pt x="56" y="57"/>
                  </a:cubicBezTo>
                  <a:cubicBezTo>
                    <a:pt x="61" y="57"/>
                    <a:pt x="64" y="60"/>
                    <a:pt x="64" y="65"/>
                  </a:cubicBezTo>
                  <a:cubicBezTo>
                    <a:pt x="64" y="69"/>
                    <a:pt x="61" y="73"/>
                    <a:pt x="56" y="73"/>
                  </a:cubicBezTo>
                  <a:close/>
                  <a:moveTo>
                    <a:pt x="64" y="10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64" y="10"/>
                  </a:lnTo>
                  <a:close/>
                  <a:moveTo>
                    <a:pt x="16" y="65"/>
                  </a:moveTo>
                  <a:cubicBezTo>
                    <a:pt x="21" y="65"/>
                    <a:pt x="24" y="68"/>
                    <a:pt x="24" y="73"/>
                  </a:cubicBezTo>
                  <a:cubicBezTo>
                    <a:pt x="24" y="77"/>
                    <a:pt x="21" y="81"/>
                    <a:pt x="16" y="81"/>
                  </a:cubicBezTo>
                  <a:cubicBezTo>
                    <a:pt x="12" y="81"/>
                    <a:pt x="8" y="77"/>
                    <a:pt x="8" y="73"/>
                  </a:cubicBezTo>
                  <a:cubicBezTo>
                    <a:pt x="8" y="68"/>
                    <a:pt x="12" y="65"/>
                    <a:pt x="16" y="6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51" name="Freeform 326"/>
            <p:cNvSpPr/>
            <p:nvPr/>
          </p:nvSpPr>
          <p:spPr>
            <a:xfrm>
              <a:off x="5637240" y="2059200"/>
              <a:ext cx="208080" cy="300960"/>
            </a:xfrm>
            <a:custGeom>
              <a:avLst/>
              <a:gdLst>
                <a:gd name="textAreaLeft" fmla="*/ 0 w 208080"/>
                <a:gd name="textAreaRight" fmla="*/ 208440 w 208080"/>
                <a:gd name="textAreaTop" fmla="*/ 0 h 300960"/>
                <a:gd name="textAreaBottom" fmla="*/ 301320 h 300960"/>
                <a:gd name="GluePoint1X" fmla="*/ 92 w 92"/>
                <a:gd name="GluePoint1Y" fmla="*/ 0 h 133"/>
                <a:gd name="GluePoint2X" fmla="*/ 0 w 92"/>
                <a:gd name="GluePoint2Y" fmla="*/ 0 h 133"/>
                <a:gd name="GluePoint3X" fmla="*/ 0 w 92"/>
                <a:gd name="GluePoint3Y" fmla="*/ 133 h 133"/>
                <a:gd name="GluePoint4X" fmla="*/ 92 w 92"/>
                <a:gd name="GluePoint4Y" fmla="*/ 133 h 133"/>
                <a:gd name="GluePoint5X" fmla="*/ 92 w 92"/>
                <a:gd name="GluePoint5Y" fmla="*/ 0 h 133"/>
                <a:gd name="GluePoint6X" fmla="*/ 88 w 92"/>
                <a:gd name="GluePoint6Y" fmla="*/ 4 h 133"/>
                <a:gd name="GluePoint7X" fmla="*/ 88 w 92"/>
                <a:gd name="GluePoint7Y" fmla="*/ 17 h 133"/>
                <a:gd name="GluePoint8X" fmla="*/ 4 w 92"/>
                <a:gd name="GluePoint8Y" fmla="*/ 17 h 133"/>
                <a:gd name="GluePoint9X" fmla="*/ 4 w 92"/>
                <a:gd name="GluePoint9Y" fmla="*/ 4 h 133"/>
                <a:gd name="GluePoint10X" fmla="*/ 88 w 92"/>
                <a:gd name="GluePoint10Y" fmla="*/ 4 h 133"/>
                <a:gd name="GluePoint11X" fmla="*/ 88 w 92"/>
                <a:gd name="GluePoint11Y" fmla="*/ 21 h 133"/>
                <a:gd name="GluePoint12X" fmla="*/ 88 w 92"/>
                <a:gd name="GluePoint12Y" fmla="*/ 104 h 133"/>
                <a:gd name="GluePoint13X" fmla="*/ 4 w 92"/>
                <a:gd name="GluePoint13Y" fmla="*/ 104 h 133"/>
                <a:gd name="GluePoint14X" fmla="*/ 4 w 92"/>
                <a:gd name="GluePoint14Y" fmla="*/ 21 h 133"/>
                <a:gd name="GluePoint15X" fmla="*/ 88 w 92"/>
                <a:gd name="GluePoint15Y" fmla="*/ 21 h 133"/>
                <a:gd name="GluePoint16X" fmla="*/ 4 w 92"/>
                <a:gd name="GluePoint16Y" fmla="*/ 129 h 133"/>
                <a:gd name="GluePoint17X" fmla="*/ 4 w 92"/>
                <a:gd name="GluePoint17Y" fmla="*/ 108 h 133"/>
                <a:gd name="GluePoint18X" fmla="*/ 88 w 92"/>
                <a:gd name="GluePoint18Y" fmla="*/ 108 h 133"/>
                <a:gd name="GluePoint19X" fmla="*/ 88 w 92"/>
                <a:gd name="GluePoint19Y" fmla="*/ 129 h 133"/>
                <a:gd name="GluePoint20X" fmla="*/ 4 w 92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8" y="4"/>
                  </a:lnTo>
                  <a:close/>
                  <a:moveTo>
                    <a:pt x="88" y="21"/>
                  </a:moveTo>
                  <a:lnTo>
                    <a:pt x="88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8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52" name="Rectangle 327"/>
            <p:cNvSpPr/>
            <p:nvPr/>
          </p:nvSpPr>
          <p:spPr>
            <a:xfrm>
              <a:off x="5723280" y="2077200"/>
              <a:ext cx="3600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53" name="Freeform 328"/>
            <p:cNvSpPr/>
            <p:nvPr/>
          </p:nvSpPr>
          <p:spPr>
            <a:xfrm>
              <a:off x="5727960" y="2312640"/>
              <a:ext cx="26640" cy="29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54" name="Группа 391"/>
          <p:cNvGrpSpPr/>
          <p:nvPr/>
        </p:nvGrpSpPr>
        <p:grpSpPr>
          <a:xfrm>
            <a:off x="6028920" y="2059200"/>
            <a:ext cx="208080" cy="300960"/>
            <a:chOff x="6028920" y="2059200"/>
            <a:chExt cx="208080" cy="300960"/>
          </a:xfrm>
        </p:grpSpPr>
        <p:sp>
          <p:nvSpPr>
            <p:cNvPr id="1855" name="Freeform 329"/>
            <p:cNvSpPr/>
            <p:nvPr/>
          </p:nvSpPr>
          <p:spPr>
            <a:xfrm>
              <a:off x="6078960" y="214524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  <a:gd name="GluePoint1X" fmla="*/ 14 w 48"/>
                <a:gd name="GluePoint1Y" fmla="*/ 45 h 48"/>
                <a:gd name="GluePoint2X" fmla="*/ 48 w 48"/>
                <a:gd name="GluePoint2Y" fmla="*/ 12 h 48"/>
                <a:gd name="GluePoint3X" fmla="*/ 36 w 48"/>
                <a:gd name="GluePoint3Y" fmla="*/ 0 h 48"/>
                <a:gd name="GluePoint4X" fmla="*/ 3 w 48"/>
                <a:gd name="GluePoint4Y" fmla="*/ 34 h 48"/>
                <a:gd name="GluePoint5X" fmla="*/ 0 w 48"/>
                <a:gd name="GluePoint5Y" fmla="*/ 48 h 48"/>
                <a:gd name="GluePoint6X" fmla="*/ 14 w 48"/>
                <a:gd name="GluePoint6Y" fmla="*/ 45 h 48"/>
                <a:gd name="GluePoint7X" fmla="*/ 42 w 48"/>
                <a:gd name="GluePoint7Y" fmla="*/ 12 h 48"/>
                <a:gd name="GluePoint8X" fmla="*/ 38 w 48"/>
                <a:gd name="GluePoint8Y" fmla="*/ 15 h 48"/>
                <a:gd name="GluePoint9X" fmla="*/ 33 w 48"/>
                <a:gd name="GluePoint9Y" fmla="*/ 10 h 48"/>
                <a:gd name="GluePoint10X" fmla="*/ 36 w 48"/>
                <a:gd name="GluePoint10Y" fmla="*/ 6 h 48"/>
                <a:gd name="GluePoint11X" fmla="*/ 42 w 48"/>
                <a:gd name="GluePoint11Y" fmla="*/ 12 h 48"/>
                <a:gd name="GluePoint12X" fmla="*/ 7 w 48"/>
                <a:gd name="GluePoint12Y" fmla="*/ 36 h 48"/>
                <a:gd name="GluePoint13X" fmla="*/ 30 w 48"/>
                <a:gd name="GluePoint13Y" fmla="*/ 12 h 48"/>
                <a:gd name="GluePoint14X" fmla="*/ 36 w 48"/>
                <a:gd name="GluePoint14Y" fmla="*/ 18 h 48"/>
                <a:gd name="GluePoint15X" fmla="*/ 12 w 48"/>
                <a:gd name="GluePoint15Y" fmla="*/ 41 h 48"/>
                <a:gd name="GluePoint16X" fmla="*/ 6 w 48"/>
                <a:gd name="GluePoint16Y" fmla="*/ 43 h 48"/>
                <a:gd name="GluePoint17X" fmla="*/ 7 w 48"/>
                <a:gd name="GluePoint17Y" fmla="*/ 36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8" h="48">
                  <a:moveTo>
                    <a:pt x="14" y="45"/>
                  </a:moveTo>
                  <a:lnTo>
                    <a:pt x="48" y="12"/>
                  </a:lnTo>
                  <a:lnTo>
                    <a:pt x="36" y="0"/>
                  </a:lnTo>
                  <a:lnTo>
                    <a:pt x="3" y="34"/>
                  </a:lnTo>
                  <a:lnTo>
                    <a:pt x="0" y="48"/>
                  </a:lnTo>
                  <a:lnTo>
                    <a:pt x="14" y="45"/>
                  </a:lnTo>
                  <a:close/>
                  <a:moveTo>
                    <a:pt x="42" y="12"/>
                  </a:moveTo>
                  <a:lnTo>
                    <a:pt x="38" y="15"/>
                  </a:lnTo>
                  <a:lnTo>
                    <a:pt x="33" y="10"/>
                  </a:lnTo>
                  <a:lnTo>
                    <a:pt x="36" y="6"/>
                  </a:lnTo>
                  <a:lnTo>
                    <a:pt x="42" y="12"/>
                  </a:lnTo>
                  <a:close/>
                  <a:moveTo>
                    <a:pt x="7" y="36"/>
                  </a:moveTo>
                  <a:lnTo>
                    <a:pt x="30" y="12"/>
                  </a:lnTo>
                  <a:lnTo>
                    <a:pt x="36" y="18"/>
                  </a:lnTo>
                  <a:lnTo>
                    <a:pt x="12" y="41"/>
                  </a:lnTo>
                  <a:lnTo>
                    <a:pt x="6" y="43"/>
                  </a:lnTo>
                  <a:lnTo>
                    <a:pt x="7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56" name="Freeform 330"/>
            <p:cNvSpPr/>
            <p:nvPr/>
          </p:nvSpPr>
          <p:spPr>
            <a:xfrm>
              <a:off x="6028920" y="2059200"/>
              <a:ext cx="208080" cy="300960"/>
            </a:xfrm>
            <a:custGeom>
              <a:avLst/>
              <a:gdLst>
                <a:gd name="textAreaLeft" fmla="*/ 0 w 208080"/>
                <a:gd name="textAreaRight" fmla="*/ 208440 w 208080"/>
                <a:gd name="textAreaTop" fmla="*/ 0 h 300960"/>
                <a:gd name="textAreaBottom" fmla="*/ 301320 h 300960"/>
                <a:gd name="GluePoint1X" fmla="*/ 92 w 92"/>
                <a:gd name="GluePoint1Y" fmla="*/ 0 h 133"/>
                <a:gd name="GluePoint2X" fmla="*/ 0 w 92"/>
                <a:gd name="GluePoint2Y" fmla="*/ 0 h 133"/>
                <a:gd name="GluePoint3X" fmla="*/ 0 w 92"/>
                <a:gd name="GluePoint3Y" fmla="*/ 133 h 133"/>
                <a:gd name="GluePoint4X" fmla="*/ 92 w 92"/>
                <a:gd name="GluePoint4Y" fmla="*/ 133 h 133"/>
                <a:gd name="GluePoint5X" fmla="*/ 92 w 92"/>
                <a:gd name="GluePoint5Y" fmla="*/ 0 h 133"/>
                <a:gd name="GluePoint6X" fmla="*/ 87 w 92"/>
                <a:gd name="GluePoint6Y" fmla="*/ 4 h 133"/>
                <a:gd name="GluePoint7X" fmla="*/ 87 w 92"/>
                <a:gd name="GluePoint7Y" fmla="*/ 17 h 133"/>
                <a:gd name="GluePoint8X" fmla="*/ 4 w 92"/>
                <a:gd name="GluePoint8Y" fmla="*/ 17 h 133"/>
                <a:gd name="GluePoint9X" fmla="*/ 4 w 92"/>
                <a:gd name="GluePoint9Y" fmla="*/ 4 h 133"/>
                <a:gd name="GluePoint10X" fmla="*/ 87 w 92"/>
                <a:gd name="GluePoint10Y" fmla="*/ 4 h 133"/>
                <a:gd name="GluePoint11X" fmla="*/ 87 w 92"/>
                <a:gd name="GluePoint11Y" fmla="*/ 21 h 133"/>
                <a:gd name="GluePoint12X" fmla="*/ 87 w 92"/>
                <a:gd name="GluePoint12Y" fmla="*/ 104 h 133"/>
                <a:gd name="GluePoint13X" fmla="*/ 4 w 92"/>
                <a:gd name="GluePoint13Y" fmla="*/ 104 h 133"/>
                <a:gd name="GluePoint14X" fmla="*/ 4 w 92"/>
                <a:gd name="GluePoint14Y" fmla="*/ 21 h 133"/>
                <a:gd name="GluePoint15X" fmla="*/ 87 w 92"/>
                <a:gd name="GluePoint15Y" fmla="*/ 21 h 133"/>
                <a:gd name="GluePoint16X" fmla="*/ 4 w 92"/>
                <a:gd name="GluePoint16Y" fmla="*/ 129 h 133"/>
                <a:gd name="GluePoint17X" fmla="*/ 4 w 92"/>
                <a:gd name="GluePoint17Y" fmla="*/ 108 h 133"/>
                <a:gd name="GluePoint18X" fmla="*/ 87 w 92"/>
                <a:gd name="GluePoint18Y" fmla="*/ 108 h 133"/>
                <a:gd name="GluePoint19X" fmla="*/ 87 w 92"/>
                <a:gd name="GluePoint19Y" fmla="*/ 129 h 133"/>
                <a:gd name="GluePoint20X" fmla="*/ 4 w 92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7" y="4"/>
                  </a:moveTo>
                  <a:lnTo>
                    <a:pt x="87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7" y="4"/>
                  </a:lnTo>
                  <a:close/>
                  <a:moveTo>
                    <a:pt x="87" y="21"/>
                  </a:moveTo>
                  <a:lnTo>
                    <a:pt x="87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7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7" y="108"/>
                  </a:lnTo>
                  <a:lnTo>
                    <a:pt x="87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57" name="Rectangle 331"/>
            <p:cNvSpPr/>
            <p:nvPr/>
          </p:nvSpPr>
          <p:spPr>
            <a:xfrm>
              <a:off x="6112800" y="2077200"/>
              <a:ext cx="3816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58" name="Freeform 332"/>
            <p:cNvSpPr/>
            <p:nvPr/>
          </p:nvSpPr>
          <p:spPr>
            <a:xfrm>
              <a:off x="6117480" y="2312640"/>
              <a:ext cx="29160" cy="2916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9"/>
                    <a:pt x="10" y="8"/>
                    <a:pt x="12" y="8"/>
                  </a:cubicBezTo>
                  <a:cubicBezTo>
                    <a:pt x="15" y="8"/>
                    <a:pt x="16" y="9"/>
                    <a:pt x="16" y="12"/>
                  </a:cubicBezTo>
                  <a:cubicBezTo>
                    <a:pt x="16" y="14"/>
                    <a:pt x="15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59" name="Группа 392"/>
          <p:cNvGrpSpPr/>
          <p:nvPr/>
        </p:nvGrpSpPr>
        <p:grpSpPr>
          <a:xfrm>
            <a:off x="6420960" y="2059200"/>
            <a:ext cx="208080" cy="300960"/>
            <a:chOff x="6420960" y="2059200"/>
            <a:chExt cx="208080" cy="300960"/>
          </a:xfrm>
        </p:grpSpPr>
        <p:sp>
          <p:nvSpPr>
            <p:cNvPr id="1860" name="Freeform 333"/>
            <p:cNvSpPr/>
            <p:nvPr/>
          </p:nvSpPr>
          <p:spPr>
            <a:xfrm>
              <a:off x="6472800" y="2163240"/>
              <a:ext cx="103680" cy="745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74520"/>
                <a:gd name="textAreaBottom" fmla="*/ 74880 h 74520"/>
                <a:gd name="GluePoint1X" fmla="*/ 88 w 88"/>
                <a:gd name="GluePoint1Y" fmla="*/ 64 h 64"/>
                <a:gd name="GluePoint2X" fmla="*/ 88 w 88"/>
                <a:gd name="GluePoint2Y" fmla="*/ 0 h 64"/>
                <a:gd name="GluePoint3X" fmla="*/ 0 w 88"/>
                <a:gd name="GluePoint3Y" fmla="*/ 0 h 64"/>
                <a:gd name="GluePoint4X" fmla="*/ 0 w 88"/>
                <a:gd name="GluePoint4Y" fmla="*/ 64 h 64"/>
                <a:gd name="GluePoint5X" fmla="*/ 88 w 88"/>
                <a:gd name="GluePoint5Y" fmla="*/ 64 h 64"/>
                <a:gd name="GluePoint6X" fmla="*/ 8 w 88"/>
                <a:gd name="GluePoint6Y" fmla="*/ 53 h 64"/>
                <a:gd name="GluePoint7X" fmla="*/ 31 w 88"/>
                <a:gd name="GluePoint7Y" fmla="*/ 30 h 64"/>
                <a:gd name="GluePoint8X" fmla="*/ 47 w 88"/>
                <a:gd name="GluePoint8Y" fmla="*/ 50 h 64"/>
                <a:gd name="GluePoint9X" fmla="*/ 56 w 88"/>
                <a:gd name="GluePoint9Y" fmla="*/ 41 h 64"/>
                <a:gd name="GluePoint10X" fmla="*/ 73 w 88"/>
                <a:gd name="GluePoint10Y" fmla="*/ 56 h 64"/>
                <a:gd name="GluePoint11X" fmla="*/ 8 w 88"/>
                <a:gd name="GluePoint11Y" fmla="*/ 56 h 64"/>
                <a:gd name="GluePoint12X" fmla="*/ 8 w 88"/>
                <a:gd name="GluePoint12Y" fmla="*/ 53 h 64"/>
                <a:gd name="GluePoint13X" fmla="*/ 72 w 88"/>
                <a:gd name="GluePoint13Y" fmla="*/ 8 h 64"/>
                <a:gd name="GluePoint14X" fmla="*/ 80 w 88"/>
                <a:gd name="GluePoint14Y" fmla="*/ 16 h 64"/>
                <a:gd name="GluePoint15X" fmla="*/ 72 w 88"/>
                <a:gd name="GluePoint15Y" fmla="*/ 24 h 64"/>
                <a:gd name="GluePoint16X" fmla="*/ 64 w 88"/>
                <a:gd name="GluePoint16Y" fmla="*/ 16 h 64"/>
                <a:gd name="GluePoint17X" fmla="*/ 72 w 88"/>
                <a:gd name="GluePoint17Y" fmla="*/ 8 h 64"/>
                <a:gd name="GluePoint18X" fmla="*/ 58 w 88"/>
                <a:gd name="GluePoint18Y" fmla="*/ 8 h 64"/>
                <a:gd name="GluePoint19X" fmla="*/ 56 w 88"/>
                <a:gd name="GluePoint19Y" fmla="*/ 16 h 64"/>
                <a:gd name="GluePoint20X" fmla="*/ 72 w 88"/>
                <a:gd name="GluePoint20Y" fmla="*/ 32 h 64"/>
                <a:gd name="GluePoint21X" fmla="*/ 80 w 88"/>
                <a:gd name="GluePoint21Y" fmla="*/ 29 h 64"/>
                <a:gd name="GluePoint22X" fmla="*/ 80 w 88"/>
                <a:gd name="GluePoint22Y" fmla="*/ 50 h 64"/>
                <a:gd name="GluePoint23X" fmla="*/ 55 w 88"/>
                <a:gd name="GluePoint23Y" fmla="*/ 30 h 64"/>
                <a:gd name="GluePoint24X" fmla="*/ 48 w 88"/>
                <a:gd name="GluePoint24Y" fmla="*/ 38 h 64"/>
                <a:gd name="GluePoint25X" fmla="*/ 32 w 88"/>
                <a:gd name="GluePoint25Y" fmla="*/ 18 h 64"/>
                <a:gd name="GluePoint26X" fmla="*/ 8 w 88"/>
                <a:gd name="GluePoint26Y" fmla="*/ 42 h 64"/>
                <a:gd name="GluePoint27X" fmla="*/ 8 w 88"/>
                <a:gd name="GluePoint27Y" fmla="*/ 8 h 64"/>
                <a:gd name="GluePoint28X" fmla="*/ 58 w 88"/>
                <a:gd name="GluePoint28Y" fmla="*/ 8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</a:cxnLst>
              <a:rect l="textAreaLeft" t="textAreaTop" r="textAreaRight" b="textAreaBottom"/>
              <a:pathLst>
                <a:path w="88" h="64">
                  <a:moveTo>
                    <a:pt x="88" y="64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88" y="64"/>
                  </a:lnTo>
                  <a:close/>
                  <a:moveTo>
                    <a:pt x="8" y="53"/>
                  </a:moveTo>
                  <a:cubicBezTo>
                    <a:pt x="31" y="30"/>
                    <a:pt x="31" y="30"/>
                    <a:pt x="31" y="30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53"/>
                  </a:lnTo>
                  <a:close/>
                  <a:moveTo>
                    <a:pt x="72" y="8"/>
                  </a:moveTo>
                  <a:cubicBezTo>
                    <a:pt x="76" y="8"/>
                    <a:pt x="80" y="11"/>
                    <a:pt x="80" y="16"/>
                  </a:cubicBezTo>
                  <a:cubicBezTo>
                    <a:pt x="80" y="20"/>
                    <a:pt x="76" y="24"/>
                    <a:pt x="72" y="24"/>
                  </a:cubicBezTo>
                  <a:cubicBezTo>
                    <a:pt x="67" y="24"/>
                    <a:pt x="64" y="20"/>
                    <a:pt x="64" y="16"/>
                  </a:cubicBezTo>
                  <a:cubicBezTo>
                    <a:pt x="64" y="11"/>
                    <a:pt x="67" y="8"/>
                    <a:pt x="72" y="8"/>
                  </a:cubicBezTo>
                  <a:close/>
                  <a:moveTo>
                    <a:pt x="58" y="8"/>
                  </a:moveTo>
                  <a:cubicBezTo>
                    <a:pt x="56" y="10"/>
                    <a:pt x="56" y="13"/>
                    <a:pt x="56" y="16"/>
                  </a:cubicBezTo>
                  <a:cubicBezTo>
                    <a:pt x="56" y="25"/>
                    <a:pt x="63" y="32"/>
                    <a:pt x="72" y="32"/>
                  </a:cubicBezTo>
                  <a:cubicBezTo>
                    <a:pt x="74" y="32"/>
                    <a:pt x="77" y="31"/>
                    <a:pt x="80" y="29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58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440" bIns="3744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61" name="Freeform 334"/>
            <p:cNvSpPr/>
            <p:nvPr/>
          </p:nvSpPr>
          <p:spPr>
            <a:xfrm>
              <a:off x="6420960" y="2059200"/>
              <a:ext cx="208080" cy="300960"/>
            </a:xfrm>
            <a:custGeom>
              <a:avLst/>
              <a:gdLst>
                <a:gd name="textAreaLeft" fmla="*/ 0 w 208080"/>
                <a:gd name="textAreaRight" fmla="*/ 208440 w 208080"/>
                <a:gd name="textAreaTop" fmla="*/ 0 h 300960"/>
                <a:gd name="textAreaBottom" fmla="*/ 301320 h 300960"/>
                <a:gd name="GluePoint1X" fmla="*/ 92 w 92"/>
                <a:gd name="GluePoint1Y" fmla="*/ 0 h 133"/>
                <a:gd name="GluePoint2X" fmla="*/ 0 w 92"/>
                <a:gd name="GluePoint2Y" fmla="*/ 0 h 133"/>
                <a:gd name="GluePoint3X" fmla="*/ 0 w 92"/>
                <a:gd name="GluePoint3Y" fmla="*/ 133 h 133"/>
                <a:gd name="GluePoint4X" fmla="*/ 92 w 92"/>
                <a:gd name="GluePoint4Y" fmla="*/ 133 h 133"/>
                <a:gd name="GluePoint5X" fmla="*/ 92 w 92"/>
                <a:gd name="GluePoint5Y" fmla="*/ 0 h 133"/>
                <a:gd name="GluePoint6X" fmla="*/ 88 w 92"/>
                <a:gd name="GluePoint6Y" fmla="*/ 4 h 133"/>
                <a:gd name="GluePoint7X" fmla="*/ 88 w 92"/>
                <a:gd name="GluePoint7Y" fmla="*/ 17 h 133"/>
                <a:gd name="GluePoint8X" fmla="*/ 4 w 92"/>
                <a:gd name="GluePoint8Y" fmla="*/ 17 h 133"/>
                <a:gd name="GluePoint9X" fmla="*/ 4 w 92"/>
                <a:gd name="GluePoint9Y" fmla="*/ 4 h 133"/>
                <a:gd name="GluePoint10X" fmla="*/ 88 w 92"/>
                <a:gd name="GluePoint10Y" fmla="*/ 4 h 133"/>
                <a:gd name="GluePoint11X" fmla="*/ 88 w 92"/>
                <a:gd name="GluePoint11Y" fmla="*/ 21 h 133"/>
                <a:gd name="GluePoint12X" fmla="*/ 88 w 92"/>
                <a:gd name="GluePoint12Y" fmla="*/ 104 h 133"/>
                <a:gd name="GluePoint13X" fmla="*/ 4 w 92"/>
                <a:gd name="GluePoint13Y" fmla="*/ 104 h 133"/>
                <a:gd name="GluePoint14X" fmla="*/ 4 w 92"/>
                <a:gd name="GluePoint14Y" fmla="*/ 21 h 133"/>
                <a:gd name="GluePoint15X" fmla="*/ 88 w 92"/>
                <a:gd name="GluePoint15Y" fmla="*/ 21 h 133"/>
                <a:gd name="GluePoint16X" fmla="*/ 4 w 92"/>
                <a:gd name="GluePoint16Y" fmla="*/ 129 h 133"/>
                <a:gd name="GluePoint17X" fmla="*/ 4 w 92"/>
                <a:gd name="GluePoint17Y" fmla="*/ 108 h 133"/>
                <a:gd name="GluePoint18X" fmla="*/ 88 w 92"/>
                <a:gd name="GluePoint18Y" fmla="*/ 108 h 133"/>
                <a:gd name="GluePoint19X" fmla="*/ 88 w 92"/>
                <a:gd name="GluePoint19Y" fmla="*/ 129 h 133"/>
                <a:gd name="GluePoint20X" fmla="*/ 4 w 92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8" y="4"/>
                  </a:lnTo>
                  <a:close/>
                  <a:moveTo>
                    <a:pt x="88" y="21"/>
                  </a:moveTo>
                  <a:lnTo>
                    <a:pt x="88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8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62" name="Rectangle 335"/>
            <p:cNvSpPr/>
            <p:nvPr/>
          </p:nvSpPr>
          <p:spPr>
            <a:xfrm>
              <a:off x="6507000" y="2077200"/>
              <a:ext cx="3600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63" name="Freeform 336"/>
            <p:cNvSpPr/>
            <p:nvPr/>
          </p:nvSpPr>
          <p:spPr>
            <a:xfrm>
              <a:off x="6511320" y="2312640"/>
              <a:ext cx="26640" cy="29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64" name="Group 15"/>
          <p:cNvGrpSpPr/>
          <p:nvPr/>
        </p:nvGrpSpPr>
        <p:grpSpPr>
          <a:xfrm>
            <a:off x="6812640" y="2059200"/>
            <a:ext cx="208080" cy="300960"/>
            <a:chOff x="6812640" y="2059200"/>
            <a:chExt cx="208080" cy="300960"/>
          </a:xfrm>
        </p:grpSpPr>
        <p:sp>
          <p:nvSpPr>
            <p:cNvPr id="1865" name="Freeform 337"/>
            <p:cNvSpPr/>
            <p:nvPr/>
          </p:nvSpPr>
          <p:spPr>
            <a:xfrm>
              <a:off x="6873840" y="219960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36 w 56"/>
                <a:gd name="GluePoint1Y" fmla="*/ 40 h 54"/>
                <a:gd name="GluePoint2X" fmla="*/ 44 w 56"/>
                <a:gd name="GluePoint2Y" fmla="*/ 40 h 54"/>
                <a:gd name="GluePoint3X" fmla="*/ 36 w 56"/>
                <a:gd name="GluePoint3Y" fmla="*/ 49 h 54"/>
                <a:gd name="GluePoint4X" fmla="*/ 43 w 56"/>
                <a:gd name="GluePoint4Y" fmla="*/ 54 h 54"/>
                <a:gd name="GluePoint5X" fmla="*/ 56 w 56"/>
                <a:gd name="GluePoint5Y" fmla="*/ 38 h 54"/>
                <a:gd name="GluePoint6X" fmla="*/ 56 w 56"/>
                <a:gd name="GluePoint6Y" fmla="*/ 33 h 54"/>
                <a:gd name="GluePoint7X" fmla="*/ 43 w 56"/>
                <a:gd name="GluePoint7Y" fmla="*/ 17 h 54"/>
                <a:gd name="GluePoint8X" fmla="*/ 37 w 56"/>
                <a:gd name="GluePoint8Y" fmla="*/ 22 h 54"/>
                <a:gd name="GluePoint9X" fmla="*/ 44 w 56"/>
                <a:gd name="GluePoint9Y" fmla="*/ 32 h 54"/>
                <a:gd name="GluePoint10X" fmla="*/ 36 w 56"/>
                <a:gd name="GluePoint10Y" fmla="*/ 32 h 54"/>
                <a:gd name="GluePoint11X" fmla="*/ 8 w 56"/>
                <a:gd name="GluePoint11Y" fmla="*/ 0 h 54"/>
                <a:gd name="GluePoint12X" fmla="*/ 0 w 56"/>
                <a:gd name="GluePoint12Y" fmla="*/ 0 h 54"/>
                <a:gd name="GluePoint13X" fmla="*/ 36 w 56"/>
                <a:gd name="GluePoint13Y" fmla="*/ 40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36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0" y="32"/>
                    <a:pt x="8" y="14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5" y="40"/>
                    <a:pt x="36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66" name="Freeform 338"/>
            <p:cNvSpPr/>
            <p:nvPr/>
          </p:nvSpPr>
          <p:spPr>
            <a:xfrm>
              <a:off x="6903360" y="213624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19 w 56"/>
                <a:gd name="GluePoint1Y" fmla="*/ 32 h 55"/>
                <a:gd name="GluePoint2X" fmla="*/ 12 w 56"/>
                <a:gd name="GluePoint2Y" fmla="*/ 23 h 55"/>
                <a:gd name="GluePoint3X" fmla="*/ 20 w 56"/>
                <a:gd name="GluePoint3Y" fmla="*/ 23 h 55"/>
                <a:gd name="GluePoint4X" fmla="*/ 48 w 56"/>
                <a:gd name="GluePoint4Y" fmla="*/ 55 h 55"/>
                <a:gd name="GluePoint5X" fmla="*/ 56 w 56"/>
                <a:gd name="GluePoint5Y" fmla="*/ 55 h 55"/>
                <a:gd name="GluePoint6X" fmla="*/ 20 w 56"/>
                <a:gd name="GluePoint6Y" fmla="*/ 15 h 55"/>
                <a:gd name="GluePoint7X" fmla="*/ 12 w 56"/>
                <a:gd name="GluePoint7Y" fmla="*/ 15 h 55"/>
                <a:gd name="GluePoint8X" fmla="*/ 19 w 56"/>
                <a:gd name="GluePoint8Y" fmla="*/ 5 h 55"/>
                <a:gd name="GluePoint9X" fmla="*/ 12 w 56"/>
                <a:gd name="GluePoint9Y" fmla="*/ 0 h 55"/>
                <a:gd name="GluePoint10X" fmla="*/ 0 w 56"/>
                <a:gd name="GluePoint10Y" fmla="*/ 16 h 55"/>
                <a:gd name="GluePoint11X" fmla="*/ 0 w 56"/>
                <a:gd name="GluePoint11Y" fmla="*/ 21 h 55"/>
                <a:gd name="GluePoint12X" fmla="*/ 12 w 56"/>
                <a:gd name="GluePoint12Y" fmla="*/ 37 h 55"/>
                <a:gd name="GluePoint13X" fmla="*/ 19 w 56"/>
                <a:gd name="GluePoint13Y" fmla="*/ 32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19" y="32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5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0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2" y="37"/>
                    <a:pt x="12" y="37"/>
                    <a:pt x="12" y="37"/>
                  </a:cubicBezTo>
                  <a:lnTo>
                    <a:pt x="19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67" name="Freeform 339"/>
            <p:cNvSpPr/>
            <p:nvPr/>
          </p:nvSpPr>
          <p:spPr>
            <a:xfrm>
              <a:off x="6812640" y="2059200"/>
              <a:ext cx="208080" cy="300960"/>
            </a:xfrm>
            <a:custGeom>
              <a:avLst/>
              <a:gdLst>
                <a:gd name="textAreaLeft" fmla="*/ 0 w 208080"/>
                <a:gd name="textAreaRight" fmla="*/ 208440 w 208080"/>
                <a:gd name="textAreaTop" fmla="*/ 0 h 300960"/>
                <a:gd name="textAreaBottom" fmla="*/ 301320 h 300960"/>
                <a:gd name="GluePoint1X" fmla="*/ 92 w 92"/>
                <a:gd name="GluePoint1Y" fmla="*/ 0 h 133"/>
                <a:gd name="GluePoint2X" fmla="*/ 0 w 92"/>
                <a:gd name="GluePoint2Y" fmla="*/ 0 h 133"/>
                <a:gd name="GluePoint3X" fmla="*/ 0 w 92"/>
                <a:gd name="GluePoint3Y" fmla="*/ 133 h 133"/>
                <a:gd name="GluePoint4X" fmla="*/ 92 w 92"/>
                <a:gd name="GluePoint4Y" fmla="*/ 133 h 133"/>
                <a:gd name="GluePoint5X" fmla="*/ 92 w 92"/>
                <a:gd name="GluePoint5Y" fmla="*/ 0 h 133"/>
                <a:gd name="GluePoint6X" fmla="*/ 88 w 92"/>
                <a:gd name="GluePoint6Y" fmla="*/ 4 h 133"/>
                <a:gd name="GluePoint7X" fmla="*/ 88 w 92"/>
                <a:gd name="GluePoint7Y" fmla="*/ 17 h 133"/>
                <a:gd name="GluePoint8X" fmla="*/ 4 w 92"/>
                <a:gd name="GluePoint8Y" fmla="*/ 17 h 133"/>
                <a:gd name="GluePoint9X" fmla="*/ 4 w 92"/>
                <a:gd name="GluePoint9Y" fmla="*/ 4 h 133"/>
                <a:gd name="GluePoint10X" fmla="*/ 88 w 92"/>
                <a:gd name="GluePoint10Y" fmla="*/ 4 h 133"/>
                <a:gd name="GluePoint11X" fmla="*/ 88 w 92"/>
                <a:gd name="GluePoint11Y" fmla="*/ 21 h 133"/>
                <a:gd name="GluePoint12X" fmla="*/ 88 w 92"/>
                <a:gd name="GluePoint12Y" fmla="*/ 104 h 133"/>
                <a:gd name="GluePoint13X" fmla="*/ 4 w 92"/>
                <a:gd name="GluePoint13Y" fmla="*/ 104 h 133"/>
                <a:gd name="GluePoint14X" fmla="*/ 4 w 92"/>
                <a:gd name="GluePoint14Y" fmla="*/ 21 h 133"/>
                <a:gd name="GluePoint15X" fmla="*/ 88 w 92"/>
                <a:gd name="GluePoint15Y" fmla="*/ 21 h 133"/>
                <a:gd name="GluePoint16X" fmla="*/ 4 w 92"/>
                <a:gd name="GluePoint16Y" fmla="*/ 129 h 133"/>
                <a:gd name="GluePoint17X" fmla="*/ 4 w 92"/>
                <a:gd name="GluePoint17Y" fmla="*/ 108 h 133"/>
                <a:gd name="GluePoint18X" fmla="*/ 88 w 92"/>
                <a:gd name="GluePoint18Y" fmla="*/ 108 h 133"/>
                <a:gd name="GluePoint19X" fmla="*/ 88 w 92"/>
                <a:gd name="GluePoint19Y" fmla="*/ 129 h 133"/>
                <a:gd name="GluePoint20X" fmla="*/ 4 w 92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7"/>
                  </a:lnTo>
                  <a:lnTo>
                    <a:pt x="4" y="17"/>
                  </a:lnTo>
                  <a:lnTo>
                    <a:pt x="4" y="4"/>
                  </a:lnTo>
                  <a:lnTo>
                    <a:pt x="88" y="4"/>
                  </a:lnTo>
                  <a:close/>
                  <a:moveTo>
                    <a:pt x="88" y="21"/>
                  </a:moveTo>
                  <a:lnTo>
                    <a:pt x="88" y="104"/>
                  </a:lnTo>
                  <a:lnTo>
                    <a:pt x="4" y="104"/>
                  </a:lnTo>
                  <a:lnTo>
                    <a:pt x="4" y="21"/>
                  </a:lnTo>
                  <a:lnTo>
                    <a:pt x="88" y="21"/>
                  </a:lnTo>
                  <a:close/>
                  <a:moveTo>
                    <a:pt x="4" y="129"/>
                  </a:moveTo>
                  <a:lnTo>
                    <a:pt x="4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4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68" name="Rectangle 340"/>
            <p:cNvSpPr/>
            <p:nvPr/>
          </p:nvSpPr>
          <p:spPr>
            <a:xfrm>
              <a:off x="6898680" y="2077200"/>
              <a:ext cx="3600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69" name="Freeform 341"/>
            <p:cNvSpPr/>
            <p:nvPr/>
          </p:nvSpPr>
          <p:spPr>
            <a:xfrm>
              <a:off x="6903360" y="2312640"/>
              <a:ext cx="26640" cy="29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9160"/>
                <a:gd name="textAreaBottom" fmla="*/ 29520 h 2916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lose/>
                  <a:moveTo>
                    <a:pt x="12" y="16"/>
                  </a:moveTo>
                  <a:cubicBezTo>
                    <a:pt x="9" y="16"/>
                    <a:pt x="8" y="14"/>
                    <a:pt x="8" y="12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14" y="8"/>
                    <a:pt x="16" y="9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70" name="Group 3"/>
          <p:cNvGrpSpPr/>
          <p:nvPr/>
        </p:nvGrpSpPr>
        <p:grpSpPr>
          <a:xfrm>
            <a:off x="2113560" y="2450880"/>
            <a:ext cx="208080" cy="300960"/>
            <a:chOff x="2113560" y="2450880"/>
            <a:chExt cx="208080" cy="300960"/>
          </a:xfrm>
        </p:grpSpPr>
        <p:sp>
          <p:nvSpPr>
            <p:cNvPr id="1871" name="Freeform 342"/>
            <p:cNvSpPr/>
            <p:nvPr/>
          </p:nvSpPr>
          <p:spPr>
            <a:xfrm>
              <a:off x="2170080" y="2543760"/>
              <a:ext cx="92520" cy="9252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520"/>
                <a:gd name="textAreaBottom" fmla="*/ 92880 h 92520"/>
                <a:gd name="GluePoint1X" fmla="*/ 28 w 79"/>
                <a:gd name="GluePoint1Y" fmla="*/ 56 h 79"/>
                <a:gd name="GluePoint2X" fmla="*/ 45 w 79"/>
                <a:gd name="GluePoint2Y" fmla="*/ 50 h 79"/>
                <a:gd name="GluePoint3X" fmla="*/ 73 w 79"/>
                <a:gd name="GluePoint3Y" fmla="*/ 79 h 79"/>
                <a:gd name="GluePoint4X" fmla="*/ 79 w 79"/>
                <a:gd name="GluePoint4Y" fmla="*/ 73 h 79"/>
                <a:gd name="GluePoint5X" fmla="*/ 51 w 79"/>
                <a:gd name="GluePoint5Y" fmla="*/ 45 h 79"/>
                <a:gd name="GluePoint6X" fmla="*/ 56 w 79"/>
                <a:gd name="GluePoint6Y" fmla="*/ 28 h 79"/>
                <a:gd name="GluePoint7X" fmla="*/ 28 w 79"/>
                <a:gd name="GluePoint7Y" fmla="*/ 0 h 79"/>
                <a:gd name="GluePoint8X" fmla="*/ 0 w 79"/>
                <a:gd name="GluePoint8Y" fmla="*/ 28 h 79"/>
                <a:gd name="GluePoint9X" fmla="*/ 28 w 79"/>
                <a:gd name="GluePoint9Y" fmla="*/ 56 h 79"/>
                <a:gd name="GluePoint10X" fmla="*/ 28 w 79"/>
                <a:gd name="GluePoint10Y" fmla="*/ 8 h 79"/>
                <a:gd name="GluePoint11X" fmla="*/ 48 w 79"/>
                <a:gd name="GluePoint11Y" fmla="*/ 28 h 79"/>
                <a:gd name="GluePoint12X" fmla="*/ 28 w 79"/>
                <a:gd name="GluePoint12Y" fmla="*/ 48 h 79"/>
                <a:gd name="GluePoint13X" fmla="*/ 8 w 79"/>
                <a:gd name="GluePoint13Y" fmla="*/ 28 h 79"/>
                <a:gd name="GluePoint14X" fmla="*/ 28 w 79"/>
                <a:gd name="GluePoint14Y" fmla="*/ 8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9" h="79">
                  <a:moveTo>
                    <a:pt x="28" y="56"/>
                  </a:moveTo>
                  <a:cubicBezTo>
                    <a:pt x="34" y="56"/>
                    <a:pt x="40" y="54"/>
                    <a:pt x="45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4" y="40"/>
                    <a:pt x="56" y="34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72" name="Freeform 343"/>
            <p:cNvSpPr/>
            <p:nvPr/>
          </p:nvSpPr>
          <p:spPr>
            <a:xfrm>
              <a:off x="2113560" y="2450880"/>
              <a:ext cx="208080" cy="300960"/>
            </a:xfrm>
            <a:custGeom>
              <a:avLst/>
              <a:gdLst>
                <a:gd name="textAreaLeft" fmla="*/ 0 w 208080"/>
                <a:gd name="textAreaRight" fmla="*/ 208440 w 208080"/>
                <a:gd name="textAreaTop" fmla="*/ 0 h 300960"/>
                <a:gd name="textAreaBottom" fmla="*/ 301320 h 300960"/>
                <a:gd name="GluePoint1X" fmla="*/ 92 w 92"/>
                <a:gd name="GluePoint1Y" fmla="*/ 0 h 133"/>
                <a:gd name="GluePoint2X" fmla="*/ 0 w 92"/>
                <a:gd name="GluePoint2Y" fmla="*/ 0 h 133"/>
                <a:gd name="GluePoint3X" fmla="*/ 0 w 92"/>
                <a:gd name="GluePoint3Y" fmla="*/ 133 h 133"/>
                <a:gd name="GluePoint4X" fmla="*/ 92 w 92"/>
                <a:gd name="GluePoint4Y" fmla="*/ 133 h 133"/>
                <a:gd name="GluePoint5X" fmla="*/ 92 w 92"/>
                <a:gd name="GluePoint5Y" fmla="*/ 0 h 133"/>
                <a:gd name="GluePoint6X" fmla="*/ 88 w 92"/>
                <a:gd name="GluePoint6Y" fmla="*/ 4 h 133"/>
                <a:gd name="GluePoint7X" fmla="*/ 88 w 92"/>
                <a:gd name="GluePoint7Y" fmla="*/ 16 h 133"/>
                <a:gd name="GluePoint8X" fmla="*/ 5 w 92"/>
                <a:gd name="GluePoint8Y" fmla="*/ 16 h 133"/>
                <a:gd name="GluePoint9X" fmla="*/ 5 w 92"/>
                <a:gd name="GluePoint9Y" fmla="*/ 4 h 133"/>
                <a:gd name="GluePoint10X" fmla="*/ 88 w 92"/>
                <a:gd name="GluePoint10Y" fmla="*/ 4 h 133"/>
                <a:gd name="GluePoint11X" fmla="*/ 88 w 92"/>
                <a:gd name="GluePoint11Y" fmla="*/ 20 h 133"/>
                <a:gd name="GluePoint12X" fmla="*/ 88 w 92"/>
                <a:gd name="GluePoint12Y" fmla="*/ 104 h 133"/>
                <a:gd name="GluePoint13X" fmla="*/ 5 w 92"/>
                <a:gd name="GluePoint13Y" fmla="*/ 104 h 133"/>
                <a:gd name="GluePoint14X" fmla="*/ 5 w 92"/>
                <a:gd name="GluePoint14Y" fmla="*/ 20 h 133"/>
                <a:gd name="GluePoint15X" fmla="*/ 88 w 92"/>
                <a:gd name="GluePoint15Y" fmla="*/ 20 h 133"/>
                <a:gd name="GluePoint16X" fmla="*/ 5 w 92"/>
                <a:gd name="GluePoint16Y" fmla="*/ 129 h 133"/>
                <a:gd name="GluePoint17X" fmla="*/ 5 w 92"/>
                <a:gd name="GluePoint17Y" fmla="*/ 108 h 133"/>
                <a:gd name="GluePoint18X" fmla="*/ 88 w 92"/>
                <a:gd name="GluePoint18Y" fmla="*/ 108 h 133"/>
                <a:gd name="GluePoint19X" fmla="*/ 88 w 92"/>
                <a:gd name="GluePoint19Y" fmla="*/ 129 h 133"/>
                <a:gd name="GluePoint20X" fmla="*/ 5 w 92"/>
                <a:gd name="GluePoint20Y" fmla="*/ 129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92" h="133">
                  <a:moveTo>
                    <a:pt x="92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92" y="133"/>
                  </a:lnTo>
                  <a:lnTo>
                    <a:pt x="92" y="0"/>
                  </a:lnTo>
                  <a:close/>
                  <a:moveTo>
                    <a:pt x="88" y="4"/>
                  </a:moveTo>
                  <a:lnTo>
                    <a:pt x="88" y="16"/>
                  </a:lnTo>
                  <a:lnTo>
                    <a:pt x="5" y="16"/>
                  </a:lnTo>
                  <a:lnTo>
                    <a:pt x="5" y="4"/>
                  </a:lnTo>
                  <a:lnTo>
                    <a:pt x="88" y="4"/>
                  </a:lnTo>
                  <a:close/>
                  <a:moveTo>
                    <a:pt x="88" y="20"/>
                  </a:moveTo>
                  <a:lnTo>
                    <a:pt x="88" y="104"/>
                  </a:lnTo>
                  <a:lnTo>
                    <a:pt x="5" y="104"/>
                  </a:lnTo>
                  <a:lnTo>
                    <a:pt x="5" y="20"/>
                  </a:lnTo>
                  <a:lnTo>
                    <a:pt x="88" y="20"/>
                  </a:lnTo>
                  <a:close/>
                  <a:moveTo>
                    <a:pt x="5" y="129"/>
                  </a:moveTo>
                  <a:lnTo>
                    <a:pt x="5" y="108"/>
                  </a:lnTo>
                  <a:lnTo>
                    <a:pt x="88" y="108"/>
                  </a:lnTo>
                  <a:lnTo>
                    <a:pt x="88" y="129"/>
                  </a:lnTo>
                  <a:lnTo>
                    <a:pt x="5" y="1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73" name="Rectangle 344"/>
            <p:cNvSpPr/>
            <p:nvPr/>
          </p:nvSpPr>
          <p:spPr>
            <a:xfrm>
              <a:off x="2199600" y="2469240"/>
              <a:ext cx="36000" cy="86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20" bIns="4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74" name="Freeform 345"/>
            <p:cNvSpPr/>
            <p:nvPr/>
          </p:nvSpPr>
          <p:spPr>
            <a:xfrm>
              <a:off x="2204280" y="2704680"/>
              <a:ext cx="26640" cy="266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6640"/>
                <a:gd name="textAreaBottom" fmla="*/ 27000 h 26640"/>
                <a:gd name="GluePoint1X" fmla="*/ 12 w 24"/>
                <a:gd name="GluePoint1Y" fmla="*/ 0 h 24"/>
                <a:gd name="GluePoint2X" fmla="*/ 0 w 24"/>
                <a:gd name="GluePoint2Y" fmla="*/ 12 h 24"/>
                <a:gd name="GluePoint3X" fmla="*/ 12 w 24"/>
                <a:gd name="GluePoint3Y" fmla="*/ 24 h 24"/>
                <a:gd name="GluePoint4X" fmla="*/ 24 w 24"/>
                <a:gd name="GluePoint4Y" fmla="*/ 12 h 24"/>
                <a:gd name="GluePoint5X" fmla="*/ 12 w 24"/>
                <a:gd name="GluePoint5Y" fmla="*/ 0 h 24"/>
                <a:gd name="GluePoint6X" fmla="*/ 12 w 24"/>
                <a:gd name="GluePoint6Y" fmla="*/ 16 h 24"/>
                <a:gd name="GluePoint7X" fmla="*/ 8 w 24"/>
                <a:gd name="GluePoint7Y" fmla="*/ 12 h 24"/>
                <a:gd name="GluePoint8X" fmla="*/ 12 w 24"/>
                <a:gd name="GluePoint8Y" fmla="*/ 8 h 24"/>
                <a:gd name="GluePoint9X" fmla="*/ 16 w 24"/>
                <a:gd name="GluePoint9Y" fmla="*/ 12 h 24"/>
                <a:gd name="GluePoint10X" fmla="*/ 12 w 24"/>
                <a:gd name="GluePoint10Y" fmla="*/ 16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4" h="24"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10"/>
                    <a:pt x="10" y="8"/>
                    <a:pt x="12" y="8"/>
                  </a:cubicBezTo>
                  <a:cubicBezTo>
                    <a:pt x="14" y="8"/>
                    <a:pt x="16" y="10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3320" bIns="133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875" name="Freeform 346"/>
          <p:cNvSpPr/>
          <p:nvPr/>
        </p:nvSpPr>
        <p:spPr>
          <a:xfrm>
            <a:off x="2500920" y="2450880"/>
            <a:ext cx="217080" cy="300960"/>
          </a:xfrm>
          <a:custGeom>
            <a:avLst/>
            <a:gdLst>
              <a:gd name="textAreaLeft" fmla="*/ 0 w 217080"/>
              <a:gd name="textAreaRight" fmla="*/ 217440 w 217080"/>
              <a:gd name="textAreaTop" fmla="*/ 0 h 300960"/>
              <a:gd name="textAreaBottom" fmla="*/ 301320 h 300960"/>
              <a:gd name="GluePoint1X" fmla="*/ 66 w 96"/>
              <a:gd name="GluePoint1Y" fmla="*/ 8 h 133"/>
              <a:gd name="GluePoint2X" fmla="*/ 58 w 96"/>
              <a:gd name="GluePoint2Y" fmla="*/ 8 h 133"/>
              <a:gd name="GluePoint3X" fmla="*/ 58 w 96"/>
              <a:gd name="GluePoint3Y" fmla="*/ 0 h 133"/>
              <a:gd name="GluePoint4X" fmla="*/ 38 w 96"/>
              <a:gd name="GluePoint4Y" fmla="*/ 0 h 133"/>
              <a:gd name="GluePoint5X" fmla="*/ 38 w 96"/>
              <a:gd name="GluePoint5Y" fmla="*/ 8 h 133"/>
              <a:gd name="GluePoint6X" fmla="*/ 30 w 96"/>
              <a:gd name="GluePoint6Y" fmla="*/ 8 h 133"/>
              <a:gd name="GluePoint7X" fmla="*/ 28 w 96"/>
              <a:gd name="GluePoint7Y" fmla="*/ 14 h 133"/>
              <a:gd name="GluePoint8X" fmla="*/ 0 w 96"/>
              <a:gd name="GluePoint8Y" fmla="*/ 14 h 133"/>
              <a:gd name="GluePoint9X" fmla="*/ 0 w 96"/>
              <a:gd name="GluePoint9Y" fmla="*/ 133 h 133"/>
              <a:gd name="GluePoint10X" fmla="*/ 96 w 96"/>
              <a:gd name="GluePoint10Y" fmla="*/ 133 h 133"/>
              <a:gd name="GluePoint11X" fmla="*/ 96 w 96"/>
              <a:gd name="GluePoint11Y" fmla="*/ 14 h 133"/>
              <a:gd name="GluePoint12X" fmla="*/ 68 w 96"/>
              <a:gd name="GluePoint12Y" fmla="*/ 14 h 133"/>
              <a:gd name="GluePoint13X" fmla="*/ 66 w 96"/>
              <a:gd name="GluePoint13Y" fmla="*/ 8 h 133"/>
              <a:gd name="GluePoint14X" fmla="*/ 33 w 96"/>
              <a:gd name="GluePoint14Y" fmla="*/ 12 h 133"/>
              <a:gd name="GluePoint15X" fmla="*/ 42 w 96"/>
              <a:gd name="GluePoint15Y" fmla="*/ 12 h 133"/>
              <a:gd name="GluePoint16X" fmla="*/ 42 w 96"/>
              <a:gd name="GluePoint16Y" fmla="*/ 4 h 133"/>
              <a:gd name="GluePoint17X" fmla="*/ 54 w 96"/>
              <a:gd name="GluePoint17Y" fmla="*/ 4 h 133"/>
              <a:gd name="GluePoint18X" fmla="*/ 54 w 96"/>
              <a:gd name="GluePoint18Y" fmla="*/ 12 h 133"/>
              <a:gd name="GluePoint19X" fmla="*/ 63 w 96"/>
              <a:gd name="GluePoint19Y" fmla="*/ 12 h 133"/>
              <a:gd name="GluePoint20X" fmla="*/ 66 w 96"/>
              <a:gd name="GluePoint20Y" fmla="*/ 25 h 133"/>
              <a:gd name="GluePoint21X" fmla="*/ 30 w 96"/>
              <a:gd name="GluePoint21Y" fmla="*/ 25 h 133"/>
              <a:gd name="GluePoint22X" fmla="*/ 33 w 96"/>
              <a:gd name="GluePoint22Y" fmla="*/ 12 h 133"/>
              <a:gd name="GluePoint23X" fmla="*/ 71 w 96"/>
              <a:gd name="GluePoint23Y" fmla="*/ 29 h 133"/>
              <a:gd name="GluePoint24X" fmla="*/ 83 w 96"/>
              <a:gd name="GluePoint24Y" fmla="*/ 29 h 133"/>
              <a:gd name="GluePoint25X" fmla="*/ 83 w 96"/>
              <a:gd name="GluePoint25Y" fmla="*/ 120 h 133"/>
              <a:gd name="GluePoint26X" fmla="*/ 13 w 96"/>
              <a:gd name="GluePoint26Y" fmla="*/ 120 h 133"/>
              <a:gd name="GluePoint27X" fmla="*/ 13 w 96"/>
              <a:gd name="GluePoint27Y" fmla="*/ 29 h 133"/>
              <a:gd name="GluePoint28X" fmla="*/ 25 w 96"/>
              <a:gd name="GluePoint28Y" fmla="*/ 29 h 133"/>
              <a:gd name="GluePoint29X" fmla="*/ 71 w 96"/>
              <a:gd name="GluePoint29Y" fmla="*/ 29 h 133"/>
              <a:gd name="GluePoint30X" fmla="*/ 92 w 96"/>
              <a:gd name="GluePoint30Y" fmla="*/ 18 h 133"/>
              <a:gd name="GluePoint31X" fmla="*/ 92 w 96"/>
              <a:gd name="GluePoint31Y" fmla="*/ 129 h 133"/>
              <a:gd name="GluePoint32X" fmla="*/ 4 w 96"/>
              <a:gd name="GluePoint32Y" fmla="*/ 129 h 133"/>
              <a:gd name="GluePoint33X" fmla="*/ 4 w 96"/>
              <a:gd name="GluePoint33Y" fmla="*/ 18 h 133"/>
              <a:gd name="GluePoint34X" fmla="*/ 27 w 96"/>
              <a:gd name="GluePoint34Y" fmla="*/ 18 h 133"/>
              <a:gd name="GluePoint35X" fmla="*/ 26 w 96"/>
              <a:gd name="GluePoint35Y" fmla="*/ 25 h 133"/>
              <a:gd name="GluePoint36X" fmla="*/ 8 w 96"/>
              <a:gd name="GluePoint36Y" fmla="*/ 25 h 133"/>
              <a:gd name="GluePoint37X" fmla="*/ 8 w 96"/>
              <a:gd name="GluePoint37Y" fmla="*/ 124 h 133"/>
              <a:gd name="GluePoint38X" fmla="*/ 88 w 96"/>
              <a:gd name="GluePoint38Y" fmla="*/ 124 h 133"/>
              <a:gd name="GluePoint39X" fmla="*/ 88 w 96"/>
              <a:gd name="GluePoint39Y" fmla="*/ 25 h 133"/>
              <a:gd name="GluePoint40X" fmla="*/ 70 w 96"/>
              <a:gd name="GluePoint40Y" fmla="*/ 25 h 133"/>
              <a:gd name="GluePoint41X" fmla="*/ 69 w 96"/>
              <a:gd name="GluePoint41Y" fmla="*/ 18 h 133"/>
              <a:gd name="GluePoint42X" fmla="*/ 92 w 96"/>
              <a:gd name="GluePoint42Y" fmla="*/ 18 h 1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</a:cxnLst>
            <a:rect l="textAreaLeft" t="textAreaTop" r="textAreaRight" b="textAreaBottom"/>
            <a:pathLst>
              <a:path w="96" h="133">
                <a:moveTo>
                  <a:pt x="66" y="8"/>
                </a:moveTo>
                <a:lnTo>
                  <a:pt x="58" y="8"/>
                </a:lnTo>
                <a:lnTo>
                  <a:pt x="58" y="0"/>
                </a:lnTo>
                <a:lnTo>
                  <a:pt x="38" y="0"/>
                </a:lnTo>
                <a:lnTo>
                  <a:pt x="38" y="8"/>
                </a:lnTo>
                <a:lnTo>
                  <a:pt x="30" y="8"/>
                </a:lnTo>
                <a:lnTo>
                  <a:pt x="28" y="14"/>
                </a:lnTo>
                <a:lnTo>
                  <a:pt x="0" y="14"/>
                </a:lnTo>
                <a:lnTo>
                  <a:pt x="0" y="133"/>
                </a:lnTo>
                <a:lnTo>
                  <a:pt x="96" y="133"/>
                </a:lnTo>
                <a:lnTo>
                  <a:pt x="96" y="14"/>
                </a:lnTo>
                <a:lnTo>
                  <a:pt x="68" y="14"/>
                </a:lnTo>
                <a:lnTo>
                  <a:pt x="66" y="8"/>
                </a:lnTo>
                <a:close/>
                <a:moveTo>
                  <a:pt x="33" y="12"/>
                </a:moveTo>
                <a:lnTo>
                  <a:pt x="42" y="12"/>
                </a:lnTo>
                <a:lnTo>
                  <a:pt x="42" y="4"/>
                </a:lnTo>
                <a:lnTo>
                  <a:pt x="54" y="4"/>
                </a:lnTo>
                <a:lnTo>
                  <a:pt x="54" y="12"/>
                </a:lnTo>
                <a:lnTo>
                  <a:pt x="63" y="12"/>
                </a:lnTo>
                <a:lnTo>
                  <a:pt x="66" y="25"/>
                </a:lnTo>
                <a:lnTo>
                  <a:pt x="30" y="25"/>
                </a:lnTo>
                <a:lnTo>
                  <a:pt x="33" y="12"/>
                </a:lnTo>
                <a:close/>
                <a:moveTo>
                  <a:pt x="71" y="29"/>
                </a:moveTo>
                <a:lnTo>
                  <a:pt x="83" y="29"/>
                </a:lnTo>
                <a:lnTo>
                  <a:pt x="83" y="120"/>
                </a:lnTo>
                <a:lnTo>
                  <a:pt x="13" y="120"/>
                </a:lnTo>
                <a:lnTo>
                  <a:pt x="13" y="29"/>
                </a:lnTo>
                <a:lnTo>
                  <a:pt x="25" y="29"/>
                </a:lnTo>
                <a:lnTo>
                  <a:pt x="71" y="29"/>
                </a:lnTo>
                <a:close/>
                <a:moveTo>
                  <a:pt x="92" y="18"/>
                </a:moveTo>
                <a:lnTo>
                  <a:pt x="92" y="129"/>
                </a:lnTo>
                <a:lnTo>
                  <a:pt x="4" y="129"/>
                </a:lnTo>
                <a:lnTo>
                  <a:pt x="4" y="18"/>
                </a:lnTo>
                <a:lnTo>
                  <a:pt x="27" y="18"/>
                </a:lnTo>
                <a:lnTo>
                  <a:pt x="26" y="25"/>
                </a:lnTo>
                <a:lnTo>
                  <a:pt x="8" y="25"/>
                </a:lnTo>
                <a:lnTo>
                  <a:pt x="8" y="124"/>
                </a:lnTo>
                <a:lnTo>
                  <a:pt x="88" y="124"/>
                </a:lnTo>
                <a:lnTo>
                  <a:pt x="88" y="25"/>
                </a:lnTo>
                <a:lnTo>
                  <a:pt x="70" y="25"/>
                </a:lnTo>
                <a:lnTo>
                  <a:pt x="69" y="18"/>
                </a:lnTo>
                <a:lnTo>
                  <a:pt x="92" y="1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 defTabSz="457200">
              <a:lnSpc>
                <a:spcPct val="100000"/>
              </a:lnSpc>
            </a:pPr>
            <a:endParaRPr b="0" lang="uk-UA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876" name="Group 4"/>
          <p:cNvGrpSpPr/>
          <p:nvPr/>
        </p:nvGrpSpPr>
        <p:grpSpPr>
          <a:xfrm>
            <a:off x="2892600" y="2450880"/>
            <a:ext cx="217080" cy="300960"/>
            <a:chOff x="2892600" y="2450880"/>
            <a:chExt cx="217080" cy="300960"/>
          </a:xfrm>
        </p:grpSpPr>
        <p:sp>
          <p:nvSpPr>
            <p:cNvPr id="1877" name="Freeform 347"/>
            <p:cNvSpPr/>
            <p:nvPr/>
          </p:nvSpPr>
          <p:spPr>
            <a:xfrm>
              <a:off x="2955960" y="2577600"/>
              <a:ext cx="99360" cy="6984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69840"/>
                <a:gd name="textAreaBottom" fmla="*/ 70200 h 69840"/>
                <a:gd name="GluePoint1X" fmla="*/ 16 w 44"/>
                <a:gd name="GluePoint1Y" fmla="*/ 26 h 31"/>
                <a:gd name="GluePoint2X" fmla="*/ 3 w 44"/>
                <a:gd name="GluePoint2Y" fmla="*/ 13 h 31"/>
                <a:gd name="GluePoint3X" fmla="*/ 0 w 44"/>
                <a:gd name="GluePoint3Y" fmla="*/ 16 h 31"/>
                <a:gd name="GluePoint4X" fmla="*/ 15 w 44"/>
                <a:gd name="GluePoint4Y" fmla="*/ 31 h 31"/>
                <a:gd name="GluePoint5X" fmla="*/ 17 w 44"/>
                <a:gd name="GluePoint5Y" fmla="*/ 31 h 31"/>
                <a:gd name="GluePoint6X" fmla="*/ 44 w 44"/>
                <a:gd name="GluePoint6Y" fmla="*/ 3 h 31"/>
                <a:gd name="GluePoint7X" fmla="*/ 42 w 44"/>
                <a:gd name="GluePoint7Y" fmla="*/ 0 h 31"/>
                <a:gd name="GluePoint8X" fmla="*/ 16 w 44"/>
                <a:gd name="GluePoint8Y" fmla="*/ 26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31">
                  <a:moveTo>
                    <a:pt x="16" y="26"/>
                  </a:moveTo>
                  <a:lnTo>
                    <a:pt x="3" y="13"/>
                  </a:lnTo>
                  <a:lnTo>
                    <a:pt x="0" y="16"/>
                  </a:lnTo>
                  <a:lnTo>
                    <a:pt x="15" y="31"/>
                  </a:lnTo>
                  <a:lnTo>
                    <a:pt x="17" y="31"/>
                  </a:lnTo>
                  <a:lnTo>
                    <a:pt x="44" y="3"/>
                  </a:lnTo>
                  <a:lnTo>
                    <a:pt x="42" y="0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78" name="Freeform 348"/>
            <p:cNvSpPr/>
            <p:nvPr/>
          </p:nvSpPr>
          <p:spPr>
            <a:xfrm>
              <a:off x="289260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6 w 96"/>
                <a:gd name="GluePoint1Y" fmla="*/ 8 h 133"/>
                <a:gd name="GluePoint2X" fmla="*/ 58 w 96"/>
                <a:gd name="GluePoint2Y" fmla="*/ 8 h 133"/>
                <a:gd name="GluePoint3X" fmla="*/ 58 w 96"/>
                <a:gd name="GluePoint3Y" fmla="*/ 0 h 133"/>
                <a:gd name="GluePoint4X" fmla="*/ 37 w 96"/>
                <a:gd name="GluePoint4Y" fmla="*/ 0 h 133"/>
                <a:gd name="GluePoint5X" fmla="*/ 37 w 96"/>
                <a:gd name="GluePoint5Y" fmla="*/ 8 h 133"/>
                <a:gd name="GluePoint6X" fmla="*/ 30 w 96"/>
                <a:gd name="GluePoint6Y" fmla="*/ 8 h 133"/>
                <a:gd name="GluePoint7X" fmla="*/ 28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8 w 96"/>
                <a:gd name="GluePoint12Y" fmla="*/ 14 h 133"/>
                <a:gd name="GluePoint13X" fmla="*/ 66 w 96"/>
                <a:gd name="GluePoint13Y" fmla="*/ 8 h 133"/>
                <a:gd name="GluePoint14X" fmla="*/ 33 w 96"/>
                <a:gd name="GluePoint14Y" fmla="*/ 12 h 133"/>
                <a:gd name="GluePoint15X" fmla="*/ 42 w 96"/>
                <a:gd name="GluePoint15Y" fmla="*/ 12 h 133"/>
                <a:gd name="GluePoint16X" fmla="*/ 42 w 96"/>
                <a:gd name="GluePoint16Y" fmla="*/ 4 h 133"/>
                <a:gd name="GluePoint17X" fmla="*/ 54 w 96"/>
                <a:gd name="GluePoint17Y" fmla="*/ 4 h 133"/>
                <a:gd name="GluePoint18X" fmla="*/ 54 w 96"/>
                <a:gd name="GluePoint18Y" fmla="*/ 12 h 133"/>
                <a:gd name="GluePoint19X" fmla="*/ 63 w 96"/>
                <a:gd name="GluePoint19Y" fmla="*/ 12 h 133"/>
                <a:gd name="GluePoint20X" fmla="*/ 66 w 96"/>
                <a:gd name="GluePoint20Y" fmla="*/ 25 h 133"/>
                <a:gd name="GluePoint21X" fmla="*/ 30 w 96"/>
                <a:gd name="GluePoint21Y" fmla="*/ 25 h 133"/>
                <a:gd name="GluePoint22X" fmla="*/ 33 w 96"/>
                <a:gd name="GluePoint22Y" fmla="*/ 12 h 133"/>
                <a:gd name="GluePoint23X" fmla="*/ 91 w 96"/>
                <a:gd name="GluePoint23Y" fmla="*/ 18 h 133"/>
                <a:gd name="GluePoint24X" fmla="*/ 91 w 96"/>
                <a:gd name="GluePoint24Y" fmla="*/ 129 h 133"/>
                <a:gd name="GluePoint25X" fmla="*/ 4 w 96"/>
                <a:gd name="GluePoint25Y" fmla="*/ 129 h 133"/>
                <a:gd name="GluePoint26X" fmla="*/ 4 w 96"/>
                <a:gd name="GluePoint26Y" fmla="*/ 18 h 133"/>
                <a:gd name="GluePoint27X" fmla="*/ 27 w 96"/>
                <a:gd name="GluePoint27Y" fmla="*/ 18 h 133"/>
                <a:gd name="GluePoint28X" fmla="*/ 24 w 96"/>
                <a:gd name="GluePoint28Y" fmla="*/ 29 h 133"/>
                <a:gd name="GluePoint29X" fmla="*/ 72 w 96"/>
                <a:gd name="GluePoint29Y" fmla="*/ 29 h 133"/>
                <a:gd name="GluePoint30X" fmla="*/ 69 w 96"/>
                <a:gd name="GluePoint30Y" fmla="*/ 18 h 133"/>
                <a:gd name="GluePoint31X" fmla="*/ 91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1" y="18"/>
                  </a:moveTo>
                  <a:lnTo>
                    <a:pt x="91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1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79" name="Group 5"/>
          <p:cNvGrpSpPr/>
          <p:nvPr/>
        </p:nvGrpSpPr>
        <p:grpSpPr>
          <a:xfrm>
            <a:off x="3284280" y="2450880"/>
            <a:ext cx="217080" cy="300960"/>
            <a:chOff x="3284280" y="2450880"/>
            <a:chExt cx="217080" cy="300960"/>
          </a:xfrm>
        </p:grpSpPr>
        <p:sp>
          <p:nvSpPr>
            <p:cNvPr id="1880" name="Freeform 349"/>
            <p:cNvSpPr/>
            <p:nvPr/>
          </p:nvSpPr>
          <p:spPr>
            <a:xfrm>
              <a:off x="3340800" y="2586960"/>
              <a:ext cx="103680" cy="6516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65160"/>
                <a:gd name="textAreaBottom" fmla="*/ 65520 h 65160"/>
                <a:gd name="GluePoint1X" fmla="*/ 75 w 88"/>
                <a:gd name="GluePoint1Y" fmla="*/ 24 h 56"/>
                <a:gd name="GluePoint2X" fmla="*/ 44 w 88"/>
                <a:gd name="GluePoint2Y" fmla="*/ 0 h 56"/>
                <a:gd name="GluePoint3X" fmla="*/ 12 w 88"/>
                <a:gd name="GluePoint3Y" fmla="*/ 24 h 56"/>
                <a:gd name="GluePoint4X" fmla="*/ 0 w 88"/>
                <a:gd name="GluePoint4Y" fmla="*/ 40 h 56"/>
                <a:gd name="GluePoint5X" fmla="*/ 16 w 88"/>
                <a:gd name="GluePoint5Y" fmla="*/ 56 h 56"/>
                <a:gd name="GluePoint6X" fmla="*/ 72 w 88"/>
                <a:gd name="GluePoint6Y" fmla="*/ 56 h 56"/>
                <a:gd name="GluePoint7X" fmla="*/ 88 w 88"/>
                <a:gd name="GluePoint7Y" fmla="*/ 40 h 56"/>
                <a:gd name="GluePoint8X" fmla="*/ 75 w 88"/>
                <a:gd name="GluePoint8Y" fmla="*/ 24 h 56"/>
                <a:gd name="GluePoint9X" fmla="*/ 72 w 88"/>
                <a:gd name="GluePoint9Y" fmla="*/ 48 h 56"/>
                <a:gd name="GluePoint10X" fmla="*/ 16 w 88"/>
                <a:gd name="GluePoint10Y" fmla="*/ 48 h 56"/>
                <a:gd name="GluePoint11X" fmla="*/ 8 w 88"/>
                <a:gd name="GluePoint11Y" fmla="*/ 40 h 56"/>
                <a:gd name="GluePoint12X" fmla="*/ 16 w 88"/>
                <a:gd name="GluePoint12Y" fmla="*/ 32 h 56"/>
                <a:gd name="GluePoint13X" fmla="*/ 19 w 88"/>
                <a:gd name="GluePoint13Y" fmla="*/ 32 h 56"/>
                <a:gd name="GluePoint14X" fmla="*/ 20 w 88"/>
                <a:gd name="GluePoint14Y" fmla="*/ 29 h 56"/>
                <a:gd name="GluePoint15X" fmla="*/ 44 w 88"/>
                <a:gd name="GluePoint15Y" fmla="*/ 8 h 56"/>
                <a:gd name="GluePoint16X" fmla="*/ 68 w 88"/>
                <a:gd name="GluePoint16Y" fmla="*/ 28 h 56"/>
                <a:gd name="GluePoint17X" fmla="*/ 68 w 88"/>
                <a:gd name="GluePoint17Y" fmla="*/ 32 h 56"/>
                <a:gd name="GluePoint18X" fmla="*/ 72 w 88"/>
                <a:gd name="GluePoint18Y" fmla="*/ 32 h 56"/>
                <a:gd name="GluePoint19X" fmla="*/ 80 w 88"/>
                <a:gd name="GluePoint19Y" fmla="*/ 40 h 56"/>
                <a:gd name="GluePoint20X" fmla="*/ 72 w 88"/>
                <a:gd name="GluePoint20Y" fmla="*/ 4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75" y="24"/>
                  </a:moveTo>
                  <a:cubicBezTo>
                    <a:pt x="73" y="10"/>
                    <a:pt x="60" y="0"/>
                    <a:pt x="44" y="0"/>
                  </a:cubicBezTo>
                  <a:cubicBezTo>
                    <a:pt x="29" y="0"/>
                    <a:pt x="16" y="12"/>
                    <a:pt x="12" y="24"/>
                  </a:cubicBezTo>
                  <a:cubicBezTo>
                    <a:pt x="4" y="26"/>
                    <a:pt x="0" y="35"/>
                    <a:pt x="0" y="40"/>
                  </a:cubicBezTo>
                  <a:cubicBezTo>
                    <a:pt x="0" y="50"/>
                    <a:pt x="5" y="56"/>
                    <a:pt x="16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82" y="56"/>
                    <a:pt x="88" y="50"/>
                    <a:pt x="88" y="40"/>
                  </a:cubicBezTo>
                  <a:cubicBezTo>
                    <a:pt x="88" y="35"/>
                    <a:pt x="83" y="26"/>
                    <a:pt x="75" y="24"/>
                  </a:cubicBezTo>
                  <a:close/>
                  <a:moveTo>
                    <a:pt x="72" y="4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0" y="48"/>
                    <a:pt x="8" y="46"/>
                    <a:pt x="8" y="40"/>
                  </a:cubicBezTo>
                  <a:cubicBezTo>
                    <a:pt x="8" y="38"/>
                    <a:pt x="10" y="32"/>
                    <a:pt x="16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19"/>
                    <a:pt x="32" y="8"/>
                    <a:pt x="44" y="8"/>
                  </a:cubicBezTo>
                  <a:cubicBezTo>
                    <a:pt x="55" y="8"/>
                    <a:pt x="68" y="15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7" y="32"/>
                    <a:pt x="80" y="38"/>
                    <a:pt x="80" y="40"/>
                  </a:cubicBezTo>
                  <a:cubicBezTo>
                    <a:pt x="80" y="45"/>
                    <a:pt x="77" y="48"/>
                    <a:pt x="72" y="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81" name="Freeform 350"/>
            <p:cNvSpPr/>
            <p:nvPr/>
          </p:nvSpPr>
          <p:spPr>
            <a:xfrm>
              <a:off x="328428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6 w 96"/>
                <a:gd name="GluePoint1Y" fmla="*/ 8 h 133"/>
                <a:gd name="GluePoint2X" fmla="*/ 58 w 96"/>
                <a:gd name="GluePoint2Y" fmla="*/ 8 h 133"/>
                <a:gd name="GluePoint3X" fmla="*/ 58 w 96"/>
                <a:gd name="GluePoint3Y" fmla="*/ 0 h 133"/>
                <a:gd name="GluePoint4X" fmla="*/ 38 w 96"/>
                <a:gd name="GluePoint4Y" fmla="*/ 0 h 133"/>
                <a:gd name="GluePoint5X" fmla="*/ 38 w 96"/>
                <a:gd name="GluePoint5Y" fmla="*/ 8 h 133"/>
                <a:gd name="GluePoint6X" fmla="*/ 29 w 96"/>
                <a:gd name="GluePoint6Y" fmla="*/ 8 h 133"/>
                <a:gd name="GluePoint7X" fmla="*/ 28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8 w 96"/>
                <a:gd name="GluePoint12Y" fmla="*/ 14 h 133"/>
                <a:gd name="GluePoint13X" fmla="*/ 66 w 96"/>
                <a:gd name="GluePoint13Y" fmla="*/ 8 h 133"/>
                <a:gd name="GluePoint14X" fmla="*/ 33 w 96"/>
                <a:gd name="GluePoint14Y" fmla="*/ 12 h 133"/>
                <a:gd name="GluePoint15X" fmla="*/ 42 w 96"/>
                <a:gd name="GluePoint15Y" fmla="*/ 12 h 133"/>
                <a:gd name="GluePoint16X" fmla="*/ 42 w 96"/>
                <a:gd name="GluePoint16Y" fmla="*/ 4 h 133"/>
                <a:gd name="GluePoint17X" fmla="*/ 54 w 96"/>
                <a:gd name="GluePoint17Y" fmla="*/ 4 h 133"/>
                <a:gd name="GluePoint18X" fmla="*/ 54 w 96"/>
                <a:gd name="GluePoint18Y" fmla="*/ 12 h 133"/>
                <a:gd name="GluePoint19X" fmla="*/ 63 w 96"/>
                <a:gd name="GluePoint19Y" fmla="*/ 12 h 133"/>
                <a:gd name="GluePoint20X" fmla="*/ 66 w 96"/>
                <a:gd name="GluePoint20Y" fmla="*/ 25 h 133"/>
                <a:gd name="GluePoint21X" fmla="*/ 30 w 96"/>
                <a:gd name="GluePoint21Y" fmla="*/ 25 h 133"/>
                <a:gd name="GluePoint22X" fmla="*/ 33 w 96"/>
                <a:gd name="GluePoint22Y" fmla="*/ 12 h 133"/>
                <a:gd name="GluePoint23X" fmla="*/ 92 w 96"/>
                <a:gd name="GluePoint23Y" fmla="*/ 18 h 133"/>
                <a:gd name="GluePoint24X" fmla="*/ 92 w 96"/>
                <a:gd name="GluePoint24Y" fmla="*/ 129 h 133"/>
                <a:gd name="GluePoint25X" fmla="*/ 4 w 96"/>
                <a:gd name="GluePoint25Y" fmla="*/ 129 h 133"/>
                <a:gd name="GluePoint26X" fmla="*/ 4 w 96"/>
                <a:gd name="GluePoint26Y" fmla="*/ 18 h 133"/>
                <a:gd name="GluePoint27X" fmla="*/ 27 w 96"/>
                <a:gd name="GluePoint27Y" fmla="*/ 18 h 133"/>
                <a:gd name="GluePoint28X" fmla="*/ 24 w 96"/>
                <a:gd name="GluePoint28Y" fmla="*/ 29 h 133"/>
                <a:gd name="GluePoint29X" fmla="*/ 72 w 96"/>
                <a:gd name="GluePoint29Y" fmla="*/ 29 h 133"/>
                <a:gd name="GluePoint30X" fmla="*/ 69 w 96"/>
                <a:gd name="GluePoint30Y" fmla="*/ 18 h 133"/>
                <a:gd name="GluePoint31X" fmla="*/ 92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29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82" name="Group 6"/>
          <p:cNvGrpSpPr/>
          <p:nvPr/>
        </p:nvGrpSpPr>
        <p:grpSpPr>
          <a:xfrm>
            <a:off x="3675960" y="2450880"/>
            <a:ext cx="217080" cy="300960"/>
            <a:chOff x="3675960" y="2450880"/>
            <a:chExt cx="217080" cy="300960"/>
          </a:xfrm>
        </p:grpSpPr>
        <p:sp>
          <p:nvSpPr>
            <p:cNvPr id="1883" name="Freeform 351"/>
            <p:cNvSpPr/>
            <p:nvPr/>
          </p:nvSpPr>
          <p:spPr>
            <a:xfrm>
              <a:off x="3744000" y="2568600"/>
              <a:ext cx="81000" cy="9720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7200"/>
                <a:gd name="textAreaBottom" fmla="*/ 97560 h 97200"/>
                <a:gd name="GluePoint1X" fmla="*/ 20 w 36"/>
                <a:gd name="GluePoint1Y" fmla="*/ 36 h 43"/>
                <a:gd name="GluePoint2X" fmla="*/ 20 w 36"/>
                <a:gd name="GluePoint2Y" fmla="*/ 0 h 43"/>
                <a:gd name="GluePoint3X" fmla="*/ 16 w 36"/>
                <a:gd name="GluePoint3Y" fmla="*/ 0 h 43"/>
                <a:gd name="GluePoint4X" fmla="*/ 16 w 36"/>
                <a:gd name="GluePoint4Y" fmla="*/ 36 h 43"/>
                <a:gd name="GluePoint5X" fmla="*/ 3 w 36"/>
                <a:gd name="GluePoint5Y" fmla="*/ 23 h 43"/>
                <a:gd name="GluePoint6X" fmla="*/ 0 w 36"/>
                <a:gd name="GluePoint6Y" fmla="*/ 26 h 43"/>
                <a:gd name="GluePoint7X" fmla="*/ 16 w 36"/>
                <a:gd name="GluePoint7Y" fmla="*/ 43 h 43"/>
                <a:gd name="GluePoint8X" fmla="*/ 19 w 36"/>
                <a:gd name="GluePoint8Y" fmla="*/ 43 h 43"/>
                <a:gd name="GluePoint9X" fmla="*/ 36 w 36"/>
                <a:gd name="GluePoint9Y" fmla="*/ 26 h 43"/>
                <a:gd name="GluePoint10X" fmla="*/ 33 w 36"/>
                <a:gd name="GluePoint10Y" fmla="*/ 23 h 43"/>
                <a:gd name="GluePoint11X" fmla="*/ 20 w 36"/>
                <a:gd name="GluePoint11Y" fmla="*/ 36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3">
                  <a:moveTo>
                    <a:pt x="20" y="36"/>
                  </a:moveTo>
                  <a:lnTo>
                    <a:pt x="20" y="0"/>
                  </a:lnTo>
                  <a:lnTo>
                    <a:pt x="16" y="0"/>
                  </a:lnTo>
                  <a:lnTo>
                    <a:pt x="16" y="36"/>
                  </a:lnTo>
                  <a:lnTo>
                    <a:pt x="3" y="23"/>
                  </a:lnTo>
                  <a:lnTo>
                    <a:pt x="0" y="26"/>
                  </a:lnTo>
                  <a:lnTo>
                    <a:pt x="16" y="43"/>
                  </a:lnTo>
                  <a:lnTo>
                    <a:pt x="19" y="43"/>
                  </a:lnTo>
                  <a:lnTo>
                    <a:pt x="36" y="26"/>
                  </a:lnTo>
                  <a:lnTo>
                    <a:pt x="33" y="23"/>
                  </a:lnTo>
                  <a:lnTo>
                    <a:pt x="20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84" name="Freeform 352"/>
            <p:cNvSpPr/>
            <p:nvPr/>
          </p:nvSpPr>
          <p:spPr>
            <a:xfrm>
              <a:off x="367596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6 w 96"/>
                <a:gd name="GluePoint1Y" fmla="*/ 8 h 133"/>
                <a:gd name="GluePoint2X" fmla="*/ 58 w 96"/>
                <a:gd name="GluePoint2Y" fmla="*/ 8 h 133"/>
                <a:gd name="GluePoint3X" fmla="*/ 58 w 96"/>
                <a:gd name="GluePoint3Y" fmla="*/ 0 h 133"/>
                <a:gd name="GluePoint4X" fmla="*/ 37 w 96"/>
                <a:gd name="GluePoint4Y" fmla="*/ 0 h 133"/>
                <a:gd name="GluePoint5X" fmla="*/ 37 w 96"/>
                <a:gd name="GluePoint5Y" fmla="*/ 8 h 133"/>
                <a:gd name="GluePoint6X" fmla="*/ 30 w 96"/>
                <a:gd name="GluePoint6Y" fmla="*/ 8 h 133"/>
                <a:gd name="GluePoint7X" fmla="*/ 28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8 w 96"/>
                <a:gd name="GluePoint12Y" fmla="*/ 14 h 133"/>
                <a:gd name="GluePoint13X" fmla="*/ 66 w 96"/>
                <a:gd name="GluePoint13Y" fmla="*/ 8 h 133"/>
                <a:gd name="GluePoint14X" fmla="*/ 33 w 96"/>
                <a:gd name="GluePoint14Y" fmla="*/ 12 h 133"/>
                <a:gd name="GluePoint15X" fmla="*/ 42 w 96"/>
                <a:gd name="GluePoint15Y" fmla="*/ 12 h 133"/>
                <a:gd name="GluePoint16X" fmla="*/ 42 w 96"/>
                <a:gd name="GluePoint16Y" fmla="*/ 4 h 133"/>
                <a:gd name="GluePoint17X" fmla="*/ 54 w 96"/>
                <a:gd name="GluePoint17Y" fmla="*/ 4 h 133"/>
                <a:gd name="GluePoint18X" fmla="*/ 54 w 96"/>
                <a:gd name="GluePoint18Y" fmla="*/ 12 h 133"/>
                <a:gd name="GluePoint19X" fmla="*/ 63 w 96"/>
                <a:gd name="GluePoint19Y" fmla="*/ 12 h 133"/>
                <a:gd name="GluePoint20X" fmla="*/ 66 w 96"/>
                <a:gd name="GluePoint20Y" fmla="*/ 25 h 133"/>
                <a:gd name="GluePoint21X" fmla="*/ 30 w 96"/>
                <a:gd name="GluePoint21Y" fmla="*/ 25 h 133"/>
                <a:gd name="GluePoint22X" fmla="*/ 33 w 96"/>
                <a:gd name="GluePoint22Y" fmla="*/ 12 h 133"/>
                <a:gd name="GluePoint23X" fmla="*/ 92 w 96"/>
                <a:gd name="GluePoint23Y" fmla="*/ 18 h 133"/>
                <a:gd name="GluePoint24X" fmla="*/ 92 w 96"/>
                <a:gd name="GluePoint24Y" fmla="*/ 129 h 133"/>
                <a:gd name="GluePoint25X" fmla="*/ 4 w 96"/>
                <a:gd name="GluePoint25Y" fmla="*/ 129 h 133"/>
                <a:gd name="GluePoint26X" fmla="*/ 4 w 96"/>
                <a:gd name="GluePoint26Y" fmla="*/ 18 h 133"/>
                <a:gd name="GluePoint27X" fmla="*/ 27 w 96"/>
                <a:gd name="GluePoint27Y" fmla="*/ 18 h 133"/>
                <a:gd name="GluePoint28X" fmla="*/ 24 w 96"/>
                <a:gd name="GluePoint28Y" fmla="*/ 29 h 133"/>
                <a:gd name="GluePoint29X" fmla="*/ 71 w 96"/>
                <a:gd name="GluePoint29Y" fmla="*/ 29 h 133"/>
                <a:gd name="GluePoint30X" fmla="*/ 69 w 96"/>
                <a:gd name="GluePoint30Y" fmla="*/ 18 h 133"/>
                <a:gd name="GluePoint31X" fmla="*/ 92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85" name="Group 7"/>
          <p:cNvGrpSpPr/>
          <p:nvPr/>
        </p:nvGrpSpPr>
        <p:grpSpPr>
          <a:xfrm>
            <a:off x="4068000" y="2450880"/>
            <a:ext cx="217080" cy="300960"/>
            <a:chOff x="4068000" y="2450880"/>
            <a:chExt cx="217080" cy="300960"/>
          </a:xfrm>
        </p:grpSpPr>
        <p:sp>
          <p:nvSpPr>
            <p:cNvPr id="1886" name="Freeform 353"/>
            <p:cNvSpPr/>
            <p:nvPr/>
          </p:nvSpPr>
          <p:spPr>
            <a:xfrm>
              <a:off x="406800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6 w 96"/>
                <a:gd name="GluePoint1Y" fmla="*/ 8 h 133"/>
                <a:gd name="GluePoint2X" fmla="*/ 58 w 96"/>
                <a:gd name="GluePoint2Y" fmla="*/ 8 h 133"/>
                <a:gd name="GluePoint3X" fmla="*/ 58 w 96"/>
                <a:gd name="GluePoint3Y" fmla="*/ 0 h 133"/>
                <a:gd name="GluePoint4X" fmla="*/ 37 w 96"/>
                <a:gd name="GluePoint4Y" fmla="*/ 0 h 133"/>
                <a:gd name="GluePoint5X" fmla="*/ 37 w 96"/>
                <a:gd name="GluePoint5Y" fmla="*/ 8 h 133"/>
                <a:gd name="GluePoint6X" fmla="*/ 29 w 96"/>
                <a:gd name="GluePoint6Y" fmla="*/ 8 h 133"/>
                <a:gd name="GluePoint7X" fmla="*/ 28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7 w 96"/>
                <a:gd name="GluePoint12Y" fmla="*/ 14 h 133"/>
                <a:gd name="GluePoint13X" fmla="*/ 66 w 96"/>
                <a:gd name="GluePoint13Y" fmla="*/ 8 h 133"/>
                <a:gd name="GluePoint14X" fmla="*/ 33 w 96"/>
                <a:gd name="GluePoint14Y" fmla="*/ 12 h 133"/>
                <a:gd name="GluePoint15X" fmla="*/ 41 w 96"/>
                <a:gd name="GluePoint15Y" fmla="*/ 12 h 133"/>
                <a:gd name="GluePoint16X" fmla="*/ 41 w 96"/>
                <a:gd name="GluePoint16Y" fmla="*/ 4 h 133"/>
                <a:gd name="GluePoint17X" fmla="*/ 54 w 96"/>
                <a:gd name="GluePoint17Y" fmla="*/ 4 h 133"/>
                <a:gd name="GluePoint18X" fmla="*/ 54 w 96"/>
                <a:gd name="GluePoint18Y" fmla="*/ 12 h 133"/>
                <a:gd name="GluePoint19X" fmla="*/ 63 w 96"/>
                <a:gd name="GluePoint19Y" fmla="*/ 12 h 133"/>
                <a:gd name="GluePoint20X" fmla="*/ 66 w 96"/>
                <a:gd name="GluePoint20Y" fmla="*/ 25 h 133"/>
                <a:gd name="GluePoint21X" fmla="*/ 29 w 96"/>
                <a:gd name="GluePoint21Y" fmla="*/ 25 h 133"/>
                <a:gd name="GluePoint22X" fmla="*/ 33 w 96"/>
                <a:gd name="GluePoint22Y" fmla="*/ 12 h 133"/>
                <a:gd name="GluePoint23X" fmla="*/ 91 w 96"/>
                <a:gd name="GluePoint23Y" fmla="*/ 18 h 133"/>
                <a:gd name="GluePoint24X" fmla="*/ 91 w 96"/>
                <a:gd name="GluePoint24Y" fmla="*/ 129 h 133"/>
                <a:gd name="GluePoint25X" fmla="*/ 4 w 96"/>
                <a:gd name="GluePoint25Y" fmla="*/ 129 h 133"/>
                <a:gd name="GluePoint26X" fmla="*/ 4 w 96"/>
                <a:gd name="GluePoint26Y" fmla="*/ 18 h 133"/>
                <a:gd name="GluePoint27X" fmla="*/ 27 w 96"/>
                <a:gd name="GluePoint27Y" fmla="*/ 18 h 133"/>
                <a:gd name="GluePoint28X" fmla="*/ 24 w 96"/>
                <a:gd name="GluePoint28Y" fmla="*/ 29 h 133"/>
                <a:gd name="GluePoint29X" fmla="*/ 71 w 96"/>
                <a:gd name="GluePoint29Y" fmla="*/ 29 h 133"/>
                <a:gd name="GluePoint30X" fmla="*/ 69 w 96"/>
                <a:gd name="GluePoint30Y" fmla="*/ 18 h 133"/>
                <a:gd name="GluePoint31X" fmla="*/ 91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29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7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1" y="12"/>
                  </a:lnTo>
                  <a:lnTo>
                    <a:pt x="41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29" y="25"/>
                  </a:lnTo>
                  <a:lnTo>
                    <a:pt x="33" y="12"/>
                  </a:lnTo>
                  <a:close/>
                  <a:moveTo>
                    <a:pt x="91" y="18"/>
                  </a:moveTo>
                  <a:lnTo>
                    <a:pt x="91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1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87" name="Freeform 354"/>
            <p:cNvSpPr/>
            <p:nvPr/>
          </p:nvSpPr>
          <p:spPr>
            <a:xfrm>
              <a:off x="4147200" y="2557440"/>
              <a:ext cx="83520" cy="1083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08360"/>
                <a:gd name="textAreaBottom" fmla="*/ 108720 h 108360"/>
                <a:gd name="GluePoint1X" fmla="*/ 4 w 37"/>
                <a:gd name="GluePoint1Y" fmla="*/ 5 h 48"/>
                <a:gd name="GluePoint2X" fmla="*/ 4 w 37"/>
                <a:gd name="GluePoint2Y" fmla="*/ 0 h 48"/>
                <a:gd name="GluePoint3X" fmla="*/ 0 w 37"/>
                <a:gd name="GluePoint3Y" fmla="*/ 0 h 48"/>
                <a:gd name="GluePoint4X" fmla="*/ 0 w 37"/>
                <a:gd name="GluePoint4Y" fmla="*/ 48 h 48"/>
                <a:gd name="GluePoint5X" fmla="*/ 4 w 37"/>
                <a:gd name="GluePoint5Y" fmla="*/ 48 h 48"/>
                <a:gd name="GluePoint6X" fmla="*/ 4 w 37"/>
                <a:gd name="GluePoint6Y" fmla="*/ 25 h 48"/>
                <a:gd name="GluePoint7X" fmla="*/ 37 w 37"/>
                <a:gd name="GluePoint7Y" fmla="*/ 25 h 48"/>
                <a:gd name="GluePoint8X" fmla="*/ 30 w 37"/>
                <a:gd name="GluePoint8Y" fmla="*/ 15 h 48"/>
                <a:gd name="GluePoint9X" fmla="*/ 37 w 37"/>
                <a:gd name="GluePoint9Y" fmla="*/ 5 h 48"/>
                <a:gd name="GluePoint10X" fmla="*/ 4 w 37"/>
                <a:gd name="GluePoint10Y" fmla="*/ 5 h 48"/>
                <a:gd name="GluePoint11X" fmla="*/ 30 w 37"/>
                <a:gd name="GluePoint11Y" fmla="*/ 21 h 48"/>
                <a:gd name="GluePoint12X" fmla="*/ 4 w 37"/>
                <a:gd name="GluePoint12Y" fmla="*/ 21 h 48"/>
                <a:gd name="GluePoint13X" fmla="*/ 4 w 37"/>
                <a:gd name="GluePoint13Y" fmla="*/ 9 h 48"/>
                <a:gd name="GluePoint14X" fmla="*/ 30 w 37"/>
                <a:gd name="GluePoint14Y" fmla="*/ 9 h 48"/>
                <a:gd name="GluePoint15X" fmla="*/ 26 w 37"/>
                <a:gd name="GluePoint15Y" fmla="*/ 15 h 48"/>
                <a:gd name="GluePoint16X" fmla="*/ 30 w 37"/>
                <a:gd name="GluePoint16Y" fmla="*/ 21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37" h="48">
                  <a:moveTo>
                    <a:pt x="4" y="5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4" y="48"/>
                  </a:lnTo>
                  <a:lnTo>
                    <a:pt x="4" y="25"/>
                  </a:lnTo>
                  <a:lnTo>
                    <a:pt x="37" y="25"/>
                  </a:lnTo>
                  <a:lnTo>
                    <a:pt x="30" y="15"/>
                  </a:lnTo>
                  <a:lnTo>
                    <a:pt x="37" y="5"/>
                  </a:lnTo>
                  <a:lnTo>
                    <a:pt x="4" y="5"/>
                  </a:lnTo>
                  <a:close/>
                  <a:moveTo>
                    <a:pt x="30" y="21"/>
                  </a:moveTo>
                  <a:lnTo>
                    <a:pt x="4" y="21"/>
                  </a:lnTo>
                  <a:lnTo>
                    <a:pt x="4" y="9"/>
                  </a:lnTo>
                  <a:lnTo>
                    <a:pt x="30" y="9"/>
                  </a:lnTo>
                  <a:lnTo>
                    <a:pt x="26" y="15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88" name="Group 8"/>
          <p:cNvGrpSpPr/>
          <p:nvPr/>
        </p:nvGrpSpPr>
        <p:grpSpPr>
          <a:xfrm>
            <a:off x="4459680" y="2450880"/>
            <a:ext cx="214920" cy="300960"/>
            <a:chOff x="4459680" y="2450880"/>
            <a:chExt cx="214920" cy="300960"/>
          </a:xfrm>
        </p:grpSpPr>
        <p:sp>
          <p:nvSpPr>
            <p:cNvPr id="1889" name="Rectangle 355"/>
            <p:cNvSpPr/>
            <p:nvPr/>
          </p:nvSpPr>
          <p:spPr>
            <a:xfrm>
              <a:off x="4525200" y="2613960"/>
              <a:ext cx="83520" cy="108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90" name="Freeform 356"/>
            <p:cNvSpPr/>
            <p:nvPr/>
          </p:nvSpPr>
          <p:spPr>
            <a:xfrm>
              <a:off x="4459680" y="2450880"/>
              <a:ext cx="214920" cy="30096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300960"/>
                <a:gd name="textAreaBottom" fmla="*/ 301320 h 300960"/>
                <a:gd name="GluePoint1X" fmla="*/ 66 w 95"/>
                <a:gd name="GluePoint1Y" fmla="*/ 8 h 133"/>
                <a:gd name="GluePoint2X" fmla="*/ 58 w 95"/>
                <a:gd name="GluePoint2Y" fmla="*/ 8 h 133"/>
                <a:gd name="GluePoint3X" fmla="*/ 58 w 95"/>
                <a:gd name="GluePoint3Y" fmla="*/ 0 h 133"/>
                <a:gd name="GluePoint4X" fmla="*/ 37 w 95"/>
                <a:gd name="GluePoint4Y" fmla="*/ 0 h 133"/>
                <a:gd name="GluePoint5X" fmla="*/ 37 w 95"/>
                <a:gd name="GluePoint5Y" fmla="*/ 8 h 133"/>
                <a:gd name="GluePoint6X" fmla="*/ 29 w 95"/>
                <a:gd name="GluePoint6Y" fmla="*/ 8 h 133"/>
                <a:gd name="GluePoint7X" fmla="*/ 28 w 95"/>
                <a:gd name="GluePoint7Y" fmla="*/ 14 h 133"/>
                <a:gd name="GluePoint8X" fmla="*/ 0 w 95"/>
                <a:gd name="GluePoint8Y" fmla="*/ 14 h 133"/>
                <a:gd name="GluePoint9X" fmla="*/ 0 w 95"/>
                <a:gd name="GluePoint9Y" fmla="*/ 133 h 133"/>
                <a:gd name="GluePoint10X" fmla="*/ 95 w 95"/>
                <a:gd name="GluePoint10Y" fmla="*/ 133 h 133"/>
                <a:gd name="GluePoint11X" fmla="*/ 95 w 95"/>
                <a:gd name="GluePoint11Y" fmla="*/ 14 h 133"/>
                <a:gd name="GluePoint12X" fmla="*/ 67 w 95"/>
                <a:gd name="GluePoint12Y" fmla="*/ 14 h 133"/>
                <a:gd name="GluePoint13X" fmla="*/ 66 w 95"/>
                <a:gd name="GluePoint13Y" fmla="*/ 8 h 133"/>
                <a:gd name="GluePoint14X" fmla="*/ 32 w 95"/>
                <a:gd name="GluePoint14Y" fmla="*/ 12 h 133"/>
                <a:gd name="GluePoint15X" fmla="*/ 41 w 95"/>
                <a:gd name="GluePoint15Y" fmla="*/ 12 h 133"/>
                <a:gd name="GluePoint16X" fmla="*/ 41 w 95"/>
                <a:gd name="GluePoint16Y" fmla="*/ 4 h 133"/>
                <a:gd name="GluePoint17X" fmla="*/ 54 w 95"/>
                <a:gd name="GluePoint17Y" fmla="*/ 4 h 133"/>
                <a:gd name="GluePoint18X" fmla="*/ 54 w 95"/>
                <a:gd name="GluePoint18Y" fmla="*/ 12 h 133"/>
                <a:gd name="GluePoint19X" fmla="*/ 63 w 95"/>
                <a:gd name="GluePoint19Y" fmla="*/ 12 h 133"/>
                <a:gd name="GluePoint20X" fmla="*/ 66 w 95"/>
                <a:gd name="GluePoint20Y" fmla="*/ 25 h 133"/>
                <a:gd name="GluePoint21X" fmla="*/ 29 w 95"/>
                <a:gd name="GluePoint21Y" fmla="*/ 25 h 133"/>
                <a:gd name="GluePoint22X" fmla="*/ 32 w 95"/>
                <a:gd name="GluePoint22Y" fmla="*/ 12 h 133"/>
                <a:gd name="GluePoint23X" fmla="*/ 91 w 95"/>
                <a:gd name="GluePoint23Y" fmla="*/ 18 h 133"/>
                <a:gd name="GluePoint24X" fmla="*/ 91 w 95"/>
                <a:gd name="GluePoint24Y" fmla="*/ 129 h 133"/>
                <a:gd name="GluePoint25X" fmla="*/ 4 w 95"/>
                <a:gd name="GluePoint25Y" fmla="*/ 129 h 133"/>
                <a:gd name="GluePoint26X" fmla="*/ 4 w 95"/>
                <a:gd name="GluePoint26Y" fmla="*/ 18 h 133"/>
                <a:gd name="GluePoint27X" fmla="*/ 27 w 95"/>
                <a:gd name="GluePoint27Y" fmla="*/ 18 h 133"/>
                <a:gd name="GluePoint28X" fmla="*/ 24 w 95"/>
                <a:gd name="GluePoint28Y" fmla="*/ 29 h 133"/>
                <a:gd name="GluePoint29X" fmla="*/ 71 w 95"/>
                <a:gd name="GluePoint29Y" fmla="*/ 29 h 133"/>
                <a:gd name="GluePoint30X" fmla="*/ 68 w 95"/>
                <a:gd name="GluePoint30Y" fmla="*/ 18 h 133"/>
                <a:gd name="GluePoint31X" fmla="*/ 91 w 95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5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29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5" y="133"/>
                  </a:lnTo>
                  <a:lnTo>
                    <a:pt x="95" y="14"/>
                  </a:lnTo>
                  <a:lnTo>
                    <a:pt x="67" y="14"/>
                  </a:lnTo>
                  <a:lnTo>
                    <a:pt x="66" y="8"/>
                  </a:lnTo>
                  <a:close/>
                  <a:moveTo>
                    <a:pt x="32" y="12"/>
                  </a:moveTo>
                  <a:lnTo>
                    <a:pt x="41" y="12"/>
                  </a:lnTo>
                  <a:lnTo>
                    <a:pt x="41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29" y="25"/>
                  </a:lnTo>
                  <a:lnTo>
                    <a:pt x="32" y="12"/>
                  </a:lnTo>
                  <a:close/>
                  <a:moveTo>
                    <a:pt x="91" y="18"/>
                  </a:moveTo>
                  <a:lnTo>
                    <a:pt x="91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8" y="18"/>
                  </a:lnTo>
                  <a:lnTo>
                    <a:pt x="91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91" name="Group 9"/>
          <p:cNvGrpSpPr/>
          <p:nvPr/>
        </p:nvGrpSpPr>
        <p:grpSpPr>
          <a:xfrm>
            <a:off x="4849200" y="2450880"/>
            <a:ext cx="217080" cy="300960"/>
            <a:chOff x="4849200" y="2450880"/>
            <a:chExt cx="217080" cy="300960"/>
          </a:xfrm>
        </p:grpSpPr>
        <p:sp>
          <p:nvSpPr>
            <p:cNvPr id="1892" name="Freeform 357"/>
            <p:cNvSpPr/>
            <p:nvPr/>
          </p:nvSpPr>
          <p:spPr>
            <a:xfrm>
              <a:off x="4910400" y="2573280"/>
              <a:ext cx="94680" cy="9252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92520"/>
                <a:gd name="textAreaBottom" fmla="*/ 92880 h 92520"/>
                <a:gd name="GluePoint1X" fmla="*/ 40 w 80"/>
                <a:gd name="GluePoint1Y" fmla="*/ 0 h 80"/>
                <a:gd name="GluePoint2X" fmla="*/ 12 w 80"/>
                <a:gd name="GluePoint2Y" fmla="*/ 12 h 80"/>
                <a:gd name="GluePoint3X" fmla="*/ 0 w 80"/>
                <a:gd name="GluePoint3Y" fmla="*/ 40 h 80"/>
                <a:gd name="GluePoint4X" fmla="*/ 12 w 80"/>
                <a:gd name="GluePoint4Y" fmla="*/ 68 h 80"/>
                <a:gd name="GluePoint5X" fmla="*/ 40 w 80"/>
                <a:gd name="GluePoint5Y" fmla="*/ 80 h 80"/>
                <a:gd name="GluePoint6X" fmla="*/ 40 w 80"/>
                <a:gd name="GluePoint6Y" fmla="*/ 80 h 80"/>
                <a:gd name="GluePoint7X" fmla="*/ 80 w 80"/>
                <a:gd name="GluePoint7Y" fmla="*/ 40 h 80"/>
                <a:gd name="GluePoint8X" fmla="*/ 68 w 80"/>
                <a:gd name="GluePoint8Y" fmla="*/ 12 h 80"/>
                <a:gd name="GluePoint9X" fmla="*/ 40 w 80"/>
                <a:gd name="GluePoint9Y" fmla="*/ 0 h 80"/>
                <a:gd name="GluePoint10X" fmla="*/ 40 w 80"/>
                <a:gd name="GluePoint10Y" fmla="*/ 72 h 80"/>
                <a:gd name="GluePoint11X" fmla="*/ 17 w 80"/>
                <a:gd name="GluePoint11Y" fmla="*/ 62 h 80"/>
                <a:gd name="GluePoint12X" fmla="*/ 8 w 80"/>
                <a:gd name="GluePoint12Y" fmla="*/ 40 h 80"/>
                <a:gd name="GluePoint13X" fmla="*/ 15 w 80"/>
                <a:gd name="GluePoint13Y" fmla="*/ 20 h 80"/>
                <a:gd name="GluePoint14X" fmla="*/ 60 w 80"/>
                <a:gd name="GluePoint14Y" fmla="*/ 65 h 80"/>
                <a:gd name="GluePoint15X" fmla="*/ 40 w 80"/>
                <a:gd name="GluePoint15Y" fmla="*/ 72 h 80"/>
                <a:gd name="GluePoint16X" fmla="*/ 65 w 80"/>
                <a:gd name="GluePoint16Y" fmla="*/ 59 h 80"/>
                <a:gd name="GluePoint17X" fmla="*/ 20 w 80"/>
                <a:gd name="GluePoint17Y" fmla="*/ 15 h 80"/>
                <a:gd name="GluePoint18X" fmla="*/ 40 w 80"/>
                <a:gd name="GluePoint18Y" fmla="*/ 8 h 80"/>
                <a:gd name="GluePoint19X" fmla="*/ 63 w 80"/>
                <a:gd name="GluePoint19Y" fmla="*/ 17 h 80"/>
                <a:gd name="GluePoint20X" fmla="*/ 72 w 80"/>
                <a:gd name="GluePoint20Y" fmla="*/ 40 h 80"/>
                <a:gd name="GluePoint21X" fmla="*/ 65 w 80"/>
                <a:gd name="GluePoint21Y" fmla="*/ 59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80" h="80">
                  <a:moveTo>
                    <a:pt x="40" y="0"/>
                  </a:moveTo>
                  <a:cubicBezTo>
                    <a:pt x="29" y="0"/>
                    <a:pt x="19" y="4"/>
                    <a:pt x="12" y="12"/>
                  </a:cubicBezTo>
                  <a:cubicBezTo>
                    <a:pt x="4" y="19"/>
                    <a:pt x="0" y="29"/>
                    <a:pt x="0" y="40"/>
                  </a:cubicBezTo>
                  <a:cubicBezTo>
                    <a:pt x="0" y="50"/>
                    <a:pt x="4" y="61"/>
                    <a:pt x="12" y="68"/>
                  </a:cubicBezTo>
                  <a:cubicBezTo>
                    <a:pt x="19" y="76"/>
                    <a:pt x="29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29"/>
                    <a:pt x="76" y="19"/>
                    <a:pt x="68" y="12"/>
                  </a:cubicBezTo>
                  <a:cubicBezTo>
                    <a:pt x="61" y="4"/>
                    <a:pt x="51" y="0"/>
                    <a:pt x="40" y="0"/>
                  </a:cubicBezTo>
                  <a:close/>
                  <a:moveTo>
                    <a:pt x="40" y="72"/>
                  </a:moveTo>
                  <a:cubicBezTo>
                    <a:pt x="32" y="72"/>
                    <a:pt x="23" y="68"/>
                    <a:pt x="17" y="62"/>
                  </a:cubicBezTo>
                  <a:cubicBezTo>
                    <a:pt x="11" y="56"/>
                    <a:pt x="8" y="48"/>
                    <a:pt x="8" y="40"/>
                  </a:cubicBezTo>
                  <a:cubicBezTo>
                    <a:pt x="8" y="33"/>
                    <a:pt x="10" y="26"/>
                    <a:pt x="15" y="20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54" y="69"/>
                    <a:pt x="47" y="72"/>
                    <a:pt x="40" y="72"/>
                  </a:cubicBezTo>
                  <a:close/>
                  <a:moveTo>
                    <a:pt x="65" y="59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6" y="10"/>
                    <a:pt x="33" y="8"/>
                    <a:pt x="40" y="8"/>
                  </a:cubicBezTo>
                  <a:cubicBezTo>
                    <a:pt x="49" y="8"/>
                    <a:pt x="57" y="11"/>
                    <a:pt x="63" y="17"/>
                  </a:cubicBezTo>
                  <a:cubicBezTo>
                    <a:pt x="69" y="23"/>
                    <a:pt x="72" y="31"/>
                    <a:pt x="72" y="40"/>
                  </a:cubicBezTo>
                  <a:cubicBezTo>
                    <a:pt x="72" y="47"/>
                    <a:pt x="70" y="54"/>
                    <a:pt x="65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93" name="Freeform 358"/>
            <p:cNvSpPr/>
            <p:nvPr/>
          </p:nvSpPr>
          <p:spPr>
            <a:xfrm>
              <a:off x="484920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7 w 96"/>
                <a:gd name="GluePoint1Y" fmla="*/ 8 h 133"/>
                <a:gd name="GluePoint2X" fmla="*/ 59 w 96"/>
                <a:gd name="GluePoint2Y" fmla="*/ 8 h 133"/>
                <a:gd name="GluePoint3X" fmla="*/ 59 w 96"/>
                <a:gd name="GluePoint3Y" fmla="*/ 0 h 133"/>
                <a:gd name="GluePoint4X" fmla="*/ 38 w 96"/>
                <a:gd name="GluePoint4Y" fmla="*/ 0 h 133"/>
                <a:gd name="GluePoint5X" fmla="*/ 38 w 96"/>
                <a:gd name="GluePoint5Y" fmla="*/ 8 h 133"/>
                <a:gd name="GluePoint6X" fmla="*/ 30 w 96"/>
                <a:gd name="GluePoint6Y" fmla="*/ 8 h 133"/>
                <a:gd name="GluePoint7X" fmla="*/ 29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8 w 96"/>
                <a:gd name="GluePoint12Y" fmla="*/ 14 h 133"/>
                <a:gd name="GluePoint13X" fmla="*/ 67 w 96"/>
                <a:gd name="GluePoint13Y" fmla="*/ 8 h 133"/>
                <a:gd name="GluePoint14X" fmla="*/ 33 w 96"/>
                <a:gd name="GluePoint14Y" fmla="*/ 12 h 133"/>
                <a:gd name="GluePoint15X" fmla="*/ 42 w 96"/>
                <a:gd name="GluePoint15Y" fmla="*/ 12 h 133"/>
                <a:gd name="GluePoint16X" fmla="*/ 42 w 96"/>
                <a:gd name="GluePoint16Y" fmla="*/ 4 h 133"/>
                <a:gd name="GluePoint17X" fmla="*/ 55 w 96"/>
                <a:gd name="GluePoint17Y" fmla="*/ 4 h 133"/>
                <a:gd name="GluePoint18X" fmla="*/ 55 w 96"/>
                <a:gd name="GluePoint18Y" fmla="*/ 12 h 133"/>
                <a:gd name="GluePoint19X" fmla="*/ 63 w 96"/>
                <a:gd name="GluePoint19Y" fmla="*/ 12 h 133"/>
                <a:gd name="GluePoint20X" fmla="*/ 67 w 96"/>
                <a:gd name="GluePoint20Y" fmla="*/ 25 h 133"/>
                <a:gd name="GluePoint21X" fmla="*/ 30 w 96"/>
                <a:gd name="GluePoint21Y" fmla="*/ 25 h 133"/>
                <a:gd name="GluePoint22X" fmla="*/ 33 w 96"/>
                <a:gd name="GluePoint22Y" fmla="*/ 12 h 133"/>
                <a:gd name="GluePoint23X" fmla="*/ 92 w 96"/>
                <a:gd name="GluePoint23Y" fmla="*/ 18 h 133"/>
                <a:gd name="GluePoint24X" fmla="*/ 92 w 96"/>
                <a:gd name="GluePoint24Y" fmla="*/ 129 h 133"/>
                <a:gd name="GluePoint25X" fmla="*/ 5 w 96"/>
                <a:gd name="GluePoint25Y" fmla="*/ 129 h 133"/>
                <a:gd name="GluePoint26X" fmla="*/ 5 w 96"/>
                <a:gd name="GluePoint26Y" fmla="*/ 18 h 133"/>
                <a:gd name="GluePoint27X" fmla="*/ 27 w 96"/>
                <a:gd name="GluePoint27Y" fmla="*/ 18 h 133"/>
                <a:gd name="GluePoint28X" fmla="*/ 25 w 96"/>
                <a:gd name="GluePoint28Y" fmla="*/ 29 h 133"/>
                <a:gd name="GluePoint29X" fmla="*/ 72 w 96"/>
                <a:gd name="GluePoint29Y" fmla="*/ 29 h 133"/>
                <a:gd name="GluePoint30X" fmla="*/ 69 w 96"/>
                <a:gd name="GluePoint30Y" fmla="*/ 18 h 133"/>
                <a:gd name="GluePoint31X" fmla="*/ 92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7" y="8"/>
                  </a:moveTo>
                  <a:lnTo>
                    <a:pt x="59" y="8"/>
                  </a:lnTo>
                  <a:lnTo>
                    <a:pt x="59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30" y="8"/>
                  </a:lnTo>
                  <a:lnTo>
                    <a:pt x="29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7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5" y="4"/>
                  </a:lnTo>
                  <a:lnTo>
                    <a:pt x="55" y="12"/>
                  </a:lnTo>
                  <a:lnTo>
                    <a:pt x="63" y="12"/>
                  </a:lnTo>
                  <a:lnTo>
                    <a:pt x="67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5" y="129"/>
                  </a:lnTo>
                  <a:lnTo>
                    <a:pt x="5" y="18"/>
                  </a:lnTo>
                  <a:lnTo>
                    <a:pt x="27" y="18"/>
                  </a:lnTo>
                  <a:lnTo>
                    <a:pt x="25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94" name="Group 10"/>
          <p:cNvGrpSpPr/>
          <p:nvPr/>
        </p:nvGrpSpPr>
        <p:grpSpPr>
          <a:xfrm>
            <a:off x="5240880" y="2450880"/>
            <a:ext cx="217080" cy="300960"/>
            <a:chOff x="5240880" y="2450880"/>
            <a:chExt cx="217080" cy="300960"/>
          </a:xfrm>
        </p:grpSpPr>
        <p:sp>
          <p:nvSpPr>
            <p:cNvPr id="1895" name="Freeform 359"/>
            <p:cNvSpPr/>
            <p:nvPr/>
          </p:nvSpPr>
          <p:spPr>
            <a:xfrm>
              <a:off x="5297760" y="2566440"/>
              <a:ext cx="106200" cy="10620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06200"/>
                <a:gd name="textAreaBottom" fmla="*/ 106560 h 106200"/>
                <a:gd name="GluePoint1X" fmla="*/ 3 w 47"/>
                <a:gd name="GluePoint1Y" fmla="*/ 33 h 47"/>
                <a:gd name="GluePoint2X" fmla="*/ 0 w 47"/>
                <a:gd name="GluePoint2Y" fmla="*/ 47 h 47"/>
                <a:gd name="GluePoint3X" fmla="*/ 14 w 47"/>
                <a:gd name="GluePoint3Y" fmla="*/ 44 h 47"/>
                <a:gd name="GluePoint4X" fmla="*/ 47 w 47"/>
                <a:gd name="GluePoint4Y" fmla="*/ 11 h 47"/>
                <a:gd name="GluePoint5X" fmla="*/ 36 w 47"/>
                <a:gd name="GluePoint5Y" fmla="*/ 0 h 47"/>
                <a:gd name="GluePoint6X" fmla="*/ 3 w 47"/>
                <a:gd name="GluePoint6Y" fmla="*/ 33 h 47"/>
                <a:gd name="GluePoint7X" fmla="*/ 12 w 47"/>
                <a:gd name="GluePoint7Y" fmla="*/ 40 h 47"/>
                <a:gd name="GluePoint8X" fmla="*/ 5 w 47"/>
                <a:gd name="GluePoint8Y" fmla="*/ 42 h 47"/>
                <a:gd name="GluePoint9X" fmla="*/ 6 w 47"/>
                <a:gd name="GluePoint9Y" fmla="*/ 35 h 47"/>
                <a:gd name="GluePoint10X" fmla="*/ 29 w 47"/>
                <a:gd name="GluePoint10Y" fmla="*/ 12 h 47"/>
                <a:gd name="GluePoint11X" fmla="*/ 35 w 47"/>
                <a:gd name="GluePoint11Y" fmla="*/ 17 h 47"/>
                <a:gd name="GluePoint12X" fmla="*/ 12 w 47"/>
                <a:gd name="GluePoint12Y" fmla="*/ 40 h 47"/>
                <a:gd name="GluePoint13X" fmla="*/ 38 w 47"/>
                <a:gd name="GluePoint13Y" fmla="*/ 14 h 47"/>
                <a:gd name="GluePoint14X" fmla="*/ 32 w 47"/>
                <a:gd name="GluePoint14Y" fmla="*/ 9 h 47"/>
                <a:gd name="GluePoint15X" fmla="*/ 36 w 47"/>
                <a:gd name="GluePoint15Y" fmla="*/ 5 h 47"/>
                <a:gd name="GluePoint16X" fmla="*/ 41 w 47"/>
                <a:gd name="GluePoint16Y" fmla="*/ 11 h 47"/>
                <a:gd name="GluePoint17X" fmla="*/ 38 w 47"/>
                <a:gd name="GluePoint17Y" fmla="*/ 14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7" h="47">
                  <a:moveTo>
                    <a:pt x="3" y="33"/>
                  </a:moveTo>
                  <a:lnTo>
                    <a:pt x="0" y="47"/>
                  </a:lnTo>
                  <a:lnTo>
                    <a:pt x="14" y="44"/>
                  </a:lnTo>
                  <a:lnTo>
                    <a:pt x="47" y="11"/>
                  </a:lnTo>
                  <a:lnTo>
                    <a:pt x="36" y="0"/>
                  </a:lnTo>
                  <a:lnTo>
                    <a:pt x="3" y="33"/>
                  </a:lnTo>
                  <a:close/>
                  <a:moveTo>
                    <a:pt x="12" y="40"/>
                  </a:moveTo>
                  <a:lnTo>
                    <a:pt x="5" y="42"/>
                  </a:lnTo>
                  <a:lnTo>
                    <a:pt x="6" y="35"/>
                  </a:lnTo>
                  <a:lnTo>
                    <a:pt x="29" y="12"/>
                  </a:lnTo>
                  <a:lnTo>
                    <a:pt x="35" y="17"/>
                  </a:lnTo>
                  <a:lnTo>
                    <a:pt x="12" y="40"/>
                  </a:lnTo>
                  <a:close/>
                  <a:moveTo>
                    <a:pt x="38" y="14"/>
                  </a:moveTo>
                  <a:lnTo>
                    <a:pt x="32" y="9"/>
                  </a:lnTo>
                  <a:lnTo>
                    <a:pt x="36" y="5"/>
                  </a:lnTo>
                  <a:lnTo>
                    <a:pt x="41" y="11"/>
                  </a:lnTo>
                  <a:lnTo>
                    <a:pt x="38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96" name="Freeform 360"/>
            <p:cNvSpPr/>
            <p:nvPr/>
          </p:nvSpPr>
          <p:spPr>
            <a:xfrm>
              <a:off x="524088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6 w 96"/>
                <a:gd name="GluePoint1Y" fmla="*/ 8 h 133"/>
                <a:gd name="GluePoint2X" fmla="*/ 59 w 96"/>
                <a:gd name="GluePoint2Y" fmla="*/ 8 h 133"/>
                <a:gd name="GluePoint3X" fmla="*/ 59 w 96"/>
                <a:gd name="GluePoint3Y" fmla="*/ 0 h 133"/>
                <a:gd name="GluePoint4X" fmla="*/ 38 w 96"/>
                <a:gd name="GluePoint4Y" fmla="*/ 0 h 133"/>
                <a:gd name="GluePoint5X" fmla="*/ 38 w 96"/>
                <a:gd name="GluePoint5Y" fmla="*/ 8 h 133"/>
                <a:gd name="GluePoint6X" fmla="*/ 30 w 96"/>
                <a:gd name="GluePoint6Y" fmla="*/ 8 h 133"/>
                <a:gd name="GluePoint7X" fmla="*/ 28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8 w 96"/>
                <a:gd name="GluePoint12Y" fmla="*/ 14 h 133"/>
                <a:gd name="GluePoint13X" fmla="*/ 66 w 96"/>
                <a:gd name="GluePoint13Y" fmla="*/ 8 h 133"/>
                <a:gd name="GluePoint14X" fmla="*/ 33 w 96"/>
                <a:gd name="GluePoint14Y" fmla="*/ 12 h 133"/>
                <a:gd name="GluePoint15X" fmla="*/ 42 w 96"/>
                <a:gd name="GluePoint15Y" fmla="*/ 12 h 133"/>
                <a:gd name="GluePoint16X" fmla="*/ 42 w 96"/>
                <a:gd name="GluePoint16Y" fmla="*/ 4 h 133"/>
                <a:gd name="GluePoint17X" fmla="*/ 54 w 96"/>
                <a:gd name="GluePoint17Y" fmla="*/ 4 h 133"/>
                <a:gd name="GluePoint18X" fmla="*/ 54 w 96"/>
                <a:gd name="GluePoint18Y" fmla="*/ 12 h 133"/>
                <a:gd name="GluePoint19X" fmla="*/ 63 w 96"/>
                <a:gd name="GluePoint19Y" fmla="*/ 12 h 133"/>
                <a:gd name="GluePoint20X" fmla="*/ 66 w 96"/>
                <a:gd name="GluePoint20Y" fmla="*/ 25 h 133"/>
                <a:gd name="GluePoint21X" fmla="*/ 30 w 96"/>
                <a:gd name="GluePoint21Y" fmla="*/ 25 h 133"/>
                <a:gd name="GluePoint22X" fmla="*/ 33 w 96"/>
                <a:gd name="GluePoint22Y" fmla="*/ 12 h 133"/>
                <a:gd name="GluePoint23X" fmla="*/ 92 w 96"/>
                <a:gd name="GluePoint23Y" fmla="*/ 18 h 133"/>
                <a:gd name="GluePoint24X" fmla="*/ 92 w 96"/>
                <a:gd name="GluePoint24Y" fmla="*/ 129 h 133"/>
                <a:gd name="GluePoint25X" fmla="*/ 4 w 96"/>
                <a:gd name="GluePoint25Y" fmla="*/ 129 h 133"/>
                <a:gd name="GluePoint26X" fmla="*/ 4 w 96"/>
                <a:gd name="GluePoint26Y" fmla="*/ 18 h 133"/>
                <a:gd name="GluePoint27X" fmla="*/ 27 w 96"/>
                <a:gd name="GluePoint27Y" fmla="*/ 18 h 133"/>
                <a:gd name="GluePoint28X" fmla="*/ 25 w 96"/>
                <a:gd name="GluePoint28Y" fmla="*/ 29 h 133"/>
                <a:gd name="GluePoint29X" fmla="*/ 72 w 96"/>
                <a:gd name="GluePoint29Y" fmla="*/ 29 h 133"/>
                <a:gd name="GluePoint30X" fmla="*/ 69 w 96"/>
                <a:gd name="GluePoint30Y" fmla="*/ 18 h 133"/>
                <a:gd name="GluePoint31X" fmla="*/ 92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6" y="8"/>
                  </a:moveTo>
                  <a:lnTo>
                    <a:pt x="59" y="8"/>
                  </a:lnTo>
                  <a:lnTo>
                    <a:pt x="59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5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897" name="Group 11"/>
          <p:cNvGrpSpPr/>
          <p:nvPr/>
        </p:nvGrpSpPr>
        <p:grpSpPr>
          <a:xfrm>
            <a:off x="5632920" y="2450880"/>
            <a:ext cx="217080" cy="300960"/>
            <a:chOff x="5632920" y="2450880"/>
            <a:chExt cx="217080" cy="300960"/>
          </a:xfrm>
        </p:grpSpPr>
        <p:sp>
          <p:nvSpPr>
            <p:cNvPr id="1898" name="Freeform 361"/>
            <p:cNvSpPr/>
            <p:nvPr/>
          </p:nvSpPr>
          <p:spPr>
            <a:xfrm>
              <a:off x="5698440" y="2577600"/>
              <a:ext cx="85680" cy="8352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83520"/>
                <a:gd name="textAreaBottom" fmla="*/ 83880 h 83520"/>
                <a:gd name="GluePoint1X" fmla="*/ 21 w 38"/>
                <a:gd name="GluePoint1Y" fmla="*/ 0 h 37"/>
                <a:gd name="GluePoint2X" fmla="*/ 17 w 38"/>
                <a:gd name="GluePoint2Y" fmla="*/ 0 h 37"/>
                <a:gd name="GluePoint3X" fmla="*/ 17 w 38"/>
                <a:gd name="GluePoint3Y" fmla="*/ 16 h 37"/>
                <a:gd name="GluePoint4X" fmla="*/ 0 w 38"/>
                <a:gd name="GluePoint4Y" fmla="*/ 16 h 37"/>
                <a:gd name="GluePoint5X" fmla="*/ 0 w 38"/>
                <a:gd name="GluePoint5Y" fmla="*/ 21 h 37"/>
                <a:gd name="GluePoint6X" fmla="*/ 17 w 38"/>
                <a:gd name="GluePoint6Y" fmla="*/ 21 h 37"/>
                <a:gd name="GluePoint7X" fmla="*/ 17 w 38"/>
                <a:gd name="GluePoint7Y" fmla="*/ 37 h 37"/>
                <a:gd name="GluePoint8X" fmla="*/ 21 w 38"/>
                <a:gd name="GluePoint8Y" fmla="*/ 37 h 37"/>
                <a:gd name="GluePoint9X" fmla="*/ 21 w 38"/>
                <a:gd name="GluePoint9Y" fmla="*/ 21 h 37"/>
                <a:gd name="GluePoint10X" fmla="*/ 38 w 38"/>
                <a:gd name="GluePoint10Y" fmla="*/ 21 h 37"/>
                <a:gd name="GluePoint11X" fmla="*/ 38 w 38"/>
                <a:gd name="GluePoint11Y" fmla="*/ 16 h 37"/>
                <a:gd name="GluePoint12X" fmla="*/ 21 w 38"/>
                <a:gd name="GluePoint12Y" fmla="*/ 16 h 37"/>
                <a:gd name="GluePoint13X" fmla="*/ 21 w 38"/>
                <a:gd name="GluePoint13Y" fmla="*/ 0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8" h="37">
                  <a:moveTo>
                    <a:pt x="21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21"/>
                  </a:lnTo>
                  <a:lnTo>
                    <a:pt x="17" y="21"/>
                  </a:lnTo>
                  <a:lnTo>
                    <a:pt x="17" y="37"/>
                  </a:lnTo>
                  <a:lnTo>
                    <a:pt x="21" y="37"/>
                  </a:lnTo>
                  <a:lnTo>
                    <a:pt x="21" y="21"/>
                  </a:lnTo>
                  <a:lnTo>
                    <a:pt x="38" y="21"/>
                  </a:lnTo>
                  <a:lnTo>
                    <a:pt x="38" y="16"/>
                  </a:lnTo>
                  <a:lnTo>
                    <a:pt x="21" y="16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899" name="Freeform 362"/>
            <p:cNvSpPr/>
            <p:nvPr/>
          </p:nvSpPr>
          <p:spPr>
            <a:xfrm>
              <a:off x="563292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6 w 96"/>
                <a:gd name="GluePoint1Y" fmla="*/ 8 h 133"/>
                <a:gd name="GluePoint2X" fmla="*/ 58 w 96"/>
                <a:gd name="GluePoint2Y" fmla="*/ 8 h 133"/>
                <a:gd name="GluePoint3X" fmla="*/ 58 w 96"/>
                <a:gd name="GluePoint3Y" fmla="*/ 0 h 133"/>
                <a:gd name="GluePoint4X" fmla="*/ 38 w 96"/>
                <a:gd name="GluePoint4Y" fmla="*/ 0 h 133"/>
                <a:gd name="GluePoint5X" fmla="*/ 38 w 96"/>
                <a:gd name="GluePoint5Y" fmla="*/ 8 h 133"/>
                <a:gd name="GluePoint6X" fmla="*/ 30 w 96"/>
                <a:gd name="GluePoint6Y" fmla="*/ 8 h 133"/>
                <a:gd name="GluePoint7X" fmla="*/ 28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8 w 96"/>
                <a:gd name="GluePoint12Y" fmla="*/ 14 h 133"/>
                <a:gd name="GluePoint13X" fmla="*/ 66 w 96"/>
                <a:gd name="GluePoint13Y" fmla="*/ 8 h 133"/>
                <a:gd name="GluePoint14X" fmla="*/ 33 w 96"/>
                <a:gd name="GluePoint14Y" fmla="*/ 12 h 133"/>
                <a:gd name="GluePoint15X" fmla="*/ 42 w 96"/>
                <a:gd name="GluePoint15Y" fmla="*/ 12 h 133"/>
                <a:gd name="GluePoint16X" fmla="*/ 42 w 96"/>
                <a:gd name="GluePoint16Y" fmla="*/ 4 h 133"/>
                <a:gd name="GluePoint17X" fmla="*/ 54 w 96"/>
                <a:gd name="GluePoint17Y" fmla="*/ 4 h 133"/>
                <a:gd name="GluePoint18X" fmla="*/ 54 w 96"/>
                <a:gd name="GluePoint18Y" fmla="*/ 12 h 133"/>
                <a:gd name="GluePoint19X" fmla="*/ 63 w 96"/>
                <a:gd name="GluePoint19Y" fmla="*/ 12 h 133"/>
                <a:gd name="GluePoint20X" fmla="*/ 66 w 96"/>
                <a:gd name="GluePoint20Y" fmla="*/ 25 h 133"/>
                <a:gd name="GluePoint21X" fmla="*/ 30 w 96"/>
                <a:gd name="GluePoint21Y" fmla="*/ 25 h 133"/>
                <a:gd name="GluePoint22X" fmla="*/ 33 w 96"/>
                <a:gd name="GluePoint22Y" fmla="*/ 12 h 133"/>
                <a:gd name="GluePoint23X" fmla="*/ 92 w 96"/>
                <a:gd name="GluePoint23Y" fmla="*/ 18 h 133"/>
                <a:gd name="GluePoint24X" fmla="*/ 92 w 96"/>
                <a:gd name="GluePoint24Y" fmla="*/ 129 h 133"/>
                <a:gd name="GluePoint25X" fmla="*/ 4 w 96"/>
                <a:gd name="GluePoint25Y" fmla="*/ 129 h 133"/>
                <a:gd name="GluePoint26X" fmla="*/ 4 w 96"/>
                <a:gd name="GluePoint26Y" fmla="*/ 18 h 133"/>
                <a:gd name="GluePoint27X" fmla="*/ 27 w 96"/>
                <a:gd name="GluePoint27Y" fmla="*/ 18 h 133"/>
                <a:gd name="GluePoint28X" fmla="*/ 25 w 96"/>
                <a:gd name="GluePoint28Y" fmla="*/ 29 h 133"/>
                <a:gd name="GluePoint29X" fmla="*/ 71 w 96"/>
                <a:gd name="GluePoint29Y" fmla="*/ 29 h 133"/>
                <a:gd name="GluePoint30X" fmla="*/ 69 w 96"/>
                <a:gd name="GluePoint30Y" fmla="*/ 18 h 133"/>
                <a:gd name="GluePoint31X" fmla="*/ 92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5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00" name="Group 12"/>
          <p:cNvGrpSpPr/>
          <p:nvPr/>
        </p:nvGrpSpPr>
        <p:grpSpPr>
          <a:xfrm>
            <a:off x="6024600" y="2450880"/>
            <a:ext cx="217080" cy="300960"/>
            <a:chOff x="6024600" y="2450880"/>
            <a:chExt cx="217080" cy="300960"/>
          </a:xfrm>
        </p:grpSpPr>
        <p:sp>
          <p:nvSpPr>
            <p:cNvPr id="1901" name="Freeform 363"/>
            <p:cNvSpPr/>
            <p:nvPr/>
          </p:nvSpPr>
          <p:spPr>
            <a:xfrm>
              <a:off x="6090120" y="2620800"/>
              <a:ext cx="65160" cy="6300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3000"/>
                <a:gd name="textAreaBottom" fmla="*/ 63360 h 63000"/>
                <a:gd name="GluePoint1X" fmla="*/ 37 w 56"/>
                <a:gd name="GluePoint1Y" fmla="*/ 22 h 54"/>
                <a:gd name="GluePoint2X" fmla="*/ 44 w 56"/>
                <a:gd name="GluePoint2Y" fmla="*/ 32 h 54"/>
                <a:gd name="GluePoint3X" fmla="*/ 36 w 56"/>
                <a:gd name="GluePoint3Y" fmla="*/ 32 h 54"/>
                <a:gd name="GluePoint4X" fmla="*/ 8 w 56"/>
                <a:gd name="GluePoint4Y" fmla="*/ 0 h 54"/>
                <a:gd name="GluePoint5X" fmla="*/ 0 w 56"/>
                <a:gd name="GluePoint5Y" fmla="*/ 0 h 54"/>
                <a:gd name="GluePoint6X" fmla="*/ 36 w 56"/>
                <a:gd name="GluePoint6Y" fmla="*/ 40 h 54"/>
                <a:gd name="GluePoint7X" fmla="*/ 44 w 56"/>
                <a:gd name="GluePoint7Y" fmla="*/ 40 h 54"/>
                <a:gd name="GluePoint8X" fmla="*/ 37 w 56"/>
                <a:gd name="GluePoint8Y" fmla="*/ 49 h 54"/>
                <a:gd name="GluePoint9X" fmla="*/ 44 w 56"/>
                <a:gd name="GluePoint9Y" fmla="*/ 54 h 54"/>
                <a:gd name="GluePoint10X" fmla="*/ 56 w 56"/>
                <a:gd name="GluePoint10Y" fmla="*/ 38 h 54"/>
                <a:gd name="GluePoint11X" fmla="*/ 56 w 56"/>
                <a:gd name="GluePoint11Y" fmla="*/ 33 h 54"/>
                <a:gd name="GluePoint12X" fmla="*/ 44 w 56"/>
                <a:gd name="GluePoint12Y" fmla="*/ 17 h 54"/>
                <a:gd name="GluePoint13X" fmla="*/ 37 w 56"/>
                <a:gd name="GluePoint13Y" fmla="*/ 22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4">
                  <a:moveTo>
                    <a:pt x="37" y="22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1" y="32"/>
                    <a:pt x="8" y="15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16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44" y="17"/>
                    <a:pt x="44" y="17"/>
                    <a:pt x="44" y="17"/>
                  </a:cubicBezTo>
                  <a:lnTo>
                    <a:pt x="37" y="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02" name="Freeform 364"/>
            <p:cNvSpPr/>
            <p:nvPr/>
          </p:nvSpPr>
          <p:spPr>
            <a:xfrm>
              <a:off x="6117480" y="2555280"/>
              <a:ext cx="67680" cy="6516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65160"/>
                <a:gd name="textAreaBottom" fmla="*/ 65520 h 65160"/>
                <a:gd name="GluePoint1X" fmla="*/ 20 w 56"/>
                <a:gd name="GluePoint1Y" fmla="*/ 15 h 55"/>
                <a:gd name="GluePoint2X" fmla="*/ 12 w 56"/>
                <a:gd name="GluePoint2Y" fmla="*/ 15 h 55"/>
                <a:gd name="GluePoint3X" fmla="*/ 20 w 56"/>
                <a:gd name="GluePoint3Y" fmla="*/ 5 h 55"/>
                <a:gd name="GluePoint4X" fmla="*/ 13 w 56"/>
                <a:gd name="GluePoint4Y" fmla="*/ 0 h 55"/>
                <a:gd name="GluePoint5X" fmla="*/ 0 w 56"/>
                <a:gd name="GluePoint5Y" fmla="*/ 16 h 55"/>
                <a:gd name="GluePoint6X" fmla="*/ 0 w 56"/>
                <a:gd name="GluePoint6Y" fmla="*/ 21 h 55"/>
                <a:gd name="GluePoint7X" fmla="*/ 13 w 56"/>
                <a:gd name="GluePoint7Y" fmla="*/ 37 h 55"/>
                <a:gd name="GluePoint8X" fmla="*/ 19 w 56"/>
                <a:gd name="GluePoint8Y" fmla="*/ 32 h 55"/>
                <a:gd name="GluePoint9X" fmla="*/ 12 w 56"/>
                <a:gd name="GluePoint9Y" fmla="*/ 23 h 55"/>
                <a:gd name="GluePoint10X" fmla="*/ 20 w 56"/>
                <a:gd name="GluePoint10Y" fmla="*/ 23 h 55"/>
                <a:gd name="GluePoint11X" fmla="*/ 48 w 56"/>
                <a:gd name="GluePoint11Y" fmla="*/ 55 h 55"/>
                <a:gd name="GluePoint12X" fmla="*/ 56 w 56"/>
                <a:gd name="GluePoint12Y" fmla="*/ 55 h 55"/>
                <a:gd name="GluePoint13X" fmla="*/ 20 w 56"/>
                <a:gd name="GluePoint13Y" fmla="*/ 15 h 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55">
                  <a:moveTo>
                    <a:pt x="20" y="15"/>
                  </a:moveTo>
                  <a:cubicBezTo>
                    <a:pt x="12" y="15"/>
                    <a:pt x="12" y="15"/>
                    <a:pt x="12" y="1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36" y="23"/>
                    <a:pt x="48" y="40"/>
                    <a:pt x="48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36"/>
                    <a:pt x="41" y="15"/>
                    <a:pt x="20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03" name="Freeform 365"/>
            <p:cNvSpPr/>
            <p:nvPr/>
          </p:nvSpPr>
          <p:spPr>
            <a:xfrm>
              <a:off x="602460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6 w 96"/>
                <a:gd name="GluePoint1Y" fmla="*/ 8 h 133"/>
                <a:gd name="GluePoint2X" fmla="*/ 58 w 96"/>
                <a:gd name="GluePoint2Y" fmla="*/ 8 h 133"/>
                <a:gd name="GluePoint3X" fmla="*/ 58 w 96"/>
                <a:gd name="GluePoint3Y" fmla="*/ 0 h 133"/>
                <a:gd name="GluePoint4X" fmla="*/ 37 w 96"/>
                <a:gd name="GluePoint4Y" fmla="*/ 0 h 133"/>
                <a:gd name="GluePoint5X" fmla="*/ 37 w 96"/>
                <a:gd name="GluePoint5Y" fmla="*/ 8 h 133"/>
                <a:gd name="GluePoint6X" fmla="*/ 30 w 96"/>
                <a:gd name="GluePoint6Y" fmla="*/ 8 h 133"/>
                <a:gd name="GluePoint7X" fmla="*/ 28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8 w 96"/>
                <a:gd name="GluePoint12Y" fmla="*/ 14 h 133"/>
                <a:gd name="GluePoint13X" fmla="*/ 66 w 96"/>
                <a:gd name="GluePoint13Y" fmla="*/ 8 h 133"/>
                <a:gd name="GluePoint14X" fmla="*/ 33 w 96"/>
                <a:gd name="GluePoint14Y" fmla="*/ 12 h 133"/>
                <a:gd name="GluePoint15X" fmla="*/ 41 w 96"/>
                <a:gd name="GluePoint15Y" fmla="*/ 12 h 133"/>
                <a:gd name="GluePoint16X" fmla="*/ 41 w 96"/>
                <a:gd name="GluePoint16Y" fmla="*/ 4 h 133"/>
                <a:gd name="GluePoint17X" fmla="*/ 54 w 96"/>
                <a:gd name="GluePoint17Y" fmla="*/ 4 h 133"/>
                <a:gd name="GluePoint18X" fmla="*/ 54 w 96"/>
                <a:gd name="GluePoint18Y" fmla="*/ 12 h 133"/>
                <a:gd name="GluePoint19X" fmla="*/ 63 w 96"/>
                <a:gd name="GluePoint19Y" fmla="*/ 12 h 133"/>
                <a:gd name="GluePoint20X" fmla="*/ 66 w 96"/>
                <a:gd name="GluePoint20Y" fmla="*/ 25 h 133"/>
                <a:gd name="GluePoint21X" fmla="*/ 30 w 96"/>
                <a:gd name="GluePoint21Y" fmla="*/ 25 h 133"/>
                <a:gd name="GluePoint22X" fmla="*/ 33 w 96"/>
                <a:gd name="GluePoint22Y" fmla="*/ 12 h 133"/>
                <a:gd name="GluePoint23X" fmla="*/ 91 w 96"/>
                <a:gd name="GluePoint23Y" fmla="*/ 18 h 133"/>
                <a:gd name="GluePoint24X" fmla="*/ 91 w 96"/>
                <a:gd name="GluePoint24Y" fmla="*/ 129 h 133"/>
                <a:gd name="GluePoint25X" fmla="*/ 4 w 96"/>
                <a:gd name="GluePoint25Y" fmla="*/ 129 h 133"/>
                <a:gd name="GluePoint26X" fmla="*/ 4 w 96"/>
                <a:gd name="GluePoint26Y" fmla="*/ 18 h 133"/>
                <a:gd name="GluePoint27X" fmla="*/ 27 w 96"/>
                <a:gd name="GluePoint27Y" fmla="*/ 18 h 133"/>
                <a:gd name="GluePoint28X" fmla="*/ 24 w 96"/>
                <a:gd name="GluePoint28Y" fmla="*/ 29 h 133"/>
                <a:gd name="GluePoint29X" fmla="*/ 72 w 96"/>
                <a:gd name="GluePoint29Y" fmla="*/ 29 h 133"/>
                <a:gd name="GluePoint30X" fmla="*/ 69 w 96"/>
                <a:gd name="GluePoint30Y" fmla="*/ 18 h 133"/>
                <a:gd name="GluePoint31X" fmla="*/ 91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1" y="12"/>
                  </a:lnTo>
                  <a:lnTo>
                    <a:pt x="41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1" y="18"/>
                  </a:moveTo>
                  <a:lnTo>
                    <a:pt x="91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2" y="29"/>
                  </a:lnTo>
                  <a:lnTo>
                    <a:pt x="69" y="18"/>
                  </a:lnTo>
                  <a:lnTo>
                    <a:pt x="91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04" name="Group 13"/>
          <p:cNvGrpSpPr/>
          <p:nvPr/>
        </p:nvGrpSpPr>
        <p:grpSpPr>
          <a:xfrm>
            <a:off x="6416280" y="2450880"/>
            <a:ext cx="217080" cy="300960"/>
            <a:chOff x="6416280" y="2450880"/>
            <a:chExt cx="217080" cy="300960"/>
          </a:xfrm>
        </p:grpSpPr>
        <p:sp>
          <p:nvSpPr>
            <p:cNvPr id="1905" name="Freeform 366"/>
            <p:cNvSpPr/>
            <p:nvPr/>
          </p:nvSpPr>
          <p:spPr>
            <a:xfrm>
              <a:off x="6488640" y="2582280"/>
              <a:ext cx="72000" cy="7452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74520"/>
                <a:gd name="textAreaBottom" fmla="*/ 74880 h 74520"/>
                <a:gd name="GluePoint1X" fmla="*/ 29 w 32"/>
                <a:gd name="GluePoint1Y" fmla="*/ 0 h 33"/>
                <a:gd name="GluePoint2X" fmla="*/ 16 w 32"/>
                <a:gd name="GluePoint2Y" fmla="*/ 13 h 33"/>
                <a:gd name="GluePoint3X" fmla="*/ 3 w 32"/>
                <a:gd name="GluePoint3Y" fmla="*/ 0 h 33"/>
                <a:gd name="GluePoint4X" fmla="*/ 0 w 32"/>
                <a:gd name="GluePoint4Y" fmla="*/ 4 h 33"/>
                <a:gd name="GluePoint5X" fmla="*/ 13 w 32"/>
                <a:gd name="GluePoint5Y" fmla="*/ 17 h 33"/>
                <a:gd name="GluePoint6X" fmla="*/ 0 w 32"/>
                <a:gd name="GluePoint6Y" fmla="*/ 30 h 33"/>
                <a:gd name="GluePoint7X" fmla="*/ 3 w 32"/>
                <a:gd name="GluePoint7Y" fmla="*/ 33 h 33"/>
                <a:gd name="GluePoint8X" fmla="*/ 16 w 32"/>
                <a:gd name="GluePoint8Y" fmla="*/ 19 h 33"/>
                <a:gd name="GluePoint9X" fmla="*/ 29 w 32"/>
                <a:gd name="GluePoint9Y" fmla="*/ 33 h 33"/>
                <a:gd name="GluePoint10X" fmla="*/ 32 w 32"/>
                <a:gd name="GluePoint10Y" fmla="*/ 30 h 33"/>
                <a:gd name="GluePoint11X" fmla="*/ 19 w 32"/>
                <a:gd name="GluePoint11Y" fmla="*/ 17 h 33"/>
                <a:gd name="GluePoint12X" fmla="*/ 32 w 32"/>
                <a:gd name="GluePoint12Y" fmla="*/ 4 h 33"/>
                <a:gd name="GluePoint13X" fmla="*/ 29 w 32"/>
                <a:gd name="GluePoint13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2" h="33">
                  <a:moveTo>
                    <a:pt x="29" y="0"/>
                  </a:moveTo>
                  <a:lnTo>
                    <a:pt x="16" y="13"/>
                  </a:lnTo>
                  <a:lnTo>
                    <a:pt x="3" y="0"/>
                  </a:lnTo>
                  <a:lnTo>
                    <a:pt x="0" y="4"/>
                  </a:lnTo>
                  <a:lnTo>
                    <a:pt x="13" y="17"/>
                  </a:lnTo>
                  <a:lnTo>
                    <a:pt x="0" y="30"/>
                  </a:lnTo>
                  <a:lnTo>
                    <a:pt x="3" y="33"/>
                  </a:lnTo>
                  <a:lnTo>
                    <a:pt x="16" y="19"/>
                  </a:lnTo>
                  <a:lnTo>
                    <a:pt x="29" y="33"/>
                  </a:lnTo>
                  <a:lnTo>
                    <a:pt x="32" y="30"/>
                  </a:lnTo>
                  <a:lnTo>
                    <a:pt x="19" y="17"/>
                  </a:lnTo>
                  <a:lnTo>
                    <a:pt x="32" y="4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440" bIns="3744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06" name="Freeform 367"/>
            <p:cNvSpPr/>
            <p:nvPr/>
          </p:nvSpPr>
          <p:spPr>
            <a:xfrm>
              <a:off x="641628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6 w 96"/>
                <a:gd name="GluePoint1Y" fmla="*/ 8 h 133"/>
                <a:gd name="GluePoint2X" fmla="*/ 58 w 96"/>
                <a:gd name="GluePoint2Y" fmla="*/ 8 h 133"/>
                <a:gd name="GluePoint3X" fmla="*/ 58 w 96"/>
                <a:gd name="GluePoint3Y" fmla="*/ 0 h 133"/>
                <a:gd name="GluePoint4X" fmla="*/ 38 w 96"/>
                <a:gd name="GluePoint4Y" fmla="*/ 0 h 133"/>
                <a:gd name="GluePoint5X" fmla="*/ 38 w 96"/>
                <a:gd name="GluePoint5Y" fmla="*/ 8 h 133"/>
                <a:gd name="GluePoint6X" fmla="*/ 29 w 96"/>
                <a:gd name="GluePoint6Y" fmla="*/ 8 h 133"/>
                <a:gd name="GluePoint7X" fmla="*/ 28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8 w 96"/>
                <a:gd name="GluePoint12Y" fmla="*/ 14 h 133"/>
                <a:gd name="GluePoint13X" fmla="*/ 66 w 96"/>
                <a:gd name="GluePoint13Y" fmla="*/ 8 h 133"/>
                <a:gd name="GluePoint14X" fmla="*/ 33 w 96"/>
                <a:gd name="GluePoint14Y" fmla="*/ 12 h 133"/>
                <a:gd name="GluePoint15X" fmla="*/ 42 w 96"/>
                <a:gd name="GluePoint15Y" fmla="*/ 12 h 133"/>
                <a:gd name="GluePoint16X" fmla="*/ 42 w 96"/>
                <a:gd name="GluePoint16Y" fmla="*/ 4 h 133"/>
                <a:gd name="GluePoint17X" fmla="*/ 54 w 96"/>
                <a:gd name="GluePoint17Y" fmla="*/ 4 h 133"/>
                <a:gd name="GluePoint18X" fmla="*/ 54 w 96"/>
                <a:gd name="GluePoint18Y" fmla="*/ 12 h 133"/>
                <a:gd name="GluePoint19X" fmla="*/ 63 w 96"/>
                <a:gd name="GluePoint19Y" fmla="*/ 12 h 133"/>
                <a:gd name="GluePoint20X" fmla="*/ 66 w 96"/>
                <a:gd name="GluePoint20Y" fmla="*/ 25 h 133"/>
                <a:gd name="GluePoint21X" fmla="*/ 30 w 96"/>
                <a:gd name="GluePoint21Y" fmla="*/ 25 h 133"/>
                <a:gd name="GluePoint22X" fmla="*/ 33 w 96"/>
                <a:gd name="GluePoint22Y" fmla="*/ 12 h 133"/>
                <a:gd name="GluePoint23X" fmla="*/ 92 w 96"/>
                <a:gd name="GluePoint23Y" fmla="*/ 18 h 133"/>
                <a:gd name="GluePoint24X" fmla="*/ 92 w 96"/>
                <a:gd name="GluePoint24Y" fmla="*/ 129 h 133"/>
                <a:gd name="GluePoint25X" fmla="*/ 4 w 96"/>
                <a:gd name="GluePoint25Y" fmla="*/ 129 h 133"/>
                <a:gd name="GluePoint26X" fmla="*/ 4 w 96"/>
                <a:gd name="GluePoint26Y" fmla="*/ 18 h 133"/>
                <a:gd name="GluePoint27X" fmla="*/ 27 w 96"/>
                <a:gd name="GluePoint27Y" fmla="*/ 18 h 133"/>
                <a:gd name="GluePoint28X" fmla="*/ 24 w 96"/>
                <a:gd name="GluePoint28Y" fmla="*/ 29 h 133"/>
                <a:gd name="GluePoint29X" fmla="*/ 71 w 96"/>
                <a:gd name="GluePoint29Y" fmla="*/ 29 h 133"/>
                <a:gd name="GluePoint30X" fmla="*/ 69 w 96"/>
                <a:gd name="GluePoint30Y" fmla="*/ 18 h 133"/>
                <a:gd name="GluePoint31X" fmla="*/ 92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29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07" name="Group 14"/>
          <p:cNvGrpSpPr/>
          <p:nvPr/>
        </p:nvGrpSpPr>
        <p:grpSpPr>
          <a:xfrm>
            <a:off x="6807960" y="2450880"/>
            <a:ext cx="217080" cy="300960"/>
            <a:chOff x="6807960" y="2450880"/>
            <a:chExt cx="217080" cy="300960"/>
          </a:xfrm>
        </p:grpSpPr>
        <p:sp>
          <p:nvSpPr>
            <p:cNvPr id="1908" name="Freeform 368"/>
            <p:cNvSpPr/>
            <p:nvPr/>
          </p:nvSpPr>
          <p:spPr>
            <a:xfrm>
              <a:off x="6869160" y="2573280"/>
              <a:ext cx="92520" cy="9252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520"/>
                <a:gd name="textAreaBottom" fmla="*/ 92880 h 92520"/>
                <a:gd name="GluePoint1X" fmla="*/ 56 w 78"/>
                <a:gd name="GluePoint1Y" fmla="*/ 28 h 79"/>
                <a:gd name="GluePoint2X" fmla="*/ 28 w 78"/>
                <a:gd name="GluePoint2Y" fmla="*/ 0 h 79"/>
                <a:gd name="GluePoint3X" fmla="*/ 0 w 78"/>
                <a:gd name="GluePoint3Y" fmla="*/ 28 h 79"/>
                <a:gd name="GluePoint4X" fmla="*/ 28 w 78"/>
                <a:gd name="GluePoint4Y" fmla="*/ 56 h 79"/>
                <a:gd name="GluePoint5X" fmla="*/ 44 w 78"/>
                <a:gd name="GluePoint5Y" fmla="*/ 50 h 79"/>
                <a:gd name="GluePoint6X" fmla="*/ 73 w 78"/>
                <a:gd name="GluePoint6Y" fmla="*/ 79 h 79"/>
                <a:gd name="GluePoint7X" fmla="*/ 78 w 78"/>
                <a:gd name="GluePoint7Y" fmla="*/ 73 h 79"/>
                <a:gd name="GluePoint8X" fmla="*/ 50 w 78"/>
                <a:gd name="GluePoint8Y" fmla="*/ 45 h 79"/>
                <a:gd name="GluePoint9X" fmla="*/ 56 w 78"/>
                <a:gd name="GluePoint9Y" fmla="*/ 28 h 79"/>
                <a:gd name="GluePoint10X" fmla="*/ 8 w 78"/>
                <a:gd name="GluePoint10Y" fmla="*/ 28 h 79"/>
                <a:gd name="GluePoint11X" fmla="*/ 28 w 78"/>
                <a:gd name="GluePoint11Y" fmla="*/ 8 h 79"/>
                <a:gd name="GluePoint12X" fmla="*/ 48 w 78"/>
                <a:gd name="GluePoint12Y" fmla="*/ 28 h 79"/>
                <a:gd name="GluePoint13X" fmla="*/ 28 w 78"/>
                <a:gd name="GluePoint13Y" fmla="*/ 48 h 79"/>
                <a:gd name="GluePoint14X" fmla="*/ 8 w 78"/>
                <a:gd name="GluePoint14Y" fmla="*/ 28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8" h="79">
                  <a:moveTo>
                    <a:pt x="56" y="28"/>
                  </a:moveTo>
                  <a:cubicBezTo>
                    <a:pt x="56" y="12"/>
                    <a:pt x="43" y="0"/>
                    <a:pt x="28" y="0"/>
                  </a:cubicBezTo>
                  <a:cubicBezTo>
                    <a:pt x="12" y="0"/>
                    <a:pt x="0" y="12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ubicBezTo>
                    <a:pt x="34" y="56"/>
                    <a:pt x="40" y="54"/>
                    <a:pt x="44" y="50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4" y="40"/>
                    <a:pt x="56" y="34"/>
                    <a:pt x="56" y="28"/>
                  </a:cubicBezTo>
                  <a:close/>
                  <a:moveTo>
                    <a:pt x="8" y="28"/>
                  </a:move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09" name="Freeform 369"/>
            <p:cNvSpPr/>
            <p:nvPr/>
          </p:nvSpPr>
          <p:spPr>
            <a:xfrm>
              <a:off x="6807960" y="2450880"/>
              <a:ext cx="217080" cy="30096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0960"/>
                <a:gd name="textAreaBottom" fmla="*/ 301320 h 300960"/>
                <a:gd name="GluePoint1X" fmla="*/ 66 w 96"/>
                <a:gd name="GluePoint1Y" fmla="*/ 8 h 133"/>
                <a:gd name="GluePoint2X" fmla="*/ 58 w 96"/>
                <a:gd name="GluePoint2Y" fmla="*/ 8 h 133"/>
                <a:gd name="GluePoint3X" fmla="*/ 58 w 96"/>
                <a:gd name="GluePoint3Y" fmla="*/ 0 h 133"/>
                <a:gd name="GluePoint4X" fmla="*/ 37 w 96"/>
                <a:gd name="GluePoint4Y" fmla="*/ 0 h 133"/>
                <a:gd name="GluePoint5X" fmla="*/ 37 w 96"/>
                <a:gd name="GluePoint5Y" fmla="*/ 8 h 133"/>
                <a:gd name="GluePoint6X" fmla="*/ 30 w 96"/>
                <a:gd name="GluePoint6Y" fmla="*/ 8 h 133"/>
                <a:gd name="GluePoint7X" fmla="*/ 28 w 96"/>
                <a:gd name="GluePoint7Y" fmla="*/ 14 h 133"/>
                <a:gd name="GluePoint8X" fmla="*/ 0 w 96"/>
                <a:gd name="GluePoint8Y" fmla="*/ 14 h 133"/>
                <a:gd name="GluePoint9X" fmla="*/ 0 w 96"/>
                <a:gd name="GluePoint9Y" fmla="*/ 133 h 133"/>
                <a:gd name="GluePoint10X" fmla="*/ 96 w 96"/>
                <a:gd name="GluePoint10Y" fmla="*/ 133 h 133"/>
                <a:gd name="GluePoint11X" fmla="*/ 96 w 96"/>
                <a:gd name="GluePoint11Y" fmla="*/ 14 h 133"/>
                <a:gd name="GluePoint12X" fmla="*/ 68 w 96"/>
                <a:gd name="GluePoint12Y" fmla="*/ 14 h 133"/>
                <a:gd name="GluePoint13X" fmla="*/ 66 w 96"/>
                <a:gd name="GluePoint13Y" fmla="*/ 8 h 133"/>
                <a:gd name="GluePoint14X" fmla="*/ 33 w 96"/>
                <a:gd name="GluePoint14Y" fmla="*/ 12 h 133"/>
                <a:gd name="GluePoint15X" fmla="*/ 42 w 96"/>
                <a:gd name="GluePoint15Y" fmla="*/ 12 h 133"/>
                <a:gd name="GluePoint16X" fmla="*/ 42 w 96"/>
                <a:gd name="GluePoint16Y" fmla="*/ 4 h 133"/>
                <a:gd name="GluePoint17X" fmla="*/ 54 w 96"/>
                <a:gd name="GluePoint17Y" fmla="*/ 4 h 133"/>
                <a:gd name="GluePoint18X" fmla="*/ 54 w 96"/>
                <a:gd name="GluePoint18Y" fmla="*/ 12 h 133"/>
                <a:gd name="GluePoint19X" fmla="*/ 63 w 96"/>
                <a:gd name="GluePoint19Y" fmla="*/ 12 h 133"/>
                <a:gd name="GluePoint20X" fmla="*/ 66 w 96"/>
                <a:gd name="GluePoint20Y" fmla="*/ 25 h 133"/>
                <a:gd name="GluePoint21X" fmla="*/ 30 w 96"/>
                <a:gd name="GluePoint21Y" fmla="*/ 25 h 133"/>
                <a:gd name="GluePoint22X" fmla="*/ 33 w 96"/>
                <a:gd name="GluePoint22Y" fmla="*/ 12 h 133"/>
                <a:gd name="GluePoint23X" fmla="*/ 92 w 96"/>
                <a:gd name="GluePoint23Y" fmla="*/ 18 h 133"/>
                <a:gd name="GluePoint24X" fmla="*/ 92 w 96"/>
                <a:gd name="GluePoint24Y" fmla="*/ 129 h 133"/>
                <a:gd name="GluePoint25X" fmla="*/ 4 w 96"/>
                <a:gd name="GluePoint25Y" fmla="*/ 129 h 133"/>
                <a:gd name="GluePoint26X" fmla="*/ 4 w 96"/>
                <a:gd name="GluePoint26Y" fmla="*/ 18 h 133"/>
                <a:gd name="GluePoint27X" fmla="*/ 27 w 96"/>
                <a:gd name="GluePoint27Y" fmla="*/ 18 h 133"/>
                <a:gd name="GluePoint28X" fmla="*/ 24 w 96"/>
                <a:gd name="GluePoint28Y" fmla="*/ 29 h 133"/>
                <a:gd name="GluePoint29X" fmla="*/ 71 w 96"/>
                <a:gd name="GluePoint29Y" fmla="*/ 29 h 133"/>
                <a:gd name="GluePoint30X" fmla="*/ 69 w 96"/>
                <a:gd name="GluePoint30Y" fmla="*/ 18 h 133"/>
                <a:gd name="GluePoint31X" fmla="*/ 92 w 96"/>
                <a:gd name="GluePoint31Y" fmla="*/ 18 h 1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3">
                  <a:moveTo>
                    <a:pt x="66" y="8"/>
                  </a:moveTo>
                  <a:lnTo>
                    <a:pt x="58" y="8"/>
                  </a:lnTo>
                  <a:lnTo>
                    <a:pt x="58" y="0"/>
                  </a:lnTo>
                  <a:lnTo>
                    <a:pt x="37" y="0"/>
                  </a:lnTo>
                  <a:lnTo>
                    <a:pt x="37" y="8"/>
                  </a:lnTo>
                  <a:lnTo>
                    <a:pt x="30" y="8"/>
                  </a:lnTo>
                  <a:lnTo>
                    <a:pt x="28" y="14"/>
                  </a:lnTo>
                  <a:lnTo>
                    <a:pt x="0" y="14"/>
                  </a:lnTo>
                  <a:lnTo>
                    <a:pt x="0" y="133"/>
                  </a:lnTo>
                  <a:lnTo>
                    <a:pt x="96" y="133"/>
                  </a:lnTo>
                  <a:lnTo>
                    <a:pt x="96" y="14"/>
                  </a:lnTo>
                  <a:lnTo>
                    <a:pt x="68" y="14"/>
                  </a:lnTo>
                  <a:lnTo>
                    <a:pt x="66" y="8"/>
                  </a:lnTo>
                  <a:close/>
                  <a:moveTo>
                    <a:pt x="33" y="12"/>
                  </a:moveTo>
                  <a:lnTo>
                    <a:pt x="42" y="12"/>
                  </a:lnTo>
                  <a:lnTo>
                    <a:pt x="42" y="4"/>
                  </a:lnTo>
                  <a:lnTo>
                    <a:pt x="54" y="4"/>
                  </a:lnTo>
                  <a:lnTo>
                    <a:pt x="54" y="12"/>
                  </a:lnTo>
                  <a:lnTo>
                    <a:pt x="63" y="12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2"/>
                  </a:lnTo>
                  <a:close/>
                  <a:moveTo>
                    <a:pt x="92" y="18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8"/>
                  </a:lnTo>
                  <a:lnTo>
                    <a:pt x="27" y="18"/>
                  </a:lnTo>
                  <a:lnTo>
                    <a:pt x="24" y="29"/>
                  </a:lnTo>
                  <a:lnTo>
                    <a:pt x="71" y="29"/>
                  </a:lnTo>
                  <a:lnTo>
                    <a:pt x="69" y="18"/>
                  </a:lnTo>
                  <a:lnTo>
                    <a:pt x="92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10" name="Group 1"/>
          <p:cNvGrpSpPr/>
          <p:nvPr/>
        </p:nvGrpSpPr>
        <p:grpSpPr>
          <a:xfrm>
            <a:off x="2108880" y="2840400"/>
            <a:ext cx="217080" cy="303120"/>
            <a:chOff x="2108880" y="2840400"/>
            <a:chExt cx="217080" cy="303120"/>
          </a:xfrm>
        </p:grpSpPr>
        <p:sp>
          <p:nvSpPr>
            <p:cNvPr id="1911" name="Freeform 370"/>
            <p:cNvSpPr/>
            <p:nvPr/>
          </p:nvSpPr>
          <p:spPr>
            <a:xfrm>
              <a:off x="2108880" y="2840400"/>
              <a:ext cx="217080" cy="30312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3120"/>
                <a:gd name="textAreaBottom" fmla="*/ 303480 h 303120"/>
                <a:gd name="GluePoint1X" fmla="*/ 66 w 96"/>
                <a:gd name="GluePoint1Y" fmla="*/ 9 h 134"/>
                <a:gd name="GluePoint2X" fmla="*/ 59 w 96"/>
                <a:gd name="GluePoint2Y" fmla="*/ 9 h 134"/>
                <a:gd name="GluePoint3X" fmla="*/ 59 w 96"/>
                <a:gd name="GluePoint3Y" fmla="*/ 0 h 134"/>
                <a:gd name="GluePoint4X" fmla="*/ 38 w 96"/>
                <a:gd name="GluePoint4Y" fmla="*/ 0 h 134"/>
                <a:gd name="GluePoint5X" fmla="*/ 38 w 96"/>
                <a:gd name="GluePoint5Y" fmla="*/ 9 h 134"/>
                <a:gd name="GluePoint6X" fmla="*/ 30 w 96"/>
                <a:gd name="GluePoint6Y" fmla="*/ 9 h 134"/>
                <a:gd name="GluePoint7X" fmla="*/ 28 w 96"/>
                <a:gd name="GluePoint7Y" fmla="*/ 15 h 134"/>
                <a:gd name="GluePoint8X" fmla="*/ 0 w 96"/>
                <a:gd name="GluePoint8Y" fmla="*/ 15 h 134"/>
                <a:gd name="GluePoint9X" fmla="*/ 0 w 96"/>
                <a:gd name="GluePoint9Y" fmla="*/ 134 h 134"/>
                <a:gd name="GluePoint10X" fmla="*/ 96 w 96"/>
                <a:gd name="GluePoint10Y" fmla="*/ 134 h 134"/>
                <a:gd name="GluePoint11X" fmla="*/ 96 w 96"/>
                <a:gd name="GluePoint11Y" fmla="*/ 15 h 134"/>
                <a:gd name="GluePoint12X" fmla="*/ 68 w 96"/>
                <a:gd name="GluePoint12Y" fmla="*/ 15 h 134"/>
                <a:gd name="GluePoint13X" fmla="*/ 66 w 96"/>
                <a:gd name="GluePoint13Y" fmla="*/ 9 h 134"/>
                <a:gd name="GluePoint14X" fmla="*/ 33 w 96"/>
                <a:gd name="GluePoint14Y" fmla="*/ 13 h 134"/>
                <a:gd name="GluePoint15X" fmla="*/ 42 w 96"/>
                <a:gd name="GluePoint15Y" fmla="*/ 13 h 134"/>
                <a:gd name="GluePoint16X" fmla="*/ 42 w 96"/>
                <a:gd name="GluePoint16Y" fmla="*/ 5 h 134"/>
                <a:gd name="GluePoint17X" fmla="*/ 54 w 96"/>
                <a:gd name="GluePoint17Y" fmla="*/ 5 h 134"/>
                <a:gd name="GluePoint18X" fmla="*/ 54 w 96"/>
                <a:gd name="GluePoint18Y" fmla="*/ 13 h 134"/>
                <a:gd name="GluePoint19X" fmla="*/ 63 w 96"/>
                <a:gd name="GluePoint19Y" fmla="*/ 13 h 134"/>
                <a:gd name="GluePoint20X" fmla="*/ 66 w 96"/>
                <a:gd name="GluePoint20Y" fmla="*/ 25 h 134"/>
                <a:gd name="GluePoint21X" fmla="*/ 30 w 96"/>
                <a:gd name="GluePoint21Y" fmla="*/ 25 h 134"/>
                <a:gd name="GluePoint22X" fmla="*/ 33 w 96"/>
                <a:gd name="GluePoint22Y" fmla="*/ 13 h 134"/>
                <a:gd name="GluePoint23X" fmla="*/ 92 w 96"/>
                <a:gd name="GluePoint23Y" fmla="*/ 19 h 134"/>
                <a:gd name="GluePoint24X" fmla="*/ 92 w 96"/>
                <a:gd name="GluePoint24Y" fmla="*/ 129 h 134"/>
                <a:gd name="GluePoint25X" fmla="*/ 4 w 96"/>
                <a:gd name="GluePoint25Y" fmla="*/ 129 h 134"/>
                <a:gd name="GluePoint26X" fmla="*/ 4 w 96"/>
                <a:gd name="GluePoint26Y" fmla="*/ 19 h 134"/>
                <a:gd name="GluePoint27X" fmla="*/ 27 w 96"/>
                <a:gd name="GluePoint27Y" fmla="*/ 19 h 134"/>
                <a:gd name="GluePoint28X" fmla="*/ 25 w 96"/>
                <a:gd name="GluePoint28Y" fmla="*/ 29 h 134"/>
                <a:gd name="GluePoint29X" fmla="*/ 72 w 96"/>
                <a:gd name="GluePoint29Y" fmla="*/ 29 h 134"/>
                <a:gd name="GluePoint30X" fmla="*/ 69 w 96"/>
                <a:gd name="GluePoint30Y" fmla="*/ 19 h 134"/>
                <a:gd name="GluePoint31X" fmla="*/ 92 w 96"/>
                <a:gd name="GluePoint31Y" fmla="*/ 19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4">
                  <a:moveTo>
                    <a:pt x="66" y="9"/>
                  </a:moveTo>
                  <a:lnTo>
                    <a:pt x="59" y="9"/>
                  </a:lnTo>
                  <a:lnTo>
                    <a:pt x="59" y="0"/>
                  </a:lnTo>
                  <a:lnTo>
                    <a:pt x="38" y="0"/>
                  </a:lnTo>
                  <a:lnTo>
                    <a:pt x="38" y="9"/>
                  </a:lnTo>
                  <a:lnTo>
                    <a:pt x="30" y="9"/>
                  </a:lnTo>
                  <a:lnTo>
                    <a:pt x="28" y="15"/>
                  </a:lnTo>
                  <a:lnTo>
                    <a:pt x="0" y="15"/>
                  </a:lnTo>
                  <a:lnTo>
                    <a:pt x="0" y="134"/>
                  </a:lnTo>
                  <a:lnTo>
                    <a:pt x="96" y="134"/>
                  </a:lnTo>
                  <a:lnTo>
                    <a:pt x="96" y="15"/>
                  </a:lnTo>
                  <a:lnTo>
                    <a:pt x="68" y="15"/>
                  </a:lnTo>
                  <a:lnTo>
                    <a:pt x="66" y="9"/>
                  </a:lnTo>
                  <a:close/>
                  <a:moveTo>
                    <a:pt x="33" y="13"/>
                  </a:moveTo>
                  <a:lnTo>
                    <a:pt x="42" y="13"/>
                  </a:lnTo>
                  <a:lnTo>
                    <a:pt x="42" y="5"/>
                  </a:lnTo>
                  <a:lnTo>
                    <a:pt x="54" y="5"/>
                  </a:lnTo>
                  <a:lnTo>
                    <a:pt x="54" y="13"/>
                  </a:lnTo>
                  <a:lnTo>
                    <a:pt x="63" y="13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3"/>
                  </a:lnTo>
                  <a:close/>
                  <a:moveTo>
                    <a:pt x="92" y="19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9"/>
                  </a:lnTo>
                  <a:lnTo>
                    <a:pt x="27" y="19"/>
                  </a:lnTo>
                  <a:lnTo>
                    <a:pt x="25" y="29"/>
                  </a:lnTo>
                  <a:lnTo>
                    <a:pt x="72" y="29"/>
                  </a:lnTo>
                  <a:lnTo>
                    <a:pt x="69" y="19"/>
                  </a:lnTo>
                  <a:lnTo>
                    <a:pt x="92" y="1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12" name="Freeform 371"/>
            <p:cNvSpPr/>
            <p:nvPr/>
          </p:nvSpPr>
          <p:spPr>
            <a:xfrm>
              <a:off x="2165760" y="2958120"/>
              <a:ext cx="106200" cy="99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99360"/>
                <a:gd name="textAreaBottom" fmla="*/ 99720 h 99360"/>
                <a:gd name="GluePoint1X" fmla="*/ 84 w 89"/>
                <a:gd name="GluePoint1Y" fmla="*/ 32 h 84"/>
                <a:gd name="GluePoint2X" fmla="*/ 59 w 89"/>
                <a:gd name="GluePoint2Y" fmla="*/ 32 h 84"/>
                <a:gd name="GluePoint3X" fmla="*/ 48 w 89"/>
                <a:gd name="GluePoint3Y" fmla="*/ 3 h 84"/>
                <a:gd name="GluePoint4X" fmla="*/ 44 w 89"/>
                <a:gd name="GluePoint4Y" fmla="*/ 0 h 84"/>
                <a:gd name="GluePoint5X" fmla="*/ 40 w 89"/>
                <a:gd name="GluePoint5Y" fmla="*/ 3 h 84"/>
                <a:gd name="GluePoint6X" fmla="*/ 30 w 89"/>
                <a:gd name="GluePoint6Y" fmla="*/ 32 h 84"/>
                <a:gd name="GluePoint7X" fmla="*/ 4 w 89"/>
                <a:gd name="GluePoint7Y" fmla="*/ 32 h 84"/>
                <a:gd name="GluePoint8X" fmla="*/ 0 w 89"/>
                <a:gd name="GluePoint8Y" fmla="*/ 35 h 84"/>
                <a:gd name="GluePoint9X" fmla="*/ 2 w 89"/>
                <a:gd name="GluePoint9Y" fmla="*/ 39 h 84"/>
                <a:gd name="GluePoint10X" fmla="*/ 24 w 89"/>
                <a:gd name="GluePoint10Y" fmla="*/ 54 h 84"/>
                <a:gd name="GluePoint11X" fmla="*/ 16 w 89"/>
                <a:gd name="GluePoint11Y" fmla="*/ 79 h 84"/>
                <a:gd name="GluePoint12X" fmla="*/ 17 w 89"/>
                <a:gd name="GluePoint12Y" fmla="*/ 83 h 84"/>
                <a:gd name="GluePoint13X" fmla="*/ 22 w 89"/>
                <a:gd name="GluePoint13Y" fmla="*/ 83 h 84"/>
                <a:gd name="GluePoint14X" fmla="*/ 44 w 89"/>
                <a:gd name="GluePoint14Y" fmla="*/ 69 h 84"/>
                <a:gd name="GluePoint15X" fmla="*/ 66 w 89"/>
                <a:gd name="GluePoint15Y" fmla="*/ 83 h 84"/>
                <a:gd name="GluePoint16X" fmla="*/ 68 w 89"/>
                <a:gd name="GluePoint16Y" fmla="*/ 84 h 84"/>
                <a:gd name="GluePoint17X" fmla="*/ 70 w 89"/>
                <a:gd name="GluePoint17Y" fmla="*/ 83 h 84"/>
                <a:gd name="GluePoint18X" fmla="*/ 72 w 89"/>
                <a:gd name="GluePoint18Y" fmla="*/ 79 h 84"/>
                <a:gd name="GluePoint19X" fmla="*/ 65 w 89"/>
                <a:gd name="GluePoint19Y" fmla="*/ 54 h 84"/>
                <a:gd name="GluePoint20X" fmla="*/ 86 w 89"/>
                <a:gd name="GluePoint20Y" fmla="*/ 39 h 84"/>
                <a:gd name="GluePoint21X" fmla="*/ 88 w 89"/>
                <a:gd name="GluePoint21Y" fmla="*/ 35 h 84"/>
                <a:gd name="GluePoint22X" fmla="*/ 84 w 89"/>
                <a:gd name="GluePoint22Y" fmla="*/ 32 h 84"/>
                <a:gd name="GluePoint23X" fmla="*/ 58 w 89"/>
                <a:gd name="GluePoint23Y" fmla="*/ 49 h 84"/>
                <a:gd name="GluePoint24X" fmla="*/ 56 w 89"/>
                <a:gd name="GluePoint24Y" fmla="*/ 53 h 84"/>
                <a:gd name="GluePoint25X" fmla="*/ 61 w 89"/>
                <a:gd name="GluePoint25Y" fmla="*/ 71 h 84"/>
                <a:gd name="GluePoint26X" fmla="*/ 46 w 89"/>
                <a:gd name="GluePoint26Y" fmla="*/ 61 h 84"/>
                <a:gd name="GluePoint27X" fmla="*/ 42 w 89"/>
                <a:gd name="GluePoint27Y" fmla="*/ 61 h 84"/>
                <a:gd name="GluePoint28X" fmla="*/ 27 w 89"/>
                <a:gd name="GluePoint28Y" fmla="*/ 71 h 84"/>
                <a:gd name="GluePoint29X" fmla="*/ 32 w 89"/>
                <a:gd name="GluePoint29Y" fmla="*/ 53 h 84"/>
                <a:gd name="GluePoint30X" fmla="*/ 30 w 89"/>
                <a:gd name="GluePoint30Y" fmla="*/ 49 h 84"/>
                <a:gd name="GluePoint31X" fmla="*/ 17 w 89"/>
                <a:gd name="GluePoint31Y" fmla="*/ 40 h 84"/>
                <a:gd name="GluePoint32X" fmla="*/ 33 w 89"/>
                <a:gd name="GluePoint32Y" fmla="*/ 40 h 84"/>
                <a:gd name="GluePoint33X" fmla="*/ 37 w 89"/>
                <a:gd name="GluePoint33Y" fmla="*/ 37 h 84"/>
                <a:gd name="GluePoint34X" fmla="*/ 44 w 89"/>
                <a:gd name="GluePoint34Y" fmla="*/ 16 h 84"/>
                <a:gd name="GluePoint35X" fmla="*/ 52 w 89"/>
                <a:gd name="GluePoint35Y" fmla="*/ 38 h 84"/>
                <a:gd name="GluePoint36X" fmla="*/ 56 w 89"/>
                <a:gd name="GluePoint36Y" fmla="*/ 40 h 84"/>
                <a:gd name="GluePoint37X" fmla="*/ 71 w 89"/>
                <a:gd name="GluePoint37Y" fmla="*/ 40 h 84"/>
                <a:gd name="GluePoint38X" fmla="*/ 58 w 89"/>
                <a:gd name="GluePoint38Y" fmla="*/ 49 h 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89" h="84">
                  <a:moveTo>
                    <a:pt x="84" y="32"/>
                  </a:moveTo>
                  <a:cubicBezTo>
                    <a:pt x="59" y="32"/>
                    <a:pt x="59" y="32"/>
                    <a:pt x="59" y="32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1"/>
                    <a:pt x="46" y="0"/>
                    <a:pt x="44" y="0"/>
                  </a:cubicBezTo>
                  <a:cubicBezTo>
                    <a:pt x="42" y="0"/>
                    <a:pt x="41" y="1"/>
                    <a:pt x="40" y="3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1" y="33"/>
                    <a:pt x="0" y="35"/>
                  </a:cubicBezTo>
                  <a:cubicBezTo>
                    <a:pt x="0" y="37"/>
                    <a:pt x="1" y="38"/>
                    <a:pt x="2" y="39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5" y="81"/>
                    <a:pt x="16" y="82"/>
                    <a:pt x="17" y="83"/>
                  </a:cubicBezTo>
                  <a:cubicBezTo>
                    <a:pt x="19" y="84"/>
                    <a:pt x="20" y="84"/>
                    <a:pt x="22" y="83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66" y="83"/>
                    <a:pt x="66" y="83"/>
                    <a:pt x="66" y="83"/>
                  </a:cubicBezTo>
                  <a:cubicBezTo>
                    <a:pt x="66" y="84"/>
                    <a:pt x="67" y="84"/>
                    <a:pt x="68" y="84"/>
                  </a:cubicBezTo>
                  <a:cubicBezTo>
                    <a:pt x="69" y="84"/>
                    <a:pt x="70" y="84"/>
                    <a:pt x="70" y="83"/>
                  </a:cubicBezTo>
                  <a:cubicBezTo>
                    <a:pt x="72" y="82"/>
                    <a:pt x="72" y="81"/>
                    <a:pt x="72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8" y="38"/>
                    <a:pt x="89" y="37"/>
                    <a:pt x="88" y="35"/>
                  </a:cubicBezTo>
                  <a:cubicBezTo>
                    <a:pt x="88" y="33"/>
                    <a:pt x="86" y="32"/>
                    <a:pt x="84" y="32"/>
                  </a:cubicBezTo>
                  <a:close/>
                  <a:moveTo>
                    <a:pt x="58" y="49"/>
                  </a:moveTo>
                  <a:cubicBezTo>
                    <a:pt x="57" y="50"/>
                    <a:pt x="56" y="52"/>
                    <a:pt x="56" y="5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5" y="60"/>
                    <a:pt x="43" y="60"/>
                    <a:pt x="42" y="61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2"/>
                    <a:pt x="32" y="50"/>
                    <a:pt x="30" y="4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6" y="39"/>
                    <a:pt x="37" y="37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3" y="39"/>
                    <a:pt x="55" y="40"/>
                    <a:pt x="56" y="40"/>
                  </a:cubicBezTo>
                  <a:cubicBezTo>
                    <a:pt x="71" y="40"/>
                    <a:pt x="71" y="40"/>
                    <a:pt x="71" y="40"/>
                  </a:cubicBezTo>
                  <a:lnTo>
                    <a:pt x="58" y="4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13" name="Group 2"/>
          <p:cNvGrpSpPr/>
          <p:nvPr/>
        </p:nvGrpSpPr>
        <p:grpSpPr>
          <a:xfrm>
            <a:off x="2500920" y="2840400"/>
            <a:ext cx="217080" cy="303120"/>
            <a:chOff x="2500920" y="2840400"/>
            <a:chExt cx="217080" cy="303120"/>
          </a:xfrm>
        </p:grpSpPr>
        <p:sp>
          <p:nvSpPr>
            <p:cNvPr id="1914" name="Freeform 372"/>
            <p:cNvSpPr/>
            <p:nvPr/>
          </p:nvSpPr>
          <p:spPr>
            <a:xfrm>
              <a:off x="2568600" y="2958120"/>
              <a:ext cx="81000" cy="99360"/>
            </a:xfrm>
            <a:custGeom>
              <a:avLst/>
              <a:gdLst>
                <a:gd name="textAreaLeft" fmla="*/ 0 w 81000"/>
                <a:gd name="textAreaRight" fmla="*/ 81360 w 81000"/>
                <a:gd name="textAreaTop" fmla="*/ 0 h 99360"/>
                <a:gd name="textAreaBottom" fmla="*/ 99720 h 99360"/>
                <a:gd name="GluePoint1X" fmla="*/ 16 w 36"/>
                <a:gd name="GluePoint1Y" fmla="*/ 0 h 44"/>
                <a:gd name="GluePoint2X" fmla="*/ 0 w 36"/>
                <a:gd name="GluePoint2Y" fmla="*/ 18 h 44"/>
                <a:gd name="GluePoint3X" fmla="*/ 3 w 36"/>
                <a:gd name="GluePoint3Y" fmla="*/ 21 h 44"/>
                <a:gd name="GluePoint4X" fmla="*/ 16 w 36"/>
                <a:gd name="GluePoint4Y" fmla="*/ 8 h 44"/>
                <a:gd name="GluePoint5X" fmla="*/ 16 w 36"/>
                <a:gd name="GluePoint5Y" fmla="*/ 44 h 44"/>
                <a:gd name="GluePoint6X" fmla="*/ 20 w 36"/>
                <a:gd name="GluePoint6Y" fmla="*/ 44 h 44"/>
                <a:gd name="GluePoint7X" fmla="*/ 20 w 36"/>
                <a:gd name="GluePoint7Y" fmla="*/ 8 h 44"/>
                <a:gd name="GluePoint8X" fmla="*/ 34 w 36"/>
                <a:gd name="GluePoint8Y" fmla="*/ 21 h 44"/>
                <a:gd name="GluePoint9X" fmla="*/ 36 w 36"/>
                <a:gd name="GluePoint9Y" fmla="*/ 18 h 44"/>
                <a:gd name="GluePoint10X" fmla="*/ 20 w 36"/>
                <a:gd name="GluePoint10Y" fmla="*/ 0 h 44"/>
                <a:gd name="GluePoint11X" fmla="*/ 16 w 36"/>
                <a:gd name="GluePoint11Y" fmla="*/ 0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6" h="44">
                  <a:moveTo>
                    <a:pt x="16" y="0"/>
                  </a:moveTo>
                  <a:lnTo>
                    <a:pt x="0" y="18"/>
                  </a:lnTo>
                  <a:lnTo>
                    <a:pt x="3" y="21"/>
                  </a:lnTo>
                  <a:lnTo>
                    <a:pt x="16" y="8"/>
                  </a:lnTo>
                  <a:lnTo>
                    <a:pt x="16" y="44"/>
                  </a:lnTo>
                  <a:lnTo>
                    <a:pt x="20" y="44"/>
                  </a:lnTo>
                  <a:lnTo>
                    <a:pt x="20" y="8"/>
                  </a:lnTo>
                  <a:lnTo>
                    <a:pt x="34" y="21"/>
                  </a:lnTo>
                  <a:lnTo>
                    <a:pt x="36" y="18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15" name="Freeform 373"/>
            <p:cNvSpPr/>
            <p:nvPr/>
          </p:nvSpPr>
          <p:spPr>
            <a:xfrm>
              <a:off x="2500920" y="2840400"/>
              <a:ext cx="217080" cy="30312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303120"/>
                <a:gd name="textAreaBottom" fmla="*/ 303480 h 303120"/>
                <a:gd name="GluePoint1X" fmla="*/ 66 w 96"/>
                <a:gd name="GluePoint1Y" fmla="*/ 9 h 134"/>
                <a:gd name="GluePoint2X" fmla="*/ 58 w 96"/>
                <a:gd name="GluePoint2Y" fmla="*/ 9 h 134"/>
                <a:gd name="GluePoint3X" fmla="*/ 58 w 96"/>
                <a:gd name="GluePoint3Y" fmla="*/ 0 h 134"/>
                <a:gd name="GluePoint4X" fmla="*/ 38 w 96"/>
                <a:gd name="GluePoint4Y" fmla="*/ 0 h 134"/>
                <a:gd name="GluePoint5X" fmla="*/ 38 w 96"/>
                <a:gd name="GluePoint5Y" fmla="*/ 9 h 134"/>
                <a:gd name="GluePoint6X" fmla="*/ 30 w 96"/>
                <a:gd name="GluePoint6Y" fmla="*/ 9 h 134"/>
                <a:gd name="GluePoint7X" fmla="*/ 28 w 96"/>
                <a:gd name="GluePoint7Y" fmla="*/ 15 h 134"/>
                <a:gd name="GluePoint8X" fmla="*/ 0 w 96"/>
                <a:gd name="GluePoint8Y" fmla="*/ 15 h 134"/>
                <a:gd name="GluePoint9X" fmla="*/ 0 w 96"/>
                <a:gd name="GluePoint9Y" fmla="*/ 134 h 134"/>
                <a:gd name="GluePoint10X" fmla="*/ 96 w 96"/>
                <a:gd name="GluePoint10Y" fmla="*/ 134 h 134"/>
                <a:gd name="GluePoint11X" fmla="*/ 96 w 96"/>
                <a:gd name="GluePoint11Y" fmla="*/ 15 h 134"/>
                <a:gd name="GluePoint12X" fmla="*/ 68 w 96"/>
                <a:gd name="GluePoint12Y" fmla="*/ 15 h 134"/>
                <a:gd name="GluePoint13X" fmla="*/ 66 w 96"/>
                <a:gd name="GluePoint13Y" fmla="*/ 9 h 134"/>
                <a:gd name="GluePoint14X" fmla="*/ 33 w 96"/>
                <a:gd name="GluePoint14Y" fmla="*/ 13 h 134"/>
                <a:gd name="GluePoint15X" fmla="*/ 42 w 96"/>
                <a:gd name="GluePoint15Y" fmla="*/ 13 h 134"/>
                <a:gd name="GluePoint16X" fmla="*/ 42 w 96"/>
                <a:gd name="GluePoint16Y" fmla="*/ 5 h 134"/>
                <a:gd name="GluePoint17X" fmla="*/ 54 w 96"/>
                <a:gd name="GluePoint17Y" fmla="*/ 5 h 134"/>
                <a:gd name="GluePoint18X" fmla="*/ 54 w 96"/>
                <a:gd name="GluePoint18Y" fmla="*/ 13 h 134"/>
                <a:gd name="GluePoint19X" fmla="*/ 63 w 96"/>
                <a:gd name="GluePoint19Y" fmla="*/ 13 h 134"/>
                <a:gd name="GluePoint20X" fmla="*/ 66 w 96"/>
                <a:gd name="GluePoint20Y" fmla="*/ 25 h 134"/>
                <a:gd name="GluePoint21X" fmla="*/ 30 w 96"/>
                <a:gd name="GluePoint21Y" fmla="*/ 25 h 134"/>
                <a:gd name="GluePoint22X" fmla="*/ 33 w 96"/>
                <a:gd name="GluePoint22Y" fmla="*/ 13 h 134"/>
                <a:gd name="GluePoint23X" fmla="*/ 92 w 96"/>
                <a:gd name="GluePoint23Y" fmla="*/ 19 h 134"/>
                <a:gd name="GluePoint24X" fmla="*/ 92 w 96"/>
                <a:gd name="GluePoint24Y" fmla="*/ 129 h 134"/>
                <a:gd name="GluePoint25X" fmla="*/ 4 w 96"/>
                <a:gd name="GluePoint25Y" fmla="*/ 129 h 134"/>
                <a:gd name="GluePoint26X" fmla="*/ 4 w 96"/>
                <a:gd name="GluePoint26Y" fmla="*/ 19 h 134"/>
                <a:gd name="GluePoint27X" fmla="*/ 27 w 96"/>
                <a:gd name="GluePoint27Y" fmla="*/ 19 h 134"/>
                <a:gd name="GluePoint28X" fmla="*/ 25 w 96"/>
                <a:gd name="GluePoint28Y" fmla="*/ 29 h 134"/>
                <a:gd name="GluePoint29X" fmla="*/ 71 w 96"/>
                <a:gd name="GluePoint29Y" fmla="*/ 29 h 134"/>
                <a:gd name="GluePoint30X" fmla="*/ 69 w 96"/>
                <a:gd name="GluePoint30Y" fmla="*/ 19 h 134"/>
                <a:gd name="GluePoint31X" fmla="*/ 92 w 96"/>
                <a:gd name="GluePoint31Y" fmla="*/ 19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96" h="134">
                  <a:moveTo>
                    <a:pt x="66" y="9"/>
                  </a:moveTo>
                  <a:lnTo>
                    <a:pt x="58" y="9"/>
                  </a:lnTo>
                  <a:lnTo>
                    <a:pt x="58" y="0"/>
                  </a:lnTo>
                  <a:lnTo>
                    <a:pt x="38" y="0"/>
                  </a:lnTo>
                  <a:lnTo>
                    <a:pt x="38" y="9"/>
                  </a:lnTo>
                  <a:lnTo>
                    <a:pt x="30" y="9"/>
                  </a:lnTo>
                  <a:lnTo>
                    <a:pt x="28" y="15"/>
                  </a:lnTo>
                  <a:lnTo>
                    <a:pt x="0" y="15"/>
                  </a:lnTo>
                  <a:lnTo>
                    <a:pt x="0" y="134"/>
                  </a:lnTo>
                  <a:lnTo>
                    <a:pt x="96" y="134"/>
                  </a:lnTo>
                  <a:lnTo>
                    <a:pt x="96" y="15"/>
                  </a:lnTo>
                  <a:lnTo>
                    <a:pt x="68" y="15"/>
                  </a:lnTo>
                  <a:lnTo>
                    <a:pt x="66" y="9"/>
                  </a:lnTo>
                  <a:close/>
                  <a:moveTo>
                    <a:pt x="33" y="13"/>
                  </a:moveTo>
                  <a:lnTo>
                    <a:pt x="42" y="13"/>
                  </a:lnTo>
                  <a:lnTo>
                    <a:pt x="42" y="5"/>
                  </a:lnTo>
                  <a:lnTo>
                    <a:pt x="54" y="5"/>
                  </a:lnTo>
                  <a:lnTo>
                    <a:pt x="54" y="13"/>
                  </a:lnTo>
                  <a:lnTo>
                    <a:pt x="63" y="13"/>
                  </a:lnTo>
                  <a:lnTo>
                    <a:pt x="66" y="25"/>
                  </a:lnTo>
                  <a:lnTo>
                    <a:pt x="30" y="25"/>
                  </a:lnTo>
                  <a:lnTo>
                    <a:pt x="33" y="13"/>
                  </a:lnTo>
                  <a:close/>
                  <a:moveTo>
                    <a:pt x="92" y="19"/>
                  </a:moveTo>
                  <a:lnTo>
                    <a:pt x="92" y="129"/>
                  </a:lnTo>
                  <a:lnTo>
                    <a:pt x="4" y="129"/>
                  </a:lnTo>
                  <a:lnTo>
                    <a:pt x="4" y="19"/>
                  </a:lnTo>
                  <a:lnTo>
                    <a:pt x="27" y="19"/>
                  </a:lnTo>
                  <a:lnTo>
                    <a:pt x="25" y="29"/>
                  </a:lnTo>
                  <a:lnTo>
                    <a:pt x="71" y="29"/>
                  </a:lnTo>
                  <a:lnTo>
                    <a:pt x="69" y="19"/>
                  </a:lnTo>
                  <a:lnTo>
                    <a:pt x="92" y="1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uk-UA" sz="24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916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Basic Elaboration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Freeform 11"/>
          <p:cNvSpPr/>
          <p:nvPr/>
        </p:nvSpPr>
        <p:spPr>
          <a:xfrm>
            <a:off x="2065680" y="126504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28 w 256"/>
              <a:gd name="GluePoint1Y" fmla="*/ 0 h 256"/>
              <a:gd name="GluePoint2X" fmla="*/ 0 w 256"/>
              <a:gd name="GluePoint2Y" fmla="*/ 128 h 256"/>
              <a:gd name="GluePoint3X" fmla="*/ 24 w 256"/>
              <a:gd name="GluePoint3Y" fmla="*/ 202 h 256"/>
              <a:gd name="GluePoint4X" fmla="*/ 42 w 256"/>
              <a:gd name="GluePoint4Y" fmla="*/ 220 h 256"/>
              <a:gd name="GluePoint5X" fmla="*/ 8 w 256"/>
              <a:gd name="GluePoint5Y" fmla="*/ 220 h 256"/>
              <a:gd name="GluePoint6X" fmla="*/ 8 w 256"/>
              <a:gd name="GluePoint6Y" fmla="*/ 228 h 256"/>
              <a:gd name="GluePoint7X" fmla="*/ 52 w 256"/>
              <a:gd name="GluePoint7Y" fmla="*/ 228 h 256"/>
              <a:gd name="GluePoint8X" fmla="*/ 56 w 256"/>
              <a:gd name="GluePoint8Y" fmla="*/ 224 h 256"/>
              <a:gd name="GluePoint9X" fmla="*/ 56 w 256"/>
              <a:gd name="GluePoint9Y" fmla="*/ 180 h 256"/>
              <a:gd name="GluePoint10X" fmla="*/ 48 w 256"/>
              <a:gd name="GluePoint10Y" fmla="*/ 180 h 256"/>
              <a:gd name="GluePoint11X" fmla="*/ 48 w 256"/>
              <a:gd name="GluePoint11Y" fmla="*/ 215 h 256"/>
              <a:gd name="GluePoint12X" fmla="*/ 30 w 256"/>
              <a:gd name="GluePoint12Y" fmla="*/ 197 h 256"/>
              <a:gd name="GluePoint13X" fmla="*/ 8 w 256"/>
              <a:gd name="GluePoint13Y" fmla="*/ 128 h 256"/>
              <a:gd name="GluePoint14X" fmla="*/ 128 w 256"/>
              <a:gd name="GluePoint14Y" fmla="*/ 8 h 256"/>
              <a:gd name="GluePoint15X" fmla="*/ 248 w 256"/>
              <a:gd name="GluePoint15Y" fmla="*/ 128 h 256"/>
              <a:gd name="GluePoint16X" fmla="*/ 128 w 256"/>
              <a:gd name="GluePoint16Y" fmla="*/ 248 h 256"/>
              <a:gd name="GluePoint17X" fmla="*/ 128 w 256"/>
              <a:gd name="GluePoint17Y" fmla="*/ 256 h 256"/>
              <a:gd name="GluePoint18X" fmla="*/ 256 w 256"/>
              <a:gd name="GluePoint18Y" fmla="*/ 128 h 256"/>
              <a:gd name="GluePoint19X" fmla="*/ 128 w 256"/>
              <a:gd name="GluePoint19Y" fmla="*/ 0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256" h="256">
                <a:moveTo>
                  <a:pt x="128" y="0"/>
                </a:moveTo>
                <a:cubicBezTo>
                  <a:pt x="58" y="0"/>
                  <a:pt x="0" y="57"/>
                  <a:pt x="0" y="128"/>
                </a:cubicBezTo>
                <a:cubicBezTo>
                  <a:pt x="0" y="154"/>
                  <a:pt x="8" y="180"/>
                  <a:pt x="24" y="202"/>
                </a:cubicBezTo>
                <a:cubicBezTo>
                  <a:pt x="42" y="220"/>
                  <a:pt x="42" y="220"/>
                  <a:pt x="42" y="220"/>
                </a:cubicBezTo>
                <a:cubicBezTo>
                  <a:pt x="8" y="220"/>
                  <a:pt x="8" y="220"/>
                  <a:pt x="8" y="220"/>
                </a:cubicBezTo>
                <a:cubicBezTo>
                  <a:pt x="8" y="228"/>
                  <a:pt x="8" y="228"/>
                  <a:pt x="8" y="228"/>
                </a:cubicBezTo>
                <a:cubicBezTo>
                  <a:pt x="52" y="228"/>
                  <a:pt x="52" y="228"/>
                  <a:pt x="52" y="228"/>
                </a:cubicBezTo>
                <a:cubicBezTo>
                  <a:pt x="56" y="224"/>
                  <a:pt x="56" y="224"/>
                  <a:pt x="56" y="224"/>
                </a:cubicBezTo>
                <a:cubicBezTo>
                  <a:pt x="56" y="180"/>
                  <a:pt x="56" y="180"/>
                  <a:pt x="56" y="180"/>
                </a:cubicBezTo>
                <a:cubicBezTo>
                  <a:pt x="48" y="180"/>
                  <a:pt x="48" y="180"/>
                  <a:pt x="48" y="180"/>
                </a:cubicBezTo>
                <a:cubicBezTo>
                  <a:pt x="48" y="215"/>
                  <a:pt x="48" y="215"/>
                  <a:pt x="48" y="215"/>
                </a:cubicBezTo>
                <a:cubicBezTo>
                  <a:pt x="30" y="197"/>
                  <a:pt x="30" y="197"/>
                  <a:pt x="30" y="197"/>
                </a:cubicBezTo>
                <a:cubicBezTo>
                  <a:pt x="16" y="177"/>
                  <a:pt x="8" y="153"/>
                  <a:pt x="8" y="128"/>
                </a:cubicBezTo>
                <a:cubicBezTo>
                  <a:pt x="8" y="61"/>
                  <a:pt x="62" y="8"/>
                  <a:pt x="128" y="8"/>
                </a:cubicBezTo>
                <a:cubicBezTo>
                  <a:pt x="194" y="8"/>
                  <a:pt x="248" y="61"/>
                  <a:pt x="248" y="128"/>
                </a:cubicBezTo>
                <a:cubicBezTo>
                  <a:pt x="248" y="194"/>
                  <a:pt x="194" y="248"/>
                  <a:pt x="128" y="248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918" name="Группа 1"/>
          <p:cNvGrpSpPr/>
          <p:nvPr/>
        </p:nvGrpSpPr>
        <p:grpSpPr>
          <a:xfrm>
            <a:off x="2458800" y="1265040"/>
            <a:ext cx="302040" cy="302040"/>
            <a:chOff x="2458800" y="1265040"/>
            <a:chExt cx="302040" cy="302040"/>
          </a:xfrm>
        </p:grpSpPr>
        <p:sp>
          <p:nvSpPr>
            <p:cNvPr id="1919" name="Freeform 12"/>
            <p:cNvSpPr/>
            <p:nvPr/>
          </p:nvSpPr>
          <p:spPr>
            <a:xfrm>
              <a:off x="2458800" y="1265040"/>
              <a:ext cx="161280" cy="268560"/>
            </a:xfrm>
            <a:custGeom>
              <a:avLst/>
              <a:gdLst>
                <a:gd name="textAreaLeft" fmla="*/ 0 w 161280"/>
                <a:gd name="textAreaRight" fmla="*/ 161640 w 161280"/>
                <a:gd name="textAreaTop" fmla="*/ 0 h 268560"/>
                <a:gd name="textAreaBottom" fmla="*/ 268920 h 268560"/>
                <a:gd name="GluePoint1X" fmla="*/ 128 w 137"/>
                <a:gd name="GluePoint1Y" fmla="*/ 0 h 228"/>
                <a:gd name="GluePoint2X" fmla="*/ 0 w 137"/>
                <a:gd name="GluePoint2Y" fmla="*/ 128 h 228"/>
                <a:gd name="GluePoint3X" fmla="*/ 24 w 137"/>
                <a:gd name="GluePoint3Y" fmla="*/ 202 h 228"/>
                <a:gd name="GluePoint4X" fmla="*/ 42 w 137"/>
                <a:gd name="GluePoint4Y" fmla="*/ 220 h 228"/>
                <a:gd name="GluePoint5X" fmla="*/ 8 w 137"/>
                <a:gd name="GluePoint5Y" fmla="*/ 220 h 228"/>
                <a:gd name="GluePoint6X" fmla="*/ 8 w 137"/>
                <a:gd name="GluePoint6Y" fmla="*/ 228 h 228"/>
                <a:gd name="GluePoint7X" fmla="*/ 52 w 137"/>
                <a:gd name="GluePoint7Y" fmla="*/ 228 h 228"/>
                <a:gd name="GluePoint8X" fmla="*/ 56 w 137"/>
                <a:gd name="GluePoint8Y" fmla="*/ 224 h 228"/>
                <a:gd name="GluePoint9X" fmla="*/ 56 w 137"/>
                <a:gd name="GluePoint9Y" fmla="*/ 180 h 228"/>
                <a:gd name="GluePoint10X" fmla="*/ 48 w 137"/>
                <a:gd name="GluePoint10Y" fmla="*/ 180 h 228"/>
                <a:gd name="GluePoint11X" fmla="*/ 48 w 137"/>
                <a:gd name="GluePoint11Y" fmla="*/ 215 h 228"/>
                <a:gd name="GluePoint12X" fmla="*/ 30 w 137"/>
                <a:gd name="GluePoint12Y" fmla="*/ 197 h 228"/>
                <a:gd name="GluePoint13X" fmla="*/ 8 w 137"/>
                <a:gd name="GluePoint13Y" fmla="*/ 128 h 228"/>
                <a:gd name="GluePoint14X" fmla="*/ 128 w 137"/>
                <a:gd name="GluePoint14Y" fmla="*/ 8 h 228"/>
                <a:gd name="GluePoint15X" fmla="*/ 136 w 137"/>
                <a:gd name="GluePoint15Y" fmla="*/ 8 h 228"/>
                <a:gd name="GluePoint16X" fmla="*/ 137 w 137"/>
                <a:gd name="GluePoint16Y" fmla="*/ 0 h 228"/>
                <a:gd name="GluePoint17X" fmla="*/ 128 w 137"/>
                <a:gd name="GluePoint17Y" fmla="*/ 0 h 2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37" h="228">
                  <a:moveTo>
                    <a:pt x="128" y="0"/>
                  </a:moveTo>
                  <a:cubicBezTo>
                    <a:pt x="58" y="0"/>
                    <a:pt x="0" y="57"/>
                    <a:pt x="0" y="128"/>
                  </a:cubicBezTo>
                  <a:cubicBezTo>
                    <a:pt x="0" y="154"/>
                    <a:pt x="9" y="180"/>
                    <a:pt x="24" y="202"/>
                  </a:cubicBezTo>
                  <a:cubicBezTo>
                    <a:pt x="42" y="220"/>
                    <a:pt x="42" y="220"/>
                    <a:pt x="42" y="220"/>
                  </a:cubicBezTo>
                  <a:cubicBezTo>
                    <a:pt x="8" y="220"/>
                    <a:pt x="8" y="220"/>
                    <a:pt x="8" y="220"/>
                  </a:cubicBezTo>
                  <a:cubicBezTo>
                    <a:pt x="8" y="228"/>
                    <a:pt x="8" y="228"/>
                    <a:pt x="8" y="228"/>
                  </a:cubicBezTo>
                  <a:cubicBezTo>
                    <a:pt x="52" y="228"/>
                    <a:pt x="52" y="228"/>
                    <a:pt x="52" y="228"/>
                  </a:cubicBezTo>
                  <a:cubicBezTo>
                    <a:pt x="56" y="224"/>
                    <a:pt x="56" y="224"/>
                    <a:pt x="56" y="224"/>
                  </a:cubicBezTo>
                  <a:cubicBezTo>
                    <a:pt x="56" y="180"/>
                    <a:pt x="56" y="180"/>
                    <a:pt x="56" y="180"/>
                  </a:cubicBezTo>
                  <a:cubicBezTo>
                    <a:pt x="48" y="180"/>
                    <a:pt x="48" y="180"/>
                    <a:pt x="48" y="180"/>
                  </a:cubicBezTo>
                  <a:cubicBezTo>
                    <a:pt x="48" y="215"/>
                    <a:pt x="48" y="215"/>
                    <a:pt x="48" y="215"/>
                  </a:cubicBezTo>
                  <a:cubicBezTo>
                    <a:pt x="30" y="197"/>
                    <a:pt x="30" y="197"/>
                    <a:pt x="30" y="197"/>
                  </a:cubicBezTo>
                  <a:cubicBezTo>
                    <a:pt x="16" y="177"/>
                    <a:pt x="8" y="153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ubicBezTo>
                    <a:pt x="131" y="8"/>
                    <a:pt x="134" y="8"/>
                    <a:pt x="136" y="8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34" y="0"/>
                    <a:pt x="131" y="0"/>
                    <a:pt x="128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0" name="Freeform 13"/>
            <p:cNvSpPr/>
            <p:nvPr/>
          </p:nvSpPr>
          <p:spPr>
            <a:xfrm>
              <a:off x="2702520" y="1300680"/>
              <a:ext cx="20520" cy="205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0520"/>
                <a:gd name="textAreaBottom" fmla="*/ 20880 h 20520"/>
                <a:gd name="GluePoint1X" fmla="*/ 6 w 18"/>
                <a:gd name="GluePoint1Y" fmla="*/ 0 h 17"/>
                <a:gd name="GluePoint2X" fmla="*/ 0 w 18"/>
                <a:gd name="GluePoint2Y" fmla="*/ 6 h 17"/>
                <a:gd name="GluePoint3X" fmla="*/ 12 w 18"/>
                <a:gd name="GluePoint3Y" fmla="*/ 17 h 17"/>
                <a:gd name="GluePoint4X" fmla="*/ 18 w 18"/>
                <a:gd name="GluePoint4Y" fmla="*/ 12 h 17"/>
                <a:gd name="GluePoint5X" fmla="*/ 6 w 18"/>
                <a:gd name="GluePoint5Y" fmla="*/ 0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7">
                  <a:moveTo>
                    <a:pt x="6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4" y="10"/>
                    <a:pt x="8" y="13"/>
                    <a:pt x="12" y="17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4" y="8"/>
                    <a:pt x="10" y="4"/>
                    <a:pt x="6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1" name="Freeform 14"/>
            <p:cNvSpPr/>
            <p:nvPr/>
          </p:nvSpPr>
          <p:spPr>
            <a:xfrm>
              <a:off x="2738160" y="1460160"/>
              <a:ext cx="14400" cy="2268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2680"/>
                <a:gd name="textAreaBottom" fmla="*/ 23040 h 22680"/>
                <a:gd name="GluePoint1X" fmla="*/ 14 w 14"/>
                <a:gd name="GluePoint1Y" fmla="*/ 3 h 18"/>
                <a:gd name="GluePoint2X" fmla="*/ 6 w 14"/>
                <a:gd name="GluePoint2Y" fmla="*/ 0 h 18"/>
                <a:gd name="GluePoint3X" fmla="*/ 0 w 14"/>
                <a:gd name="GluePoint3Y" fmla="*/ 15 h 18"/>
                <a:gd name="GluePoint4X" fmla="*/ 7 w 14"/>
                <a:gd name="GluePoint4Y" fmla="*/ 18 h 18"/>
                <a:gd name="GluePoint5X" fmla="*/ 14 w 14"/>
                <a:gd name="GluePoint5Y" fmla="*/ 3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" h="18">
                  <a:moveTo>
                    <a:pt x="14" y="3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4" y="5"/>
                    <a:pt x="2" y="10"/>
                    <a:pt x="0" y="15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10" y="13"/>
                    <a:pt x="12" y="8"/>
                    <a:pt x="14" y="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2" name="Freeform 15"/>
            <p:cNvSpPr/>
            <p:nvPr/>
          </p:nvSpPr>
          <p:spPr>
            <a:xfrm>
              <a:off x="2681640" y="1529640"/>
              <a:ext cx="20520" cy="165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560"/>
                <a:gd name="textAreaBottom" fmla="*/ 16920 h 16560"/>
                <a:gd name="GluePoint1X" fmla="*/ 4 w 18"/>
                <a:gd name="GluePoint1Y" fmla="*/ 15 h 15"/>
                <a:gd name="GluePoint2X" fmla="*/ 18 w 18"/>
                <a:gd name="GluePoint2Y" fmla="*/ 6 h 15"/>
                <a:gd name="GluePoint3X" fmla="*/ 13 w 18"/>
                <a:gd name="GluePoint3Y" fmla="*/ 0 h 15"/>
                <a:gd name="GluePoint4X" fmla="*/ 0 w 18"/>
                <a:gd name="GluePoint4Y" fmla="*/ 8 h 15"/>
                <a:gd name="GluePoint5X" fmla="*/ 4 w 18"/>
                <a:gd name="GluePoint5Y" fmla="*/ 15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5">
                  <a:moveTo>
                    <a:pt x="4" y="15"/>
                  </a:moveTo>
                  <a:cubicBezTo>
                    <a:pt x="9" y="13"/>
                    <a:pt x="14" y="9"/>
                    <a:pt x="18" y="6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6"/>
                    <a:pt x="0" y="8"/>
                  </a:cubicBezTo>
                  <a:lnTo>
                    <a:pt x="4" y="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3" name="Freeform 16"/>
            <p:cNvSpPr/>
            <p:nvPr/>
          </p:nvSpPr>
          <p:spPr>
            <a:xfrm>
              <a:off x="2681640" y="1285920"/>
              <a:ext cx="20520" cy="165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560"/>
                <a:gd name="textAreaBottom" fmla="*/ 16920 h 16560"/>
                <a:gd name="GluePoint1X" fmla="*/ 0 w 18"/>
                <a:gd name="GluePoint1Y" fmla="*/ 7 h 15"/>
                <a:gd name="GluePoint2X" fmla="*/ 13 w 18"/>
                <a:gd name="GluePoint2Y" fmla="*/ 15 h 15"/>
                <a:gd name="GluePoint3X" fmla="*/ 18 w 18"/>
                <a:gd name="GluePoint3Y" fmla="*/ 9 h 15"/>
                <a:gd name="GluePoint4X" fmla="*/ 4 w 18"/>
                <a:gd name="GluePoint4Y" fmla="*/ 0 h 15"/>
                <a:gd name="GluePoint5X" fmla="*/ 0 w 18"/>
                <a:gd name="GluePoint5Y" fmla="*/ 7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5">
                  <a:moveTo>
                    <a:pt x="0" y="7"/>
                  </a:moveTo>
                  <a:cubicBezTo>
                    <a:pt x="5" y="9"/>
                    <a:pt x="9" y="12"/>
                    <a:pt x="13" y="1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4" y="6"/>
                    <a:pt x="9" y="2"/>
                    <a:pt x="4" y="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4" name="Freeform 17"/>
            <p:cNvSpPr/>
            <p:nvPr/>
          </p:nvSpPr>
          <p:spPr>
            <a:xfrm>
              <a:off x="2750760" y="1405800"/>
              <a:ext cx="10080" cy="205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20520"/>
                <a:gd name="textAreaBottom" fmla="*/ 20880 h 20520"/>
                <a:gd name="GluePoint1X" fmla="*/ 0 w 8"/>
                <a:gd name="GluePoint1Y" fmla="*/ 1 h 17"/>
                <a:gd name="GluePoint2X" fmla="*/ 0 w 8"/>
                <a:gd name="GluePoint2Y" fmla="*/ 9 h 17"/>
                <a:gd name="GluePoint3X" fmla="*/ 0 w 8"/>
                <a:gd name="GluePoint3Y" fmla="*/ 16 h 17"/>
                <a:gd name="GluePoint4X" fmla="*/ 8 w 8"/>
                <a:gd name="GluePoint4Y" fmla="*/ 17 h 17"/>
                <a:gd name="GluePoint5X" fmla="*/ 8 w 8"/>
                <a:gd name="GluePoint5Y" fmla="*/ 9 h 17"/>
                <a:gd name="GluePoint6X" fmla="*/ 8 w 8"/>
                <a:gd name="GluePoint6Y" fmla="*/ 0 h 17"/>
                <a:gd name="GluePoint7X" fmla="*/ 0 w 8"/>
                <a:gd name="GluePoint7Y" fmla="*/ 1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" h="17">
                  <a:moveTo>
                    <a:pt x="0" y="1"/>
                  </a:moveTo>
                  <a:cubicBezTo>
                    <a:pt x="0" y="3"/>
                    <a:pt x="0" y="6"/>
                    <a:pt x="0" y="9"/>
                  </a:cubicBezTo>
                  <a:cubicBezTo>
                    <a:pt x="0" y="11"/>
                    <a:pt x="0" y="14"/>
                    <a:pt x="0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4"/>
                    <a:pt x="8" y="11"/>
                    <a:pt x="8" y="9"/>
                  </a:cubicBezTo>
                  <a:cubicBezTo>
                    <a:pt x="8" y="6"/>
                    <a:pt x="8" y="3"/>
                    <a:pt x="8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5" name="Freeform 18"/>
            <p:cNvSpPr/>
            <p:nvPr/>
          </p:nvSpPr>
          <p:spPr>
            <a:xfrm>
              <a:off x="2656440" y="1542240"/>
              <a:ext cx="20520" cy="165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560"/>
                <a:gd name="textAreaBottom" fmla="*/ 16920 h 16560"/>
                <a:gd name="GluePoint1X" fmla="*/ 3 w 18"/>
                <a:gd name="GluePoint1Y" fmla="*/ 14 h 14"/>
                <a:gd name="GluePoint2X" fmla="*/ 18 w 18"/>
                <a:gd name="GluePoint2Y" fmla="*/ 7 h 14"/>
                <a:gd name="GluePoint3X" fmla="*/ 15 w 18"/>
                <a:gd name="GluePoint3Y" fmla="*/ 0 h 14"/>
                <a:gd name="GluePoint4X" fmla="*/ 0 w 18"/>
                <a:gd name="GluePoint4Y" fmla="*/ 6 h 14"/>
                <a:gd name="GluePoint5X" fmla="*/ 3 w 18"/>
                <a:gd name="GluePoint5Y" fmla="*/ 14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3" y="14"/>
                  </a:moveTo>
                  <a:cubicBezTo>
                    <a:pt x="8" y="12"/>
                    <a:pt x="13" y="10"/>
                    <a:pt x="18" y="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3"/>
                    <a:pt x="5" y="5"/>
                    <a:pt x="0" y="6"/>
                  </a:cubicBezTo>
                  <a:lnTo>
                    <a:pt x="3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6" name="Freeform 19"/>
            <p:cNvSpPr/>
            <p:nvPr/>
          </p:nvSpPr>
          <p:spPr>
            <a:xfrm>
              <a:off x="2629080" y="1552680"/>
              <a:ext cx="20520" cy="122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2240"/>
                <a:gd name="textAreaBottom" fmla="*/ 12600 h 12240"/>
                <a:gd name="GluePoint1X" fmla="*/ 1 w 18"/>
                <a:gd name="GluePoint1Y" fmla="*/ 11 h 11"/>
                <a:gd name="GluePoint2X" fmla="*/ 18 w 18"/>
                <a:gd name="GluePoint2Y" fmla="*/ 8 h 11"/>
                <a:gd name="GluePoint3X" fmla="*/ 16 w 18"/>
                <a:gd name="GluePoint3Y" fmla="*/ 0 h 11"/>
                <a:gd name="GluePoint4X" fmla="*/ 0 w 18"/>
                <a:gd name="GluePoint4Y" fmla="*/ 4 h 11"/>
                <a:gd name="GluePoint5X" fmla="*/ 1 w 18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1">
                  <a:moveTo>
                    <a:pt x="1" y="11"/>
                  </a:moveTo>
                  <a:cubicBezTo>
                    <a:pt x="7" y="11"/>
                    <a:pt x="12" y="10"/>
                    <a:pt x="18" y="8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2"/>
                    <a:pt x="5" y="3"/>
                    <a:pt x="0" y="4"/>
                  </a:cubicBezTo>
                  <a:lnTo>
                    <a:pt x="1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7" name="Freeform 20"/>
            <p:cNvSpPr/>
            <p:nvPr/>
          </p:nvSpPr>
          <p:spPr>
            <a:xfrm>
              <a:off x="2629080" y="1266840"/>
              <a:ext cx="18720" cy="122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2240"/>
                <a:gd name="textAreaBottom" fmla="*/ 12600 h 12240"/>
                <a:gd name="GluePoint1X" fmla="*/ 0 w 17"/>
                <a:gd name="GluePoint1Y" fmla="*/ 8 h 11"/>
                <a:gd name="GluePoint2X" fmla="*/ 15 w 17"/>
                <a:gd name="GluePoint2Y" fmla="*/ 11 h 11"/>
                <a:gd name="GluePoint3X" fmla="*/ 17 w 17"/>
                <a:gd name="GluePoint3Y" fmla="*/ 3 h 11"/>
                <a:gd name="GluePoint4X" fmla="*/ 1 w 17"/>
                <a:gd name="GluePoint4Y" fmla="*/ 0 h 11"/>
                <a:gd name="GluePoint5X" fmla="*/ 0 w 17"/>
                <a:gd name="GluePoint5Y" fmla="*/ 8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1">
                  <a:moveTo>
                    <a:pt x="0" y="8"/>
                  </a:moveTo>
                  <a:cubicBezTo>
                    <a:pt x="5" y="8"/>
                    <a:pt x="10" y="9"/>
                    <a:pt x="15" y="11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2" y="1"/>
                    <a:pt x="6" y="0"/>
                    <a:pt x="1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8" name="Freeform 21"/>
            <p:cNvSpPr/>
            <p:nvPr/>
          </p:nvSpPr>
          <p:spPr>
            <a:xfrm>
              <a:off x="2746800" y="1376280"/>
              <a:ext cx="12240" cy="20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0520"/>
                <a:gd name="textAreaBottom" fmla="*/ 20880 h 20520"/>
                <a:gd name="GluePoint1X" fmla="*/ 8 w 11"/>
                <a:gd name="GluePoint1Y" fmla="*/ 0 h 18"/>
                <a:gd name="GluePoint2X" fmla="*/ 0 w 11"/>
                <a:gd name="GluePoint2Y" fmla="*/ 2 h 18"/>
                <a:gd name="GluePoint3X" fmla="*/ 3 w 11"/>
                <a:gd name="GluePoint3Y" fmla="*/ 18 h 18"/>
                <a:gd name="GluePoint4X" fmla="*/ 11 w 11"/>
                <a:gd name="GluePoint4Y" fmla="*/ 17 h 18"/>
                <a:gd name="GluePoint5X" fmla="*/ 8 w 11"/>
                <a:gd name="GluePoint5Y" fmla="*/ 0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8">
                  <a:moveTo>
                    <a:pt x="8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2" y="7"/>
                    <a:pt x="3" y="13"/>
                    <a:pt x="3" y="18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1"/>
                    <a:pt x="9" y="6"/>
                    <a:pt x="8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29" name="Freeform 22"/>
            <p:cNvSpPr/>
            <p:nvPr/>
          </p:nvSpPr>
          <p:spPr>
            <a:xfrm>
              <a:off x="2704680" y="151092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0 w 17"/>
                <a:gd name="GluePoint1Y" fmla="*/ 11 h 17"/>
                <a:gd name="GluePoint2X" fmla="*/ 5 w 17"/>
                <a:gd name="GluePoint2Y" fmla="*/ 17 h 17"/>
                <a:gd name="GluePoint3X" fmla="*/ 17 w 17"/>
                <a:gd name="GluePoint3Y" fmla="*/ 5 h 17"/>
                <a:gd name="GluePoint4X" fmla="*/ 11 w 17"/>
                <a:gd name="GluePoint4Y" fmla="*/ 0 h 17"/>
                <a:gd name="GluePoint5X" fmla="*/ 0 w 17"/>
                <a:gd name="GluePoint5Y" fmla="*/ 11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7">
                  <a:moveTo>
                    <a:pt x="0" y="11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9" y="13"/>
                    <a:pt x="13" y="9"/>
                    <a:pt x="17" y="5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7" y="4"/>
                    <a:pt x="3" y="7"/>
                    <a:pt x="0" y="11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30" name="Freeform 23"/>
            <p:cNvSpPr/>
            <p:nvPr/>
          </p:nvSpPr>
          <p:spPr>
            <a:xfrm>
              <a:off x="2746800" y="1433160"/>
              <a:ext cx="12240" cy="22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2680"/>
                <a:gd name="textAreaBottom" fmla="*/ 23040 h 22680"/>
                <a:gd name="GluePoint1X" fmla="*/ 11 w 11"/>
                <a:gd name="GluePoint1Y" fmla="*/ 1 h 18"/>
                <a:gd name="GluePoint2X" fmla="*/ 3 w 11"/>
                <a:gd name="GluePoint2Y" fmla="*/ 0 h 18"/>
                <a:gd name="GluePoint3X" fmla="*/ 0 w 11"/>
                <a:gd name="GluePoint3Y" fmla="*/ 16 h 18"/>
                <a:gd name="GluePoint4X" fmla="*/ 8 w 11"/>
                <a:gd name="GluePoint4Y" fmla="*/ 18 h 18"/>
                <a:gd name="GluePoint5X" fmla="*/ 11 w 11"/>
                <a:gd name="GluePoint5Y" fmla="*/ 1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8">
                  <a:moveTo>
                    <a:pt x="11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5"/>
                    <a:pt x="2" y="11"/>
                    <a:pt x="0" y="16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2"/>
                    <a:pt x="11" y="7"/>
                    <a:pt x="11" y="1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31" name="Freeform 24"/>
            <p:cNvSpPr/>
            <p:nvPr/>
          </p:nvSpPr>
          <p:spPr>
            <a:xfrm>
              <a:off x="2721600" y="1323720"/>
              <a:ext cx="18720" cy="205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520"/>
                <a:gd name="textAreaBottom" fmla="*/ 20880 h 20520"/>
                <a:gd name="GluePoint1X" fmla="*/ 0 w 16"/>
                <a:gd name="GluePoint1Y" fmla="*/ 4 h 18"/>
                <a:gd name="GluePoint2X" fmla="*/ 9 w 16"/>
                <a:gd name="GluePoint2Y" fmla="*/ 18 h 18"/>
                <a:gd name="GluePoint3X" fmla="*/ 16 w 16"/>
                <a:gd name="GluePoint3Y" fmla="*/ 13 h 18"/>
                <a:gd name="GluePoint4X" fmla="*/ 7 w 16"/>
                <a:gd name="GluePoint4Y" fmla="*/ 0 h 18"/>
                <a:gd name="GluePoint5X" fmla="*/ 0 w 16"/>
                <a:gd name="GluePoint5Y" fmla="*/ 4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8">
                  <a:moveTo>
                    <a:pt x="0" y="4"/>
                  </a:moveTo>
                  <a:cubicBezTo>
                    <a:pt x="4" y="9"/>
                    <a:pt x="7" y="13"/>
                    <a:pt x="9" y="18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3" y="9"/>
                    <a:pt x="10" y="4"/>
                    <a:pt x="7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32" name="Freeform 25"/>
            <p:cNvSpPr/>
            <p:nvPr/>
          </p:nvSpPr>
          <p:spPr>
            <a:xfrm>
              <a:off x="2738160" y="1348920"/>
              <a:ext cx="14400" cy="205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0520"/>
                <a:gd name="textAreaBottom" fmla="*/ 20880 h 20520"/>
                <a:gd name="GluePoint1X" fmla="*/ 0 w 14"/>
                <a:gd name="GluePoint1Y" fmla="*/ 3 h 18"/>
                <a:gd name="GluePoint2X" fmla="*/ 6 w 14"/>
                <a:gd name="GluePoint2Y" fmla="*/ 18 h 18"/>
                <a:gd name="GluePoint3X" fmla="*/ 14 w 14"/>
                <a:gd name="GluePoint3Y" fmla="*/ 15 h 18"/>
                <a:gd name="GluePoint4X" fmla="*/ 7 w 14"/>
                <a:gd name="GluePoint4Y" fmla="*/ 0 h 18"/>
                <a:gd name="GluePoint5X" fmla="*/ 0 w 14"/>
                <a:gd name="GluePoint5Y" fmla="*/ 3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" h="18">
                  <a:moveTo>
                    <a:pt x="0" y="3"/>
                  </a:moveTo>
                  <a:cubicBezTo>
                    <a:pt x="2" y="8"/>
                    <a:pt x="4" y="13"/>
                    <a:pt x="6" y="18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2" y="10"/>
                    <a:pt x="10" y="5"/>
                    <a:pt x="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33" name="Freeform 26"/>
            <p:cNvSpPr/>
            <p:nvPr/>
          </p:nvSpPr>
          <p:spPr>
            <a:xfrm>
              <a:off x="2656440" y="1271160"/>
              <a:ext cx="20520" cy="165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560"/>
                <a:gd name="textAreaBottom" fmla="*/ 16920 h 16560"/>
                <a:gd name="GluePoint1X" fmla="*/ 0 w 18"/>
                <a:gd name="GluePoint1Y" fmla="*/ 8 h 14"/>
                <a:gd name="GluePoint2X" fmla="*/ 14 w 18"/>
                <a:gd name="GluePoint2Y" fmla="*/ 14 h 14"/>
                <a:gd name="GluePoint3X" fmla="*/ 18 w 18"/>
                <a:gd name="GluePoint3Y" fmla="*/ 7 h 14"/>
                <a:gd name="GluePoint4X" fmla="*/ 2 w 18"/>
                <a:gd name="GluePoint4Y" fmla="*/ 0 h 14"/>
                <a:gd name="GluePoint5X" fmla="*/ 0 w 18"/>
                <a:gd name="GluePoint5Y" fmla="*/ 8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0" y="8"/>
                  </a:moveTo>
                  <a:cubicBezTo>
                    <a:pt x="5" y="10"/>
                    <a:pt x="10" y="12"/>
                    <a:pt x="14" y="14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3" y="4"/>
                    <a:pt x="8" y="2"/>
                    <a:pt x="2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34" name="Freeform 27"/>
            <p:cNvSpPr/>
            <p:nvPr/>
          </p:nvSpPr>
          <p:spPr>
            <a:xfrm>
              <a:off x="2723400" y="1487520"/>
              <a:ext cx="16560" cy="187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8720"/>
                <a:gd name="textAreaBottom" fmla="*/ 19080 h 18720"/>
                <a:gd name="GluePoint1X" fmla="*/ 15 w 15"/>
                <a:gd name="GluePoint1Y" fmla="*/ 4 h 17"/>
                <a:gd name="GluePoint2X" fmla="*/ 8 w 15"/>
                <a:gd name="GluePoint2Y" fmla="*/ 0 h 17"/>
                <a:gd name="GluePoint3X" fmla="*/ 0 w 15"/>
                <a:gd name="GluePoint3Y" fmla="*/ 13 h 17"/>
                <a:gd name="GluePoint4X" fmla="*/ 6 w 15"/>
                <a:gd name="GluePoint4Y" fmla="*/ 17 h 17"/>
                <a:gd name="GluePoint5X" fmla="*/ 15 w 15"/>
                <a:gd name="GluePoint5Y" fmla="*/ 4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7">
                  <a:moveTo>
                    <a:pt x="15" y="4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4"/>
                    <a:pt x="3" y="8"/>
                    <a:pt x="0" y="13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9" y="13"/>
                    <a:pt x="12" y="8"/>
                    <a:pt x="15" y="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35" name="Freeform 28"/>
            <p:cNvSpPr/>
            <p:nvPr/>
          </p:nvSpPr>
          <p:spPr>
            <a:xfrm>
              <a:off x="2610000" y="1557000"/>
              <a:ext cx="10080" cy="1008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0080"/>
                <a:gd name="textAreaBottom" fmla="*/ 10440 h 10080"/>
                <a:gd name="GluePoint1X" fmla="*/ 0 w 9"/>
                <a:gd name="GluePoint1Y" fmla="*/ 1 h 9"/>
                <a:gd name="GluePoint2X" fmla="*/ 0 w 9"/>
                <a:gd name="GluePoint2Y" fmla="*/ 9 h 9"/>
                <a:gd name="GluePoint3X" fmla="*/ 9 w 9"/>
                <a:gd name="GluePoint3Y" fmla="*/ 8 h 9"/>
                <a:gd name="GluePoint4X" fmla="*/ 8 w 9"/>
                <a:gd name="GluePoint4Y" fmla="*/ 0 h 9"/>
                <a:gd name="GluePoint5X" fmla="*/ 0 w 9"/>
                <a:gd name="GluePoint5Y" fmla="*/ 1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9">
                  <a:moveTo>
                    <a:pt x="0" y="1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3" y="9"/>
                    <a:pt x="6" y="9"/>
                    <a:pt x="9" y="8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1"/>
                    <a:pt x="3" y="1"/>
                    <a:pt x="0" y="1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36" name="Группа 2"/>
          <p:cNvGrpSpPr/>
          <p:nvPr/>
        </p:nvGrpSpPr>
        <p:grpSpPr>
          <a:xfrm>
            <a:off x="2921040" y="1265040"/>
            <a:ext cx="161280" cy="302400"/>
            <a:chOff x="2921040" y="1265040"/>
            <a:chExt cx="161280" cy="302400"/>
          </a:xfrm>
        </p:grpSpPr>
        <p:sp>
          <p:nvSpPr>
            <p:cNvPr id="1937" name="Freeform 29"/>
            <p:cNvSpPr/>
            <p:nvPr/>
          </p:nvSpPr>
          <p:spPr>
            <a:xfrm>
              <a:off x="2921040" y="1265040"/>
              <a:ext cx="161280" cy="302400"/>
            </a:xfrm>
            <a:custGeom>
              <a:avLst/>
              <a:gdLst>
                <a:gd name="textAreaLeft" fmla="*/ 0 w 161280"/>
                <a:gd name="textAreaRight" fmla="*/ 161640 w 161280"/>
                <a:gd name="textAreaTop" fmla="*/ 0 h 302400"/>
                <a:gd name="textAreaBottom" fmla="*/ 302760 h 302400"/>
                <a:gd name="GluePoint1X" fmla="*/ 68 w 136"/>
                <a:gd name="GluePoint1Y" fmla="*/ 0 h 256"/>
                <a:gd name="GluePoint2X" fmla="*/ 0 w 136"/>
                <a:gd name="GluePoint2Y" fmla="*/ 68 h 256"/>
                <a:gd name="GluePoint3X" fmla="*/ 0 w 136"/>
                <a:gd name="GluePoint3Y" fmla="*/ 188 h 256"/>
                <a:gd name="GluePoint4X" fmla="*/ 68 w 136"/>
                <a:gd name="GluePoint4Y" fmla="*/ 256 h 256"/>
                <a:gd name="GluePoint5X" fmla="*/ 136 w 136"/>
                <a:gd name="GluePoint5Y" fmla="*/ 188 h 256"/>
                <a:gd name="GluePoint6X" fmla="*/ 136 w 136"/>
                <a:gd name="GluePoint6Y" fmla="*/ 68 h 256"/>
                <a:gd name="GluePoint7X" fmla="*/ 68 w 136"/>
                <a:gd name="GluePoint7Y" fmla="*/ 0 h 256"/>
                <a:gd name="GluePoint8X" fmla="*/ 128 w 136"/>
                <a:gd name="GluePoint8Y" fmla="*/ 188 h 256"/>
                <a:gd name="GluePoint9X" fmla="*/ 68 w 136"/>
                <a:gd name="GluePoint9Y" fmla="*/ 248 h 256"/>
                <a:gd name="GluePoint10X" fmla="*/ 8 w 136"/>
                <a:gd name="GluePoint10Y" fmla="*/ 188 h 256"/>
                <a:gd name="GluePoint11X" fmla="*/ 8 w 136"/>
                <a:gd name="GluePoint11Y" fmla="*/ 68 h 256"/>
                <a:gd name="GluePoint12X" fmla="*/ 68 w 136"/>
                <a:gd name="GluePoint12Y" fmla="*/ 8 h 256"/>
                <a:gd name="GluePoint13X" fmla="*/ 128 w 136"/>
                <a:gd name="GluePoint13Y" fmla="*/ 68 h 256"/>
                <a:gd name="GluePoint14X" fmla="*/ 128 w 136"/>
                <a:gd name="GluePoint14Y" fmla="*/ 18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6" h="256">
                  <a:moveTo>
                    <a:pt x="68" y="0"/>
                  </a:moveTo>
                  <a:cubicBezTo>
                    <a:pt x="31" y="0"/>
                    <a:pt x="0" y="30"/>
                    <a:pt x="0" y="6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25"/>
                    <a:pt x="31" y="256"/>
                    <a:pt x="68" y="256"/>
                  </a:cubicBezTo>
                  <a:cubicBezTo>
                    <a:pt x="106" y="256"/>
                    <a:pt x="136" y="225"/>
                    <a:pt x="136" y="188"/>
                  </a:cubicBezTo>
                  <a:cubicBezTo>
                    <a:pt x="136" y="68"/>
                    <a:pt x="136" y="68"/>
                    <a:pt x="136" y="68"/>
                  </a:cubicBezTo>
                  <a:cubicBezTo>
                    <a:pt x="136" y="30"/>
                    <a:pt x="106" y="0"/>
                    <a:pt x="68" y="0"/>
                  </a:cubicBezTo>
                  <a:close/>
                  <a:moveTo>
                    <a:pt x="128" y="188"/>
                  </a:moveTo>
                  <a:cubicBezTo>
                    <a:pt x="128" y="221"/>
                    <a:pt x="102" y="248"/>
                    <a:pt x="68" y="248"/>
                  </a:cubicBezTo>
                  <a:cubicBezTo>
                    <a:pt x="35" y="248"/>
                    <a:pt x="8" y="221"/>
                    <a:pt x="8" y="18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35"/>
                    <a:pt x="35" y="8"/>
                    <a:pt x="68" y="8"/>
                  </a:cubicBezTo>
                  <a:cubicBezTo>
                    <a:pt x="102" y="8"/>
                    <a:pt x="128" y="35"/>
                    <a:pt x="128" y="68"/>
                  </a:cubicBezTo>
                  <a:lnTo>
                    <a:pt x="128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38" name="Freeform 30"/>
            <p:cNvSpPr/>
            <p:nvPr/>
          </p:nvSpPr>
          <p:spPr>
            <a:xfrm>
              <a:off x="2940120" y="1426680"/>
              <a:ext cx="123480" cy="12168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1680"/>
                <a:gd name="textAreaBottom" fmla="*/ 122040 h 121680"/>
                <a:gd name="GluePoint1X" fmla="*/ 52 w 104"/>
                <a:gd name="GluePoint1Y" fmla="*/ 0 h 104"/>
                <a:gd name="GluePoint2X" fmla="*/ 0 w 104"/>
                <a:gd name="GluePoint2Y" fmla="*/ 52 h 104"/>
                <a:gd name="GluePoint3X" fmla="*/ 52 w 104"/>
                <a:gd name="GluePoint3Y" fmla="*/ 104 h 104"/>
                <a:gd name="GluePoint4X" fmla="*/ 104 w 104"/>
                <a:gd name="GluePoint4Y" fmla="*/ 52 h 104"/>
                <a:gd name="GluePoint5X" fmla="*/ 52 w 104"/>
                <a:gd name="GluePoint5Y" fmla="*/ 0 h 104"/>
                <a:gd name="GluePoint6X" fmla="*/ 52 w 104"/>
                <a:gd name="GluePoint6Y" fmla="*/ 96 h 104"/>
                <a:gd name="GluePoint7X" fmla="*/ 8 w 104"/>
                <a:gd name="GluePoint7Y" fmla="*/ 52 h 104"/>
                <a:gd name="GluePoint8X" fmla="*/ 52 w 104"/>
                <a:gd name="GluePoint8Y" fmla="*/ 8 h 104"/>
                <a:gd name="GluePoint9X" fmla="*/ 96 w 104"/>
                <a:gd name="GluePoint9Y" fmla="*/ 52 h 104"/>
                <a:gd name="GluePoint10X" fmla="*/ 52 w 104"/>
                <a:gd name="GluePoint10Y" fmla="*/ 96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4" h="104">
                  <a:moveTo>
                    <a:pt x="52" y="0"/>
                  </a:moveTo>
                  <a:cubicBezTo>
                    <a:pt x="24" y="0"/>
                    <a:pt x="0" y="23"/>
                    <a:pt x="0" y="52"/>
                  </a:cubicBezTo>
                  <a:cubicBezTo>
                    <a:pt x="0" y="80"/>
                    <a:pt x="24" y="104"/>
                    <a:pt x="52" y="104"/>
                  </a:cubicBezTo>
                  <a:cubicBezTo>
                    <a:pt x="81" y="104"/>
                    <a:pt x="104" y="80"/>
                    <a:pt x="104" y="52"/>
                  </a:cubicBezTo>
                  <a:cubicBezTo>
                    <a:pt x="104" y="23"/>
                    <a:pt x="81" y="0"/>
                    <a:pt x="52" y="0"/>
                  </a:cubicBezTo>
                  <a:close/>
                  <a:moveTo>
                    <a:pt x="52" y="96"/>
                  </a:moveTo>
                  <a:cubicBezTo>
                    <a:pt x="28" y="96"/>
                    <a:pt x="8" y="76"/>
                    <a:pt x="8" y="52"/>
                  </a:cubicBezTo>
                  <a:cubicBezTo>
                    <a:pt x="8" y="27"/>
                    <a:pt x="28" y="8"/>
                    <a:pt x="52" y="8"/>
                  </a:cubicBezTo>
                  <a:cubicBezTo>
                    <a:pt x="77" y="8"/>
                    <a:pt x="96" y="27"/>
                    <a:pt x="96" y="52"/>
                  </a:cubicBezTo>
                  <a:cubicBezTo>
                    <a:pt x="96" y="76"/>
                    <a:pt x="77" y="96"/>
                    <a:pt x="52" y="9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39" name="Группа 3"/>
          <p:cNvGrpSpPr/>
          <p:nvPr/>
        </p:nvGrpSpPr>
        <p:grpSpPr>
          <a:xfrm>
            <a:off x="3244680" y="1336320"/>
            <a:ext cx="304200" cy="159480"/>
            <a:chOff x="3244680" y="1336320"/>
            <a:chExt cx="304200" cy="159480"/>
          </a:xfrm>
        </p:grpSpPr>
        <p:sp>
          <p:nvSpPr>
            <p:cNvPr id="1940" name="Freeform 31"/>
            <p:cNvSpPr/>
            <p:nvPr/>
          </p:nvSpPr>
          <p:spPr>
            <a:xfrm>
              <a:off x="3244680" y="1336320"/>
              <a:ext cx="304200" cy="15948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159480"/>
                <a:gd name="textAreaBottom" fmla="*/ 159840 h 159480"/>
                <a:gd name="GluePoint1X" fmla="*/ 188 w 256"/>
                <a:gd name="GluePoint1Y" fmla="*/ 0 h 136"/>
                <a:gd name="GluePoint2X" fmla="*/ 68 w 256"/>
                <a:gd name="GluePoint2Y" fmla="*/ 0 h 136"/>
                <a:gd name="GluePoint3X" fmla="*/ 0 w 256"/>
                <a:gd name="GluePoint3Y" fmla="*/ 68 h 136"/>
                <a:gd name="GluePoint4X" fmla="*/ 68 w 256"/>
                <a:gd name="GluePoint4Y" fmla="*/ 136 h 136"/>
                <a:gd name="GluePoint5X" fmla="*/ 188 w 256"/>
                <a:gd name="GluePoint5Y" fmla="*/ 136 h 136"/>
                <a:gd name="GluePoint6X" fmla="*/ 256 w 256"/>
                <a:gd name="GluePoint6Y" fmla="*/ 68 h 136"/>
                <a:gd name="GluePoint7X" fmla="*/ 188 w 256"/>
                <a:gd name="GluePoint7Y" fmla="*/ 0 h 136"/>
                <a:gd name="GluePoint8X" fmla="*/ 188 w 256"/>
                <a:gd name="GluePoint8Y" fmla="*/ 128 h 136"/>
                <a:gd name="GluePoint9X" fmla="*/ 68 w 256"/>
                <a:gd name="GluePoint9Y" fmla="*/ 128 h 136"/>
                <a:gd name="GluePoint10X" fmla="*/ 8 w 256"/>
                <a:gd name="GluePoint10Y" fmla="*/ 68 h 136"/>
                <a:gd name="GluePoint11X" fmla="*/ 68 w 256"/>
                <a:gd name="GluePoint11Y" fmla="*/ 8 h 136"/>
                <a:gd name="GluePoint12X" fmla="*/ 188 w 256"/>
                <a:gd name="GluePoint12Y" fmla="*/ 8 h 136"/>
                <a:gd name="GluePoint13X" fmla="*/ 248 w 256"/>
                <a:gd name="GluePoint13Y" fmla="*/ 68 h 136"/>
                <a:gd name="GluePoint14X" fmla="*/ 188 w 256"/>
                <a:gd name="GluePoint14Y" fmla="*/ 128 h 1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256" h="136">
                  <a:moveTo>
                    <a:pt x="188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6"/>
                    <a:pt x="68" y="136"/>
                  </a:cubicBezTo>
                  <a:cubicBezTo>
                    <a:pt x="188" y="136"/>
                    <a:pt x="188" y="136"/>
                    <a:pt x="188" y="136"/>
                  </a:cubicBezTo>
                  <a:cubicBezTo>
                    <a:pt x="225" y="136"/>
                    <a:pt x="256" y="105"/>
                    <a:pt x="256" y="68"/>
                  </a:cubicBezTo>
                  <a:cubicBezTo>
                    <a:pt x="256" y="30"/>
                    <a:pt x="225" y="0"/>
                    <a:pt x="188" y="0"/>
                  </a:cubicBezTo>
                  <a:close/>
                  <a:moveTo>
                    <a:pt x="188" y="128"/>
                  </a:moveTo>
                  <a:cubicBezTo>
                    <a:pt x="68" y="128"/>
                    <a:pt x="68" y="128"/>
                    <a:pt x="68" y="128"/>
                  </a:cubicBezTo>
                  <a:cubicBezTo>
                    <a:pt x="34" y="128"/>
                    <a:pt x="8" y="101"/>
                    <a:pt x="8" y="68"/>
                  </a:cubicBezTo>
                  <a:cubicBezTo>
                    <a:pt x="8" y="35"/>
                    <a:pt x="34" y="8"/>
                    <a:pt x="68" y="8"/>
                  </a:cubicBezTo>
                  <a:cubicBezTo>
                    <a:pt x="188" y="8"/>
                    <a:pt x="188" y="8"/>
                    <a:pt x="188" y="8"/>
                  </a:cubicBezTo>
                  <a:cubicBezTo>
                    <a:pt x="221" y="8"/>
                    <a:pt x="248" y="35"/>
                    <a:pt x="248" y="68"/>
                  </a:cubicBezTo>
                  <a:cubicBezTo>
                    <a:pt x="248" y="101"/>
                    <a:pt x="221" y="128"/>
                    <a:pt x="188" y="1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41" name="Freeform 32"/>
            <p:cNvSpPr/>
            <p:nvPr/>
          </p:nvSpPr>
          <p:spPr>
            <a:xfrm>
              <a:off x="3263760" y="1355400"/>
              <a:ext cx="123480" cy="12168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1680"/>
                <a:gd name="textAreaBottom" fmla="*/ 122040 h 121680"/>
                <a:gd name="GluePoint1X" fmla="*/ 52 w 104"/>
                <a:gd name="GluePoint1Y" fmla="*/ 0 h 104"/>
                <a:gd name="GluePoint2X" fmla="*/ 0 w 104"/>
                <a:gd name="GluePoint2Y" fmla="*/ 52 h 104"/>
                <a:gd name="GluePoint3X" fmla="*/ 52 w 104"/>
                <a:gd name="GluePoint3Y" fmla="*/ 104 h 104"/>
                <a:gd name="GluePoint4X" fmla="*/ 104 w 104"/>
                <a:gd name="GluePoint4Y" fmla="*/ 52 h 104"/>
                <a:gd name="GluePoint5X" fmla="*/ 52 w 104"/>
                <a:gd name="GluePoint5Y" fmla="*/ 0 h 104"/>
                <a:gd name="GluePoint6X" fmla="*/ 52 w 104"/>
                <a:gd name="GluePoint6Y" fmla="*/ 96 h 104"/>
                <a:gd name="GluePoint7X" fmla="*/ 8 w 104"/>
                <a:gd name="GluePoint7Y" fmla="*/ 52 h 104"/>
                <a:gd name="GluePoint8X" fmla="*/ 52 w 104"/>
                <a:gd name="GluePoint8Y" fmla="*/ 8 h 104"/>
                <a:gd name="GluePoint9X" fmla="*/ 96 w 104"/>
                <a:gd name="GluePoint9Y" fmla="*/ 52 h 104"/>
                <a:gd name="GluePoint10X" fmla="*/ 52 w 104"/>
                <a:gd name="GluePoint10Y" fmla="*/ 96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80" y="104"/>
                    <a:pt x="104" y="80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lose/>
                  <a:moveTo>
                    <a:pt x="52" y="96"/>
                  </a:moveTo>
                  <a:cubicBezTo>
                    <a:pt x="27" y="96"/>
                    <a:pt x="8" y="76"/>
                    <a:pt x="8" y="52"/>
                  </a:cubicBezTo>
                  <a:cubicBezTo>
                    <a:pt x="8" y="27"/>
                    <a:pt x="27" y="8"/>
                    <a:pt x="52" y="8"/>
                  </a:cubicBezTo>
                  <a:cubicBezTo>
                    <a:pt x="76" y="8"/>
                    <a:pt x="96" y="27"/>
                    <a:pt x="96" y="52"/>
                  </a:cubicBezTo>
                  <a:cubicBezTo>
                    <a:pt x="96" y="76"/>
                    <a:pt x="76" y="96"/>
                    <a:pt x="52" y="9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42" name="Группа 296"/>
          <p:cNvGrpSpPr/>
          <p:nvPr/>
        </p:nvGrpSpPr>
        <p:grpSpPr>
          <a:xfrm>
            <a:off x="3637800" y="1336320"/>
            <a:ext cx="304200" cy="159480"/>
            <a:chOff x="3637800" y="1336320"/>
            <a:chExt cx="304200" cy="159480"/>
          </a:xfrm>
        </p:grpSpPr>
        <p:sp>
          <p:nvSpPr>
            <p:cNvPr id="1943" name="Freeform 33"/>
            <p:cNvSpPr/>
            <p:nvPr/>
          </p:nvSpPr>
          <p:spPr>
            <a:xfrm>
              <a:off x="3637800" y="1336320"/>
              <a:ext cx="304200" cy="15948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159480"/>
                <a:gd name="textAreaBottom" fmla="*/ 159840 h 159480"/>
                <a:gd name="GluePoint1X" fmla="*/ 188 w 256"/>
                <a:gd name="GluePoint1Y" fmla="*/ 0 h 136"/>
                <a:gd name="GluePoint2X" fmla="*/ 68 w 256"/>
                <a:gd name="GluePoint2Y" fmla="*/ 0 h 136"/>
                <a:gd name="GluePoint3X" fmla="*/ 0 w 256"/>
                <a:gd name="GluePoint3Y" fmla="*/ 68 h 136"/>
                <a:gd name="GluePoint4X" fmla="*/ 68 w 256"/>
                <a:gd name="GluePoint4Y" fmla="*/ 136 h 136"/>
                <a:gd name="GluePoint5X" fmla="*/ 188 w 256"/>
                <a:gd name="GluePoint5Y" fmla="*/ 136 h 136"/>
                <a:gd name="GluePoint6X" fmla="*/ 256 w 256"/>
                <a:gd name="GluePoint6Y" fmla="*/ 68 h 136"/>
                <a:gd name="GluePoint7X" fmla="*/ 188 w 256"/>
                <a:gd name="GluePoint7Y" fmla="*/ 0 h 136"/>
                <a:gd name="GluePoint8X" fmla="*/ 188 w 256"/>
                <a:gd name="GluePoint8Y" fmla="*/ 128 h 136"/>
                <a:gd name="GluePoint9X" fmla="*/ 68 w 256"/>
                <a:gd name="GluePoint9Y" fmla="*/ 128 h 136"/>
                <a:gd name="GluePoint10X" fmla="*/ 8 w 256"/>
                <a:gd name="GluePoint10Y" fmla="*/ 68 h 136"/>
                <a:gd name="GluePoint11X" fmla="*/ 68 w 256"/>
                <a:gd name="GluePoint11Y" fmla="*/ 8 h 136"/>
                <a:gd name="GluePoint12X" fmla="*/ 188 w 256"/>
                <a:gd name="GluePoint12Y" fmla="*/ 8 h 136"/>
                <a:gd name="GluePoint13X" fmla="*/ 248 w 256"/>
                <a:gd name="GluePoint13Y" fmla="*/ 68 h 136"/>
                <a:gd name="GluePoint14X" fmla="*/ 188 w 256"/>
                <a:gd name="GluePoint14Y" fmla="*/ 128 h 1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256" h="136">
                  <a:moveTo>
                    <a:pt x="188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6"/>
                    <a:pt x="68" y="136"/>
                  </a:cubicBezTo>
                  <a:cubicBezTo>
                    <a:pt x="188" y="136"/>
                    <a:pt x="188" y="136"/>
                    <a:pt x="188" y="136"/>
                  </a:cubicBezTo>
                  <a:cubicBezTo>
                    <a:pt x="225" y="136"/>
                    <a:pt x="256" y="105"/>
                    <a:pt x="256" y="68"/>
                  </a:cubicBezTo>
                  <a:cubicBezTo>
                    <a:pt x="256" y="30"/>
                    <a:pt x="225" y="0"/>
                    <a:pt x="188" y="0"/>
                  </a:cubicBezTo>
                  <a:close/>
                  <a:moveTo>
                    <a:pt x="188" y="128"/>
                  </a:moveTo>
                  <a:cubicBezTo>
                    <a:pt x="68" y="128"/>
                    <a:pt x="68" y="128"/>
                    <a:pt x="68" y="128"/>
                  </a:cubicBezTo>
                  <a:cubicBezTo>
                    <a:pt x="35" y="128"/>
                    <a:pt x="8" y="101"/>
                    <a:pt x="8" y="68"/>
                  </a:cubicBezTo>
                  <a:cubicBezTo>
                    <a:pt x="8" y="35"/>
                    <a:pt x="35" y="8"/>
                    <a:pt x="68" y="8"/>
                  </a:cubicBezTo>
                  <a:cubicBezTo>
                    <a:pt x="188" y="8"/>
                    <a:pt x="188" y="8"/>
                    <a:pt x="188" y="8"/>
                  </a:cubicBezTo>
                  <a:cubicBezTo>
                    <a:pt x="221" y="8"/>
                    <a:pt x="248" y="35"/>
                    <a:pt x="248" y="68"/>
                  </a:cubicBezTo>
                  <a:cubicBezTo>
                    <a:pt x="248" y="101"/>
                    <a:pt x="221" y="128"/>
                    <a:pt x="188" y="1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44" name="Freeform 34"/>
            <p:cNvSpPr/>
            <p:nvPr/>
          </p:nvSpPr>
          <p:spPr>
            <a:xfrm>
              <a:off x="3799440" y="1355400"/>
              <a:ext cx="123480" cy="12168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1680"/>
                <a:gd name="textAreaBottom" fmla="*/ 122040 h 121680"/>
                <a:gd name="GluePoint1X" fmla="*/ 52 w 104"/>
                <a:gd name="GluePoint1Y" fmla="*/ 0 h 104"/>
                <a:gd name="GluePoint2X" fmla="*/ 0 w 104"/>
                <a:gd name="GluePoint2Y" fmla="*/ 52 h 104"/>
                <a:gd name="GluePoint3X" fmla="*/ 52 w 104"/>
                <a:gd name="GluePoint3Y" fmla="*/ 104 h 104"/>
                <a:gd name="GluePoint4X" fmla="*/ 104 w 104"/>
                <a:gd name="GluePoint4Y" fmla="*/ 52 h 104"/>
                <a:gd name="GluePoint5X" fmla="*/ 52 w 104"/>
                <a:gd name="GluePoint5Y" fmla="*/ 0 h 104"/>
                <a:gd name="GluePoint6X" fmla="*/ 52 w 104"/>
                <a:gd name="GluePoint6Y" fmla="*/ 96 h 104"/>
                <a:gd name="GluePoint7X" fmla="*/ 8 w 104"/>
                <a:gd name="GluePoint7Y" fmla="*/ 52 h 104"/>
                <a:gd name="GluePoint8X" fmla="*/ 52 w 104"/>
                <a:gd name="GluePoint8Y" fmla="*/ 8 h 104"/>
                <a:gd name="GluePoint9X" fmla="*/ 96 w 104"/>
                <a:gd name="GluePoint9Y" fmla="*/ 52 h 104"/>
                <a:gd name="GluePoint10X" fmla="*/ 52 w 104"/>
                <a:gd name="GluePoint10Y" fmla="*/ 96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80" y="104"/>
                    <a:pt x="104" y="80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lose/>
                  <a:moveTo>
                    <a:pt x="52" y="96"/>
                  </a:moveTo>
                  <a:cubicBezTo>
                    <a:pt x="27" y="96"/>
                    <a:pt x="8" y="76"/>
                    <a:pt x="8" y="52"/>
                  </a:cubicBezTo>
                  <a:cubicBezTo>
                    <a:pt x="8" y="27"/>
                    <a:pt x="27" y="8"/>
                    <a:pt x="52" y="8"/>
                  </a:cubicBezTo>
                  <a:cubicBezTo>
                    <a:pt x="76" y="8"/>
                    <a:pt x="96" y="27"/>
                    <a:pt x="96" y="52"/>
                  </a:cubicBezTo>
                  <a:cubicBezTo>
                    <a:pt x="96" y="76"/>
                    <a:pt x="76" y="96"/>
                    <a:pt x="52" y="9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45" name="Группа 297"/>
          <p:cNvGrpSpPr/>
          <p:nvPr/>
        </p:nvGrpSpPr>
        <p:grpSpPr>
          <a:xfrm>
            <a:off x="4102200" y="1265040"/>
            <a:ext cx="161280" cy="302400"/>
            <a:chOff x="4102200" y="1265040"/>
            <a:chExt cx="161280" cy="302400"/>
          </a:xfrm>
        </p:grpSpPr>
        <p:sp>
          <p:nvSpPr>
            <p:cNvPr id="1946" name="Freeform 35"/>
            <p:cNvSpPr/>
            <p:nvPr/>
          </p:nvSpPr>
          <p:spPr>
            <a:xfrm>
              <a:off x="4102200" y="1265040"/>
              <a:ext cx="161280" cy="302400"/>
            </a:xfrm>
            <a:custGeom>
              <a:avLst/>
              <a:gdLst>
                <a:gd name="textAreaLeft" fmla="*/ 0 w 161280"/>
                <a:gd name="textAreaRight" fmla="*/ 161640 w 161280"/>
                <a:gd name="textAreaTop" fmla="*/ 0 h 302400"/>
                <a:gd name="textAreaBottom" fmla="*/ 302760 h 302400"/>
                <a:gd name="GluePoint1X" fmla="*/ 136 w 136"/>
                <a:gd name="GluePoint1Y" fmla="*/ 188 h 256"/>
                <a:gd name="GluePoint2X" fmla="*/ 136 w 136"/>
                <a:gd name="GluePoint2Y" fmla="*/ 68 h 256"/>
                <a:gd name="GluePoint3X" fmla="*/ 68 w 136"/>
                <a:gd name="GluePoint3Y" fmla="*/ 0 h 256"/>
                <a:gd name="GluePoint4X" fmla="*/ 0 w 136"/>
                <a:gd name="GluePoint4Y" fmla="*/ 68 h 256"/>
                <a:gd name="GluePoint5X" fmla="*/ 0 w 136"/>
                <a:gd name="GluePoint5Y" fmla="*/ 188 h 256"/>
                <a:gd name="GluePoint6X" fmla="*/ 68 w 136"/>
                <a:gd name="GluePoint6Y" fmla="*/ 256 h 256"/>
                <a:gd name="GluePoint7X" fmla="*/ 136 w 136"/>
                <a:gd name="GluePoint7Y" fmla="*/ 188 h 256"/>
                <a:gd name="GluePoint8X" fmla="*/ 68 w 136"/>
                <a:gd name="GluePoint8Y" fmla="*/ 248 h 256"/>
                <a:gd name="GluePoint9X" fmla="*/ 8 w 136"/>
                <a:gd name="GluePoint9Y" fmla="*/ 188 h 256"/>
                <a:gd name="GluePoint10X" fmla="*/ 8 w 136"/>
                <a:gd name="GluePoint10Y" fmla="*/ 68 h 256"/>
                <a:gd name="GluePoint11X" fmla="*/ 68 w 136"/>
                <a:gd name="GluePoint11Y" fmla="*/ 8 h 256"/>
                <a:gd name="GluePoint12X" fmla="*/ 128 w 136"/>
                <a:gd name="GluePoint12Y" fmla="*/ 68 h 256"/>
                <a:gd name="GluePoint13X" fmla="*/ 128 w 136"/>
                <a:gd name="GluePoint13Y" fmla="*/ 188 h 256"/>
                <a:gd name="GluePoint14X" fmla="*/ 68 w 136"/>
                <a:gd name="GluePoint14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6" h="256">
                  <a:moveTo>
                    <a:pt x="136" y="188"/>
                  </a:moveTo>
                  <a:cubicBezTo>
                    <a:pt x="136" y="68"/>
                    <a:pt x="136" y="68"/>
                    <a:pt x="136" y="68"/>
                  </a:cubicBezTo>
                  <a:cubicBezTo>
                    <a:pt x="136" y="30"/>
                    <a:pt x="105" y="0"/>
                    <a:pt x="68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25"/>
                    <a:pt x="30" y="256"/>
                    <a:pt x="68" y="256"/>
                  </a:cubicBezTo>
                  <a:cubicBezTo>
                    <a:pt x="105" y="256"/>
                    <a:pt x="136" y="225"/>
                    <a:pt x="136" y="188"/>
                  </a:cubicBezTo>
                  <a:close/>
                  <a:moveTo>
                    <a:pt x="68" y="248"/>
                  </a:moveTo>
                  <a:cubicBezTo>
                    <a:pt x="35" y="248"/>
                    <a:pt x="8" y="221"/>
                    <a:pt x="8" y="18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35"/>
                    <a:pt x="35" y="8"/>
                    <a:pt x="68" y="8"/>
                  </a:cubicBezTo>
                  <a:cubicBezTo>
                    <a:pt x="101" y="8"/>
                    <a:pt x="128" y="35"/>
                    <a:pt x="128" y="6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8" y="221"/>
                    <a:pt x="101" y="248"/>
                    <a:pt x="68" y="2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47" name="Freeform 36"/>
            <p:cNvSpPr/>
            <p:nvPr/>
          </p:nvSpPr>
          <p:spPr>
            <a:xfrm>
              <a:off x="4120920" y="1283760"/>
              <a:ext cx="123480" cy="12348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3480"/>
                <a:gd name="textAreaBottom" fmla="*/ 123840 h 123480"/>
                <a:gd name="GluePoint1X" fmla="*/ 52 w 104"/>
                <a:gd name="GluePoint1Y" fmla="*/ 0 h 104"/>
                <a:gd name="GluePoint2X" fmla="*/ 0 w 104"/>
                <a:gd name="GluePoint2Y" fmla="*/ 52 h 104"/>
                <a:gd name="GluePoint3X" fmla="*/ 52 w 104"/>
                <a:gd name="GluePoint3Y" fmla="*/ 104 h 104"/>
                <a:gd name="GluePoint4X" fmla="*/ 104 w 104"/>
                <a:gd name="GluePoint4Y" fmla="*/ 52 h 104"/>
                <a:gd name="GluePoint5X" fmla="*/ 52 w 104"/>
                <a:gd name="GluePoint5Y" fmla="*/ 0 h 104"/>
                <a:gd name="GluePoint6X" fmla="*/ 52 w 104"/>
                <a:gd name="GluePoint6Y" fmla="*/ 96 h 104"/>
                <a:gd name="GluePoint7X" fmla="*/ 8 w 104"/>
                <a:gd name="GluePoint7Y" fmla="*/ 52 h 104"/>
                <a:gd name="GluePoint8X" fmla="*/ 52 w 104"/>
                <a:gd name="GluePoint8Y" fmla="*/ 8 h 104"/>
                <a:gd name="GluePoint9X" fmla="*/ 96 w 104"/>
                <a:gd name="GluePoint9Y" fmla="*/ 52 h 104"/>
                <a:gd name="GluePoint10X" fmla="*/ 52 w 104"/>
                <a:gd name="GluePoint10Y" fmla="*/ 96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4" h="104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80" y="104"/>
                    <a:pt x="104" y="80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lose/>
                  <a:moveTo>
                    <a:pt x="52" y="96"/>
                  </a:moveTo>
                  <a:cubicBezTo>
                    <a:pt x="28" y="96"/>
                    <a:pt x="8" y="76"/>
                    <a:pt x="8" y="52"/>
                  </a:cubicBezTo>
                  <a:cubicBezTo>
                    <a:pt x="8" y="27"/>
                    <a:pt x="28" y="8"/>
                    <a:pt x="52" y="8"/>
                  </a:cubicBezTo>
                  <a:cubicBezTo>
                    <a:pt x="76" y="8"/>
                    <a:pt x="96" y="27"/>
                    <a:pt x="96" y="52"/>
                  </a:cubicBezTo>
                  <a:cubicBezTo>
                    <a:pt x="96" y="76"/>
                    <a:pt x="76" y="96"/>
                    <a:pt x="52" y="9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48" name="Группа 299"/>
          <p:cNvGrpSpPr/>
          <p:nvPr/>
        </p:nvGrpSpPr>
        <p:grpSpPr>
          <a:xfrm>
            <a:off x="4816440" y="1265040"/>
            <a:ext cx="304200" cy="302400"/>
            <a:chOff x="4816440" y="1265040"/>
            <a:chExt cx="304200" cy="302400"/>
          </a:xfrm>
        </p:grpSpPr>
        <p:sp>
          <p:nvSpPr>
            <p:cNvPr id="1949" name="Freeform 38"/>
            <p:cNvSpPr/>
            <p:nvPr/>
          </p:nvSpPr>
          <p:spPr>
            <a:xfrm>
              <a:off x="4875480" y="1361520"/>
              <a:ext cx="178200" cy="121680"/>
            </a:xfrm>
            <a:custGeom>
              <a:avLst/>
              <a:gdLst>
                <a:gd name="textAreaLeft" fmla="*/ 0 w 178200"/>
                <a:gd name="textAreaRight" fmla="*/ 178560 w 178200"/>
                <a:gd name="textAreaTop" fmla="*/ 0 h 121680"/>
                <a:gd name="textAreaBottom" fmla="*/ 122040 h 121680"/>
                <a:gd name="GluePoint1X" fmla="*/ 31 w 85"/>
                <a:gd name="GluePoint1Y" fmla="*/ 58 h 58"/>
                <a:gd name="GluePoint2X" fmla="*/ 85 w 85"/>
                <a:gd name="GluePoint2Y" fmla="*/ 3 h 58"/>
                <a:gd name="GluePoint3X" fmla="*/ 81 w 85"/>
                <a:gd name="GluePoint3Y" fmla="*/ 0 h 58"/>
                <a:gd name="GluePoint4X" fmla="*/ 29 w 85"/>
                <a:gd name="GluePoint4Y" fmla="*/ 52 h 58"/>
                <a:gd name="GluePoint5X" fmla="*/ 3 w 85"/>
                <a:gd name="GluePoint5Y" fmla="*/ 27 h 58"/>
                <a:gd name="GluePoint6X" fmla="*/ 0 w 85"/>
                <a:gd name="GluePoint6Y" fmla="*/ 30 h 58"/>
                <a:gd name="GluePoint7X" fmla="*/ 27 w 85"/>
                <a:gd name="GluePoint7Y" fmla="*/ 58 h 58"/>
                <a:gd name="GluePoint8X" fmla="*/ 31 w 85"/>
                <a:gd name="GluePoint8Y" fmla="*/ 58 h 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5" h="58">
                  <a:moveTo>
                    <a:pt x="31" y="58"/>
                  </a:moveTo>
                  <a:lnTo>
                    <a:pt x="85" y="3"/>
                  </a:lnTo>
                  <a:lnTo>
                    <a:pt x="81" y="0"/>
                  </a:lnTo>
                  <a:lnTo>
                    <a:pt x="29" y="52"/>
                  </a:lnTo>
                  <a:lnTo>
                    <a:pt x="3" y="27"/>
                  </a:lnTo>
                  <a:lnTo>
                    <a:pt x="0" y="30"/>
                  </a:lnTo>
                  <a:lnTo>
                    <a:pt x="27" y="58"/>
                  </a:lnTo>
                  <a:lnTo>
                    <a:pt x="31" y="5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50" name="Freeform 39"/>
            <p:cNvSpPr/>
            <p:nvPr/>
          </p:nvSpPr>
          <p:spPr>
            <a:xfrm>
              <a:off x="4816440" y="126504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9 w 256"/>
                <a:gd name="GluePoint3Y" fmla="*/ 218 h 256"/>
                <a:gd name="GluePoint4X" fmla="*/ 256 w 256"/>
                <a:gd name="GluePoint4Y" fmla="*/ 128 h 256"/>
                <a:gd name="GluePoint5X" fmla="*/ 219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8 w 256"/>
                <a:gd name="GluePoint8Y" fmla="*/ 37 h 256"/>
                <a:gd name="GluePoint9X" fmla="*/ 0 w 256"/>
                <a:gd name="GluePoint9Y" fmla="*/ 128 h 256"/>
                <a:gd name="GluePoint10X" fmla="*/ 38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2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2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51" name="Группа 300"/>
          <p:cNvGrpSpPr/>
          <p:nvPr/>
        </p:nvGrpSpPr>
        <p:grpSpPr>
          <a:xfrm>
            <a:off x="5211720" y="1265040"/>
            <a:ext cx="302400" cy="302400"/>
            <a:chOff x="5211720" y="1265040"/>
            <a:chExt cx="302400" cy="302400"/>
          </a:xfrm>
        </p:grpSpPr>
        <p:sp>
          <p:nvSpPr>
            <p:cNvPr id="1952" name="Freeform 40"/>
            <p:cNvSpPr/>
            <p:nvPr/>
          </p:nvSpPr>
          <p:spPr>
            <a:xfrm>
              <a:off x="5279040" y="1374120"/>
              <a:ext cx="167760" cy="9000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90000"/>
                <a:gd name="textAreaBottom" fmla="*/ 90360 h 90000"/>
                <a:gd name="GluePoint1X" fmla="*/ 41 w 80"/>
                <a:gd name="GluePoint1Y" fmla="*/ 43 h 43"/>
                <a:gd name="GluePoint2X" fmla="*/ 80 w 80"/>
                <a:gd name="GluePoint2Y" fmla="*/ 4 h 43"/>
                <a:gd name="GluePoint3X" fmla="*/ 76 w 80"/>
                <a:gd name="GluePoint3Y" fmla="*/ 0 h 43"/>
                <a:gd name="GluePoint4X" fmla="*/ 40 w 80"/>
                <a:gd name="GluePoint4Y" fmla="*/ 37 h 43"/>
                <a:gd name="GluePoint5X" fmla="*/ 3 w 80"/>
                <a:gd name="GluePoint5Y" fmla="*/ 0 h 43"/>
                <a:gd name="GluePoint6X" fmla="*/ 0 w 80"/>
                <a:gd name="GluePoint6Y" fmla="*/ 4 h 43"/>
                <a:gd name="GluePoint7X" fmla="*/ 38 w 80"/>
                <a:gd name="GluePoint7Y" fmla="*/ 43 h 43"/>
                <a:gd name="GluePoint8X" fmla="*/ 41 w 80"/>
                <a:gd name="GluePoint8Y" fmla="*/ 43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3">
                  <a:moveTo>
                    <a:pt x="41" y="43"/>
                  </a:moveTo>
                  <a:lnTo>
                    <a:pt x="80" y="4"/>
                  </a:lnTo>
                  <a:lnTo>
                    <a:pt x="76" y="0"/>
                  </a:lnTo>
                  <a:lnTo>
                    <a:pt x="40" y="37"/>
                  </a:lnTo>
                  <a:lnTo>
                    <a:pt x="3" y="0"/>
                  </a:lnTo>
                  <a:lnTo>
                    <a:pt x="0" y="4"/>
                  </a:lnTo>
                  <a:lnTo>
                    <a:pt x="38" y="43"/>
                  </a:lnTo>
                  <a:lnTo>
                    <a:pt x="41" y="4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53" name="Freeform 41"/>
            <p:cNvSpPr/>
            <p:nvPr/>
          </p:nvSpPr>
          <p:spPr>
            <a:xfrm>
              <a:off x="5211720" y="126504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9 w 256"/>
                <a:gd name="GluePoint3Y" fmla="*/ 218 h 256"/>
                <a:gd name="GluePoint4X" fmla="*/ 256 w 256"/>
                <a:gd name="GluePoint4Y" fmla="*/ 128 h 256"/>
                <a:gd name="GluePoint5X" fmla="*/ 219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8 w 256"/>
                <a:gd name="GluePoint8Y" fmla="*/ 37 h 256"/>
                <a:gd name="GluePoint9X" fmla="*/ 0 w 256"/>
                <a:gd name="GluePoint9Y" fmla="*/ 128 h 256"/>
                <a:gd name="GluePoint10X" fmla="*/ 38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2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2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5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3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54" name="Группа 301"/>
          <p:cNvGrpSpPr/>
          <p:nvPr/>
        </p:nvGrpSpPr>
        <p:grpSpPr>
          <a:xfrm>
            <a:off x="5604480" y="1265040"/>
            <a:ext cx="302400" cy="302400"/>
            <a:chOff x="5604480" y="1265040"/>
            <a:chExt cx="302400" cy="302400"/>
          </a:xfrm>
        </p:grpSpPr>
        <p:sp>
          <p:nvSpPr>
            <p:cNvPr id="1955" name="Freeform 42"/>
            <p:cNvSpPr/>
            <p:nvPr/>
          </p:nvSpPr>
          <p:spPr>
            <a:xfrm>
              <a:off x="5604480" y="126504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9 w 256"/>
                <a:gd name="GluePoint3Y" fmla="*/ 218 h 256"/>
                <a:gd name="GluePoint4X" fmla="*/ 256 w 256"/>
                <a:gd name="GluePoint4Y" fmla="*/ 128 h 256"/>
                <a:gd name="GluePoint5X" fmla="*/ 219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8 w 256"/>
                <a:gd name="GluePoint8Y" fmla="*/ 37 h 256"/>
                <a:gd name="GluePoint9X" fmla="*/ 0 w 256"/>
                <a:gd name="GluePoint9Y" fmla="*/ 128 h 256"/>
                <a:gd name="GluePoint10X" fmla="*/ 38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2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2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3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ubicBezTo>
                    <a:pt x="191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56" name="Freeform 43"/>
            <p:cNvSpPr/>
            <p:nvPr/>
          </p:nvSpPr>
          <p:spPr>
            <a:xfrm>
              <a:off x="5707800" y="1344600"/>
              <a:ext cx="119520" cy="11952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119520"/>
                <a:gd name="textAreaBottom" fmla="*/ 119880 h 119520"/>
                <a:gd name="GluePoint1X" fmla="*/ 57 w 57"/>
                <a:gd name="GluePoint1Y" fmla="*/ 57 h 57"/>
                <a:gd name="GluePoint2X" fmla="*/ 57 w 57"/>
                <a:gd name="GluePoint2Y" fmla="*/ 52 h 57"/>
                <a:gd name="GluePoint3X" fmla="*/ 5 w 57"/>
                <a:gd name="GluePoint3Y" fmla="*/ 52 h 57"/>
                <a:gd name="GluePoint4X" fmla="*/ 5 w 57"/>
                <a:gd name="GluePoint4Y" fmla="*/ 0 h 57"/>
                <a:gd name="GluePoint5X" fmla="*/ 0 w 57"/>
                <a:gd name="GluePoint5Y" fmla="*/ 0 h 57"/>
                <a:gd name="GluePoint6X" fmla="*/ 0 w 57"/>
                <a:gd name="GluePoint6Y" fmla="*/ 54 h 57"/>
                <a:gd name="GluePoint7X" fmla="*/ 2 w 57"/>
                <a:gd name="GluePoint7Y" fmla="*/ 57 h 57"/>
                <a:gd name="GluePoint8X" fmla="*/ 57 w 57"/>
                <a:gd name="GluePoint8Y" fmla="*/ 57 h 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7" h="57">
                  <a:moveTo>
                    <a:pt x="57" y="57"/>
                  </a:moveTo>
                  <a:lnTo>
                    <a:pt x="57" y="52"/>
                  </a:lnTo>
                  <a:lnTo>
                    <a:pt x="5" y="5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2" y="57"/>
                  </a:lnTo>
                  <a:lnTo>
                    <a:pt x="57" y="5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57" name="Группа 302"/>
          <p:cNvGrpSpPr/>
          <p:nvPr/>
        </p:nvGrpSpPr>
        <p:grpSpPr>
          <a:xfrm>
            <a:off x="5997600" y="1265040"/>
            <a:ext cx="302400" cy="302400"/>
            <a:chOff x="5997600" y="1265040"/>
            <a:chExt cx="302400" cy="302400"/>
          </a:xfrm>
        </p:grpSpPr>
        <p:sp>
          <p:nvSpPr>
            <p:cNvPr id="1958" name="Freeform 44"/>
            <p:cNvSpPr/>
            <p:nvPr/>
          </p:nvSpPr>
          <p:spPr>
            <a:xfrm>
              <a:off x="5997600" y="126504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9 w 256"/>
                <a:gd name="GluePoint3Y" fmla="*/ 218 h 256"/>
                <a:gd name="GluePoint4X" fmla="*/ 256 w 256"/>
                <a:gd name="GluePoint4Y" fmla="*/ 128 h 256"/>
                <a:gd name="GluePoint5X" fmla="*/ 219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8 w 256"/>
                <a:gd name="GluePoint8Y" fmla="*/ 37 h 256"/>
                <a:gd name="GluePoint9X" fmla="*/ 0 w 256"/>
                <a:gd name="GluePoint9Y" fmla="*/ 128 h 256"/>
                <a:gd name="GluePoint10X" fmla="*/ 38 w 256"/>
                <a:gd name="GluePoint10Y" fmla="*/ 218 h 256"/>
                <a:gd name="GluePoint11X" fmla="*/ 128 w 256"/>
                <a:gd name="GluePoint11Y" fmla="*/ 256 h 256"/>
                <a:gd name="GluePoint12X" fmla="*/ 44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2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4 w 256"/>
                <a:gd name="GluePoint21Y" fmla="*/ 212 h 256"/>
                <a:gd name="GluePoint22X" fmla="*/ 8 w 256"/>
                <a:gd name="GluePoint22Y" fmla="*/ 128 h 256"/>
                <a:gd name="GluePoint23X" fmla="*/ 44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3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4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1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ubicBezTo>
                    <a:pt x="191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4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4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59" name="Freeform 45"/>
            <p:cNvSpPr/>
            <p:nvPr/>
          </p:nvSpPr>
          <p:spPr>
            <a:xfrm>
              <a:off x="6077520" y="1344600"/>
              <a:ext cx="117360" cy="11952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19520"/>
                <a:gd name="textAreaBottom" fmla="*/ 119880 h 119520"/>
                <a:gd name="GluePoint1X" fmla="*/ 56 w 56"/>
                <a:gd name="GluePoint1Y" fmla="*/ 54 h 57"/>
                <a:gd name="GluePoint2X" fmla="*/ 56 w 56"/>
                <a:gd name="GluePoint2Y" fmla="*/ 0 h 57"/>
                <a:gd name="GluePoint3X" fmla="*/ 52 w 56"/>
                <a:gd name="GluePoint3Y" fmla="*/ 0 h 57"/>
                <a:gd name="GluePoint4X" fmla="*/ 52 w 56"/>
                <a:gd name="GluePoint4Y" fmla="*/ 52 h 57"/>
                <a:gd name="GluePoint5X" fmla="*/ 0 w 56"/>
                <a:gd name="GluePoint5Y" fmla="*/ 52 h 57"/>
                <a:gd name="GluePoint6X" fmla="*/ 0 w 56"/>
                <a:gd name="GluePoint6Y" fmla="*/ 57 h 57"/>
                <a:gd name="GluePoint7X" fmla="*/ 54 w 56"/>
                <a:gd name="GluePoint7Y" fmla="*/ 57 h 57"/>
                <a:gd name="GluePoint8X" fmla="*/ 56 w 56"/>
                <a:gd name="GluePoint8Y" fmla="*/ 54 h 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6" h="57">
                  <a:moveTo>
                    <a:pt x="56" y="54"/>
                  </a:moveTo>
                  <a:lnTo>
                    <a:pt x="56" y="0"/>
                  </a:lnTo>
                  <a:lnTo>
                    <a:pt x="52" y="0"/>
                  </a:lnTo>
                  <a:lnTo>
                    <a:pt x="52" y="52"/>
                  </a:lnTo>
                  <a:lnTo>
                    <a:pt x="0" y="52"/>
                  </a:lnTo>
                  <a:lnTo>
                    <a:pt x="0" y="57"/>
                  </a:lnTo>
                  <a:lnTo>
                    <a:pt x="54" y="57"/>
                  </a:lnTo>
                  <a:lnTo>
                    <a:pt x="56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60" name="Группа 303"/>
          <p:cNvGrpSpPr/>
          <p:nvPr/>
        </p:nvGrpSpPr>
        <p:grpSpPr>
          <a:xfrm>
            <a:off x="6390720" y="1265040"/>
            <a:ext cx="302400" cy="302400"/>
            <a:chOff x="6390720" y="1265040"/>
            <a:chExt cx="302400" cy="302400"/>
          </a:xfrm>
        </p:grpSpPr>
        <p:sp>
          <p:nvSpPr>
            <p:cNvPr id="1961" name="Freeform 46"/>
            <p:cNvSpPr/>
            <p:nvPr/>
          </p:nvSpPr>
          <p:spPr>
            <a:xfrm>
              <a:off x="6514560" y="1332000"/>
              <a:ext cx="90000" cy="16560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65600"/>
                <a:gd name="textAreaBottom" fmla="*/ 165960 h 165600"/>
                <a:gd name="GluePoint1X" fmla="*/ 4 w 43"/>
                <a:gd name="GluePoint1Y" fmla="*/ 79 h 79"/>
                <a:gd name="GluePoint2X" fmla="*/ 43 w 43"/>
                <a:gd name="GluePoint2Y" fmla="*/ 41 h 79"/>
                <a:gd name="GluePoint3X" fmla="*/ 43 w 43"/>
                <a:gd name="GluePoint3Y" fmla="*/ 38 h 79"/>
                <a:gd name="GluePoint4X" fmla="*/ 4 w 43"/>
                <a:gd name="GluePoint4Y" fmla="*/ 0 h 79"/>
                <a:gd name="GluePoint5X" fmla="*/ 0 w 43"/>
                <a:gd name="GluePoint5Y" fmla="*/ 3 h 79"/>
                <a:gd name="GluePoint6X" fmla="*/ 37 w 43"/>
                <a:gd name="GluePoint6Y" fmla="*/ 40 h 79"/>
                <a:gd name="GluePoint7X" fmla="*/ 0 w 43"/>
                <a:gd name="GluePoint7Y" fmla="*/ 77 h 79"/>
                <a:gd name="GluePoint8X" fmla="*/ 4 w 43"/>
                <a:gd name="GluePoint8Y" fmla="*/ 79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3" h="79">
                  <a:moveTo>
                    <a:pt x="4" y="79"/>
                  </a:moveTo>
                  <a:lnTo>
                    <a:pt x="43" y="41"/>
                  </a:lnTo>
                  <a:lnTo>
                    <a:pt x="43" y="38"/>
                  </a:lnTo>
                  <a:lnTo>
                    <a:pt x="4" y="0"/>
                  </a:lnTo>
                  <a:lnTo>
                    <a:pt x="0" y="3"/>
                  </a:lnTo>
                  <a:lnTo>
                    <a:pt x="37" y="40"/>
                  </a:lnTo>
                  <a:lnTo>
                    <a:pt x="0" y="77"/>
                  </a:lnTo>
                  <a:lnTo>
                    <a:pt x="4" y="7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62" name="Freeform 47"/>
            <p:cNvSpPr/>
            <p:nvPr/>
          </p:nvSpPr>
          <p:spPr>
            <a:xfrm>
              <a:off x="6390720" y="126504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8 w 256"/>
                <a:gd name="GluePoint3Y" fmla="*/ 218 h 256"/>
                <a:gd name="GluePoint4X" fmla="*/ 256 w 256"/>
                <a:gd name="GluePoint4Y" fmla="*/ 128 h 256"/>
                <a:gd name="GluePoint5X" fmla="*/ 218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7 w 256"/>
                <a:gd name="GluePoint8Y" fmla="*/ 37 h 256"/>
                <a:gd name="GluePoint9X" fmla="*/ 0 w 256"/>
                <a:gd name="GluePoint9Y" fmla="*/ 128 h 256"/>
                <a:gd name="GluePoint10X" fmla="*/ 37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2 w 256"/>
                <a:gd name="GluePoint15Y" fmla="*/ 43 h 256"/>
                <a:gd name="GluePoint16X" fmla="*/ 248 w 256"/>
                <a:gd name="GluePoint16Y" fmla="*/ 128 h 256"/>
                <a:gd name="GluePoint17X" fmla="*/ 212 w 256"/>
                <a:gd name="GluePoint17Y" fmla="*/ 212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2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3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5" y="20"/>
                    <a:pt x="95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2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2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5" y="248"/>
                    <a:pt x="65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63" name="Группа 298"/>
          <p:cNvGrpSpPr/>
          <p:nvPr/>
        </p:nvGrpSpPr>
        <p:grpSpPr>
          <a:xfrm>
            <a:off x="4423680" y="1265040"/>
            <a:ext cx="304200" cy="302400"/>
            <a:chOff x="4423680" y="1265040"/>
            <a:chExt cx="304200" cy="302400"/>
          </a:xfrm>
        </p:grpSpPr>
        <p:sp>
          <p:nvSpPr>
            <p:cNvPr id="1964" name="Rectangle 48"/>
            <p:cNvSpPr/>
            <p:nvPr/>
          </p:nvSpPr>
          <p:spPr>
            <a:xfrm>
              <a:off x="4491000" y="1407600"/>
              <a:ext cx="1699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65" name="Freeform 49"/>
            <p:cNvSpPr/>
            <p:nvPr/>
          </p:nvSpPr>
          <p:spPr>
            <a:xfrm>
              <a:off x="4423680" y="126504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8 w 256"/>
                <a:gd name="GluePoint3Y" fmla="*/ 218 h 256"/>
                <a:gd name="GluePoint4X" fmla="*/ 256 w 256"/>
                <a:gd name="GluePoint4Y" fmla="*/ 128 h 256"/>
                <a:gd name="GluePoint5X" fmla="*/ 218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7 w 256"/>
                <a:gd name="GluePoint8Y" fmla="*/ 37 h 256"/>
                <a:gd name="GluePoint9X" fmla="*/ 0 w 256"/>
                <a:gd name="GluePoint9Y" fmla="*/ 128 h 256"/>
                <a:gd name="GluePoint10X" fmla="*/ 37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2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2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66" name="Группа 305"/>
          <p:cNvGrpSpPr/>
          <p:nvPr/>
        </p:nvGrpSpPr>
        <p:grpSpPr>
          <a:xfrm>
            <a:off x="2065680" y="1657800"/>
            <a:ext cx="302400" cy="302400"/>
            <a:chOff x="2065680" y="1657800"/>
            <a:chExt cx="302400" cy="302400"/>
          </a:xfrm>
        </p:grpSpPr>
        <p:sp>
          <p:nvSpPr>
            <p:cNvPr id="1967" name="Freeform 50"/>
            <p:cNvSpPr/>
            <p:nvPr/>
          </p:nvSpPr>
          <p:spPr>
            <a:xfrm>
              <a:off x="2130840" y="1725120"/>
              <a:ext cx="169920" cy="16992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169920"/>
                <a:gd name="textAreaBottom" fmla="*/ 170280 h 169920"/>
                <a:gd name="GluePoint1X" fmla="*/ 38 w 81"/>
                <a:gd name="GluePoint1Y" fmla="*/ 81 h 81"/>
                <a:gd name="GluePoint2X" fmla="*/ 43 w 81"/>
                <a:gd name="GluePoint2Y" fmla="*/ 81 h 81"/>
                <a:gd name="GluePoint3X" fmla="*/ 43 w 81"/>
                <a:gd name="GluePoint3Y" fmla="*/ 42 h 81"/>
                <a:gd name="GluePoint4X" fmla="*/ 81 w 81"/>
                <a:gd name="GluePoint4Y" fmla="*/ 42 h 81"/>
                <a:gd name="GluePoint5X" fmla="*/ 81 w 81"/>
                <a:gd name="GluePoint5Y" fmla="*/ 38 h 81"/>
                <a:gd name="GluePoint6X" fmla="*/ 43 w 81"/>
                <a:gd name="GluePoint6Y" fmla="*/ 38 h 81"/>
                <a:gd name="GluePoint7X" fmla="*/ 43 w 81"/>
                <a:gd name="GluePoint7Y" fmla="*/ 0 h 81"/>
                <a:gd name="GluePoint8X" fmla="*/ 38 w 81"/>
                <a:gd name="GluePoint8Y" fmla="*/ 0 h 81"/>
                <a:gd name="GluePoint9X" fmla="*/ 38 w 81"/>
                <a:gd name="GluePoint9Y" fmla="*/ 38 h 81"/>
                <a:gd name="GluePoint10X" fmla="*/ 0 w 81"/>
                <a:gd name="GluePoint10Y" fmla="*/ 38 h 81"/>
                <a:gd name="GluePoint11X" fmla="*/ 0 w 81"/>
                <a:gd name="GluePoint11Y" fmla="*/ 42 h 81"/>
                <a:gd name="GluePoint12X" fmla="*/ 38 w 81"/>
                <a:gd name="GluePoint12Y" fmla="*/ 42 h 81"/>
                <a:gd name="GluePoint13X" fmla="*/ 38 w 81"/>
                <a:gd name="GluePoint13Y" fmla="*/ 81 h 8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81" h="81">
                  <a:moveTo>
                    <a:pt x="38" y="81"/>
                  </a:moveTo>
                  <a:lnTo>
                    <a:pt x="43" y="81"/>
                  </a:lnTo>
                  <a:lnTo>
                    <a:pt x="43" y="42"/>
                  </a:lnTo>
                  <a:lnTo>
                    <a:pt x="81" y="42"/>
                  </a:lnTo>
                  <a:lnTo>
                    <a:pt x="81" y="38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38" y="0"/>
                  </a:lnTo>
                  <a:lnTo>
                    <a:pt x="38" y="38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38" y="42"/>
                  </a:lnTo>
                  <a:lnTo>
                    <a:pt x="38" y="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68" name="Freeform 51"/>
            <p:cNvSpPr/>
            <p:nvPr/>
          </p:nvSpPr>
          <p:spPr>
            <a:xfrm>
              <a:off x="2065680" y="1657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9 w 256"/>
                <a:gd name="GluePoint3Y" fmla="*/ 218 h 256"/>
                <a:gd name="GluePoint4X" fmla="*/ 256 w 256"/>
                <a:gd name="GluePoint4Y" fmla="*/ 128 h 256"/>
                <a:gd name="GluePoint5X" fmla="*/ 219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8 w 256"/>
                <a:gd name="GluePoint8Y" fmla="*/ 37 h 256"/>
                <a:gd name="GluePoint9X" fmla="*/ 0 w 256"/>
                <a:gd name="GluePoint9Y" fmla="*/ 128 h 256"/>
                <a:gd name="GluePoint10X" fmla="*/ 38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3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3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69" name="Группа 304"/>
          <p:cNvGrpSpPr/>
          <p:nvPr/>
        </p:nvGrpSpPr>
        <p:grpSpPr>
          <a:xfrm>
            <a:off x="6783480" y="1265040"/>
            <a:ext cx="304200" cy="302400"/>
            <a:chOff x="6783480" y="1265040"/>
            <a:chExt cx="304200" cy="302400"/>
          </a:xfrm>
        </p:grpSpPr>
        <p:sp>
          <p:nvSpPr>
            <p:cNvPr id="1970" name="Freeform 52"/>
            <p:cNvSpPr/>
            <p:nvPr/>
          </p:nvSpPr>
          <p:spPr>
            <a:xfrm>
              <a:off x="6869880" y="1342800"/>
              <a:ext cx="129960" cy="12996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29960"/>
                <a:gd name="textAreaBottom" fmla="*/ 130320 h 129960"/>
                <a:gd name="GluePoint1X" fmla="*/ 0 w 62"/>
                <a:gd name="GluePoint1Y" fmla="*/ 58 h 62"/>
                <a:gd name="GluePoint2X" fmla="*/ 4 w 62"/>
                <a:gd name="GluePoint2Y" fmla="*/ 62 h 62"/>
                <a:gd name="GluePoint3X" fmla="*/ 31 w 62"/>
                <a:gd name="GluePoint3Y" fmla="*/ 34 h 62"/>
                <a:gd name="GluePoint4X" fmla="*/ 59 w 62"/>
                <a:gd name="GluePoint4Y" fmla="*/ 62 h 62"/>
                <a:gd name="GluePoint5X" fmla="*/ 62 w 62"/>
                <a:gd name="GluePoint5Y" fmla="*/ 58 h 62"/>
                <a:gd name="GluePoint6X" fmla="*/ 34 w 62"/>
                <a:gd name="GluePoint6Y" fmla="*/ 31 h 62"/>
                <a:gd name="GluePoint7X" fmla="*/ 62 w 62"/>
                <a:gd name="GluePoint7Y" fmla="*/ 3 h 62"/>
                <a:gd name="GluePoint8X" fmla="*/ 59 w 62"/>
                <a:gd name="GluePoint8Y" fmla="*/ 0 h 62"/>
                <a:gd name="GluePoint9X" fmla="*/ 31 w 62"/>
                <a:gd name="GluePoint9Y" fmla="*/ 27 h 62"/>
                <a:gd name="GluePoint10X" fmla="*/ 3 w 62"/>
                <a:gd name="GluePoint10Y" fmla="*/ 0 h 62"/>
                <a:gd name="GluePoint11X" fmla="*/ 0 w 62"/>
                <a:gd name="GluePoint11Y" fmla="*/ 3 h 62"/>
                <a:gd name="GluePoint12X" fmla="*/ 28 w 62"/>
                <a:gd name="GluePoint12Y" fmla="*/ 31 h 62"/>
                <a:gd name="GluePoint13X" fmla="*/ 0 w 62"/>
                <a:gd name="GluePoint13Y" fmla="*/ 58 h 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2" h="62">
                  <a:moveTo>
                    <a:pt x="0" y="58"/>
                  </a:moveTo>
                  <a:lnTo>
                    <a:pt x="4" y="62"/>
                  </a:lnTo>
                  <a:lnTo>
                    <a:pt x="31" y="34"/>
                  </a:lnTo>
                  <a:lnTo>
                    <a:pt x="59" y="62"/>
                  </a:lnTo>
                  <a:lnTo>
                    <a:pt x="62" y="58"/>
                  </a:lnTo>
                  <a:lnTo>
                    <a:pt x="34" y="31"/>
                  </a:lnTo>
                  <a:lnTo>
                    <a:pt x="62" y="3"/>
                  </a:lnTo>
                  <a:lnTo>
                    <a:pt x="59" y="0"/>
                  </a:lnTo>
                  <a:lnTo>
                    <a:pt x="31" y="27"/>
                  </a:lnTo>
                  <a:lnTo>
                    <a:pt x="3" y="0"/>
                  </a:lnTo>
                  <a:lnTo>
                    <a:pt x="0" y="3"/>
                  </a:lnTo>
                  <a:lnTo>
                    <a:pt x="28" y="31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71" name="Freeform 53"/>
            <p:cNvSpPr/>
            <p:nvPr/>
          </p:nvSpPr>
          <p:spPr>
            <a:xfrm>
              <a:off x="6783480" y="126504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8 w 256"/>
                <a:gd name="GluePoint3Y" fmla="*/ 218 h 256"/>
                <a:gd name="GluePoint4X" fmla="*/ 256 w 256"/>
                <a:gd name="GluePoint4Y" fmla="*/ 128 h 256"/>
                <a:gd name="GluePoint5X" fmla="*/ 218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7 w 256"/>
                <a:gd name="GluePoint8Y" fmla="*/ 37 h 256"/>
                <a:gd name="GluePoint9X" fmla="*/ 0 w 256"/>
                <a:gd name="GluePoint9Y" fmla="*/ 128 h 256"/>
                <a:gd name="GluePoint10X" fmla="*/ 37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2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2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3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5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5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72" name="Группа 306"/>
          <p:cNvGrpSpPr/>
          <p:nvPr/>
        </p:nvGrpSpPr>
        <p:grpSpPr>
          <a:xfrm>
            <a:off x="2458800" y="1657800"/>
            <a:ext cx="302400" cy="302400"/>
            <a:chOff x="2458800" y="1657800"/>
            <a:chExt cx="302400" cy="302400"/>
          </a:xfrm>
        </p:grpSpPr>
        <p:sp>
          <p:nvSpPr>
            <p:cNvPr id="1973" name="Freeform 54"/>
            <p:cNvSpPr/>
            <p:nvPr/>
          </p:nvSpPr>
          <p:spPr>
            <a:xfrm>
              <a:off x="2547000" y="1725120"/>
              <a:ext cx="90000" cy="16776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67760"/>
                <a:gd name="textAreaBottom" fmla="*/ 168120 h 167760"/>
                <a:gd name="GluePoint1X" fmla="*/ 43 w 43"/>
                <a:gd name="GluePoint1Y" fmla="*/ 77 h 80"/>
                <a:gd name="GluePoint2X" fmla="*/ 6 w 43"/>
                <a:gd name="GluePoint2Y" fmla="*/ 40 h 80"/>
                <a:gd name="GluePoint3X" fmla="*/ 43 w 43"/>
                <a:gd name="GluePoint3Y" fmla="*/ 3 h 80"/>
                <a:gd name="GluePoint4X" fmla="*/ 39 w 43"/>
                <a:gd name="GluePoint4Y" fmla="*/ 0 h 80"/>
                <a:gd name="GluePoint5X" fmla="*/ 0 w 43"/>
                <a:gd name="GluePoint5Y" fmla="*/ 38 h 80"/>
                <a:gd name="GluePoint6X" fmla="*/ 0 w 43"/>
                <a:gd name="GluePoint6Y" fmla="*/ 42 h 80"/>
                <a:gd name="GluePoint7X" fmla="*/ 39 w 43"/>
                <a:gd name="GluePoint7Y" fmla="*/ 80 h 80"/>
                <a:gd name="GluePoint8X" fmla="*/ 43 w 43"/>
                <a:gd name="GluePoint8Y" fmla="*/ 77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3" h="80">
                  <a:moveTo>
                    <a:pt x="43" y="77"/>
                  </a:moveTo>
                  <a:lnTo>
                    <a:pt x="6" y="40"/>
                  </a:lnTo>
                  <a:lnTo>
                    <a:pt x="43" y="3"/>
                  </a:lnTo>
                  <a:lnTo>
                    <a:pt x="39" y="0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39" y="80"/>
                  </a:lnTo>
                  <a:lnTo>
                    <a:pt x="43" y="7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74" name="Freeform 55"/>
            <p:cNvSpPr/>
            <p:nvPr/>
          </p:nvSpPr>
          <p:spPr>
            <a:xfrm>
              <a:off x="2458800" y="1657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9 w 256"/>
                <a:gd name="GluePoint3Y" fmla="*/ 218 h 256"/>
                <a:gd name="GluePoint4X" fmla="*/ 256 w 256"/>
                <a:gd name="GluePoint4Y" fmla="*/ 128 h 256"/>
                <a:gd name="GluePoint5X" fmla="*/ 219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8 w 256"/>
                <a:gd name="GluePoint8Y" fmla="*/ 37 h 256"/>
                <a:gd name="GluePoint9X" fmla="*/ 0 w 256"/>
                <a:gd name="GluePoint9Y" fmla="*/ 128 h 256"/>
                <a:gd name="GluePoint10X" fmla="*/ 38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3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3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ubicBezTo>
                    <a:pt x="191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75" name="Группа 307"/>
          <p:cNvGrpSpPr/>
          <p:nvPr/>
        </p:nvGrpSpPr>
        <p:grpSpPr>
          <a:xfrm>
            <a:off x="2851920" y="1657800"/>
            <a:ext cx="302400" cy="302400"/>
            <a:chOff x="2851920" y="1657800"/>
            <a:chExt cx="302400" cy="302400"/>
          </a:xfrm>
        </p:grpSpPr>
        <p:sp>
          <p:nvSpPr>
            <p:cNvPr id="1976" name="Freeform 56"/>
            <p:cNvSpPr/>
            <p:nvPr/>
          </p:nvSpPr>
          <p:spPr>
            <a:xfrm>
              <a:off x="2918880" y="1762920"/>
              <a:ext cx="167760" cy="8784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87840"/>
                <a:gd name="textAreaBottom" fmla="*/ 88200 h 87840"/>
                <a:gd name="GluePoint1X" fmla="*/ 40 w 80"/>
                <a:gd name="GluePoint1Y" fmla="*/ 5 h 42"/>
                <a:gd name="GluePoint2X" fmla="*/ 77 w 80"/>
                <a:gd name="GluePoint2Y" fmla="*/ 42 h 42"/>
                <a:gd name="GluePoint3X" fmla="*/ 80 w 80"/>
                <a:gd name="GluePoint3Y" fmla="*/ 38 h 42"/>
                <a:gd name="GluePoint4X" fmla="*/ 41 w 80"/>
                <a:gd name="GluePoint4Y" fmla="*/ 0 h 42"/>
                <a:gd name="GluePoint5X" fmla="*/ 39 w 80"/>
                <a:gd name="GluePoint5Y" fmla="*/ 0 h 42"/>
                <a:gd name="GluePoint6X" fmla="*/ 0 w 80"/>
                <a:gd name="GluePoint6Y" fmla="*/ 38 h 42"/>
                <a:gd name="GluePoint7X" fmla="*/ 3 w 80"/>
                <a:gd name="GluePoint7Y" fmla="*/ 41 h 42"/>
                <a:gd name="GluePoint8X" fmla="*/ 40 w 80"/>
                <a:gd name="GluePoint8Y" fmla="*/ 5 h 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2">
                  <a:moveTo>
                    <a:pt x="40" y="5"/>
                  </a:moveTo>
                  <a:lnTo>
                    <a:pt x="77" y="42"/>
                  </a:lnTo>
                  <a:lnTo>
                    <a:pt x="80" y="38"/>
                  </a:lnTo>
                  <a:lnTo>
                    <a:pt x="41" y="0"/>
                  </a:lnTo>
                  <a:lnTo>
                    <a:pt x="39" y="0"/>
                  </a:lnTo>
                  <a:lnTo>
                    <a:pt x="0" y="38"/>
                  </a:lnTo>
                  <a:lnTo>
                    <a:pt x="3" y="41"/>
                  </a:lnTo>
                  <a:lnTo>
                    <a:pt x="4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920" bIns="43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77" name="Freeform 57"/>
            <p:cNvSpPr/>
            <p:nvPr/>
          </p:nvSpPr>
          <p:spPr>
            <a:xfrm>
              <a:off x="2851920" y="1657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9 w 256"/>
                <a:gd name="GluePoint3Y" fmla="*/ 218 h 256"/>
                <a:gd name="GluePoint4X" fmla="*/ 256 w 256"/>
                <a:gd name="GluePoint4Y" fmla="*/ 128 h 256"/>
                <a:gd name="GluePoint5X" fmla="*/ 219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8 w 256"/>
                <a:gd name="GluePoint8Y" fmla="*/ 37 h 256"/>
                <a:gd name="GluePoint9X" fmla="*/ 0 w 256"/>
                <a:gd name="GluePoint9Y" fmla="*/ 128 h 256"/>
                <a:gd name="GluePoint10X" fmla="*/ 38 w 256"/>
                <a:gd name="GluePoint10Y" fmla="*/ 218 h 256"/>
                <a:gd name="GluePoint11X" fmla="*/ 128 w 256"/>
                <a:gd name="GluePoint11Y" fmla="*/ 256 h 256"/>
                <a:gd name="GluePoint12X" fmla="*/ 44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3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4 w 256"/>
                <a:gd name="GluePoint21Y" fmla="*/ 213 h 256"/>
                <a:gd name="GluePoint22X" fmla="*/ 8 w 256"/>
                <a:gd name="GluePoint22Y" fmla="*/ 128 h 256"/>
                <a:gd name="GluePoint23X" fmla="*/ 44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lose/>
                  <a:moveTo>
                    <a:pt x="44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1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ubicBezTo>
                    <a:pt x="191" y="235"/>
                    <a:pt x="161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4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4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78" name="Группа 308"/>
          <p:cNvGrpSpPr/>
          <p:nvPr/>
        </p:nvGrpSpPr>
        <p:grpSpPr>
          <a:xfrm>
            <a:off x="3244680" y="1657800"/>
            <a:ext cx="304200" cy="302400"/>
            <a:chOff x="3244680" y="1657800"/>
            <a:chExt cx="304200" cy="302400"/>
          </a:xfrm>
        </p:grpSpPr>
        <p:sp>
          <p:nvSpPr>
            <p:cNvPr id="1979" name="Freeform 58"/>
            <p:cNvSpPr/>
            <p:nvPr/>
          </p:nvSpPr>
          <p:spPr>
            <a:xfrm>
              <a:off x="3244680" y="165780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8 w 256"/>
                <a:gd name="GluePoint3Y" fmla="*/ 218 h 256"/>
                <a:gd name="GluePoint4X" fmla="*/ 256 w 256"/>
                <a:gd name="GluePoint4Y" fmla="*/ 128 h 256"/>
                <a:gd name="GluePoint5X" fmla="*/ 218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7 w 256"/>
                <a:gd name="GluePoint8Y" fmla="*/ 37 h 256"/>
                <a:gd name="GluePoint9X" fmla="*/ 0 w 256"/>
                <a:gd name="GluePoint9Y" fmla="*/ 128 h 256"/>
                <a:gd name="GluePoint10X" fmla="*/ 37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2 w 256"/>
                <a:gd name="GluePoint15Y" fmla="*/ 43 h 256"/>
                <a:gd name="GluePoint16X" fmla="*/ 248 w 256"/>
                <a:gd name="GluePoint16Y" fmla="*/ 128 h 256"/>
                <a:gd name="GluePoint17X" fmla="*/ 212 w 256"/>
                <a:gd name="GluePoint17Y" fmla="*/ 213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3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4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5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2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2" y="213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5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80" name="Freeform 59"/>
            <p:cNvSpPr/>
            <p:nvPr/>
          </p:nvSpPr>
          <p:spPr>
            <a:xfrm>
              <a:off x="3349800" y="1762920"/>
              <a:ext cx="117360" cy="11736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17360"/>
                <a:gd name="textAreaBottom" fmla="*/ 117720 h 117360"/>
                <a:gd name="GluePoint1X" fmla="*/ 4 w 56"/>
                <a:gd name="GluePoint1Y" fmla="*/ 4 h 56"/>
                <a:gd name="GluePoint2X" fmla="*/ 56 w 56"/>
                <a:gd name="GluePoint2Y" fmla="*/ 4 h 56"/>
                <a:gd name="GluePoint3X" fmla="*/ 56 w 56"/>
                <a:gd name="GluePoint3Y" fmla="*/ 0 h 56"/>
                <a:gd name="GluePoint4X" fmla="*/ 0 w 56"/>
                <a:gd name="GluePoint4Y" fmla="*/ 0 h 56"/>
                <a:gd name="GluePoint5X" fmla="*/ 0 w 56"/>
                <a:gd name="GluePoint5Y" fmla="*/ 56 h 56"/>
                <a:gd name="GluePoint6X" fmla="*/ 4 w 56"/>
                <a:gd name="GluePoint6Y" fmla="*/ 56 h 56"/>
                <a:gd name="GluePoint7X" fmla="*/ 4 w 56"/>
                <a:gd name="GluePoint7Y" fmla="*/ 4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6" h="56">
                  <a:moveTo>
                    <a:pt x="4" y="4"/>
                  </a:moveTo>
                  <a:lnTo>
                    <a:pt x="56" y="4"/>
                  </a:lnTo>
                  <a:lnTo>
                    <a:pt x="56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4" y="56"/>
                  </a:lnTo>
                  <a:lnTo>
                    <a:pt x="4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1981" name="Группа 309"/>
          <p:cNvGrpSpPr/>
          <p:nvPr/>
        </p:nvGrpSpPr>
        <p:grpSpPr>
          <a:xfrm>
            <a:off x="3637800" y="1657800"/>
            <a:ext cx="304200" cy="302400"/>
            <a:chOff x="3637800" y="1657800"/>
            <a:chExt cx="304200" cy="302400"/>
          </a:xfrm>
        </p:grpSpPr>
        <p:sp>
          <p:nvSpPr>
            <p:cNvPr id="1982" name="Freeform 60"/>
            <p:cNvSpPr/>
            <p:nvPr/>
          </p:nvSpPr>
          <p:spPr>
            <a:xfrm>
              <a:off x="3637800" y="165780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128 w 256"/>
                <a:gd name="GluePoint2Y" fmla="*/ 256 h 256"/>
                <a:gd name="GluePoint3X" fmla="*/ 218 w 256"/>
                <a:gd name="GluePoint3Y" fmla="*/ 218 h 256"/>
                <a:gd name="GluePoint4X" fmla="*/ 256 w 256"/>
                <a:gd name="GluePoint4Y" fmla="*/ 128 h 256"/>
                <a:gd name="GluePoint5X" fmla="*/ 218 w 256"/>
                <a:gd name="GluePoint5Y" fmla="*/ 37 h 256"/>
                <a:gd name="GluePoint6X" fmla="*/ 128 w 256"/>
                <a:gd name="GluePoint6Y" fmla="*/ 0 h 256"/>
                <a:gd name="GluePoint7X" fmla="*/ 128 w 256"/>
                <a:gd name="GluePoint7Y" fmla="*/ 0 h 256"/>
                <a:gd name="GluePoint8X" fmla="*/ 37 w 256"/>
                <a:gd name="GluePoint8Y" fmla="*/ 37 h 256"/>
                <a:gd name="GluePoint9X" fmla="*/ 0 w 256"/>
                <a:gd name="GluePoint9Y" fmla="*/ 128 h 256"/>
                <a:gd name="GluePoint10X" fmla="*/ 37 w 256"/>
                <a:gd name="GluePoint10Y" fmla="*/ 218 h 256"/>
                <a:gd name="GluePoint11X" fmla="*/ 128 w 256"/>
                <a:gd name="GluePoint11Y" fmla="*/ 256 h 256"/>
                <a:gd name="GluePoint12X" fmla="*/ 43 w 256"/>
                <a:gd name="GluePoint12Y" fmla="*/ 43 h 256"/>
                <a:gd name="GluePoint13X" fmla="*/ 128 w 256"/>
                <a:gd name="GluePoint13Y" fmla="*/ 8 h 256"/>
                <a:gd name="GluePoint14X" fmla="*/ 128 w 256"/>
                <a:gd name="GluePoint14Y" fmla="*/ 8 h 256"/>
                <a:gd name="GluePoint15X" fmla="*/ 213 w 256"/>
                <a:gd name="GluePoint15Y" fmla="*/ 43 h 256"/>
                <a:gd name="GluePoint16X" fmla="*/ 248 w 256"/>
                <a:gd name="GluePoint16Y" fmla="*/ 128 h 256"/>
                <a:gd name="GluePoint17X" fmla="*/ 213 w 256"/>
                <a:gd name="GluePoint17Y" fmla="*/ 213 h 256"/>
                <a:gd name="GluePoint18X" fmla="*/ 128 w 256"/>
                <a:gd name="GluePoint18Y" fmla="*/ 248 h 256"/>
                <a:gd name="GluePoint19X" fmla="*/ 128 w 256"/>
                <a:gd name="GluePoint19Y" fmla="*/ 248 h 256"/>
                <a:gd name="GluePoint20X" fmla="*/ 128 w 256"/>
                <a:gd name="GluePoint20Y" fmla="*/ 248 h 256"/>
                <a:gd name="GluePoint21X" fmla="*/ 43 w 256"/>
                <a:gd name="GluePoint21Y" fmla="*/ 213 h 256"/>
                <a:gd name="GluePoint22X" fmla="*/ 8 w 256"/>
                <a:gd name="GluePoint22Y" fmla="*/ 128 h 256"/>
                <a:gd name="GluePoint23X" fmla="*/ 43 w 256"/>
                <a:gd name="GluePoint23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28" y="256"/>
                    <a:pt x="128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4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94" y="0"/>
                    <a:pt x="61" y="13"/>
                    <a:pt x="37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4" y="256"/>
                    <a:pt x="128" y="256"/>
                  </a:cubicBezTo>
                  <a:close/>
                  <a:moveTo>
                    <a:pt x="43" y="43"/>
                  </a:moveTo>
                  <a:cubicBezTo>
                    <a:pt x="66" y="20"/>
                    <a:pt x="96" y="8"/>
                    <a:pt x="128" y="8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3"/>
                  </a:cubicBezTo>
                  <a:cubicBezTo>
                    <a:pt x="190" y="235"/>
                    <a:pt x="160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83" name="Freeform 61"/>
            <p:cNvSpPr/>
            <p:nvPr/>
          </p:nvSpPr>
          <p:spPr>
            <a:xfrm>
              <a:off x="3719520" y="1762920"/>
              <a:ext cx="117360" cy="11736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17360"/>
                <a:gd name="textAreaBottom" fmla="*/ 117720 h 117360"/>
                <a:gd name="GluePoint1X" fmla="*/ 51 w 56"/>
                <a:gd name="GluePoint1Y" fmla="*/ 56 h 56"/>
                <a:gd name="GluePoint2X" fmla="*/ 56 w 56"/>
                <a:gd name="GluePoint2Y" fmla="*/ 56 h 56"/>
                <a:gd name="GluePoint3X" fmla="*/ 56 w 56"/>
                <a:gd name="GluePoint3Y" fmla="*/ 2 h 56"/>
                <a:gd name="GluePoint4X" fmla="*/ 54 w 56"/>
                <a:gd name="GluePoint4Y" fmla="*/ 0 h 56"/>
                <a:gd name="GluePoint5X" fmla="*/ 0 w 56"/>
                <a:gd name="GluePoint5Y" fmla="*/ 0 h 56"/>
                <a:gd name="GluePoint6X" fmla="*/ 0 w 56"/>
                <a:gd name="GluePoint6Y" fmla="*/ 4 h 56"/>
                <a:gd name="GluePoint7X" fmla="*/ 51 w 56"/>
                <a:gd name="GluePoint7Y" fmla="*/ 4 h 56"/>
                <a:gd name="GluePoint8X" fmla="*/ 51 w 56"/>
                <a:gd name="GluePoint8Y" fmla="*/ 56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6" h="56">
                  <a:moveTo>
                    <a:pt x="51" y="56"/>
                  </a:moveTo>
                  <a:lnTo>
                    <a:pt x="56" y="56"/>
                  </a:lnTo>
                  <a:lnTo>
                    <a:pt x="56" y="2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51" y="4"/>
                  </a:lnTo>
                  <a:lnTo>
                    <a:pt x="51" y="5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1984" name="Freeform 62"/>
          <p:cNvSpPr/>
          <p:nvPr/>
        </p:nvSpPr>
        <p:spPr>
          <a:xfrm>
            <a:off x="4030560" y="1657800"/>
            <a:ext cx="304200" cy="302400"/>
          </a:xfrm>
          <a:custGeom>
            <a:avLst/>
            <a:gdLst>
              <a:gd name="textAreaLeft" fmla="*/ 0 w 304200"/>
              <a:gd name="textAreaRight" fmla="*/ 304560 w 304200"/>
              <a:gd name="textAreaTop" fmla="*/ 0 h 302400"/>
              <a:gd name="textAreaBottom" fmla="*/ 302760 h 302400"/>
              <a:gd name="GluePoint1X" fmla="*/ 128 w 256"/>
              <a:gd name="GluePoint1Y" fmla="*/ 0 h 256"/>
              <a:gd name="GluePoint2X" fmla="*/ 0 w 256"/>
              <a:gd name="GluePoint2Y" fmla="*/ 128 h 256"/>
              <a:gd name="GluePoint3X" fmla="*/ 128 w 256"/>
              <a:gd name="GluePoint3Y" fmla="*/ 256 h 256"/>
              <a:gd name="GluePoint4X" fmla="*/ 128 w 256"/>
              <a:gd name="GluePoint4Y" fmla="*/ 248 h 256"/>
              <a:gd name="GluePoint5X" fmla="*/ 8 w 256"/>
              <a:gd name="GluePoint5Y" fmla="*/ 128 h 256"/>
              <a:gd name="GluePoint6X" fmla="*/ 128 w 256"/>
              <a:gd name="GluePoint6Y" fmla="*/ 8 h 256"/>
              <a:gd name="GluePoint7X" fmla="*/ 248 w 256"/>
              <a:gd name="GluePoint7Y" fmla="*/ 128 h 256"/>
              <a:gd name="GluePoint8X" fmla="*/ 226 w 256"/>
              <a:gd name="GluePoint8Y" fmla="*/ 197 h 256"/>
              <a:gd name="GluePoint9X" fmla="*/ 208 w 256"/>
              <a:gd name="GluePoint9Y" fmla="*/ 215 h 256"/>
              <a:gd name="GluePoint10X" fmla="*/ 208 w 256"/>
              <a:gd name="GluePoint10Y" fmla="*/ 180 h 256"/>
              <a:gd name="GluePoint11X" fmla="*/ 200 w 256"/>
              <a:gd name="GluePoint11Y" fmla="*/ 180 h 256"/>
              <a:gd name="GluePoint12X" fmla="*/ 200 w 256"/>
              <a:gd name="GluePoint12Y" fmla="*/ 224 h 256"/>
              <a:gd name="GluePoint13X" fmla="*/ 204 w 256"/>
              <a:gd name="GluePoint13Y" fmla="*/ 228 h 256"/>
              <a:gd name="GluePoint14X" fmla="*/ 248 w 256"/>
              <a:gd name="GluePoint14Y" fmla="*/ 228 h 256"/>
              <a:gd name="GluePoint15X" fmla="*/ 248 w 256"/>
              <a:gd name="GluePoint15Y" fmla="*/ 220 h 256"/>
              <a:gd name="GluePoint16X" fmla="*/ 214 w 256"/>
              <a:gd name="GluePoint16Y" fmla="*/ 220 h 256"/>
              <a:gd name="GluePoint17X" fmla="*/ 232 w 256"/>
              <a:gd name="GluePoint17Y" fmla="*/ 203 h 256"/>
              <a:gd name="GluePoint18X" fmla="*/ 232 w 256"/>
              <a:gd name="GluePoint18Y" fmla="*/ 202 h 256"/>
              <a:gd name="GluePoint19X" fmla="*/ 256 w 256"/>
              <a:gd name="GluePoint19Y" fmla="*/ 128 h 256"/>
              <a:gd name="GluePoint20X" fmla="*/ 128 w 256"/>
              <a:gd name="GluePoint20Y" fmla="*/ 0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</a:cxnLst>
            <a:rect l="textAreaLeft" t="textAreaTop" r="textAreaRight" b="textAreaBottom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28" y="248"/>
                  <a:pt x="128" y="248"/>
                  <a:pt x="128" y="248"/>
                </a:cubicBezTo>
                <a:cubicBezTo>
                  <a:pt x="62" y="248"/>
                  <a:pt x="8" y="194"/>
                  <a:pt x="8" y="128"/>
                </a:cubicBezTo>
                <a:cubicBezTo>
                  <a:pt x="8" y="62"/>
                  <a:pt x="62" y="8"/>
                  <a:pt x="128" y="8"/>
                </a:cubicBezTo>
                <a:cubicBezTo>
                  <a:pt x="194" y="8"/>
                  <a:pt x="248" y="62"/>
                  <a:pt x="248" y="128"/>
                </a:cubicBezTo>
                <a:cubicBezTo>
                  <a:pt x="248" y="153"/>
                  <a:pt x="240" y="177"/>
                  <a:pt x="226" y="197"/>
                </a:cubicBezTo>
                <a:cubicBezTo>
                  <a:pt x="208" y="215"/>
                  <a:pt x="208" y="215"/>
                  <a:pt x="208" y="215"/>
                </a:cubicBezTo>
                <a:cubicBezTo>
                  <a:pt x="208" y="180"/>
                  <a:pt x="208" y="180"/>
                  <a:pt x="208" y="180"/>
                </a:cubicBezTo>
                <a:cubicBezTo>
                  <a:pt x="200" y="180"/>
                  <a:pt x="200" y="180"/>
                  <a:pt x="200" y="180"/>
                </a:cubicBezTo>
                <a:cubicBezTo>
                  <a:pt x="200" y="224"/>
                  <a:pt x="200" y="224"/>
                  <a:pt x="200" y="224"/>
                </a:cubicBezTo>
                <a:cubicBezTo>
                  <a:pt x="204" y="228"/>
                  <a:pt x="204" y="228"/>
                  <a:pt x="204" y="228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20"/>
                  <a:pt x="248" y="220"/>
                  <a:pt x="248" y="220"/>
                </a:cubicBezTo>
                <a:cubicBezTo>
                  <a:pt x="214" y="220"/>
                  <a:pt x="214" y="220"/>
                  <a:pt x="214" y="220"/>
                </a:cubicBezTo>
                <a:cubicBezTo>
                  <a:pt x="232" y="203"/>
                  <a:pt x="232" y="203"/>
                  <a:pt x="232" y="203"/>
                </a:cubicBezTo>
                <a:cubicBezTo>
                  <a:pt x="232" y="202"/>
                  <a:pt x="232" y="202"/>
                  <a:pt x="232" y="202"/>
                </a:cubicBezTo>
                <a:cubicBezTo>
                  <a:pt x="248" y="180"/>
                  <a:pt x="256" y="155"/>
                  <a:pt x="256" y="128"/>
                </a:cubicBezTo>
                <a:cubicBezTo>
                  <a:pt x="256" y="57"/>
                  <a:pt x="198" y="0"/>
                  <a:pt x="128" y="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1985" name="Группа 310"/>
          <p:cNvGrpSpPr/>
          <p:nvPr/>
        </p:nvGrpSpPr>
        <p:grpSpPr>
          <a:xfrm>
            <a:off x="4423680" y="1657800"/>
            <a:ext cx="304200" cy="302400"/>
            <a:chOff x="4423680" y="1657800"/>
            <a:chExt cx="304200" cy="302400"/>
          </a:xfrm>
        </p:grpSpPr>
        <p:sp>
          <p:nvSpPr>
            <p:cNvPr id="1986" name="Freeform 63"/>
            <p:cNvSpPr/>
            <p:nvPr/>
          </p:nvSpPr>
          <p:spPr>
            <a:xfrm>
              <a:off x="4444560" y="1880640"/>
              <a:ext cx="18720" cy="205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520"/>
                <a:gd name="textAreaBottom" fmla="*/ 20880 h 20520"/>
                <a:gd name="GluePoint1X" fmla="*/ 16 w 16"/>
                <a:gd name="GluePoint1Y" fmla="*/ 13 h 18"/>
                <a:gd name="GluePoint2X" fmla="*/ 7 w 16"/>
                <a:gd name="GluePoint2Y" fmla="*/ 0 h 18"/>
                <a:gd name="GluePoint3X" fmla="*/ 0 w 16"/>
                <a:gd name="GluePoint3Y" fmla="*/ 4 h 18"/>
                <a:gd name="GluePoint4X" fmla="*/ 9 w 16"/>
                <a:gd name="GluePoint4Y" fmla="*/ 18 h 18"/>
                <a:gd name="GluePoint5X" fmla="*/ 16 w 16"/>
                <a:gd name="GluePoint5Y" fmla="*/ 13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8">
                  <a:moveTo>
                    <a:pt x="16" y="13"/>
                  </a:moveTo>
                  <a:cubicBezTo>
                    <a:pt x="12" y="9"/>
                    <a:pt x="10" y="4"/>
                    <a:pt x="7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8"/>
                    <a:pt x="6" y="13"/>
                    <a:pt x="9" y="18"/>
                  </a:cubicBezTo>
                  <a:lnTo>
                    <a:pt x="16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87" name="Freeform 64"/>
            <p:cNvSpPr/>
            <p:nvPr/>
          </p:nvSpPr>
          <p:spPr>
            <a:xfrm>
              <a:off x="4444560" y="1716840"/>
              <a:ext cx="18720" cy="205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520"/>
                <a:gd name="textAreaBottom" fmla="*/ 20880 h 20520"/>
                <a:gd name="GluePoint1X" fmla="*/ 0 w 16"/>
                <a:gd name="GluePoint1Y" fmla="*/ 14 h 18"/>
                <a:gd name="GluePoint2X" fmla="*/ 7 w 16"/>
                <a:gd name="GluePoint2Y" fmla="*/ 18 h 18"/>
                <a:gd name="GluePoint3X" fmla="*/ 16 w 16"/>
                <a:gd name="GluePoint3Y" fmla="*/ 5 h 18"/>
                <a:gd name="GluePoint4X" fmla="*/ 9 w 16"/>
                <a:gd name="GluePoint4Y" fmla="*/ 0 h 18"/>
                <a:gd name="GluePoint5X" fmla="*/ 0 w 16"/>
                <a:gd name="GluePoint5Y" fmla="*/ 14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8">
                  <a:moveTo>
                    <a:pt x="0" y="14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10" y="13"/>
                    <a:pt x="13" y="9"/>
                    <a:pt x="16" y="5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4"/>
                    <a:pt x="3" y="9"/>
                    <a:pt x="0" y="1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88" name="Freeform 65"/>
            <p:cNvSpPr/>
            <p:nvPr/>
          </p:nvSpPr>
          <p:spPr>
            <a:xfrm>
              <a:off x="4423680" y="1798560"/>
              <a:ext cx="10080" cy="205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20520"/>
                <a:gd name="textAreaBottom" fmla="*/ 20880 h 20520"/>
                <a:gd name="GluePoint1X" fmla="*/ 0 w 8"/>
                <a:gd name="GluePoint1Y" fmla="*/ 9 h 17"/>
                <a:gd name="GluePoint2X" fmla="*/ 0 w 8"/>
                <a:gd name="GluePoint2Y" fmla="*/ 17 h 17"/>
                <a:gd name="GluePoint3X" fmla="*/ 8 w 8"/>
                <a:gd name="GluePoint3Y" fmla="*/ 16 h 17"/>
                <a:gd name="GluePoint4X" fmla="*/ 8 w 8"/>
                <a:gd name="GluePoint4Y" fmla="*/ 9 h 17"/>
                <a:gd name="GluePoint5X" fmla="*/ 8 w 8"/>
                <a:gd name="GluePoint5Y" fmla="*/ 1 h 17"/>
                <a:gd name="GluePoint6X" fmla="*/ 0 w 8"/>
                <a:gd name="GluePoint6Y" fmla="*/ 0 h 17"/>
                <a:gd name="GluePoint7X" fmla="*/ 0 w 8"/>
                <a:gd name="GluePoint7Y" fmla="*/ 9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" h="17">
                  <a:moveTo>
                    <a:pt x="0" y="9"/>
                  </a:moveTo>
                  <a:cubicBezTo>
                    <a:pt x="0" y="11"/>
                    <a:pt x="0" y="14"/>
                    <a:pt x="0" y="17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4"/>
                    <a:pt x="8" y="11"/>
                    <a:pt x="8" y="9"/>
                  </a:cubicBezTo>
                  <a:cubicBezTo>
                    <a:pt x="8" y="6"/>
                    <a:pt x="8" y="3"/>
                    <a:pt x="8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89" name="Freeform 66"/>
            <p:cNvSpPr/>
            <p:nvPr/>
          </p:nvSpPr>
          <p:spPr>
            <a:xfrm>
              <a:off x="4425840" y="1828080"/>
              <a:ext cx="12240" cy="20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0520"/>
                <a:gd name="textAreaBottom" fmla="*/ 20880 h 20520"/>
                <a:gd name="GluePoint1X" fmla="*/ 0 w 11"/>
                <a:gd name="GluePoint1Y" fmla="*/ 1 h 18"/>
                <a:gd name="GluePoint2X" fmla="*/ 3 w 11"/>
                <a:gd name="GluePoint2Y" fmla="*/ 18 h 18"/>
                <a:gd name="GluePoint3X" fmla="*/ 11 w 11"/>
                <a:gd name="GluePoint3Y" fmla="*/ 16 h 18"/>
                <a:gd name="GluePoint4X" fmla="*/ 8 w 11"/>
                <a:gd name="GluePoint4Y" fmla="*/ 0 h 18"/>
                <a:gd name="GluePoint5X" fmla="*/ 0 w 11"/>
                <a:gd name="GluePoint5Y" fmla="*/ 1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8">
                  <a:moveTo>
                    <a:pt x="0" y="1"/>
                  </a:moveTo>
                  <a:cubicBezTo>
                    <a:pt x="1" y="7"/>
                    <a:pt x="2" y="12"/>
                    <a:pt x="3" y="18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0" y="11"/>
                    <a:pt x="9" y="5"/>
                    <a:pt x="8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0" name="Freeform 67"/>
            <p:cNvSpPr/>
            <p:nvPr/>
          </p:nvSpPr>
          <p:spPr>
            <a:xfrm>
              <a:off x="4425840" y="1769400"/>
              <a:ext cx="12240" cy="20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0520"/>
                <a:gd name="textAreaBottom" fmla="*/ 20880 h 20520"/>
                <a:gd name="GluePoint1X" fmla="*/ 0 w 11"/>
                <a:gd name="GluePoint1Y" fmla="*/ 17 h 18"/>
                <a:gd name="GluePoint2X" fmla="*/ 8 w 11"/>
                <a:gd name="GluePoint2Y" fmla="*/ 18 h 18"/>
                <a:gd name="GluePoint3X" fmla="*/ 11 w 11"/>
                <a:gd name="GluePoint3Y" fmla="*/ 3 h 18"/>
                <a:gd name="GluePoint4X" fmla="*/ 3 w 11"/>
                <a:gd name="GluePoint4Y" fmla="*/ 0 h 18"/>
                <a:gd name="GluePoint5X" fmla="*/ 0 w 11"/>
                <a:gd name="GluePoint5Y" fmla="*/ 17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8">
                  <a:moveTo>
                    <a:pt x="0" y="17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9" y="13"/>
                    <a:pt x="10" y="8"/>
                    <a:pt x="11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6"/>
                    <a:pt x="1" y="11"/>
                    <a:pt x="0" y="1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1" name="Freeform 68"/>
            <p:cNvSpPr/>
            <p:nvPr/>
          </p:nvSpPr>
          <p:spPr>
            <a:xfrm>
              <a:off x="4431960" y="1742040"/>
              <a:ext cx="16560" cy="205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0520"/>
                <a:gd name="textAreaBottom" fmla="*/ 20880 h 20520"/>
                <a:gd name="GluePoint1X" fmla="*/ 0 w 13"/>
                <a:gd name="GluePoint1Y" fmla="*/ 15 h 18"/>
                <a:gd name="GluePoint2X" fmla="*/ 7 w 13"/>
                <a:gd name="GluePoint2Y" fmla="*/ 18 h 18"/>
                <a:gd name="GluePoint3X" fmla="*/ 13 w 13"/>
                <a:gd name="GluePoint3Y" fmla="*/ 4 h 18"/>
                <a:gd name="GluePoint4X" fmla="*/ 6 w 13"/>
                <a:gd name="GluePoint4Y" fmla="*/ 0 h 18"/>
                <a:gd name="GluePoint5X" fmla="*/ 0 w 13"/>
                <a:gd name="GluePoint5Y" fmla="*/ 15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18">
                  <a:moveTo>
                    <a:pt x="0" y="15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9" y="13"/>
                    <a:pt x="11" y="8"/>
                    <a:pt x="13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5"/>
                    <a:pt x="2" y="10"/>
                    <a:pt x="0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2" name="Freeform 69"/>
            <p:cNvSpPr/>
            <p:nvPr/>
          </p:nvSpPr>
          <p:spPr>
            <a:xfrm>
              <a:off x="4431960" y="1853280"/>
              <a:ext cx="16560" cy="2268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2680"/>
                <a:gd name="textAreaBottom" fmla="*/ 23040 h 22680"/>
                <a:gd name="GluePoint1X" fmla="*/ 13 w 13"/>
                <a:gd name="GluePoint1Y" fmla="*/ 15 h 18"/>
                <a:gd name="GluePoint2X" fmla="*/ 7 w 13"/>
                <a:gd name="GluePoint2Y" fmla="*/ 0 h 18"/>
                <a:gd name="GluePoint3X" fmla="*/ 0 w 13"/>
                <a:gd name="GluePoint3Y" fmla="*/ 3 h 18"/>
                <a:gd name="GluePoint4X" fmla="*/ 6 w 13"/>
                <a:gd name="GluePoint4Y" fmla="*/ 18 h 18"/>
                <a:gd name="GluePoint5X" fmla="*/ 13 w 13"/>
                <a:gd name="GluePoint5Y" fmla="*/ 15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18">
                  <a:moveTo>
                    <a:pt x="13" y="15"/>
                  </a:moveTo>
                  <a:cubicBezTo>
                    <a:pt x="11" y="10"/>
                    <a:pt x="9" y="5"/>
                    <a:pt x="7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8"/>
                    <a:pt x="4" y="13"/>
                    <a:pt x="6" y="18"/>
                  </a:cubicBezTo>
                  <a:lnTo>
                    <a:pt x="13" y="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3" name="Freeform 70"/>
            <p:cNvSpPr/>
            <p:nvPr/>
          </p:nvSpPr>
          <p:spPr>
            <a:xfrm>
              <a:off x="4507560" y="1664280"/>
              <a:ext cx="22680" cy="1656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6560"/>
                <a:gd name="textAreaBottom" fmla="*/ 16920 h 16560"/>
                <a:gd name="GluePoint1X" fmla="*/ 18 w 18"/>
                <a:gd name="GluePoint1Y" fmla="*/ 8 h 14"/>
                <a:gd name="GluePoint2X" fmla="*/ 16 w 18"/>
                <a:gd name="GluePoint2Y" fmla="*/ 0 h 14"/>
                <a:gd name="GluePoint3X" fmla="*/ 0 w 18"/>
                <a:gd name="GluePoint3Y" fmla="*/ 7 h 14"/>
                <a:gd name="GluePoint4X" fmla="*/ 4 w 18"/>
                <a:gd name="GluePoint4Y" fmla="*/ 14 h 14"/>
                <a:gd name="GluePoint5X" fmla="*/ 18 w 18"/>
                <a:gd name="GluePoint5Y" fmla="*/ 8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18" y="8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2"/>
                    <a:pt x="5" y="4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9" y="12"/>
                    <a:pt x="14" y="10"/>
                    <a:pt x="1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4" name="Freeform 71"/>
            <p:cNvSpPr/>
            <p:nvPr/>
          </p:nvSpPr>
          <p:spPr>
            <a:xfrm>
              <a:off x="4484520" y="1922760"/>
              <a:ext cx="20520" cy="187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720"/>
                <a:gd name="textAreaBottom" fmla="*/ 19080 h 18720"/>
                <a:gd name="GluePoint1X" fmla="*/ 14 w 18"/>
                <a:gd name="GluePoint1Y" fmla="*/ 16 h 16"/>
                <a:gd name="GluePoint2X" fmla="*/ 18 w 18"/>
                <a:gd name="GluePoint2Y" fmla="*/ 9 h 16"/>
                <a:gd name="GluePoint3X" fmla="*/ 5 w 18"/>
                <a:gd name="GluePoint3Y" fmla="*/ 0 h 16"/>
                <a:gd name="GluePoint4X" fmla="*/ 0 w 18"/>
                <a:gd name="GluePoint4Y" fmla="*/ 6 h 16"/>
                <a:gd name="GluePoint5X" fmla="*/ 14 w 18"/>
                <a:gd name="GluePoint5Y" fmla="*/ 16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6">
                  <a:moveTo>
                    <a:pt x="14" y="16"/>
                  </a:moveTo>
                  <a:cubicBezTo>
                    <a:pt x="18" y="9"/>
                    <a:pt x="18" y="9"/>
                    <a:pt x="18" y="9"/>
                  </a:cubicBezTo>
                  <a:cubicBezTo>
                    <a:pt x="13" y="6"/>
                    <a:pt x="9" y="3"/>
                    <a:pt x="5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0"/>
                    <a:pt x="9" y="13"/>
                    <a:pt x="14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5" name="Freeform 72"/>
            <p:cNvSpPr/>
            <p:nvPr/>
          </p:nvSpPr>
          <p:spPr>
            <a:xfrm>
              <a:off x="4537080" y="1945800"/>
              <a:ext cx="20520" cy="144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4400"/>
                <a:gd name="textAreaBottom" fmla="*/ 14760 h 14400"/>
                <a:gd name="GluePoint1X" fmla="*/ 16 w 17"/>
                <a:gd name="GluePoint1Y" fmla="*/ 11 h 11"/>
                <a:gd name="GluePoint2X" fmla="*/ 17 w 17"/>
                <a:gd name="GluePoint2Y" fmla="*/ 3 h 11"/>
                <a:gd name="GluePoint3X" fmla="*/ 2 w 17"/>
                <a:gd name="GluePoint3Y" fmla="*/ 0 h 11"/>
                <a:gd name="GluePoint4X" fmla="*/ 0 w 17"/>
                <a:gd name="GluePoint4Y" fmla="*/ 7 h 11"/>
                <a:gd name="GluePoint5X" fmla="*/ 16 w 17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1">
                  <a:moveTo>
                    <a:pt x="16" y="11"/>
                  </a:moveTo>
                  <a:cubicBezTo>
                    <a:pt x="17" y="3"/>
                    <a:pt x="17" y="3"/>
                    <a:pt x="17" y="3"/>
                  </a:cubicBezTo>
                  <a:cubicBezTo>
                    <a:pt x="12" y="2"/>
                    <a:pt x="7" y="1"/>
                    <a:pt x="2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9"/>
                    <a:pt x="11" y="10"/>
                    <a:pt x="16" y="11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6" name="Freeform 73"/>
            <p:cNvSpPr/>
            <p:nvPr/>
          </p:nvSpPr>
          <p:spPr>
            <a:xfrm>
              <a:off x="4507560" y="1935360"/>
              <a:ext cx="22680" cy="1656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6560"/>
                <a:gd name="textAreaBottom" fmla="*/ 16920 h 16560"/>
                <a:gd name="GluePoint1X" fmla="*/ 16 w 18"/>
                <a:gd name="GluePoint1Y" fmla="*/ 14 h 14"/>
                <a:gd name="GluePoint2X" fmla="*/ 18 w 18"/>
                <a:gd name="GluePoint2Y" fmla="*/ 6 h 14"/>
                <a:gd name="GluePoint3X" fmla="*/ 4 w 18"/>
                <a:gd name="GluePoint3Y" fmla="*/ 0 h 14"/>
                <a:gd name="GluePoint4X" fmla="*/ 0 w 18"/>
                <a:gd name="GluePoint4Y" fmla="*/ 7 h 14"/>
                <a:gd name="GluePoint5X" fmla="*/ 16 w 18"/>
                <a:gd name="GluePoint5Y" fmla="*/ 14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16" y="14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13" y="5"/>
                    <a:pt x="8" y="3"/>
                    <a:pt x="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0"/>
                    <a:pt x="10" y="12"/>
                    <a:pt x="16" y="1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7" name="Freeform 74"/>
            <p:cNvSpPr/>
            <p:nvPr/>
          </p:nvSpPr>
          <p:spPr>
            <a:xfrm>
              <a:off x="4484520" y="1679040"/>
              <a:ext cx="20520" cy="165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560"/>
                <a:gd name="textAreaBottom" fmla="*/ 16920 h 16560"/>
                <a:gd name="GluePoint1X" fmla="*/ 18 w 18"/>
                <a:gd name="GluePoint1Y" fmla="*/ 7 h 15"/>
                <a:gd name="GluePoint2X" fmla="*/ 14 w 18"/>
                <a:gd name="GluePoint2Y" fmla="*/ 0 h 15"/>
                <a:gd name="GluePoint3X" fmla="*/ 0 w 18"/>
                <a:gd name="GluePoint3Y" fmla="*/ 9 h 15"/>
                <a:gd name="GluePoint4X" fmla="*/ 5 w 18"/>
                <a:gd name="GluePoint4Y" fmla="*/ 15 h 15"/>
                <a:gd name="GluePoint5X" fmla="*/ 18 w 18"/>
                <a:gd name="GluePoint5Y" fmla="*/ 7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5">
                  <a:moveTo>
                    <a:pt x="18" y="7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9" y="3"/>
                    <a:pt x="5" y="6"/>
                    <a:pt x="0" y="9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9" y="12"/>
                    <a:pt x="14" y="9"/>
                    <a:pt x="18" y="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8" name="Freeform 75"/>
            <p:cNvSpPr/>
            <p:nvPr/>
          </p:nvSpPr>
          <p:spPr>
            <a:xfrm>
              <a:off x="4537080" y="1659960"/>
              <a:ext cx="20520" cy="122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2240"/>
                <a:gd name="textAreaBottom" fmla="*/ 12600 h 12240"/>
                <a:gd name="GluePoint1X" fmla="*/ 17 w 17"/>
                <a:gd name="GluePoint1Y" fmla="*/ 8 h 11"/>
                <a:gd name="GluePoint2X" fmla="*/ 16 w 17"/>
                <a:gd name="GluePoint2Y" fmla="*/ 0 h 11"/>
                <a:gd name="GluePoint3X" fmla="*/ 0 w 17"/>
                <a:gd name="GluePoint3Y" fmla="*/ 3 h 11"/>
                <a:gd name="GluePoint4X" fmla="*/ 2 w 17"/>
                <a:gd name="GluePoint4Y" fmla="*/ 11 h 11"/>
                <a:gd name="GluePoint5X" fmla="*/ 17 w 17"/>
                <a:gd name="GluePoint5Y" fmla="*/ 8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1">
                  <a:moveTo>
                    <a:pt x="17" y="8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2"/>
                    <a:pt x="0" y="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7" y="9"/>
                    <a:pt x="12" y="8"/>
                    <a:pt x="17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1999" name="Freeform 76"/>
            <p:cNvSpPr/>
            <p:nvPr/>
          </p:nvSpPr>
          <p:spPr>
            <a:xfrm>
              <a:off x="4461480" y="1693440"/>
              <a:ext cx="20520" cy="2268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2680"/>
                <a:gd name="textAreaBottom" fmla="*/ 23040 h 22680"/>
                <a:gd name="GluePoint1X" fmla="*/ 12 w 17"/>
                <a:gd name="GluePoint1Y" fmla="*/ 0 h 18"/>
                <a:gd name="GluePoint2X" fmla="*/ 0 w 17"/>
                <a:gd name="GluePoint2Y" fmla="*/ 12 h 18"/>
                <a:gd name="GluePoint3X" fmla="*/ 6 w 17"/>
                <a:gd name="GluePoint3Y" fmla="*/ 18 h 18"/>
                <a:gd name="GluePoint4X" fmla="*/ 17 w 17"/>
                <a:gd name="GluePoint4Y" fmla="*/ 6 h 18"/>
                <a:gd name="GluePoint5X" fmla="*/ 12 w 17"/>
                <a:gd name="GluePoint5Y" fmla="*/ 0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8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9" y="14"/>
                    <a:pt x="13" y="10"/>
                    <a:pt x="17" y="6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00" name="Freeform 77"/>
            <p:cNvSpPr/>
            <p:nvPr/>
          </p:nvSpPr>
          <p:spPr>
            <a:xfrm>
              <a:off x="4461480" y="1903680"/>
              <a:ext cx="20520" cy="187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720"/>
                <a:gd name="textAreaBottom" fmla="*/ 19080 h 18720"/>
                <a:gd name="GluePoint1X" fmla="*/ 11 w 17"/>
                <a:gd name="GluePoint1Y" fmla="*/ 17 h 17"/>
                <a:gd name="GluePoint2X" fmla="*/ 17 w 17"/>
                <a:gd name="GluePoint2Y" fmla="*/ 11 h 17"/>
                <a:gd name="GluePoint3X" fmla="*/ 6 w 17"/>
                <a:gd name="GluePoint3Y" fmla="*/ 0 h 17"/>
                <a:gd name="GluePoint4X" fmla="*/ 0 w 17"/>
                <a:gd name="GluePoint4Y" fmla="*/ 5 h 17"/>
                <a:gd name="GluePoint5X" fmla="*/ 11 w 17"/>
                <a:gd name="GluePoint5Y" fmla="*/ 17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7">
                  <a:moveTo>
                    <a:pt x="11" y="17"/>
                  </a:moveTo>
                  <a:cubicBezTo>
                    <a:pt x="17" y="11"/>
                    <a:pt x="17" y="11"/>
                    <a:pt x="17" y="11"/>
                  </a:cubicBezTo>
                  <a:cubicBezTo>
                    <a:pt x="13" y="7"/>
                    <a:pt x="9" y="4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9"/>
                    <a:pt x="7" y="13"/>
                    <a:pt x="11" y="1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01" name="Freeform 78"/>
            <p:cNvSpPr/>
            <p:nvPr/>
          </p:nvSpPr>
          <p:spPr>
            <a:xfrm>
              <a:off x="4566600" y="1950120"/>
              <a:ext cx="10080" cy="1008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0080"/>
                <a:gd name="textAreaBottom" fmla="*/ 10440 h 10080"/>
                <a:gd name="GluePoint1X" fmla="*/ 8 w 8"/>
                <a:gd name="GluePoint1Y" fmla="*/ 1 h 9"/>
                <a:gd name="GluePoint2X" fmla="*/ 0 w 8"/>
                <a:gd name="GluePoint2Y" fmla="*/ 0 h 9"/>
                <a:gd name="GluePoint3X" fmla="*/ 0 w 8"/>
                <a:gd name="GluePoint3Y" fmla="*/ 8 h 9"/>
                <a:gd name="GluePoint4X" fmla="*/ 8 w 8"/>
                <a:gd name="GluePoint4Y" fmla="*/ 9 h 9"/>
                <a:gd name="GluePoint5X" fmla="*/ 8 w 8"/>
                <a:gd name="GluePoint5Y" fmla="*/ 1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8" h="9">
                  <a:moveTo>
                    <a:pt x="8" y="1"/>
                  </a:moveTo>
                  <a:cubicBezTo>
                    <a:pt x="5" y="1"/>
                    <a:pt x="3" y="1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9"/>
                    <a:pt x="5" y="9"/>
                    <a:pt x="8" y="9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02" name="Freeform 79"/>
            <p:cNvSpPr/>
            <p:nvPr/>
          </p:nvSpPr>
          <p:spPr>
            <a:xfrm>
              <a:off x="4566600" y="1657800"/>
              <a:ext cx="161280" cy="268560"/>
            </a:xfrm>
            <a:custGeom>
              <a:avLst/>
              <a:gdLst>
                <a:gd name="textAreaLeft" fmla="*/ 0 w 161280"/>
                <a:gd name="textAreaRight" fmla="*/ 161640 w 161280"/>
                <a:gd name="textAreaTop" fmla="*/ 0 h 268560"/>
                <a:gd name="textAreaBottom" fmla="*/ 268920 h 268560"/>
                <a:gd name="GluePoint1X" fmla="*/ 8 w 136"/>
                <a:gd name="GluePoint1Y" fmla="*/ 0 h 228"/>
                <a:gd name="GluePoint2X" fmla="*/ 0 w 136"/>
                <a:gd name="GluePoint2Y" fmla="*/ 0 h 228"/>
                <a:gd name="GluePoint3X" fmla="*/ 0 w 136"/>
                <a:gd name="GluePoint3Y" fmla="*/ 8 h 228"/>
                <a:gd name="GluePoint4X" fmla="*/ 8 w 136"/>
                <a:gd name="GluePoint4Y" fmla="*/ 8 h 228"/>
                <a:gd name="GluePoint5X" fmla="*/ 128 w 136"/>
                <a:gd name="GluePoint5Y" fmla="*/ 128 h 228"/>
                <a:gd name="GluePoint6X" fmla="*/ 106 w 136"/>
                <a:gd name="GluePoint6Y" fmla="*/ 197 h 228"/>
                <a:gd name="GluePoint7X" fmla="*/ 88 w 136"/>
                <a:gd name="GluePoint7Y" fmla="*/ 215 h 228"/>
                <a:gd name="GluePoint8X" fmla="*/ 88 w 136"/>
                <a:gd name="GluePoint8Y" fmla="*/ 180 h 228"/>
                <a:gd name="GluePoint9X" fmla="*/ 80 w 136"/>
                <a:gd name="GluePoint9Y" fmla="*/ 180 h 228"/>
                <a:gd name="GluePoint10X" fmla="*/ 80 w 136"/>
                <a:gd name="GluePoint10Y" fmla="*/ 224 h 228"/>
                <a:gd name="GluePoint11X" fmla="*/ 84 w 136"/>
                <a:gd name="GluePoint11Y" fmla="*/ 228 h 228"/>
                <a:gd name="GluePoint12X" fmla="*/ 128 w 136"/>
                <a:gd name="GluePoint12Y" fmla="*/ 228 h 228"/>
                <a:gd name="GluePoint13X" fmla="*/ 128 w 136"/>
                <a:gd name="GluePoint13Y" fmla="*/ 220 h 228"/>
                <a:gd name="GluePoint14X" fmla="*/ 95 w 136"/>
                <a:gd name="GluePoint14Y" fmla="*/ 220 h 228"/>
                <a:gd name="GluePoint15X" fmla="*/ 112 w 136"/>
                <a:gd name="GluePoint15Y" fmla="*/ 203 h 228"/>
                <a:gd name="GluePoint16X" fmla="*/ 112 w 136"/>
                <a:gd name="GluePoint16Y" fmla="*/ 202 h 228"/>
                <a:gd name="GluePoint17X" fmla="*/ 136 w 136"/>
                <a:gd name="GluePoint17Y" fmla="*/ 128 h 228"/>
                <a:gd name="GluePoint18X" fmla="*/ 8 w 136"/>
                <a:gd name="GluePoint18Y" fmla="*/ 0 h 2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136" h="228">
                  <a:moveTo>
                    <a:pt x="8" y="0"/>
                  </a:moveTo>
                  <a:cubicBezTo>
                    <a:pt x="5" y="0"/>
                    <a:pt x="2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5" y="8"/>
                    <a:pt x="8" y="8"/>
                  </a:cubicBezTo>
                  <a:cubicBezTo>
                    <a:pt x="74" y="8"/>
                    <a:pt x="128" y="62"/>
                    <a:pt x="128" y="128"/>
                  </a:cubicBezTo>
                  <a:cubicBezTo>
                    <a:pt x="128" y="153"/>
                    <a:pt x="120" y="177"/>
                    <a:pt x="106" y="197"/>
                  </a:cubicBezTo>
                  <a:cubicBezTo>
                    <a:pt x="88" y="215"/>
                    <a:pt x="88" y="215"/>
                    <a:pt x="88" y="215"/>
                  </a:cubicBezTo>
                  <a:cubicBezTo>
                    <a:pt x="88" y="180"/>
                    <a:pt x="88" y="180"/>
                    <a:pt x="88" y="180"/>
                  </a:cubicBezTo>
                  <a:cubicBezTo>
                    <a:pt x="80" y="180"/>
                    <a:pt x="80" y="180"/>
                    <a:pt x="80" y="180"/>
                  </a:cubicBezTo>
                  <a:cubicBezTo>
                    <a:pt x="80" y="224"/>
                    <a:pt x="80" y="224"/>
                    <a:pt x="80" y="224"/>
                  </a:cubicBezTo>
                  <a:cubicBezTo>
                    <a:pt x="84" y="228"/>
                    <a:pt x="84" y="228"/>
                    <a:pt x="84" y="228"/>
                  </a:cubicBezTo>
                  <a:cubicBezTo>
                    <a:pt x="128" y="228"/>
                    <a:pt x="128" y="228"/>
                    <a:pt x="128" y="228"/>
                  </a:cubicBezTo>
                  <a:cubicBezTo>
                    <a:pt x="128" y="220"/>
                    <a:pt x="128" y="220"/>
                    <a:pt x="128" y="220"/>
                  </a:cubicBezTo>
                  <a:cubicBezTo>
                    <a:pt x="95" y="220"/>
                    <a:pt x="95" y="220"/>
                    <a:pt x="95" y="220"/>
                  </a:cubicBezTo>
                  <a:cubicBezTo>
                    <a:pt x="112" y="203"/>
                    <a:pt x="112" y="203"/>
                    <a:pt x="112" y="203"/>
                  </a:cubicBezTo>
                  <a:cubicBezTo>
                    <a:pt x="112" y="202"/>
                    <a:pt x="112" y="202"/>
                    <a:pt x="112" y="202"/>
                  </a:cubicBezTo>
                  <a:cubicBezTo>
                    <a:pt x="128" y="180"/>
                    <a:pt x="136" y="155"/>
                    <a:pt x="136" y="128"/>
                  </a:cubicBezTo>
                  <a:cubicBezTo>
                    <a:pt x="136" y="57"/>
                    <a:pt x="79" y="0"/>
                    <a:pt x="8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03" name="Группа 311"/>
          <p:cNvGrpSpPr/>
          <p:nvPr/>
        </p:nvGrpSpPr>
        <p:grpSpPr>
          <a:xfrm>
            <a:off x="4816440" y="1657800"/>
            <a:ext cx="304560" cy="302400"/>
            <a:chOff x="4816440" y="1657800"/>
            <a:chExt cx="304560" cy="302400"/>
          </a:xfrm>
        </p:grpSpPr>
        <p:sp>
          <p:nvSpPr>
            <p:cNvPr id="2004" name="Freeform 80"/>
            <p:cNvSpPr/>
            <p:nvPr/>
          </p:nvSpPr>
          <p:spPr>
            <a:xfrm>
              <a:off x="5001480" y="1773360"/>
              <a:ext cx="119520" cy="7308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73080"/>
                <a:gd name="textAreaBottom" fmla="*/ 73440 h 73080"/>
                <a:gd name="GluePoint1X" fmla="*/ 20 w 57"/>
                <a:gd name="GluePoint1Y" fmla="*/ 3 h 35"/>
                <a:gd name="GluePoint2X" fmla="*/ 17 w 57"/>
                <a:gd name="GluePoint2Y" fmla="*/ 0 h 35"/>
                <a:gd name="GluePoint3X" fmla="*/ 0 w 57"/>
                <a:gd name="GluePoint3Y" fmla="*/ 15 h 35"/>
                <a:gd name="GluePoint4X" fmla="*/ 0 w 57"/>
                <a:gd name="GluePoint4Y" fmla="*/ 19 h 35"/>
                <a:gd name="GluePoint5X" fmla="*/ 17 w 57"/>
                <a:gd name="GluePoint5Y" fmla="*/ 35 h 35"/>
                <a:gd name="GluePoint6X" fmla="*/ 20 w 57"/>
                <a:gd name="GluePoint6Y" fmla="*/ 31 h 35"/>
                <a:gd name="GluePoint7X" fmla="*/ 8 w 57"/>
                <a:gd name="GluePoint7Y" fmla="*/ 19 h 35"/>
                <a:gd name="GluePoint8X" fmla="*/ 57 w 57"/>
                <a:gd name="GluePoint8Y" fmla="*/ 19 h 35"/>
                <a:gd name="GluePoint9X" fmla="*/ 57 w 57"/>
                <a:gd name="GluePoint9Y" fmla="*/ 15 h 35"/>
                <a:gd name="GluePoint10X" fmla="*/ 8 w 57"/>
                <a:gd name="GluePoint10Y" fmla="*/ 15 h 35"/>
                <a:gd name="GluePoint11X" fmla="*/ 20 w 57"/>
                <a:gd name="GluePoint11Y" fmla="*/ 3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" h="35">
                  <a:moveTo>
                    <a:pt x="20" y="3"/>
                  </a:moveTo>
                  <a:lnTo>
                    <a:pt x="17" y="0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7" y="35"/>
                  </a:lnTo>
                  <a:lnTo>
                    <a:pt x="20" y="31"/>
                  </a:lnTo>
                  <a:lnTo>
                    <a:pt x="8" y="19"/>
                  </a:lnTo>
                  <a:lnTo>
                    <a:pt x="57" y="19"/>
                  </a:lnTo>
                  <a:lnTo>
                    <a:pt x="57" y="15"/>
                  </a:lnTo>
                  <a:lnTo>
                    <a:pt x="8" y="15"/>
                  </a:lnTo>
                  <a:lnTo>
                    <a:pt x="20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05" name="Freeform 81"/>
            <p:cNvSpPr/>
            <p:nvPr/>
          </p:nvSpPr>
          <p:spPr>
            <a:xfrm>
              <a:off x="4816440" y="1773360"/>
              <a:ext cx="119520" cy="7308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73080"/>
                <a:gd name="textAreaBottom" fmla="*/ 73440 h 73080"/>
                <a:gd name="GluePoint1X" fmla="*/ 37 w 57"/>
                <a:gd name="GluePoint1Y" fmla="*/ 31 h 35"/>
                <a:gd name="GluePoint2X" fmla="*/ 40 w 57"/>
                <a:gd name="GluePoint2Y" fmla="*/ 35 h 35"/>
                <a:gd name="GluePoint3X" fmla="*/ 57 w 57"/>
                <a:gd name="GluePoint3Y" fmla="*/ 19 h 35"/>
                <a:gd name="GluePoint4X" fmla="*/ 57 w 57"/>
                <a:gd name="GluePoint4Y" fmla="*/ 15 h 35"/>
                <a:gd name="GluePoint5X" fmla="*/ 40 w 57"/>
                <a:gd name="GluePoint5Y" fmla="*/ 0 h 35"/>
                <a:gd name="GluePoint6X" fmla="*/ 38 w 57"/>
                <a:gd name="GluePoint6Y" fmla="*/ 3 h 35"/>
                <a:gd name="GluePoint7X" fmla="*/ 49 w 57"/>
                <a:gd name="GluePoint7Y" fmla="*/ 15 h 35"/>
                <a:gd name="GluePoint8X" fmla="*/ 0 w 57"/>
                <a:gd name="GluePoint8Y" fmla="*/ 15 h 35"/>
                <a:gd name="GluePoint9X" fmla="*/ 0 w 57"/>
                <a:gd name="GluePoint9Y" fmla="*/ 19 h 35"/>
                <a:gd name="GluePoint10X" fmla="*/ 49 w 57"/>
                <a:gd name="GluePoint10Y" fmla="*/ 19 h 35"/>
                <a:gd name="GluePoint11X" fmla="*/ 37 w 57"/>
                <a:gd name="GluePoint11Y" fmla="*/ 31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" h="35">
                  <a:moveTo>
                    <a:pt x="37" y="31"/>
                  </a:moveTo>
                  <a:lnTo>
                    <a:pt x="40" y="35"/>
                  </a:lnTo>
                  <a:lnTo>
                    <a:pt x="57" y="19"/>
                  </a:lnTo>
                  <a:lnTo>
                    <a:pt x="57" y="15"/>
                  </a:lnTo>
                  <a:lnTo>
                    <a:pt x="40" y="0"/>
                  </a:lnTo>
                  <a:lnTo>
                    <a:pt x="38" y="3"/>
                  </a:lnTo>
                  <a:lnTo>
                    <a:pt x="49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49" y="19"/>
                  </a:lnTo>
                  <a:lnTo>
                    <a:pt x="37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06" name="Freeform 82"/>
            <p:cNvSpPr/>
            <p:nvPr/>
          </p:nvSpPr>
          <p:spPr>
            <a:xfrm>
              <a:off x="4932360" y="1842840"/>
              <a:ext cx="73080" cy="11736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17360"/>
                <a:gd name="textAreaBottom" fmla="*/ 117720 h 117360"/>
                <a:gd name="GluePoint1X" fmla="*/ 16 w 35"/>
                <a:gd name="GluePoint1Y" fmla="*/ 0 h 56"/>
                <a:gd name="GluePoint2X" fmla="*/ 0 w 35"/>
                <a:gd name="GluePoint2Y" fmla="*/ 16 h 56"/>
                <a:gd name="GluePoint3X" fmla="*/ 4 w 35"/>
                <a:gd name="GluePoint3Y" fmla="*/ 19 h 56"/>
                <a:gd name="GluePoint4X" fmla="*/ 15 w 35"/>
                <a:gd name="GluePoint4Y" fmla="*/ 7 h 56"/>
                <a:gd name="GluePoint5X" fmla="*/ 15 w 35"/>
                <a:gd name="GluePoint5Y" fmla="*/ 56 h 56"/>
                <a:gd name="GluePoint6X" fmla="*/ 20 w 35"/>
                <a:gd name="GluePoint6Y" fmla="*/ 56 h 56"/>
                <a:gd name="GluePoint7X" fmla="*/ 20 w 35"/>
                <a:gd name="GluePoint7Y" fmla="*/ 7 h 56"/>
                <a:gd name="GluePoint8X" fmla="*/ 32 w 35"/>
                <a:gd name="GluePoint8Y" fmla="*/ 20 h 56"/>
                <a:gd name="GluePoint9X" fmla="*/ 35 w 35"/>
                <a:gd name="GluePoint9Y" fmla="*/ 16 h 56"/>
                <a:gd name="GluePoint10X" fmla="*/ 19 w 35"/>
                <a:gd name="GluePoint10Y" fmla="*/ 0 h 56"/>
                <a:gd name="GluePoint11X" fmla="*/ 16 w 35"/>
                <a:gd name="GluePoint11Y" fmla="*/ 0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5" h="56">
                  <a:moveTo>
                    <a:pt x="16" y="0"/>
                  </a:moveTo>
                  <a:lnTo>
                    <a:pt x="0" y="16"/>
                  </a:lnTo>
                  <a:lnTo>
                    <a:pt x="4" y="19"/>
                  </a:lnTo>
                  <a:lnTo>
                    <a:pt x="15" y="7"/>
                  </a:lnTo>
                  <a:lnTo>
                    <a:pt x="15" y="56"/>
                  </a:lnTo>
                  <a:lnTo>
                    <a:pt x="20" y="56"/>
                  </a:lnTo>
                  <a:lnTo>
                    <a:pt x="20" y="7"/>
                  </a:lnTo>
                  <a:lnTo>
                    <a:pt x="32" y="20"/>
                  </a:lnTo>
                  <a:lnTo>
                    <a:pt x="35" y="16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07" name="Freeform 83"/>
            <p:cNvSpPr/>
            <p:nvPr/>
          </p:nvSpPr>
          <p:spPr>
            <a:xfrm>
              <a:off x="4932360" y="1657800"/>
              <a:ext cx="73080" cy="11736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17360"/>
                <a:gd name="textAreaBottom" fmla="*/ 117720 h 117360"/>
                <a:gd name="GluePoint1X" fmla="*/ 15 w 35"/>
                <a:gd name="GluePoint1Y" fmla="*/ 0 h 56"/>
                <a:gd name="GluePoint2X" fmla="*/ 15 w 35"/>
                <a:gd name="GluePoint2Y" fmla="*/ 48 h 56"/>
                <a:gd name="GluePoint3X" fmla="*/ 4 w 35"/>
                <a:gd name="GluePoint3Y" fmla="*/ 37 h 56"/>
                <a:gd name="GluePoint4X" fmla="*/ 0 w 35"/>
                <a:gd name="GluePoint4Y" fmla="*/ 40 h 56"/>
                <a:gd name="GluePoint5X" fmla="*/ 16 w 35"/>
                <a:gd name="GluePoint5Y" fmla="*/ 56 h 56"/>
                <a:gd name="GluePoint6X" fmla="*/ 19 w 35"/>
                <a:gd name="GluePoint6Y" fmla="*/ 56 h 56"/>
                <a:gd name="GluePoint7X" fmla="*/ 35 w 35"/>
                <a:gd name="GluePoint7Y" fmla="*/ 40 h 56"/>
                <a:gd name="GluePoint8X" fmla="*/ 32 w 35"/>
                <a:gd name="GluePoint8Y" fmla="*/ 37 h 56"/>
                <a:gd name="GluePoint9X" fmla="*/ 20 w 35"/>
                <a:gd name="GluePoint9Y" fmla="*/ 48 h 56"/>
                <a:gd name="GluePoint10X" fmla="*/ 20 w 35"/>
                <a:gd name="GluePoint10Y" fmla="*/ 0 h 56"/>
                <a:gd name="GluePoint11X" fmla="*/ 15 w 35"/>
                <a:gd name="GluePoint11Y" fmla="*/ 0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5" h="56">
                  <a:moveTo>
                    <a:pt x="15" y="0"/>
                  </a:moveTo>
                  <a:lnTo>
                    <a:pt x="15" y="48"/>
                  </a:lnTo>
                  <a:lnTo>
                    <a:pt x="4" y="37"/>
                  </a:lnTo>
                  <a:lnTo>
                    <a:pt x="0" y="40"/>
                  </a:lnTo>
                  <a:lnTo>
                    <a:pt x="16" y="56"/>
                  </a:lnTo>
                  <a:lnTo>
                    <a:pt x="19" y="56"/>
                  </a:lnTo>
                  <a:lnTo>
                    <a:pt x="35" y="40"/>
                  </a:lnTo>
                  <a:lnTo>
                    <a:pt x="32" y="37"/>
                  </a:lnTo>
                  <a:lnTo>
                    <a:pt x="20" y="48"/>
                  </a:lnTo>
                  <a:lnTo>
                    <a:pt x="2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008" name="Freeform 84"/>
          <p:cNvSpPr/>
          <p:nvPr/>
        </p:nvSpPr>
        <p:spPr>
          <a:xfrm>
            <a:off x="5211720" y="165780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28 w 256"/>
              <a:gd name="GluePoint1Y" fmla="*/ 0 h 256"/>
              <a:gd name="GluePoint2X" fmla="*/ 38 w 256"/>
              <a:gd name="GluePoint2Y" fmla="*/ 37 h 256"/>
              <a:gd name="GluePoint3X" fmla="*/ 0 w 256"/>
              <a:gd name="GluePoint3Y" fmla="*/ 128 h 256"/>
              <a:gd name="GluePoint4X" fmla="*/ 38 w 256"/>
              <a:gd name="GluePoint4Y" fmla="*/ 218 h 256"/>
              <a:gd name="GluePoint5X" fmla="*/ 128 w 256"/>
              <a:gd name="GluePoint5Y" fmla="*/ 256 h 256"/>
              <a:gd name="GluePoint6X" fmla="*/ 219 w 256"/>
              <a:gd name="GluePoint6Y" fmla="*/ 218 h 256"/>
              <a:gd name="GluePoint7X" fmla="*/ 256 w 256"/>
              <a:gd name="GluePoint7Y" fmla="*/ 128 h 256"/>
              <a:gd name="GluePoint8X" fmla="*/ 219 w 256"/>
              <a:gd name="GluePoint8Y" fmla="*/ 37 h 256"/>
              <a:gd name="GluePoint9X" fmla="*/ 128 w 256"/>
              <a:gd name="GluePoint9Y" fmla="*/ 0 h 256"/>
              <a:gd name="GluePoint10X" fmla="*/ 43 w 256"/>
              <a:gd name="GluePoint10Y" fmla="*/ 213 h 256"/>
              <a:gd name="GluePoint11X" fmla="*/ 8 w 256"/>
              <a:gd name="GluePoint11Y" fmla="*/ 128 h 256"/>
              <a:gd name="GluePoint12X" fmla="*/ 41 w 256"/>
              <a:gd name="GluePoint12Y" fmla="*/ 46 h 256"/>
              <a:gd name="GluePoint13X" fmla="*/ 210 w 256"/>
              <a:gd name="GluePoint13Y" fmla="*/ 215 h 256"/>
              <a:gd name="GluePoint14X" fmla="*/ 128 w 256"/>
              <a:gd name="GluePoint14Y" fmla="*/ 248 h 256"/>
              <a:gd name="GluePoint15X" fmla="*/ 43 w 256"/>
              <a:gd name="GluePoint15Y" fmla="*/ 213 h 256"/>
              <a:gd name="GluePoint16X" fmla="*/ 216 w 256"/>
              <a:gd name="GluePoint16Y" fmla="*/ 210 h 256"/>
              <a:gd name="GluePoint17X" fmla="*/ 46 w 256"/>
              <a:gd name="GluePoint17Y" fmla="*/ 40 h 256"/>
              <a:gd name="GluePoint18X" fmla="*/ 128 w 256"/>
              <a:gd name="GluePoint18Y" fmla="*/ 8 h 256"/>
              <a:gd name="GluePoint19X" fmla="*/ 213 w 256"/>
              <a:gd name="GluePoint19Y" fmla="*/ 43 h 256"/>
              <a:gd name="GluePoint20X" fmla="*/ 248 w 256"/>
              <a:gd name="GluePoint20Y" fmla="*/ 128 h 256"/>
              <a:gd name="GluePoint21X" fmla="*/ 216 w 256"/>
              <a:gd name="GluePoint21Y" fmla="*/ 210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</a:cxnLst>
            <a:rect l="textAreaLeft" t="textAreaTop" r="textAreaRight" b="textAreaBottom"/>
            <a:pathLst>
              <a:path w="256" h="256">
                <a:moveTo>
                  <a:pt x="128" y="0"/>
                </a:moveTo>
                <a:cubicBezTo>
                  <a:pt x="94" y="0"/>
                  <a:pt x="62" y="13"/>
                  <a:pt x="38" y="37"/>
                </a:cubicBezTo>
                <a:cubicBezTo>
                  <a:pt x="14" y="61"/>
                  <a:pt x="0" y="94"/>
                  <a:pt x="0" y="128"/>
                </a:cubicBezTo>
                <a:cubicBezTo>
                  <a:pt x="0" y="162"/>
                  <a:pt x="14" y="194"/>
                  <a:pt x="38" y="218"/>
                </a:cubicBezTo>
                <a:cubicBezTo>
                  <a:pt x="62" y="242"/>
                  <a:pt x="94" y="256"/>
                  <a:pt x="128" y="256"/>
                </a:cubicBezTo>
                <a:cubicBezTo>
                  <a:pt x="162" y="256"/>
                  <a:pt x="195" y="242"/>
                  <a:pt x="219" y="218"/>
                </a:cubicBezTo>
                <a:cubicBezTo>
                  <a:pt x="243" y="194"/>
                  <a:pt x="256" y="162"/>
                  <a:pt x="256" y="128"/>
                </a:cubicBezTo>
                <a:cubicBezTo>
                  <a:pt x="256" y="94"/>
                  <a:pt x="243" y="61"/>
                  <a:pt x="219" y="37"/>
                </a:cubicBezTo>
                <a:cubicBezTo>
                  <a:pt x="195" y="13"/>
                  <a:pt x="162" y="0"/>
                  <a:pt x="128" y="0"/>
                </a:cubicBezTo>
                <a:close/>
                <a:moveTo>
                  <a:pt x="43" y="213"/>
                </a:moveTo>
                <a:cubicBezTo>
                  <a:pt x="21" y="190"/>
                  <a:pt x="8" y="160"/>
                  <a:pt x="8" y="128"/>
                </a:cubicBezTo>
                <a:cubicBezTo>
                  <a:pt x="8" y="97"/>
                  <a:pt x="20" y="68"/>
                  <a:pt x="41" y="46"/>
                </a:cubicBezTo>
                <a:cubicBezTo>
                  <a:pt x="210" y="215"/>
                  <a:pt x="210" y="215"/>
                  <a:pt x="210" y="215"/>
                </a:cubicBezTo>
                <a:cubicBezTo>
                  <a:pt x="188" y="236"/>
                  <a:pt x="159" y="248"/>
                  <a:pt x="128" y="248"/>
                </a:cubicBezTo>
                <a:cubicBezTo>
                  <a:pt x="96" y="248"/>
                  <a:pt x="66" y="235"/>
                  <a:pt x="43" y="213"/>
                </a:cubicBezTo>
                <a:close/>
                <a:moveTo>
                  <a:pt x="216" y="210"/>
                </a:moveTo>
                <a:cubicBezTo>
                  <a:pt x="46" y="40"/>
                  <a:pt x="46" y="40"/>
                  <a:pt x="46" y="40"/>
                </a:cubicBezTo>
                <a:cubicBezTo>
                  <a:pt x="69" y="19"/>
                  <a:pt x="97" y="8"/>
                  <a:pt x="128" y="8"/>
                </a:cubicBezTo>
                <a:cubicBezTo>
                  <a:pt x="160" y="8"/>
                  <a:pt x="190" y="20"/>
                  <a:pt x="213" y="43"/>
                </a:cubicBezTo>
                <a:cubicBezTo>
                  <a:pt x="236" y="66"/>
                  <a:pt x="248" y="96"/>
                  <a:pt x="248" y="128"/>
                </a:cubicBezTo>
                <a:cubicBezTo>
                  <a:pt x="248" y="158"/>
                  <a:pt x="237" y="187"/>
                  <a:pt x="216" y="21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009" name="Freeform 85"/>
          <p:cNvSpPr/>
          <p:nvPr/>
        </p:nvSpPr>
        <p:spPr>
          <a:xfrm>
            <a:off x="6390720" y="244368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17 w 144"/>
              <a:gd name="GluePoint1Y" fmla="*/ 0 h 144"/>
              <a:gd name="GluePoint2X" fmla="*/ 117 w 144"/>
              <a:gd name="GluePoint2Y" fmla="*/ 5 h 144"/>
              <a:gd name="GluePoint3X" fmla="*/ 137 w 144"/>
              <a:gd name="GluePoint3Y" fmla="*/ 5 h 144"/>
              <a:gd name="GluePoint4X" fmla="*/ 5 w 144"/>
              <a:gd name="GluePoint4Y" fmla="*/ 136 h 144"/>
              <a:gd name="GluePoint5X" fmla="*/ 5 w 144"/>
              <a:gd name="GluePoint5Y" fmla="*/ 117 h 144"/>
              <a:gd name="GluePoint6X" fmla="*/ 0 w 144"/>
              <a:gd name="GluePoint6Y" fmla="*/ 117 h 144"/>
              <a:gd name="GluePoint7X" fmla="*/ 0 w 144"/>
              <a:gd name="GluePoint7Y" fmla="*/ 142 h 144"/>
              <a:gd name="GluePoint8X" fmla="*/ 3 w 144"/>
              <a:gd name="GluePoint8Y" fmla="*/ 144 h 144"/>
              <a:gd name="GluePoint9X" fmla="*/ 27 w 144"/>
              <a:gd name="GluePoint9Y" fmla="*/ 144 h 144"/>
              <a:gd name="GluePoint10X" fmla="*/ 27 w 144"/>
              <a:gd name="GluePoint10Y" fmla="*/ 140 h 144"/>
              <a:gd name="GluePoint11X" fmla="*/ 8 w 144"/>
              <a:gd name="GluePoint11Y" fmla="*/ 140 h 144"/>
              <a:gd name="GluePoint12X" fmla="*/ 140 w 144"/>
              <a:gd name="GluePoint12Y" fmla="*/ 8 h 144"/>
              <a:gd name="GluePoint13X" fmla="*/ 140 w 144"/>
              <a:gd name="GluePoint13Y" fmla="*/ 27 h 144"/>
              <a:gd name="GluePoint14X" fmla="*/ 144 w 144"/>
              <a:gd name="GluePoint14Y" fmla="*/ 27 h 144"/>
              <a:gd name="GluePoint15X" fmla="*/ 144 w 144"/>
              <a:gd name="GluePoint15Y" fmla="*/ 2 h 144"/>
              <a:gd name="GluePoint16X" fmla="*/ 142 w 144"/>
              <a:gd name="GluePoint16Y" fmla="*/ 0 h 144"/>
              <a:gd name="GluePoint17X" fmla="*/ 117 w 144"/>
              <a:gd name="GluePoint17Y" fmla="*/ 0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textAreaLeft" t="textAreaTop" r="textAreaRight" b="textAreaBottom"/>
            <a:pathLst>
              <a:path w="144" h="144">
                <a:moveTo>
                  <a:pt x="117" y="0"/>
                </a:moveTo>
                <a:lnTo>
                  <a:pt x="117" y="5"/>
                </a:lnTo>
                <a:lnTo>
                  <a:pt x="137" y="5"/>
                </a:lnTo>
                <a:lnTo>
                  <a:pt x="5" y="136"/>
                </a:lnTo>
                <a:lnTo>
                  <a:pt x="5" y="117"/>
                </a:lnTo>
                <a:lnTo>
                  <a:pt x="0" y="117"/>
                </a:lnTo>
                <a:lnTo>
                  <a:pt x="0" y="142"/>
                </a:lnTo>
                <a:lnTo>
                  <a:pt x="3" y="144"/>
                </a:lnTo>
                <a:lnTo>
                  <a:pt x="27" y="144"/>
                </a:lnTo>
                <a:lnTo>
                  <a:pt x="27" y="140"/>
                </a:lnTo>
                <a:lnTo>
                  <a:pt x="8" y="140"/>
                </a:lnTo>
                <a:lnTo>
                  <a:pt x="140" y="8"/>
                </a:lnTo>
                <a:lnTo>
                  <a:pt x="140" y="27"/>
                </a:lnTo>
                <a:lnTo>
                  <a:pt x="144" y="27"/>
                </a:lnTo>
                <a:lnTo>
                  <a:pt x="144" y="2"/>
                </a:lnTo>
                <a:lnTo>
                  <a:pt x="142" y="0"/>
                </a:lnTo>
                <a:lnTo>
                  <a:pt x="11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010" name="Freeform 86"/>
          <p:cNvSpPr/>
          <p:nvPr/>
        </p:nvSpPr>
        <p:spPr>
          <a:xfrm>
            <a:off x="5997600" y="244368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39 w 144"/>
              <a:gd name="GluePoint1Y" fmla="*/ 136 h 144"/>
              <a:gd name="GluePoint2X" fmla="*/ 8 w 144"/>
              <a:gd name="GluePoint2Y" fmla="*/ 5 h 144"/>
              <a:gd name="GluePoint3X" fmla="*/ 27 w 144"/>
              <a:gd name="GluePoint3Y" fmla="*/ 5 h 144"/>
              <a:gd name="GluePoint4X" fmla="*/ 27 w 144"/>
              <a:gd name="GluePoint4Y" fmla="*/ 0 h 144"/>
              <a:gd name="GluePoint5X" fmla="*/ 2 w 144"/>
              <a:gd name="GluePoint5Y" fmla="*/ 0 h 144"/>
              <a:gd name="GluePoint6X" fmla="*/ 0 w 144"/>
              <a:gd name="GluePoint6Y" fmla="*/ 2 h 144"/>
              <a:gd name="GluePoint7X" fmla="*/ 0 w 144"/>
              <a:gd name="GluePoint7Y" fmla="*/ 27 h 144"/>
              <a:gd name="GluePoint8X" fmla="*/ 4 w 144"/>
              <a:gd name="GluePoint8Y" fmla="*/ 27 h 144"/>
              <a:gd name="GluePoint9X" fmla="*/ 4 w 144"/>
              <a:gd name="GluePoint9Y" fmla="*/ 8 h 144"/>
              <a:gd name="GluePoint10X" fmla="*/ 137 w 144"/>
              <a:gd name="GluePoint10Y" fmla="*/ 140 h 144"/>
              <a:gd name="GluePoint11X" fmla="*/ 117 w 144"/>
              <a:gd name="GluePoint11Y" fmla="*/ 140 h 144"/>
              <a:gd name="GluePoint12X" fmla="*/ 117 w 144"/>
              <a:gd name="GluePoint12Y" fmla="*/ 144 h 144"/>
              <a:gd name="GluePoint13X" fmla="*/ 142 w 144"/>
              <a:gd name="GluePoint13Y" fmla="*/ 144 h 144"/>
              <a:gd name="GluePoint14X" fmla="*/ 144 w 144"/>
              <a:gd name="GluePoint14Y" fmla="*/ 142 h 144"/>
              <a:gd name="GluePoint15X" fmla="*/ 144 w 144"/>
              <a:gd name="GluePoint15Y" fmla="*/ 117 h 144"/>
              <a:gd name="GluePoint16X" fmla="*/ 139 w 144"/>
              <a:gd name="GluePoint16Y" fmla="*/ 117 h 144"/>
              <a:gd name="GluePoint17X" fmla="*/ 139 w 144"/>
              <a:gd name="GluePoint17Y" fmla="*/ 136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textAreaLeft" t="textAreaTop" r="textAreaRight" b="textAreaBottom"/>
            <a:pathLst>
              <a:path w="144" h="144">
                <a:moveTo>
                  <a:pt x="139" y="136"/>
                </a:moveTo>
                <a:lnTo>
                  <a:pt x="8" y="5"/>
                </a:lnTo>
                <a:lnTo>
                  <a:pt x="27" y="5"/>
                </a:lnTo>
                <a:lnTo>
                  <a:pt x="27" y="0"/>
                </a:lnTo>
                <a:lnTo>
                  <a:pt x="2" y="0"/>
                </a:lnTo>
                <a:lnTo>
                  <a:pt x="0" y="2"/>
                </a:lnTo>
                <a:lnTo>
                  <a:pt x="0" y="27"/>
                </a:lnTo>
                <a:lnTo>
                  <a:pt x="4" y="27"/>
                </a:lnTo>
                <a:lnTo>
                  <a:pt x="4" y="8"/>
                </a:lnTo>
                <a:lnTo>
                  <a:pt x="137" y="140"/>
                </a:lnTo>
                <a:lnTo>
                  <a:pt x="117" y="140"/>
                </a:lnTo>
                <a:lnTo>
                  <a:pt x="117" y="144"/>
                </a:lnTo>
                <a:lnTo>
                  <a:pt x="142" y="144"/>
                </a:lnTo>
                <a:lnTo>
                  <a:pt x="144" y="142"/>
                </a:lnTo>
                <a:lnTo>
                  <a:pt x="144" y="117"/>
                </a:lnTo>
                <a:lnTo>
                  <a:pt x="139" y="117"/>
                </a:lnTo>
                <a:lnTo>
                  <a:pt x="139" y="13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011" name="Freeform 92"/>
          <p:cNvSpPr/>
          <p:nvPr/>
        </p:nvSpPr>
        <p:spPr>
          <a:xfrm>
            <a:off x="2141640" y="2050920"/>
            <a:ext cx="150840" cy="302400"/>
          </a:xfrm>
          <a:custGeom>
            <a:avLst/>
            <a:gdLst>
              <a:gd name="textAreaLeft" fmla="*/ 0 w 150840"/>
              <a:gd name="textAreaRight" fmla="*/ 151200 w 150840"/>
              <a:gd name="textAreaTop" fmla="*/ 0 h 302400"/>
              <a:gd name="textAreaBottom" fmla="*/ 302760 h 302400"/>
              <a:gd name="GluePoint1X" fmla="*/ 64 w 128"/>
              <a:gd name="GluePoint1Y" fmla="*/ 0 h 256"/>
              <a:gd name="GluePoint2X" fmla="*/ 0 w 128"/>
              <a:gd name="GluePoint2Y" fmla="*/ 64 h 256"/>
              <a:gd name="GluePoint3X" fmla="*/ 60 w 128"/>
              <a:gd name="GluePoint3Y" fmla="*/ 128 h 256"/>
              <a:gd name="GluePoint4X" fmla="*/ 60 w 128"/>
              <a:gd name="GluePoint4Y" fmla="*/ 242 h 256"/>
              <a:gd name="GluePoint5X" fmla="*/ 31 w 128"/>
              <a:gd name="GluePoint5Y" fmla="*/ 213 h 256"/>
              <a:gd name="GluePoint6X" fmla="*/ 25 w 128"/>
              <a:gd name="GluePoint6Y" fmla="*/ 219 h 256"/>
              <a:gd name="GluePoint7X" fmla="*/ 61 w 128"/>
              <a:gd name="GluePoint7Y" fmla="*/ 256 h 256"/>
              <a:gd name="GluePoint8X" fmla="*/ 67 w 128"/>
              <a:gd name="GluePoint8Y" fmla="*/ 256 h 256"/>
              <a:gd name="GluePoint9X" fmla="*/ 103 w 128"/>
              <a:gd name="GluePoint9Y" fmla="*/ 219 h 256"/>
              <a:gd name="GluePoint10X" fmla="*/ 97 w 128"/>
              <a:gd name="GluePoint10Y" fmla="*/ 213 h 256"/>
              <a:gd name="GluePoint11X" fmla="*/ 68 w 128"/>
              <a:gd name="GluePoint11Y" fmla="*/ 242 h 256"/>
              <a:gd name="GluePoint12X" fmla="*/ 68 w 128"/>
              <a:gd name="GluePoint12Y" fmla="*/ 128 h 256"/>
              <a:gd name="GluePoint13X" fmla="*/ 128 w 128"/>
              <a:gd name="GluePoint13Y" fmla="*/ 64 h 256"/>
              <a:gd name="GluePoint14X" fmla="*/ 64 w 128"/>
              <a:gd name="GluePoint14Y" fmla="*/ 0 h 256"/>
              <a:gd name="GluePoint15X" fmla="*/ 64 w 128"/>
              <a:gd name="GluePoint15Y" fmla="*/ 120 h 256"/>
              <a:gd name="GluePoint16X" fmla="*/ 8 w 128"/>
              <a:gd name="GluePoint16Y" fmla="*/ 64 h 256"/>
              <a:gd name="GluePoint17X" fmla="*/ 64 w 128"/>
              <a:gd name="GluePoint17Y" fmla="*/ 8 h 256"/>
              <a:gd name="GluePoint18X" fmla="*/ 120 w 128"/>
              <a:gd name="GluePoint18Y" fmla="*/ 64 h 256"/>
              <a:gd name="GluePoint19X" fmla="*/ 64 w 128"/>
              <a:gd name="GluePoint19Y" fmla="*/ 120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128" h="256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8"/>
                  <a:pt x="27" y="126"/>
                  <a:pt x="60" y="128"/>
                </a:cubicBezTo>
                <a:cubicBezTo>
                  <a:pt x="60" y="242"/>
                  <a:pt x="60" y="242"/>
                  <a:pt x="60" y="242"/>
                </a:cubicBezTo>
                <a:cubicBezTo>
                  <a:pt x="31" y="213"/>
                  <a:pt x="31" y="213"/>
                  <a:pt x="31" y="213"/>
                </a:cubicBezTo>
                <a:cubicBezTo>
                  <a:pt x="25" y="219"/>
                  <a:pt x="25" y="219"/>
                  <a:pt x="25" y="219"/>
                </a:cubicBezTo>
                <a:cubicBezTo>
                  <a:pt x="61" y="256"/>
                  <a:pt x="61" y="256"/>
                  <a:pt x="61" y="256"/>
                </a:cubicBezTo>
                <a:cubicBezTo>
                  <a:pt x="67" y="256"/>
                  <a:pt x="67" y="256"/>
                  <a:pt x="67" y="256"/>
                </a:cubicBezTo>
                <a:cubicBezTo>
                  <a:pt x="103" y="219"/>
                  <a:pt x="103" y="219"/>
                  <a:pt x="103" y="219"/>
                </a:cubicBezTo>
                <a:cubicBezTo>
                  <a:pt x="97" y="213"/>
                  <a:pt x="97" y="213"/>
                  <a:pt x="97" y="213"/>
                </a:cubicBezTo>
                <a:cubicBezTo>
                  <a:pt x="68" y="242"/>
                  <a:pt x="68" y="242"/>
                  <a:pt x="68" y="242"/>
                </a:cubicBezTo>
                <a:cubicBezTo>
                  <a:pt x="68" y="128"/>
                  <a:pt x="68" y="128"/>
                  <a:pt x="68" y="128"/>
                </a:cubicBezTo>
                <a:cubicBezTo>
                  <a:pt x="102" y="126"/>
                  <a:pt x="128" y="98"/>
                  <a:pt x="128" y="64"/>
                </a:cubicBezTo>
                <a:cubicBezTo>
                  <a:pt x="128" y="29"/>
                  <a:pt x="100" y="0"/>
                  <a:pt x="64" y="0"/>
                </a:cubicBezTo>
                <a:close/>
                <a:moveTo>
                  <a:pt x="64" y="120"/>
                </a:moveTo>
                <a:cubicBezTo>
                  <a:pt x="33" y="120"/>
                  <a:pt x="8" y="95"/>
                  <a:pt x="8" y="64"/>
                </a:cubicBezTo>
                <a:cubicBezTo>
                  <a:pt x="8" y="33"/>
                  <a:pt x="33" y="8"/>
                  <a:pt x="64" y="8"/>
                </a:cubicBezTo>
                <a:cubicBezTo>
                  <a:pt x="95" y="8"/>
                  <a:pt x="120" y="33"/>
                  <a:pt x="120" y="64"/>
                </a:cubicBezTo>
                <a:cubicBezTo>
                  <a:pt x="120" y="95"/>
                  <a:pt x="95" y="120"/>
                  <a:pt x="64" y="12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012" name="Группа 316"/>
          <p:cNvGrpSpPr/>
          <p:nvPr/>
        </p:nvGrpSpPr>
        <p:grpSpPr>
          <a:xfrm>
            <a:off x="2534400" y="2050920"/>
            <a:ext cx="150840" cy="302040"/>
            <a:chOff x="2534400" y="2050920"/>
            <a:chExt cx="150840" cy="302040"/>
          </a:xfrm>
        </p:grpSpPr>
        <p:sp>
          <p:nvSpPr>
            <p:cNvPr id="2013" name="Rectangle 93"/>
            <p:cNvSpPr/>
            <p:nvPr/>
          </p:nvSpPr>
          <p:spPr>
            <a:xfrm>
              <a:off x="2603880" y="231156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14" name="Rectangle 94"/>
            <p:cNvSpPr/>
            <p:nvPr/>
          </p:nvSpPr>
          <p:spPr>
            <a:xfrm>
              <a:off x="2603880" y="228204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15" name="Rectangle 95"/>
            <p:cNvSpPr/>
            <p:nvPr/>
          </p:nvSpPr>
          <p:spPr>
            <a:xfrm>
              <a:off x="2603880" y="222516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16" name="Rectangle 96"/>
            <p:cNvSpPr/>
            <p:nvPr/>
          </p:nvSpPr>
          <p:spPr>
            <a:xfrm>
              <a:off x="2603880" y="225468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17" name="Freeform 97"/>
            <p:cNvSpPr/>
            <p:nvPr/>
          </p:nvSpPr>
          <p:spPr>
            <a:xfrm>
              <a:off x="2534400" y="2050920"/>
              <a:ext cx="150840" cy="16560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165600"/>
                <a:gd name="textAreaBottom" fmla="*/ 165960 h 165600"/>
                <a:gd name="GluePoint1X" fmla="*/ 128 w 128"/>
                <a:gd name="GluePoint1Y" fmla="*/ 64 h 140"/>
                <a:gd name="GluePoint2X" fmla="*/ 64 w 128"/>
                <a:gd name="GluePoint2Y" fmla="*/ 0 h 140"/>
                <a:gd name="GluePoint3X" fmla="*/ 0 w 128"/>
                <a:gd name="GluePoint3Y" fmla="*/ 64 h 140"/>
                <a:gd name="GluePoint4X" fmla="*/ 60 w 128"/>
                <a:gd name="GluePoint4Y" fmla="*/ 128 h 140"/>
                <a:gd name="GluePoint5X" fmla="*/ 60 w 128"/>
                <a:gd name="GluePoint5Y" fmla="*/ 140 h 140"/>
                <a:gd name="GluePoint6X" fmla="*/ 68 w 128"/>
                <a:gd name="GluePoint6Y" fmla="*/ 140 h 140"/>
                <a:gd name="GluePoint7X" fmla="*/ 68 w 128"/>
                <a:gd name="GluePoint7Y" fmla="*/ 128 h 140"/>
                <a:gd name="GluePoint8X" fmla="*/ 128 w 128"/>
                <a:gd name="GluePoint8Y" fmla="*/ 64 h 140"/>
                <a:gd name="GluePoint9X" fmla="*/ 64 w 128"/>
                <a:gd name="GluePoint9Y" fmla="*/ 120 h 140"/>
                <a:gd name="GluePoint10X" fmla="*/ 8 w 128"/>
                <a:gd name="GluePoint10Y" fmla="*/ 64 h 140"/>
                <a:gd name="GluePoint11X" fmla="*/ 64 w 128"/>
                <a:gd name="GluePoint11Y" fmla="*/ 8 h 140"/>
                <a:gd name="GluePoint12X" fmla="*/ 120 w 128"/>
                <a:gd name="GluePoint12Y" fmla="*/ 64 h 140"/>
                <a:gd name="GluePoint13X" fmla="*/ 64 w 128"/>
                <a:gd name="GluePoint13Y" fmla="*/ 120 h 1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28" h="140">
                  <a:moveTo>
                    <a:pt x="128" y="64"/>
                  </a:moveTo>
                  <a:cubicBezTo>
                    <a:pt x="128" y="29"/>
                    <a:pt x="100" y="0"/>
                    <a:pt x="64" y="0"/>
                  </a:cubicBezTo>
                  <a:cubicBezTo>
                    <a:pt x="29" y="0"/>
                    <a:pt x="0" y="29"/>
                    <a:pt x="0" y="64"/>
                  </a:cubicBezTo>
                  <a:cubicBezTo>
                    <a:pt x="0" y="98"/>
                    <a:pt x="27" y="126"/>
                    <a:pt x="60" y="128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8" y="140"/>
                    <a:pt x="68" y="140"/>
                    <a:pt x="68" y="140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102" y="126"/>
                    <a:pt x="128" y="98"/>
                    <a:pt x="128" y="64"/>
                  </a:cubicBezTo>
                  <a:close/>
                  <a:moveTo>
                    <a:pt x="64" y="120"/>
                  </a:moveTo>
                  <a:cubicBezTo>
                    <a:pt x="33" y="120"/>
                    <a:pt x="8" y="95"/>
                    <a:pt x="8" y="64"/>
                  </a:cubicBezTo>
                  <a:cubicBezTo>
                    <a:pt x="8" y="33"/>
                    <a:pt x="33" y="8"/>
                    <a:pt x="64" y="8"/>
                  </a:cubicBezTo>
                  <a:cubicBezTo>
                    <a:pt x="95" y="8"/>
                    <a:pt x="120" y="33"/>
                    <a:pt x="120" y="64"/>
                  </a:cubicBezTo>
                  <a:cubicBezTo>
                    <a:pt x="120" y="95"/>
                    <a:pt x="95" y="120"/>
                    <a:pt x="64" y="1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18" name="Freeform 98"/>
            <p:cNvSpPr/>
            <p:nvPr/>
          </p:nvSpPr>
          <p:spPr>
            <a:xfrm>
              <a:off x="2563920" y="2302920"/>
              <a:ext cx="92160" cy="5004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50040"/>
                <a:gd name="textAreaBottom" fmla="*/ 50400 h 50040"/>
                <a:gd name="GluePoint1X" fmla="*/ 3 w 44"/>
                <a:gd name="GluePoint1Y" fmla="*/ 0 h 24"/>
                <a:gd name="GluePoint2X" fmla="*/ 0 w 44"/>
                <a:gd name="GluePoint2Y" fmla="*/ 3 h 24"/>
                <a:gd name="GluePoint3X" fmla="*/ 21 w 44"/>
                <a:gd name="GluePoint3Y" fmla="*/ 24 h 24"/>
                <a:gd name="GluePoint4X" fmla="*/ 23 w 44"/>
                <a:gd name="GluePoint4Y" fmla="*/ 24 h 24"/>
                <a:gd name="GluePoint5X" fmla="*/ 44 w 44"/>
                <a:gd name="GluePoint5Y" fmla="*/ 3 h 24"/>
                <a:gd name="GluePoint6X" fmla="*/ 41 w 44"/>
                <a:gd name="GluePoint6Y" fmla="*/ 0 h 24"/>
                <a:gd name="GluePoint7X" fmla="*/ 23 w 44"/>
                <a:gd name="GluePoint7Y" fmla="*/ 17 h 24"/>
                <a:gd name="GluePoint8X" fmla="*/ 21 w 44"/>
                <a:gd name="GluePoint8Y" fmla="*/ 17 h 24"/>
                <a:gd name="GluePoint9X" fmla="*/ 3 w 44"/>
                <a:gd name="GluePoint9Y" fmla="*/ 0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4" h="24">
                  <a:moveTo>
                    <a:pt x="3" y="0"/>
                  </a:moveTo>
                  <a:lnTo>
                    <a:pt x="0" y="3"/>
                  </a:lnTo>
                  <a:lnTo>
                    <a:pt x="21" y="24"/>
                  </a:lnTo>
                  <a:lnTo>
                    <a:pt x="23" y="24"/>
                  </a:lnTo>
                  <a:lnTo>
                    <a:pt x="44" y="3"/>
                  </a:lnTo>
                  <a:lnTo>
                    <a:pt x="41" y="0"/>
                  </a:lnTo>
                  <a:lnTo>
                    <a:pt x="23" y="17"/>
                  </a:lnTo>
                  <a:lnTo>
                    <a:pt x="21" y="1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200" bIns="25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19" name="Группа 317"/>
          <p:cNvGrpSpPr/>
          <p:nvPr/>
        </p:nvGrpSpPr>
        <p:grpSpPr>
          <a:xfrm>
            <a:off x="2961000" y="2050920"/>
            <a:ext cx="83520" cy="302400"/>
            <a:chOff x="2961000" y="2050920"/>
            <a:chExt cx="83520" cy="302400"/>
          </a:xfrm>
        </p:grpSpPr>
        <p:sp>
          <p:nvSpPr>
            <p:cNvPr id="2020" name="Rectangle 99"/>
            <p:cNvSpPr/>
            <p:nvPr/>
          </p:nvSpPr>
          <p:spPr>
            <a:xfrm>
              <a:off x="2961000" y="2050920"/>
              <a:ext cx="7920" cy="302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21" name="Rectangle 100"/>
            <p:cNvSpPr/>
            <p:nvPr/>
          </p:nvSpPr>
          <p:spPr>
            <a:xfrm>
              <a:off x="2998800" y="2050920"/>
              <a:ext cx="7920" cy="302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22" name="Rectangle 101"/>
            <p:cNvSpPr/>
            <p:nvPr/>
          </p:nvSpPr>
          <p:spPr>
            <a:xfrm>
              <a:off x="3036600" y="2050920"/>
              <a:ext cx="7920" cy="302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023" name="Freeform 102"/>
          <p:cNvSpPr/>
          <p:nvPr/>
        </p:nvSpPr>
        <p:spPr>
          <a:xfrm>
            <a:off x="3244680" y="2126520"/>
            <a:ext cx="304200" cy="150840"/>
          </a:xfrm>
          <a:custGeom>
            <a:avLst/>
            <a:gdLst>
              <a:gd name="textAreaLeft" fmla="*/ 0 w 304200"/>
              <a:gd name="textAreaRight" fmla="*/ 304560 w 304200"/>
              <a:gd name="textAreaTop" fmla="*/ 0 h 150840"/>
              <a:gd name="textAreaBottom" fmla="*/ 151200 h 150840"/>
              <a:gd name="GluePoint1X" fmla="*/ 192 w 256"/>
              <a:gd name="GluePoint1Y" fmla="*/ 0 h 128"/>
              <a:gd name="GluePoint2X" fmla="*/ 128 w 256"/>
              <a:gd name="GluePoint2Y" fmla="*/ 60 h 128"/>
              <a:gd name="GluePoint3X" fmla="*/ 13 w 256"/>
              <a:gd name="GluePoint3Y" fmla="*/ 60 h 128"/>
              <a:gd name="GluePoint4X" fmla="*/ 42 w 256"/>
              <a:gd name="GluePoint4Y" fmla="*/ 31 h 128"/>
              <a:gd name="GluePoint5X" fmla="*/ 36 w 256"/>
              <a:gd name="GluePoint5Y" fmla="*/ 25 h 128"/>
              <a:gd name="GluePoint6X" fmla="*/ 0 w 256"/>
              <a:gd name="GluePoint6Y" fmla="*/ 61 h 128"/>
              <a:gd name="GluePoint7X" fmla="*/ 0 w 256"/>
              <a:gd name="GluePoint7Y" fmla="*/ 67 h 128"/>
              <a:gd name="GluePoint8X" fmla="*/ 36 w 256"/>
              <a:gd name="GluePoint8Y" fmla="*/ 103 h 128"/>
              <a:gd name="GluePoint9X" fmla="*/ 42 w 256"/>
              <a:gd name="GluePoint9Y" fmla="*/ 97 h 128"/>
              <a:gd name="GluePoint10X" fmla="*/ 13 w 256"/>
              <a:gd name="GluePoint10Y" fmla="*/ 68 h 128"/>
              <a:gd name="GluePoint11X" fmla="*/ 128 w 256"/>
              <a:gd name="GluePoint11Y" fmla="*/ 68 h 128"/>
              <a:gd name="GluePoint12X" fmla="*/ 192 w 256"/>
              <a:gd name="GluePoint12Y" fmla="*/ 128 h 128"/>
              <a:gd name="GluePoint13X" fmla="*/ 256 w 256"/>
              <a:gd name="GluePoint13Y" fmla="*/ 64 h 128"/>
              <a:gd name="GluePoint14X" fmla="*/ 192 w 256"/>
              <a:gd name="GluePoint14Y" fmla="*/ 0 h 128"/>
              <a:gd name="GluePoint15X" fmla="*/ 192 w 256"/>
              <a:gd name="GluePoint15Y" fmla="*/ 120 h 128"/>
              <a:gd name="GluePoint16X" fmla="*/ 136 w 256"/>
              <a:gd name="GluePoint16Y" fmla="*/ 64 h 128"/>
              <a:gd name="GluePoint17X" fmla="*/ 192 w 256"/>
              <a:gd name="GluePoint17Y" fmla="*/ 8 h 128"/>
              <a:gd name="GluePoint18X" fmla="*/ 248 w 256"/>
              <a:gd name="GluePoint18Y" fmla="*/ 64 h 128"/>
              <a:gd name="GluePoint19X" fmla="*/ 192 w 256"/>
              <a:gd name="GluePoint19Y" fmla="*/ 120 h 1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256" h="128">
                <a:moveTo>
                  <a:pt x="192" y="0"/>
                </a:moveTo>
                <a:cubicBezTo>
                  <a:pt x="158" y="0"/>
                  <a:pt x="130" y="26"/>
                  <a:pt x="128" y="60"/>
                </a:cubicBezTo>
                <a:cubicBezTo>
                  <a:pt x="13" y="60"/>
                  <a:pt x="13" y="60"/>
                  <a:pt x="13" y="60"/>
                </a:cubicBezTo>
                <a:cubicBezTo>
                  <a:pt x="42" y="31"/>
                  <a:pt x="42" y="31"/>
                  <a:pt x="42" y="31"/>
                </a:cubicBezTo>
                <a:cubicBezTo>
                  <a:pt x="36" y="25"/>
                  <a:pt x="36" y="25"/>
                  <a:pt x="36" y="25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7"/>
                  <a:pt x="0" y="67"/>
                  <a:pt x="0" y="67"/>
                </a:cubicBezTo>
                <a:cubicBezTo>
                  <a:pt x="36" y="103"/>
                  <a:pt x="36" y="103"/>
                  <a:pt x="36" y="103"/>
                </a:cubicBezTo>
                <a:cubicBezTo>
                  <a:pt x="42" y="97"/>
                  <a:pt x="42" y="97"/>
                  <a:pt x="42" y="97"/>
                </a:cubicBezTo>
                <a:cubicBezTo>
                  <a:pt x="13" y="68"/>
                  <a:pt x="13" y="68"/>
                  <a:pt x="13" y="68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30" y="101"/>
                  <a:pt x="158" y="128"/>
                  <a:pt x="192" y="128"/>
                </a:cubicBezTo>
                <a:cubicBezTo>
                  <a:pt x="227" y="128"/>
                  <a:pt x="256" y="99"/>
                  <a:pt x="256" y="64"/>
                </a:cubicBezTo>
                <a:cubicBezTo>
                  <a:pt x="256" y="29"/>
                  <a:pt x="227" y="0"/>
                  <a:pt x="192" y="0"/>
                </a:cubicBezTo>
                <a:close/>
                <a:moveTo>
                  <a:pt x="192" y="120"/>
                </a:moveTo>
                <a:cubicBezTo>
                  <a:pt x="161" y="120"/>
                  <a:pt x="136" y="95"/>
                  <a:pt x="136" y="64"/>
                </a:cubicBezTo>
                <a:cubicBezTo>
                  <a:pt x="136" y="33"/>
                  <a:pt x="161" y="8"/>
                  <a:pt x="192" y="8"/>
                </a:cubicBezTo>
                <a:cubicBezTo>
                  <a:pt x="222" y="8"/>
                  <a:pt x="248" y="33"/>
                  <a:pt x="248" y="64"/>
                </a:cubicBezTo>
                <a:cubicBezTo>
                  <a:pt x="248" y="95"/>
                  <a:pt x="222" y="120"/>
                  <a:pt x="192" y="12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024" name="Группа 318"/>
          <p:cNvGrpSpPr/>
          <p:nvPr/>
        </p:nvGrpSpPr>
        <p:grpSpPr>
          <a:xfrm>
            <a:off x="3637800" y="2126520"/>
            <a:ext cx="304200" cy="150840"/>
            <a:chOff x="3637800" y="2126520"/>
            <a:chExt cx="304200" cy="150840"/>
          </a:xfrm>
        </p:grpSpPr>
        <p:sp>
          <p:nvSpPr>
            <p:cNvPr id="2025" name="Rectangle 103"/>
            <p:cNvSpPr/>
            <p:nvPr/>
          </p:nvSpPr>
          <p:spPr>
            <a:xfrm>
              <a:off x="3663000" y="219780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26" name="Rectangle 104"/>
            <p:cNvSpPr/>
            <p:nvPr/>
          </p:nvSpPr>
          <p:spPr>
            <a:xfrm>
              <a:off x="3746880" y="219780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27" name="Rectangle 105"/>
            <p:cNvSpPr/>
            <p:nvPr/>
          </p:nvSpPr>
          <p:spPr>
            <a:xfrm>
              <a:off x="3719520" y="219780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28" name="Rectangle 106"/>
            <p:cNvSpPr/>
            <p:nvPr/>
          </p:nvSpPr>
          <p:spPr>
            <a:xfrm>
              <a:off x="3690360" y="219780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29" name="Freeform 107"/>
            <p:cNvSpPr/>
            <p:nvPr/>
          </p:nvSpPr>
          <p:spPr>
            <a:xfrm>
              <a:off x="3776400" y="2126520"/>
              <a:ext cx="165600" cy="1508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50840"/>
                <a:gd name="textAreaBottom" fmla="*/ 151200 h 150840"/>
                <a:gd name="GluePoint1X" fmla="*/ 76 w 140"/>
                <a:gd name="GluePoint1Y" fmla="*/ 0 h 128"/>
                <a:gd name="GluePoint2X" fmla="*/ 12 w 140"/>
                <a:gd name="GluePoint2Y" fmla="*/ 60 h 128"/>
                <a:gd name="GluePoint3X" fmla="*/ 0 w 140"/>
                <a:gd name="GluePoint3Y" fmla="*/ 60 h 128"/>
                <a:gd name="GluePoint4X" fmla="*/ 0 w 140"/>
                <a:gd name="GluePoint4Y" fmla="*/ 68 h 128"/>
                <a:gd name="GluePoint5X" fmla="*/ 12 w 140"/>
                <a:gd name="GluePoint5Y" fmla="*/ 68 h 128"/>
                <a:gd name="GluePoint6X" fmla="*/ 76 w 140"/>
                <a:gd name="GluePoint6Y" fmla="*/ 128 h 128"/>
                <a:gd name="GluePoint7X" fmla="*/ 140 w 140"/>
                <a:gd name="GluePoint7Y" fmla="*/ 64 h 128"/>
                <a:gd name="GluePoint8X" fmla="*/ 76 w 140"/>
                <a:gd name="GluePoint8Y" fmla="*/ 0 h 128"/>
                <a:gd name="GluePoint9X" fmla="*/ 76 w 140"/>
                <a:gd name="GluePoint9Y" fmla="*/ 120 h 128"/>
                <a:gd name="GluePoint10X" fmla="*/ 20 w 140"/>
                <a:gd name="GluePoint10Y" fmla="*/ 64 h 128"/>
                <a:gd name="GluePoint11X" fmla="*/ 76 w 140"/>
                <a:gd name="GluePoint11Y" fmla="*/ 8 h 128"/>
                <a:gd name="GluePoint12X" fmla="*/ 132 w 140"/>
                <a:gd name="GluePoint12Y" fmla="*/ 64 h 128"/>
                <a:gd name="GluePoint13X" fmla="*/ 76 w 140"/>
                <a:gd name="GluePoint13Y" fmla="*/ 120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40" h="128">
                  <a:moveTo>
                    <a:pt x="76" y="0"/>
                  </a:moveTo>
                  <a:cubicBezTo>
                    <a:pt x="42" y="0"/>
                    <a:pt x="14" y="26"/>
                    <a:pt x="1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4" y="101"/>
                    <a:pt x="42" y="128"/>
                    <a:pt x="76" y="128"/>
                  </a:cubicBezTo>
                  <a:cubicBezTo>
                    <a:pt x="111" y="128"/>
                    <a:pt x="140" y="99"/>
                    <a:pt x="140" y="64"/>
                  </a:cubicBezTo>
                  <a:cubicBezTo>
                    <a:pt x="140" y="29"/>
                    <a:pt x="111" y="0"/>
                    <a:pt x="76" y="0"/>
                  </a:cubicBezTo>
                  <a:close/>
                  <a:moveTo>
                    <a:pt x="76" y="120"/>
                  </a:moveTo>
                  <a:cubicBezTo>
                    <a:pt x="45" y="120"/>
                    <a:pt x="20" y="95"/>
                    <a:pt x="20" y="64"/>
                  </a:cubicBezTo>
                  <a:cubicBezTo>
                    <a:pt x="20" y="33"/>
                    <a:pt x="45" y="8"/>
                    <a:pt x="76" y="8"/>
                  </a:cubicBezTo>
                  <a:cubicBezTo>
                    <a:pt x="107" y="8"/>
                    <a:pt x="132" y="33"/>
                    <a:pt x="132" y="64"/>
                  </a:cubicBezTo>
                  <a:cubicBezTo>
                    <a:pt x="132" y="95"/>
                    <a:pt x="107" y="120"/>
                    <a:pt x="76" y="1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30" name="Freeform 108"/>
            <p:cNvSpPr/>
            <p:nvPr/>
          </p:nvSpPr>
          <p:spPr>
            <a:xfrm>
              <a:off x="3637800" y="2156040"/>
              <a:ext cx="50040" cy="9216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92160"/>
                <a:gd name="textAreaBottom" fmla="*/ 92520 h 92160"/>
                <a:gd name="GluePoint1X" fmla="*/ 21 w 24"/>
                <a:gd name="GluePoint1Y" fmla="*/ 0 h 44"/>
                <a:gd name="GluePoint2X" fmla="*/ 0 w 24"/>
                <a:gd name="GluePoint2Y" fmla="*/ 20 h 44"/>
                <a:gd name="GluePoint3X" fmla="*/ 0 w 24"/>
                <a:gd name="GluePoint3Y" fmla="*/ 24 h 44"/>
                <a:gd name="GluePoint4X" fmla="*/ 21 w 24"/>
                <a:gd name="GluePoint4Y" fmla="*/ 44 h 44"/>
                <a:gd name="GluePoint5X" fmla="*/ 24 w 24"/>
                <a:gd name="GluePoint5Y" fmla="*/ 41 h 44"/>
                <a:gd name="GluePoint6X" fmla="*/ 7 w 24"/>
                <a:gd name="GluePoint6Y" fmla="*/ 23 h 44"/>
                <a:gd name="GluePoint7X" fmla="*/ 7 w 24"/>
                <a:gd name="GluePoint7Y" fmla="*/ 20 h 44"/>
                <a:gd name="GluePoint8X" fmla="*/ 24 w 24"/>
                <a:gd name="GluePoint8Y" fmla="*/ 4 h 44"/>
                <a:gd name="GluePoint9X" fmla="*/ 21 w 24"/>
                <a:gd name="GluePoint9Y" fmla="*/ 0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4" h="44">
                  <a:moveTo>
                    <a:pt x="21" y="0"/>
                  </a:moveTo>
                  <a:lnTo>
                    <a:pt x="0" y="20"/>
                  </a:lnTo>
                  <a:lnTo>
                    <a:pt x="0" y="24"/>
                  </a:lnTo>
                  <a:lnTo>
                    <a:pt x="21" y="44"/>
                  </a:lnTo>
                  <a:lnTo>
                    <a:pt x="24" y="41"/>
                  </a:lnTo>
                  <a:lnTo>
                    <a:pt x="7" y="23"/>
                  </a:lnTo>
                  <a:lnTo>
                    <a:pt x="7" y="20"/>
                  </a:lnTo>
                  <a:lnTo>
                    <a:pt x="24" y="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031" name="Freeform 109"/>
          <p:cNvSpPr/>
          <p:nvPr/>
        </p:nvSpPr>
        <p:spPr>
          <a:xfrm>
            <a:off x="5211720" y="2126520"/>
            <a:ext cx="302400" cy="150840"/>
          </a:xfrm>
          <a:custGeom>
            <a:avLst/>
            <a:gdLst>
              <a:gd name="textAreaLeft" fmla="*/ 0 w 302400"/>
              <a:gd name="textAreaRight" fmla="*/ 302760 w 302400"/>
              <a:gd name="textAreaTop" fmla="*/ 0 h 150840"/>
              <a:gd name="textAreaBottom" fmla="*/ 151200 h 150840"/>
              <a:gd name="GluePoint1X" fmla="*/ 213 w 256"/>
              <a:gd name="GluePoint1Y" fmla="*/ 31 h 128"/>
              <a:gd name="GluePoint2X" fmla="*/ 243 w 256"/>
              <a:gd name="GluePoint2Y" fmla="*/ 60 h 128"/>
              <a:gd name="GluePoint3X" fmla="*/ 128 w 256"/>
              <a:gd name="GluePoint3Y" fmla="*/ 60 h 128"/>
              <a:gd name="GluePoint4X" fmla="*/ 64 w 256"/>
              <a:gd name="GluePoint4Y" fmla="*/ 0 h 128"/>
              <a:gd name="GluePoint5X" fmla="*/ 0 w 256"/>
              <a:gd name="GluePoint5Y" fmla="*/ 64 h 128"/>
              <a:gd name="GluePoint6X" fmla="*/ 64 w 256"/>
              <a:gd name="GluePoint6Y" fmla="*/ 128 h 128"/>
              <a:gd name="GluePoint7X" fmla="*/ 128 w 256"/>
              <a:gd name="GluePoint7Y" fmla="*/ 68 h 128"/>
              <a:gd name="GluePoint8X" fmla="*/ 243 w 256"/>
              <a:gd name="GluePoint8Y" fmla="*/ 68 h 128"/>
              <a:gd name="GluePoint9X" fmla="*/ 213 w 256"/>
              <a:gd name="GluePoint9Y" fmla="*/ 97 h 128"/>
              <a:gd name="GluePoint10X" fmla="*/ 220 w 256"/>
              <a:gd name="GluePoint10Y" fmla="*/ 103 h 128"/>
              <a:gd name="GluePoint11X" fmla="*/ 256 w 256"/>
              <a:gd name="GluePoint11Y" fmla="*/ 67 h 128"/>
              <a:gd name="GluePoint12X" fmla="*/ 256 w 256"/>
              <a:gd name="GluePoint12Y" fmla="*/ 61 h 128"/>
              <a:gd name="GluePoint13X" fmla="*/ 220 w 256"/>
              <a:gd name="GluePoint13Y" fmla="*/ 25 h 128"/>
              <a:gd name="GluePoint14X" fmla="*/ 213 w 256"/>
              <a:gd name="GluePoint14Y" fmla="*/ 31 h 128"/>
              <a:gd name="GluePoint15X" fmla="*/ 64 w 256"/>
              <a:gd name="GluePoint15Y" fmla="*/ 120 h 128"/>
              <a:gd name="GluePoint16X" fmla="*/ 8 w 256"/>
              <a:gd name="GluePoint16Y" fmla="*/ 64 h 128"/>
              <a:gd name="GluePoint17X" fmla="*/ 64 w 256"/>
              <a:gd name="GluePoint17Y" fmla="*/ 8 h 128"/>
              <a:gd name="GluePoint18X" fmla="*/ 120 w 256"/>
              <a:gd name="GluePoint18Y" fmla="*/ 64 h 128"/>
              <a:gd name="GluePoint19X" fmla="*/ 64 w 256"/>
              <a:gd name="GluePoint19Y" fmla="*/ 120 h 1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256" h="128">
                <a:moveTo>
                  <a:pt x="213" y="31"/>
                </a:moveTo>
                <a:cubicBezTo>
                  <a:pt x="243" y="60"/>
                  <a:pt x="243" y="60"/>
                  <a:pt x="243" y="60"/>
                </a:cubicBezTo>
                <a:cubicBezTo>
                  <a:pt x="128" y="60"/>
                  <a:pt x="128" y="60"/>
                  <a:pt x="128" y="60"/>
                </a:cubicBezTo>
                <a:cubicBezTo>
                  <a:pt x="126" y="26"/>
                  <a:pt x="98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8" y="128"/>
                  <a:pt x="126" y="101"/>
                  <a:pt x="128" y="68"/>
                </a:cubicBezTo>
                <a:cubicBezTo>
                  <a:pt x="243" y="68"/>
                  <a:pt x="243" y="68"/>
                  <a:pt x="243" y="68"/>
                </a:cubicBezTo>
                <a:cubicBezTo>
                  <a:pt x="213" y="97"/>
                  <a:pt x="213" y="97"/>
                  <a:pt x="213" y="97"/>
                </a:cubicBezTo>
                <a:cubicBezTo>
                  <a:pt x="220" y="103"/>
                  <a:pt x="220" y="103"/>
                  <a:pt x="220" y="103"/>
                </a:cubicBezTo>
                <a:cubicBezTo>
                  <a:pt x="256" y="67"/>
                  <a:pt x="256" y="67"/>
                  <a:pt x="256" y="67"/>
                </a:cubicBezTo>
                <a:cubicBezTo>
                  <a:pt x="256" y="61"/>
                  <a:pt x="256" y="61"/>
                  <a:pt x="256" y="61"/>
                </a:cubicBezTo>
                <a:cubicBezTo>
                  <a:pt x="220" y="25"/>
                  <a:pt x="220" y="25"/>
                  <a:pt x="220" y="25"/>
                </a:cubicBezTo>
                <a:lnTo>
                  <a:pt x="213" y="31"/>
                </a:lnTo>
                <a:close/>
                <a:moveTo>
                  <a:pt x="64" y="120"/>
                </a:moveTo>
                <a:cubicBezTo>
                  <a:pt x="33" y="120"/>
                  <a:pt x="8" y="95"/>
                  <a:pt x="8" y="64"/>
                </a:cubicBezTo>
                <a:cubicBezTo>
                  <a:pt x="8" y="33"/>
                  <a:pt x="33" y="8"/>
                  <a:pt x="64" y="8"/>
                </a:cubicBezTo>
                <a:cubicBezTo>
                  <a:pt x="95" y="8"/>
                  <a:pt x="120" y="33"/>
                  <a:pt x="120" y="64"/>
                </a:cubicBezTo>
                <a:cubicBezTo>
                  <a:pt x="120" y="95"/>
                  <a:pt x="95" y="120"/>
                  <a:pt x="64" y="12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032" name="Группа 383"/>
          <p:cNvGrpSpPr/>
          <p:nvPr/>
        </p:nvGrpSpPr>
        <p:grpSpPr>
          <a:xfrm>
            <a:off x="4030560" y="2126520"/>
            <a:ext cx="304560" cy="150840"/>
            <a:chOff x="4030560" y="2126520"/>
            <a:chExt cx="304560" cy="150840"/>
          </a:xfrm>
        </p:grpSpPr>
        <p:sp>
          <p:nvSpPr>
            <p:cNvPr id="2033" name="Rectangle 110"/>
            <p:cNvSpPr/>
            <p:nvPr/>
          </p:nvSpPr>
          <p:spPr>
            <a:xfrm>
              <a:off x="4207320" y="219780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34" name="Rectangle 111"/>
            <p:cNvSpPr/>
            <p:nvPr/>
          </p:nvSpPr>
          <p:spPr>
            <a:xfrm>
              <a:off x="4234680" y="219780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35" name="Rectangle 112"/>
            <p:cNvSpPr/>
            <p:nvPr/>
          </p:nvSpPr>
          <p:spPr>
            <a:xfrm>
              <a:off x="4291200" y="219780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36" name="Rectangle 113"/>
            <p:cNvSpPr/>
            <p:nvPr/>
          </p:nvSpPr>
          <p:spPr>
            <a:xfrm>
              <a:off x="4263840" y="219780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37" name="Freeform 114"/>
            <p:cNvSpPr/>
            <p:nvPr/>
          </p:nvSpPr>
          <p:spPr>
            <a:xfrm>
              <a:off x="4030560" y="2126520"/>
              <a:ext cx="165600" cy="1508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50840"/>
                <a:gd name="textAreaBottom" fmla="*/ 151200 h 150840"/>
                <a:gd name="GluePoint1X" fmla="*/ 128 w 140"/>
                <a:gd name="GluePoint1Y" fmla="*/ 68 h 128"/>
                <a:gd name="GluePoint2X" fmla="*/ 140 w 140"/>
                <a:gd name="GluePoint2Y" fmla="*/ 68 h 128"/>
                <a:gd name="GluePoint3X" fmla="*/ 140 w 140"/>
                <a:gd name="GluePoint3Y" fmla="*/ 60 h 128"/>
                <a:gd name="GluePoint4X" fmla="*/ 128 w 140"/>
                <a:gd name="GluePoint4Y" fmla="*/ 60 h 128"/>
                <a:gd name="GluePoint5X" fmla="*/ 64 w 140"/>
                <a:gd name="GluePoint5Y" fmla="*/ 0 h 128"/>
                <a:gd name="GluePoint6X" fmla="*/ 0 w 140"/>
                <a:gd name="GluePoint6Y" fmla="*/ 64 h 128"/>
                <a:gd name="GluePoint7X" fmla="*/ 64 w 140"/>
                <a:gd name="GluePoint7Y" fmla="*/ 128 h 128"/>
                <a:gd name="GluePoint8X" fmla="*/ 128 w 140"/>
                <a:gd name="GluePoint8Y" fmla="*/ 68 h 128"/>
                <a:gd name="GluePoint9X" fmla="*/ 64 w 140"/>
                <a:gd name="GluePoint9Y" fmla="*/ 120 h 128"/>
                <a:gd name="GluePoint10X" fmla="*/ 8 w 140"/>
                <a:gd name="GluePoint10Y" fmla="*/ 64 h 128"/>
                <a:gd name="GluePoint11X" fmla="*/ 64 w 140"/>
                <a:gd name="GluePoint11Y" fmla="*/ 8 h 128"/>
                <a:gd name="GluePoint12X" fmla="*/ 120 w 140"/>
                <a:gd name="GluePoint12Y" fmla="*/ 64 h 128"/>
                <a:gd name="GluePoint13X" fmla="*/ 64 w 140"/>
                <a:gd name="GluePoint13Y" fmla="*/ 120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40" h="128">
                  <a:moveTo>
                    <a:pt x="128" y="68"/>
                  </a:moveTo>
                  <a:cubicBezTo>
                    <a:pt x="140" y="68"/>
                    <a:pt x="140" y="68"/>
                    <a:pt x="140" y="68"/>
                  </a:cubicBezTo>
                  <a:cubicBezTo>
                    <a:pt x="140" y="60"/>
                    <a:pt x="140" y="60"/>
                    <a:pt x="140" y="60"/>
                  </a:cubicBezTo>
                  <a:cubicBezTo>
                    <a:pt x="128" y="60"/>
                    <a:pt x="128" y="60"/>
                    <a:pt x="128" y="60"/>
                  </a:cubicBezTo>
                  <a:cubicBezTo>
                    <a:pt x="126" y="26"/>
                    <a:pt x="98" y="0"/>
                    <a:pt x="64" y="0"/>
                  </a:cubicBez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8" y="128"/>
                    <a:pt x="126" y="101"/>
                    <a:pt x="128" y="68"/>
                  </a:cubicBezTo>
                  <a:close/>
                  <a:moveTo>
                    <a:pt x="64" y="120"/>
                  </a:moveTo>
                  <a:cubicBezTo>
                    <a:pt x="33" y="120"/>
                    <a:pt x="8" y="95"/>
                    <a:pt x="8" y="64"/>
                  </a:cubicBezTo>
                  <a:cubicBezTo>
                    <a:pt x="8" y="33"/>
                    <a:pt x="33" y="8"/>
                    <a:pt x="64" y="8"/>
                  </a:cubicBezTo>
                  <a:cubicBezTo>
                    <a:pt x="95" y="8"/>
                    <a:pt x="120" y="33"/>
                    <a:pt x="120" y="64"/>
                  </a:cubicBezTo>
                  <a:cubicBezTo>
                    <a:pt x="120" y="95"/>
                    <a:pt x="95" y="120"/>
                    <a:pt x="64" y="1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38" name="Freeform 115"/>
            <p:cNvSpPr/>
            <p:nvPr/>
          </p:nvSpPr>
          <p:spPr>
            <a:xfrm>
              <a:off x="4282920" y="2156040"/>
              <a:ext cx="52200" cy="9216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92160"/>
                <a:gd name="textAreaBottom" fmla="*/ 92520 h 92160"/>
                <a:gd name="GluePoint1X" fmla="*/ 0 w 25"/>
                <a:gd name="GluePoint1Y" fmla="*/ 4 h 44"/>
                <a:gd name="GluePoint2X" fmla="*/ 18 w 25"/>
                <a:gd name="GluePoint2Y" fmla="*/ 20 h 44"/>
                <a:gd name="GluePoint3X" fmla="*/ 18 w 25"/>
                <a:gd name="GluePoint3Y" fmla="*/ 23 h 44"/>
                <a:gd name="GluePoint4X" fmla="*/ 0 w 25"/>
                <a:gd name="GluePoint4Y" fmla="*/ 41 h 44"/>
                <a:gd name="GluePoint5X" fmla="*/ 4 w 25"/>
                <a:gd name="GluePoint5Y" fmla="*/ 44 h 44"/>
                <a:gd name="GluePoint6X" fmla="*/ 25 w 25"/>
                <a:gd name="GluePoint6Y" fmla="*/ 24 h 44"/>
                <a:gd name="GluePoint7X" fmla="*/ 25 w 25"/>
                <a:gd name="GluePoint7Y" fmla="*/ 20 h 44"/>
                <a:gd name="GluePoint8X" fmla="*/ 4 w 25"/>
                <a:gd name="GluePoint8Y" fmla="*/ 0 h 44"/>
                <a:gd name="GluePoint9X" fmla="*/ 0 w 25"/>
                <a:gd name="GluePoint9Y" fmla="*/ 4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5" h="44">
                  <a:moveTo>
                    <a:pt x="0" y="4"/>
                  </a:moveTo>
                  <a:lnTo>
                    <a:pt x="18" y="20"/>
                  </a:lnTo>
                  <a:lnTo>
                    <a:pt x="18" y="23"/>
                  </a:lnTo>
                  <a:lnTo>
                    <a:pt x="0" y="41"/>
                  </a:lnTo>
                  <a:lnTo>
                    <a:pt x="4" y="44"/>
                  </a:lnTo>
                  <a:lnTo>
                    <a:pt x="25" y="24"/>
                  </a:lnTo>
                  <a:lnTo>
                    <a:pt x="25" y="2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039" name="Freeform 116"/>
          <p:cNvSpPr/>
          <p:nvPr/>
        </p:nvSpPr>
        <p:spPr>
          <a:xfrm>
            <a:off x="4499280" y="2050920"/>
            <a:ext cx="153000" cy="302400"/>
          </a:xfrm>
          <a:custGeom>
            <a:avLst/>
            <a:gdLst>
              <a:gd name="textAreaLeft" fmla="*/ 0 w 153000"/>
              <a:gd name="textAreaRight" fmla="*/ 153360 w 153000"/>
              <a:gd name="textAreaTop" fmla="*/ 0 h 302400"/>
              <a:gd name="textAreaBottom" fmla="*/ 302760 h 302400"/>
              <a:gd name="GluePoint1X" fmla="*/ 68 w 128"/>
              <a:gd name="GluePoint1Y" fmla="*/ 128 h 256"/>
              <a:gd name="GluePoint2X" fmla="*/ 68 w 128"/>
              <a:gd name="GluePoint2Y" fmla="*/ 13 h 256"/>
              <a:gd name="GluePoint3X" fmla="*/ 97 w 128"/>
              <a:gd name="GluePoint3Y" fmla="*/ 43 h 256"/>
              <a:gd name="GluePoint4X" fmla="*/ 103 w 128"/>
              <a:gd name="GluePoint4Y" fmla="*/ 36 h 256"/>
              <a:gd name="GluePoint5X" fmla="*/ 67 w 128"/>
              <a:gd name="GluePoint5Y" fmla="*/ 0 h 256"/>
              <a:gd name="GluePoint6X" fmla="*/ 61 w 128"/>
              <a:gd name="GluePoint6Y" fmla="*/ 0 h 256"/>
              <a:gd name="GluePoint7X" fmla="*/ 25 w 128"/>
              <a:gd name="GluePoint7Y" fmla="*/ 36 h 256"/>
              <a:gd name="GluePoint8X" fmla="*/ 31 w 128"/>
              <a:gd name="GluePoint8Y" fmla="*/ 42 h 256"/>
              <a:gd name="GluePoint9X" fmla="*/ 60 w 128"/>
              <a:gd name="GluePoint9Y" fmla="*/ 13 h 256"/>
              <a:gd name="GluePoint10X" fmla="*/ 60 w 128"/>
              <a:gd name="GluePoint10Y" fmla="*/ 128 h 256"/>
              <a:gd name="GluePoint11X" fmla="*/ 0 w 128"/>
              <a:gd name="GluePoint11Y" fmla="*/ 192 h 256"/>
              <a:gd name="GluePoint12X" fmla="*/ 64 w 128"/>
              <a:gd name="GluePoint12Y" fmla="*/ 256 h 256"/>
              <a:gd name="GluePoint13X" fmla="*/ 128 w 128"/>
              <a:gd name="GluePoint13Y" fmla="*/ 192 h 256"/>
              <a:gd name="GluePoint14X" fmla="*/ 68 w 128"/>
              <a:gd name="GluePoint14Y" fmla="*/ 128 h 256"/>
              <a:gd name="GluePoint15X" fmla="*/ 64 w 128"/>
              <a:gd name="GluePoint15Y" fmla="*/ 248 h 256"/>
              <a:gd name="GluePoint16X" fmla="*/ 8 w 128"/>
              <a:gd name="GluePoint16Y" fmla="*/ 192 h 256"/>
              <a:gd name="GluePoint17X" fmla="*/ 64 w 128"/>
              <a:gd name="GluePoint17Y" fmla="*/ 136 h 256"/>
              <a:gd name="GluePoint18X" fmla="*/ 120 w 128"/>
              <a:gd name="GluePoint18Y" fmla="*/ 192 h 256"/>
              <a:gd name="GluePoint19X" fmla="*/ 64 w 128"/>
              <a:gd name="GluePoint19Y" fmla="*/ 24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128" h="256">
                <a:moveTo>
                  <a:pt x="68" y="128"/>
                </a:moveTo>
                <a:cubicBezTo>
                  <a:pt x="68" y="13"/>
                  <a:pt x="68" y="13"/>
                  <a:pt x="68" y="13"/>
                </a:cubicBezTo>
                <a:cubicBezTo>
                  <a:pt x="97" y="43"/>
                  <a:pt x="97" y="43"/>
                  <a:pt x="97" y="43"/>
                </a:cubicBezTo>
                <a:cubicBezTo>
                  <a:pt x="103" y="36"/>
                  <a:pt x="103" y="36"/>
                  <a:pt x="103" y="36"/>
                </a:cubicBezTo>
                <a:cubicBezTo>
                  <a:pt x="67" y="0"/>
                  <a:pt x="67" y="0"/>
                  <a:pt x="67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25" y="36"/>
                  <a:pt x="25" y="36"/>
                  <a:pt x="25" y="36"/>
                </a:cubicBezTo>
                <a:cubicBezTo>
                  <a:pt x="31" y="42"/>
                  <a:pt x="31" y="42"/>
                  <a:pt x="31" y="42"/>
                </a:cubicBezTo>
                <a:cubicBezTo>
                  <a:pt x="60" y="13"/>
                  <a:pt x="60" y="13"/>
                  <a:pt x="60" y="13"/>
                </a:cubicBezTo>
                <a:cubicBezTo>
                  <a:pt x="60" y="128"/>
                  <a:pt x="60" y="128"/>
                  <a:pt x="60" y="128"/>
                </a:cubicBezTo>
                <a:cubicBezTo>
                  <a:pt x="27" y="130"/>
                  <a:pt x="0" y="158"/>
                  <a:pt x="0" y="192"/>
                </a:cubicBezTo>
                <a:cubicBezTo>
                  <a:pt x="0" y="227"/>
                  <a:pt x="29" y="256"/>
                  <a:pt x="64" y="256"/>
                </a:cubicBezTo>
                <a:cubicBezTo>
                  <a:pt x="99" y="256"/>
                  <a:pt x="128" y="227"/>
                  <a:pt x="128" y="192"/>
                </a:cubicBezTo>
                <a:cubicBezTo>
                  <a:pt x="128" y="158"/>
                  <a:pt x="101" y="130"/>
                  <a:pt x="68" y="128"/>
                </a:cubicBezTo>
                <a:close/>
                <a:moveTo>
                  <a:pt x="64" y="248"/>
                </a:moveTo>
                <a:cubicBezTo>
                  <a:pt x="33" y="248"/>
                  <a:pt x="8" y="223"/>
                  <a:pt x="8" y="192"/>
                </a:cubicBezTo>
                <a:cubicBezTo>
                  <a:pt x="8" y="161"/>
                  <a:pt x="33" y="136"/>
                  <a:pt x="64" y="136"/>
                </a:cubicBezTo>
                <a:cubicBezTo>
                  <a:pt x="95" y="136"/>
                  <a:pt x="120" y="161"/>
                  <a:pt x="120" y="192"/>
                </a:cubicBezTo>
                <a:cubicBezTo>
                  <a:pt x="120" y="223"/>
                  <a:pt x="95" y="248"/>
                  <a:pt x="64" y="24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040" name="Группа 384"/>
          <p:cNvGrpSpPr/>
          <p:nvPr/>
        </p:nvGrpSpPr>
        <p:grpSpPr>
          <a:xfrm>
            <a:off x="4894200" y="2050920"/>
            <a:ext cx="150840" cy="302040"/>
            <a:chOff x="4894200" y="2050920"/>
            <a:chExt cx="150840" cy="302040"/>
          </a:xfrm>
        </p:grpSpPr>
        <p:sp>
          <p:nvSpPr>
            <p:cNvPr id="2041" name="Rectangle 117"/>
            <p:cNvSpPr/>
            <p:nvPr/>
          </p:nvSpPr>
          <p:spPr>
            <a:xfrm>
              <a:off x="4963680" y="213084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42" name="Rectangle 118"/>
            <p:cNvSpPr/>
            <p:nvPr/>
          </p:nvSpPr>
          <p:spPr>
            <a:xfrm>
              <a:off x="4963680" y="207396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43" name="Rectangle 119"/>
            <p:cNvSpPr/>
            <p:nvPr/>
          </p:nvSpPr>
          <p:spPr>
            <a:xfrm>
              <a:off x="4963680" y="210348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44" name="Rectangle 120"/>
            <p:cNvSpPr/>
            <p:nvPr/>
          </p:nvSpPr>
          <p:spPr>
            <a:xfrm>
              <a:off x="4963680" y="216000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45" name="Freeform 121"/>
            <p:cNvSpPr/>
            <p:nvPr/>
          </p:nvSpPr>
          <p:spPr>
            <a:xfrm>
              <a:off x="4894200" y="2187360"/>
              <a:ext cx="150840" cy="16560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165600"/>
                <a:gd name="textAreaBottom" fmla="*/ 165960 h 165600"/>
                <a:gd name="GluePoint1X" fmla="*/ 0 w 128"/>
                <a:gd name="GluePoint1Y" fmla="*/ 76 h 140"/>
                <a:gd name="GluePoint2X" fmla="*/ 64 w 128"/>
                <a:gd name="GluePoint2Y" fmla="*/ 140 h 140"/>
                <a:gd name="GluePoint3X" fmla="*/ 128 w 128"/>
                <a:gd name="GluePoint3Y" fmla="*/ 76 h 140"/>
                <a:gd name="GluePoint4X" fmla="*/ 68 w 128"/>
                <a:gd name="GluePoint4Y" fmla="*/ 12 h 140"/>
                <a:gd name="GluePoint5X" fmla="*/ 68 w 128"/>
                <a:gd name="GluePoint5Y" fmla="*/ 0 h 140"/>
                <a:gd name="GluePoint6X" fmla="*/ 60 w 128"/>
                <a:gd name="GluePoint6Y" fmla="*/ 0 h 140"/>
                <a:gd name="GluePoint7X" fmla="*/ 60 w 128"/>
                <a:gd name="GluePoint7Y" fmla="*/ 12 h 140"/>
                <a:gd name="GluePoint8X" fmla="*/ 0 w 128"/>
                <a:gd name="GluePoint8Y" fmla="*/ 76 h 140"/>
                <a:gd name="GluePoint9X" fmla="*/ 64 w 128"/>
                <a:gd name="GluePoint9Y" fmla="*/ 20 h 140"/>
                <a:gd name="GluePoint10X" fmla="*/ 120 w 128"/>
                <a:gd name="GluePoint10Y" fmla="*/ 76 h 140"/>
                <a:gd name="GluePoint11X" fmla="*/ 64 w 128"/>
                <a:gd name="GluePoint11Y" fmla="*/ 132 h 140"/>
                <a:gd name="GluePoint12X" fmla="*/ 8 w 128"/>
                <a:gd name="GluePoint12Y" fmla="*/ 76 h 140"/>
                <a:gd name="GluePoint13X" fmla="*/ 64 w 128"/>
                <a:gd name="GluePoint13Y" fmla="*/ 20 h 1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28" h="140">
                  <a:moveTo>
                    <a:pt x="0" y="76"/>
                  </a:moveTo>
                  <a:cubicBezTo>
                    <a:pt x="0" y="111"/>
                    <a:pt x="29" y="140"/>
                    <a:pt x="64" y="140"/>
                  </a:cubicBezTo>
                  <a:cubicBezTo>
                    <a:pt x="99" y="140"/>
                    <a:pt x="128" y="111"/>
                    <a:pt x="128" y="76"/>
                  </a:cubicBezTo>
                  <a:cubicBezTo>
                    <a:pt x="128" y="42"/>
                    <a:pt x="101" y="14"/>
                    <a:pt x="68" y="12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27" y="14"/>
                    <a:pt x="0" y="42"/>
                    <a:pt x="0" y="76"/>
                  </a:cubicBezTo>
                  <a:close/>
                  <a:moveTo>
                    <a:pt x="64" y="20"/>
                  </a:moveTo>
                  <a:cubicBezTo>
                    <a:pt x="95" y="20"/>
                    <a:pt x="120" y="45"/>
                    <a:pt x="120" y="76"/>
                  </a:cubicBezTo>
                  <a:cubicBezTo>
                    <a:pt x="120" y="107"/>
                    <a:pt x="95" y="132"/>
                    <a:pt x="64" y="132"/>
                  </a:cubicBezTo>
                  <a:cubicBezTo>
                    <a:pt x="33" y="132"/>
                    <a:pt x="8" y="107"/>
                    <a:pt x="8" y="76"/>
                  </a:cubicBezTo>
                  <a:cubicBezTo>
                    <a:pt x="8" y="45"/>
                    <a:pt x="33" y="20"/>
                    <a:pt x="64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46" name="Freeform 122"/>
            <p:cNvSpPr/>
            <p:nvPr/>
          </p:nvSpPr>
          <p:spPr>
            <a:xfrm>
              <a:off x="4923720" y="2050920"/>
              <a:ext cx="92160" cy="5004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50040"/>
                <a:gd name="textAreaBottom" fmla="*/ 50400 h 50040"/>
                <a:gd name="GluePoint1X" fmla="*/ 40 w 44"/>
                <a:gd name="GluePoint1Y" fmla="*/ 24 h 24"/>
                <a:gd name="GluePoint2X" fmla="*/ 44 w 44"/>
                <a:gd name="GluePoint2Y" fmla="*/ 20 h 24"/>
                <a:gd name="GluePoint3X" fmla="*/ 23 w 44"/>
                <a:gd name="GluePoint3Y" fmla="*/ 0 h 24"/>
                <a:gd name="GluePoint4X" fmla="*/ 20 w 44"/>
                <a:gd name="GluePoint4Y" fmla="*/ 0 h 24"/>
                <a:gd name="GluePoint5X" fmla="*/ 0 w 44"/>
                <a:gd name="GluePoint5Y" fmla="*/ 20 h 24"/>
                <a:gd name="GluePoint6X" fmla="*/ 3 w 44"/>
                <a:gd name="GluePoint6Y" fmla="*/ 24 h 24"/>
                <a:gd name="GluePoint7X" fmla="*/ 20 w 44"/>
                <a:gd name="GluePoint7Y" fmla="*/ 7 h 24"/>
                <a:gd name="GluePoint8X" fmla="*/ 23 w 44"/>
                <a:gd name="GluePoint8Y" fmla="*/ 7 h 24"/>
                <a:gd name="GluePoint9X" fmla="*/ 40 w 44"/>
                <a:gd name="GluePoint9Y" fmla="*/ 24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4" h="24">
                  <a:moveTo>
                    <a:pt x="40" y="24"/>
                  </a:moveTo>
                  <a:lnTo>
                    <a:pt x="44" y="2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0" y="20"/>
                  </a:lnTo>
                  <a:lnTo>
                    <a:pt x="3" y="24"/>
                  </a:lnTo>
                  <a:lnTo>
                    <a:pt x="20" y="7"/>
                  </a:lnTo>
                  <a:lnTo>
                    <a:pt x="23" y="7"/>
                  </a:lnTo>
                  <a:lnTo>
                    <a:pt x="40" y="2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200" bIns="25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47" name="Группа 413"/>
          <p:cNvGrpSpPr/>
          <p:nvPr/>
        </p:nvGrpSpPr>
        <p:grpSpPr>
          <a:xfrm>
            <a:off x="2851920" y="3339000"/>
            <a:ext cx="302400" cy="83520"/>
            <a:chOff x="2851920" y="3339000"/>
            <a:chExt cx="302400" cy="83520"/>
          </a:xfrm>
        </p:grpSpPr>
        <p:sp>
          <p:nvSpPr>
            <p:cNvPr id="2048" name="Rectangle 123"/>
            <p:cNvSpPr/>
            <p:nvPr/>
          </p:nvSpPr>
          <p:spPr>
            <a:xfrm>
              <a:off x="2851920" y="3414600"/>
              <a:ext cx="3024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49" name="Rectangle 124"/>
            <p:cNvSpPr/>
            <p:nvPr/>
          </p:nvSpPr>
          <p:spPr>
            <a:xfrm>
              <a:off x="2851920" y="3376800"/>
              <a:ext cx="3024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50" name="Rectangle 125"/>
            <p:cNvSpPr/>
            <p:nvPr/>
          </p:nvSpPr>
          <p:spPr>
            <a:xfrm>
              <a:off x="2851920" y="3339000"/>
              <a:ext cx="3024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51" name="Группа 388"/>
          <p:cNvGrpSpPr/>
          <p:nvPr/>
        </p:nvGrpSpPr>
        <p:grpSpPr>
          <a:xfrm>
            <a:off x="2065680" y="2443680"/>
            <a:ext cx="302400" cy="302400"/>
            <a:chOff x="2065680" y="2443680"/>
            <a:chExt cx="302400" cy="302400"/>
          </a:xfrm>
        </p:grpSpPr>
        <p:sp>
          <p:nvSpPr>
            <p:cNvPr id="2052" name="Freeform 126"/>
            <p:cNvSpPr/>
            <p:nvPr/>
          </p:nvSpPr>
          <p:spPr>
            <a:xfrm>
              <a:off x="2065680" y="244368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0 h 256"/>
                <a:gd name="GluePoint2X" fmla="*/ 38 w 256"/>
                <a:gd name="GluePoint2Y" fmla="*/ 37 h 256"/>
                <a:gd name="GluePoint3X" fmla="*/ 0 w 256"/>
                <a:gd name="GluePoint3Y" fmla="*/ 128 h 256"/>
                <a:gd name="GluePoint4X" fmla="*/ 38 w 256"/>
                <a:gd name="GluePoint4Y" fmla="*/ 218 h 256"/>
                <a:gd name="GluePoint5X" fmla="*/ 128 w 256"/>
                <a:gd name="GluePoint5Y" fmla="*/ 256 h 256"/>
                <a:gd name="GluePoint6X" fmla="*/ 219 w 256"/>
                <a:gd name="GluePoint6Y" fmla="*/ 218 h 256"/>
                <a:gd name="GluePoint7X" fmla="*/ 256 w 256"/>
                <a:gd name="GluePoint7Y" fmla="*/ 128 h 256"/>
                <a:gd name="GluePoint8X" fmla="*/ 219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3 h 256"/>
                <a:gd name="GluePoint11X" fmla="*/ 128 w 256"/>
                <a:gd name="GluePoint11Y" fmla="*/ 248 h 256"/>
                <a:gd name="GluePoint12X" fmla="*/ 43 w 256"/>
                <a:gd name="GluePoint12Y" fmla="*/ 213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3"/>
                    <a:pt x="94" y="256"/>
                    <a:pt x="128" y="256"/>
                  </a:cubicBezTo>
                  <a:cubicBezTo>
                    <a:pt x="162" y="256"/>
                    <a:pt x="195" y="243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2"/>
                    <a:pt x="219" y="37"/>
                  </a:cubicBezTo>
                  <a:cubicBezTo>
                    <a:pt x="195" y="13"/>
                    <a:pt x="162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53" name="Rectangle 127"/>
            <p:cNvSpPr/>
            <p:nvPr/>
          </p:nvSpPr>
          <p:spPr>
            <a:xfrm>
              <a:off x="2210760" y="2523600"/>
              <a:ext cx="10080" cy="104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54" name="Rectangle 128"/>
            <p:cNvSpPr/>
            <p:nvPr/>
          </p:nvSpPr>
          <p:spPr>
            <a:xfrm>
              <a:off x="2210760" y="264780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55" name="Группа 387"/>
          <p:cNvGrpSpPr/>
          <p:nvPr/>
        </p:nvGrpSpPr>
        <p:grpSpPr>
          <a:xfrm>
            <a:off x="6783480" y="2050920"/>
            <a:ext cx="304560" cy="302400"/>
            <a:chOff x="6783480" y="2050920"/>
            <a:chExt cx="304560" cy="302400"/>
          </a:xfrm>
        </p:grpSpPr>
        <p:sp>
          <p:nvSpPr>
            <p:cNvPr id="2056" name="Freeform 129"/>
            <p:cNvSpPr/>
            <p:nvPr/>
          </p:nvSpPr>
          <p:spPr>
            <a:xfrm>
              <a:off x="6783480" y="2050920"/>
              <a:ext cx="106920" cy="10692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106920"/>
                <a:gd name="textAreaBottom" fmla="*/ 107280 h 106920"/>
                <a:gd name="GluePoint1X" fmla="*/ 5 w 51"/>
                <a:gd name="GluePoint1Y" fmla="*/ 7 h 51"/>
                <a:gd name="GluePoint2X" fmla="*/ 48 w 51"/>
                <a:gd name="GluePoint2Y" fmla="*/ 51 h 51"/>
                <a:gd name="GluePoint3X" fmla="*/ 51 w 51"/>
                <a:gd name="GluePoint3Y" fmla="*/ 48 h 51"/>
                <a:gd name="GluePoint4X" fmla="*/ 8 w 51"/>
                <a:gd name="GluePoint4Y" fmla="*/ 4 h 51"/>
                <a:gd name="GluePoint5X" fmla="*/ 27 w 51"/>
                <a:gd name="GluePoint5Y" fmla="*/ 4 h 51"/>
                <a:gd name="GluePoint6X" fmla="*/ 27 w 51"/>
                <a:gd name="GluePoint6Y" fmla="*/ 0 h 51"/>
                <a:gd name="GluePoint7X" fmla="*/ 3 w 51"/>
                <a:gd name="GluePoint7Y" fmla="*/ 0 h 51"/>
                <a:gd name="GluePoint8X" fmla="*/ 0 w 51"/>
                <a:gd name="GluePoint8Y" fmla="*/ 2 h 51"/>
                <a:gd name="GluePoint9X" fmla="*/ 0 w 51"/>
                <a:gd name="GluePoint9Y" fmla="*/ 27 h 51"/>
                <a:gd name="GluePoint10X" fmla="*/ 5 w 51"/>
                <a:gd name="GluePoint10Y" fmla="*/ 27 h 51"/>
                <a:gd name="GluePoint11X" fmla="*/ 5 w 51"/>
                <a:gd name="GluePoint11Y" fmla="*/ 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1" h="51">
                  <a:moveTo>
                    <a:pt x="5" y="7"/>
                  </a:moveTo>
                  <a:lnTo>
                    <a:pt x="48" y="51"/>
                  </a:lnTo>
                  <a:lnTo>
                    <a:pt x="51" y="48"/>
                  </a:lnTo>
                  <a:lnTo>
                    <a:pt x="8" y="4"/>
                  </a:lnTo>
                  <a:lnTo>
                    <a:pt x="27" y="4"/>
                  </a:lnTo>
                  <a:lnTo>
                    <a:pt x="27" y="0"/>
                  </a:lnTo>
                  <a:lnTo>
                    <a:pt x="3" y="0"/>
                  </a:lnTo>
                  <a:lnTo>
                    <a:pt x="0" y="2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57" name="Freeform 130"/>
            <p:cNvSpPr/>
            <p:nvPr/>
          </p:nvSpPr>
          <p:spPr>
            <a:xfrm>
              <a:off x="6783480" y="2246400"/>
              <a:ext cx="106920" cy="10692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106920"/>
                <a:gd name="textAreaBottom" fmla="*/ 107280 h 106920"/>
                <a:gd name="GluePoint1X" fmla="*/ 27 w 51"/>
                <a:gd name="GluePoint1Y" fmla="*/ 51 h 51"/>
                <a:gd name="GluePoint2X" fmla="*/ 27 w 51"/>
                <a:gd name="GluePoint2Y" fmla="*/ 47 h 51"/>
                <a:gd name="GluePoint3X" fmla="*/ 8 w 51"/>
                <a:gd name="GluePoint3Y" fmla="*/ 47 h 51"/>
                <a:gd name="GluePoint4X" fmla="*/ 51 w 51"/>
                <a:gd name="GluePoint4Y" fmla="*/ 3 h 51"/>
                <a:gd name="GluePoint5X" fmla="*/ 48 w 51"/>
                <a:gd name="GluePoint5Y" fmla="*/ 0 h 51"/>
                <a:gd name="GluePoint6X" fmla="*/ 5 w 51"/>
                <a:gd name="GluePoint6Y" fmla="*/ 43 h 51"/>
                <a:gd name="GluePoint7X" fmla="*/ 5 w 51"/>
                <a:gd name="GluePoint7Y" fmla="*/ 24 h 51"/>
                <a:gd name="GluePoint8X" fmla="*/ 0 w 51"/>
                <a:gd name="GluePoint8Y" fmla="*/ 24 h 51"/>
                <a:gd name="GluePoint9X" fmla="*/ 0 w 51"/>
                <a:gd name="GluePoint9Y" fmla="*/ 49 h 51"/>
                <a:gd name="GluePoint10X" fmla="*/ 3 w 51"/>
                <a:gd name="GluePoint10Y" fmla="*/ 51 h 51"/>
                <a:gd name="GluePoint11X" fmla="*/ 27 w 51"/>
                <a:gd name="GluePoint11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1" h="51">
                  <a:moveTo>
                    <a:pt x="27" y="51"/>
                  </a:moveTo>
                  <a:lnTo>
                    <a:pt x="27" y="47"/>
                  </a:lnTo>
                  <a:lnTo>
                    <a:pt x="8" y="47"/>
                  </a:lnTo>
                  <a:lnTo>
                    <a:pt x="51" y="3"/>
                  </a:lnTo>
                  <a:lnTo>
                    <a:pt x="48" y="0"/>
                  </a:lnTo>
                  <a:lnTo>
                    <a:pt x="5" y="43"/>
                  </a:lnTo>
                  <a:lnTo>
                    <a:pt x="5" y="24"/>
                  </a:lnTo>
                  <a:lnTo>
                    <a:pt x="0" y="24"/>
                  </a:lnTo>
                  <a:lnTo>
                    <a:pt x="0" y="49"/>
                  </a:lnTo>
                  <a:lnTo>
                    <a:pt x="3" y="51"/>
                  </a:lnTo>
                  <a:lnTo>
                    <a:pt x="27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58" name="Freeform 131"/>
            <p:cNvSpPr/>
            <p:nvPr/>
          </p:nvSpPr>
          <p:spPr>
            <a:xfrm>
              <a:off x="6978960" y="2246400"/>
              <a:ext cx="109080" cy="10692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6920"/>
                <a:gd name="textAreaBottom" fmla="*/ 107280 h 106920"/>
                <a:gd name="GluePoint1X" fmla="*/ 47 w 52"/>
                <a:gd name="GluePoint1Y" fmla="*/ 43 h 51"/>
                <a:gd name="GluePoint2X" fmla="*/ 3 w 52"/>
                <a:gd name="GluePoint2Y" fmla="*/ 0 h 51"/>
                <a:gd name="GluePoint3X" fmla="*/ 0 w 52"/>
                <a:gd name="GluePoint3Y" fmla="*/ 3 h 51"/>
                <a:gd name="GluePoint4X" fmla="*/ 44 w 52"/>
                <a:gd name="GluePoint4Y" fmla="*/ 47 h 51"/>
                <a:gd name="GluePoint5X" fmla="*/ 24 w 52"/>
                <a:gd name="GluePoint5Y" fmla="*/ 47 h 51"/>
                <a:gd name="GluePoint6X" fmla="*/ 24 w 52"/>
                <a:gd name="GluePoint6Y" fmla="*/ 51 h 51"/>
                <a:gd name="GluePoint7X" fmla="*/ 49 w 52"/>
                <a:gd name="GluePoint7Y" fmla="*/ 51 h 51"/>
                <a:gd name="GluePoint8X" fmla="*/ 52 w 52"/>
                <a:gd name="GluePoint8Y" fmla="*/ 49 h 51"/>
                <a:gd name="GluePoint9X" fmla="*/ 52 w 52"/>
                <a:gd name="GluePoint9Y" fmla="*/ 24 h 51"/>
                <a:gd name="GluePoint10X" fmla="*/ 47 w 52"/>
                <a:gd name="GluePoint10Y" fmla="*/ 24 h 51"/>
                <a:gd name="GluePoint11X" fmla="*/ 47 w 52"/>
                <a:gd name="GluePoint11Y" fmla="*/ 43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2" h="51">
                  <a:moveTo>
                    <a:pt x="47" y="43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44" y="47"/>
                  </a:lnTo>
                  <a:lnTo>
                    <a:pt x="24" y="47"/>
                  </a:lnTo>
                  <a:lnTo>
                    <a:pt x="24" y="51"/>
                  </a:lnTo>
                  <a:lnTo>
                    <a:pt x="49" y="51"/>
                  </a:lnTo>
                  <a:lnTo>
                    <a:pt x="52" y="49"/>
                  </a:lnTo>
                  <a:lnTo>
                    <a:pt x="52" y="24"/>
                  </a:lnTo>
                  <a:lnTo>
                    <a:pt x="47" y="24"/>
                  </a:lnTo>
                  <a:lnTo>
                    <a:pt x="47" y="4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59" name="Freeform 132"/>
            <p:cNvSpPr/>
            <p:nvPr/>
          </p:nvSpPr>
          <p:spPr>
            <a:xfrm>
              <a:off x="6978960" y="2050920"/>
              <a:ext cx="109080" cy="10692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6920"/>
                <a:gd name="textAreaBottom" fmla="*/ 107280 h 106920"/>
                <a:gd name="GluePoint1X" fmla="*/ 24 w 52"/>
                <a:gd name="GluePoint1Y" fmla="*/ 0 h 51"/>
                <a:gd name="GluePoint2X" fmla="*/ 24 w 52"/>
                <a:gd name="GluePoint2Y" fmla="*/ 4 h 51"/>
                <a:gd name="GluePoint3X" fmla="*/ 44 w 52"/>
                <a:gd name="GluePoint3Y" fmla="*/ 4 h 51"/>
                <a:gd name="GluePoint4X" fmla="*/ 0 w 52"/>
                <a:gd name="GluePoint4Y" fmla="*/ 48 h 51"/>
                <a:gd name="GluePoint5X" fmla="*/ 3 w 52"/>
                <a:gd name="GluePoint5Y" fmla="*/ 51 h 51"/>
                <a:gd name="GluePoint6X" fmla="*/ 47 w 52"/>
                <a:gd name="GluePoint6Y" fmla="*/ 7 h 51"/>
                <a:gd name="GluePoint7X" fmla="*/ 47 w 52"/>
                <a:gd name="GluePoint7Y" fmla="*/ 27 h 51"/>
                <a:gd name="GluePoint8X" fmla="*/ 52 w 52"/>
                <a:gd name="GluePoint8Y" fmla="*/ 27 h 51"/>
                <a:gd name="GluePoint9X" fmla="*/ 52 w 52"/>
                <a:gd name="GluePoint9Y" fmla="*/ 2 h 51"/>
                <a:gd name="GluePoint10X" fmla="*/ 49 w 52"/>
                <a:gd name="GluePoint10Y" fmla="*/ 0 h 51"/>
                <a:gd name="GluePoint11X" fmla="*/ 24 w 52"/>
                <a:gd name="GluePoint11Y" fmla="*/ 0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2" h="51">
                  <a:moveTo>
                    <a:pt x="24" y="0"/>
                  </a:moveTo>
                  <a:lnTo>
                    <a:pt x="24" y="4"/>
                  </a:lnTo>
                  <a:lnTo>
                    <a:pt x="44" y="4"/>
                  </a:lnTo>
                  <a:lnTo>
                    <a:pt x="0" y="48"/>
                  </a:lnTo>
                  <a:lnTo>
                    <a:pt x="3" y="51"/>
                  </a:lnTo>
                  <a:lnTo>
                    <a:pt x="47" y="7"/>
                  </a:lnTo>
                  <a:lnTo>
                    <a:pt x="47" y="27"/>
                  </a:lnTo>
                  <a:lnTo>
                    <a:pt x="52" y="27"/>
                  </a:lnTo>
                  <a:lnTo>
                    <a:pt x="52" y="2"/>
                  </a:lnTo>
                  <a:lnTo>
                    <a:pt x="49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60" name="Группа 389"/>
          <p:cNvGrpSpPr/>
          <p:nvPr/>
        </p:nvGrpSpPr>
        <p:grpSpPr>
          <a:xfrm>
            <a:off x="2458800" y="2443680"/>
            <a:ext cx="302040" cy="302400"/>
            <a:chOff x="2458800" y="2443680"/>
            <a:chExt cx="302040" cy="302400"/>
          </a:xfrm>
        </p:grpSpPr>
        <p:sp>
          <p:nvSpPr>
            <p:cNvPr id="2061" name="Freeform 133"/>
            <p:cNvSpPr/>
            <p:nvPr/>
          </p:nvSpPr>
          <p:spPr>
            <a:xfrm>
              <a:off x="2517480" y="2443680"/>
              <a:ext cx="243360" cy="245520"/>
            </a:xfrm>
            <a:custGeom>
              <a:avLst/>
              <a:gdLst>
                <a:gd name="textAreaLeft" fmla="*/ 0 w 243360"/>
                <a:gd name="textAreaRight" fmla="*/ 243720 w 243360"/>
                <a:gd name="textAreaTop" fmla="*/ 0 h 245520"/>
                <a:gd name="textAreaBottom" fmla="*/ 245880 h 245520"/>
                <a:gd name="GluePoint1X" fmla="*/ 89 w 116"/>
                <a:gd name="GluePoint1Y" fmla="*/ 0 h 117"/>
                <a:gd name="GluePoint2X" fmla="*/ 89 w 116"/>
                <a:gd name="GluePoint2Y" fmla="*/ 5 h 117"/>
                <a:gd name="GluePoint3X" fmla="*/ 109 w 116"/>
                <a:gd name="GluePoint3Y" fmla="*/ 5 h 117"/>
                <a:gd name="GluePoint4X" fmla="*/ 57 w 116"/>
                <a:gd name="GluePoint4Y" fmla="*/ 55 h 117"/>
                <a:gd name="GluePoint5X" fmla="*/ 3 w 116"/>
                <a:gd name="GluePoint5Y" fmla="*/ 1 h 117"/>
                <a:gd name="GluePoint6X" fmla="*/ 0 w 116"/>
                <a:gd name="GluePoint6Y" fmla="*/ 4 h 117"/>
                <a:gd name="GluePoint7X" fmla="*/ 112 w 116"/>
                <a:gd name="GluePoint7Y" fmla="*/ 117 h 117"/>
                <a:gd name="GluePoint8X" fmla="*/ 115 w 116"/>
                <a:gd name="GluePoint8Y" fmla="*/ 113 h 117"/>
                <a:gd name="GluePoint9X" fmla="*/ 61 w 116"/>
                <a:gd name="GluePoint9Y" fmla="*/ 59 h 117"/>
                <a:gd name="GluePoint10X" fmla="*/ 111 w 116"/>
                <a:gd name="GluePoint10Y" fmla="*/ 8 h 117"/>
                <a:gd name="GluePoint11X" fmla="*/ 111 w 116"/>
                <a:gd name="GluePoint11Y" fmla="*/ 27 h 117"/>
                <a:gd name="GluePoint12X" fmla="*/ 116 w 116"/>
                <a:gd name="GluePoint12Y" fmla="*/ 27 h 117"/>
                <a:gd name="GluePoint13X" fmla="*/ 116 w 116"/>
                <a:gd name="GluePoint13Y" fmla="*/ 2 h 117"/>
                <a:gd name="GluePoint14X" fmla="*/ 114 w 116"/>
                <a:gd name="GluePoint14Y" fmla="*/ 0 h 117"/>
                <a:gd name="GluePoint15X" fmla="*/ 89 w 116"/>
                <a:gd name="GluePoint15Y" fmla="*/ 0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16" h="117">
                  <a:moveTo>
                    <a:pt x="89" y="0"/>
                  </a:moveTo>
                  <a:lnTo>
                    <a:pt x="89" y="5"/>
                  </a:lnTo>
                  <a:lnTo>
                    <a:pt x="109" y="5"/>
                  </a:lnTo>
                  <a:lnTo>
                    <a:pt x="57" y="55"/>
                  </a:lnTo>
                  <a:lnTo>
                    <a:pt x="3" y="1"/>
                  </a:lnTo>
                  <a:lnTo>
                    <a:pt x="0" y="4"/>
                  </a:lnTo>
                  <a:lnTo>
                    <a:pt x="112" y="117"/>
                  </a:lnTo>
                  <a:lnTo>
                    <a:pt x="115" y="113"/>
                  </a:lnTo>
                  <a:lnTo>
                    <a:pt x="61" y="59"/>
                  </a:lnTo>
                  <a:lnTo>
                    <a:pt x="111" y="8"/>
                  </a:lnTo>
                  <a:lnTo>
                    <a:pt x="111" y="27"/>
                  </a:lnTo>
                  <a:lnTo>
                    <a:pt x="116" y="27"/>
                  </a:lnTo>
                  <a:lnTo>
                    <a:pt x="116" y="2"/>
                  </a:lnTo>
                  <a:lnTo>
                    <a:pt x="114" y="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62" name="Freeform 134"/>
            <p:cNvSpPr/>
            <p:nvPr/>
          </p:nvSpPr>
          <p:spPr>
            <a:xfrm>
              <a:off x="2458800" y="2502720"/>
              <a:ext cx="245520" cy="243360"/>
            </a:xfrm>
            <a:custGeom>
              <a:avLst/>
              <a:gdLst>
                <a:gd name="textAreaLeft" fmla="*/ 0 w 245520"/>
                <a:gd name="textAreaRight" fmla="*/ 245880 w 245520"/>
                <a:gd name="textAreaTop" fmla="*/ 0 h 243360"/>
                <a:gd name="textAreaBottom" fmla="*/ 243720 h 243360"/>
                <a:gd name="GluePoint1X" fmla="*/ 27 w 117"/>
                <a:gd name="GluePoint1Y" fmla="*/ 116 h 116"/>
                <a:gd name="GluePoint2X" fmla="*/ 27 w 117"/>
                <a:gd name="GluePoint2Y" fmla="*/ 112 h 116"/>
                <a:gd name="GluePoint3X" fmla="*/ 8 w 117"/>
                <a:gd name="GluePoint3Y" fmla="*/ 112 h 116"/>
                <a:gd name="GluePoint4X" fmla="*/ 58 w 117"/>
                <a:gd name="GluePoint4Y" fmla="*/ 61 h 116"/>
                <a:gd name="GluePoint5X" fmla="*/ 113 w 117"/>
                <a:gd name="GluePoint5Y" fmla="*/ 116 h 116"/>
                <a:gd name="GluePoint6X" fmla="*/ 117 w 117"/>
                <a:gd name="GluePoint6Y" fmla="*/ 113 h 116"/>
                <a:gd name="GluePoint7X" fmla="*/ 4 w 117"/>
                <a:gd name="GluePoint7Y" fmla="*/ 0 h 116"/>
                <a:gd name="GluePoint8X" fmla="*/ 1 w 117"/>
                <a:gd name="GluePoint8Y" fmla="*/ 3 h 116"/>
                <a:gd name="GluePoint9X" fmla="*/ 55 w 117"/>
                <a:gd name="GluePoint9Y" fmla="*/ 58 h 116"/>
                <a:gd name="GluePoint10X" fmla="*/ 4 w 117"/>
                <a:gd name="GluePoint10Y" fmla="*/ 108 h 116"/>
                <a:gd name="GluePoint11X" fmla="*/ 4 w 117"/>
                <a:gd name="GluePoint11Y" fmla="*/ 89 h 116"/>
                <a:gd name="GluePoint12X" fmla="*/ 0 w 117"/>
                <a:gd name="GluePoint12Y" fmla="*/ 89 h 116"/>
                <a:gd name="GluePoint13X" fmla="*/ 0 w 117"/>
                <a:gd name="GluePoint13Y" fmla="*/ 114 h 116"/>
                <a:gd name="GluePoint14X" fmla="*/ 2 w 117"/>
                <a:gd name="GluePoint14Y" fmla="*/ 116 h 116"/>
                <a:gd name="GluePoint15X" fmla="*/ 27 w 117"/>
                <a:gd name="GluePoint15Y" fmla="*/ 116 h 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17" h="116">
                  <a:moveTo>
                    <a:pt x="27" y="116"/>
                  </a:moveTo>
                  <a:lnTo>
                    <a:pt x="27" y="112"/>
                  </a:lnTo>
                  <a:lnTo>
                    <a:pt x="8" y="112"/>
                  </a:lnTo>
                  <a:lnTo>
                    <a:pt x="58" y="61"/>
                  </a:lnTo>
                  <a:lnTo>
                    <a:pt x="113" y="116"/>
                  </a:lnTo>
                  <a:lnTo>
                    <a:pt x="117" y="113"/>
                  </a:lnTo>
                  <a:lnTo>
                    <a:pt x="4" y="0"/>
                  </a:lnTo>
                  <a:lnTo>
                    <a:pt x="1" y="3"/>
                  </a:lnTo>
                  <a:lnTo>
                    <a:pt x="55" y="58"/>
                  </a:lnTo>
                  <a:lnTo>
                    <a:pt x="4" y="108"/>
                  </a:lnTo>
                  <a:lnTo>
                    <a:pt x="4" y="89"/>
                  </a:lnTo>
                  <a:lnTo>
                    <a:pt x="0" y="89"/>
                  </a:lnTo>
                  <a:lnTo>
                    <a:pt x="0" y="114"/>
                  </a:lnTo>
                  <a:lnTo>
                    <a:pt x="2" y="116"/>
                  </a:lnTo>
                  <a:lnTo>
                    <a:pt x="27" y="11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63" name="Группа 390"/>
          <p:cNvGrpSpPr/>
          <p:nvPr/>
        </p:nvGrpSpPr>
        <p:grpSpPr>
          <a:xfrm>
            <a:off x="2851920" y="2443680"/>
            <a:ext cx="302040" cy="302400"/>
            <a:chOff x="2851920" y="2443680"/>
            <a:chExt cx="302040" cy="302400"/>
          </a:xfrm>
        </p:grpSpPr>
        <p:sp>
          <p:nvSpPr>
            <p:cNvPr id="2064" name="Freeform 135"/>
            <p:cNvSpPr/>
            <p:nvPr/>
          </p:nvSpPr>
          <p:spPr>
            <a:xfrm>
              <a:off x="3049200" y="2443680"/>
              <a:ext cx="104760" cy="30240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302400"/>
                <a:gd name="textAreaBottom" fmla="*/ 302760 h 302400"/>
                <a:gd name="GluePoint1X" fmla="*/ 0 w 50"/>
                <a:gd name="GluePoint1Y" fmla="*/ 0 h 144"/>
                <a:gd name="GluePoint2X" fmla="*/ 0 w 50"/>
                <a:gd name="GluePoint2Y" fmla="*/ 144 h 144"/>
                <a:gd name="GluePoint3X" fmla="*/ 5 w 50"/>
                <a:gd name="GluePoint3Y" fmla="*/ 144 h 144"/>
                <a:gd name="GluePoint4X" fmla="*/ 5 w 50"/>
                <a:gd name="GluePoint4Y" fmla="*/ 74 h 144"/>
                <a:gd name="GluePoint5X" fmla="*/ 43 w 50"/>
                <a:gd name="GluePoint5Y" fmla="*/ 74 h 144"/>
                <a:gd name="GluePoint6X" fmla="*/ 31 w 50"/>
                <a:gd name="GluePoint6Y" fmla="*/ 86 h 144"/>
                <a:gd name="GluePoint7X" fmla="*/ 34 w 50"/>
                <a:gd name="GluePoint7Y" fmla="*/ 90 h 144"/>
                <a:gd name="GluePoint8X" fmla="*/ 50 w 50"/>
                <a:gd name="GluePoint8Y" fmla="*/ 74 h 144"/>
                <a:gd name="GluePoint9X" fmla="*/ 50 w 50"/>
                <a:gd name="GluePoint9Y" fmla="*/ 70 h 144"/>
                <a:gd name="GluePoint10X" fmla="*/ 34 w 50"/>
                <a:gd name="GluePoint10Y" fmla="*/ 55 h 144"/>
                <a:gd name="GluePoint11X" fmla="*/ 31 w 50"/>
                <a:gd name="GluePoint11Y" fmla="*/ 58 h 144"/>
                <a:gd name="GluePoint12X" fmla="*/ 43 w 50"/>
                <a:gd name="GluePoint12Y" fmla="*/ 70 h 144"/>
                <a:gd name="GluePoint13X" fmla="*/ 5 w 50"/>
                <a:gd name="GluePoint13Y" fmla="*/ 70 h 144"/>
                <a:gd name="GluePoint14X" fmla="*/ 5 w 50"/>
                <a:gd name="GluePoint14Y" fmla="*/ 0 h 144"/>
                <a:gd name="GluePoint15X" fmla="*/ 0 w 50"/>
                <a:gd name="GluePoint15Y" fmla="*/ 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50" h="144">
                  <a:moveTo>
                    <a:pt x="0" y="0"/>
                  </a:moveTo>
                  <a:lnTo>
                    <a:pt x="0" y="144"/>
                  </a:lnTo>
                  <a:lnTo>
                    <a:pt x="5" y="144"/>
                  </a:lnTo>
                  <a:lnTo>
                    <a:pt x="5" y="74"/>
                  </a:lnTo>
                  <a:lnTo>
                    <a:pt x="43" y="74"/>
                  </a:lnTo>
                  <a:lnTo>
                    <a:pt x="31" y="86"/>
                  </a:lnTo>
                  <a:lnTo>
                    <a:pt x="34" y="90"/>
                  </a:lnTo>
                  <a:lnTo>
                    <a:pt x="50" y="74"/>
                  </a:lnTo>
                  <a:lnTo>
                    <a:pt x="50" y="70"/>
                  </a:lnTo>
                  <a:lnTo>
                    <a:pt x="34" y="55"/>
                  </a:lnTo>
                  <a:lnTo>
                    <a:pt x="31" y="58"/>
                  </a:lnTo>
                  <a:lnTo>
                    <a:pt x="43" y="70"/>
                  </a:lnTo>
                  <a:lnTo>
                    <a:pt x="5" y="7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65" name="Freeform 136"/>
            <p:cNvSpPr/>
            <p:nvPr/>
          </p:nvSpPr>
          <p:spPr>
            <a:xfrm>
              <a:off x="2851920" y="2443680"/>
              <a:ext cx="102600" cy="30240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302400"/>
                <a:gd name="textAreaBottom" fmla="*/ 302760 h 302400"/>
                <a:gd name="GluePoint1X" fmla="*/ 16 w 49"/>
                <a:gd name="GluePoint1Y" fmla="*/ 55 h 144"/>
                <a:gd name="GluePoint2X" fmla="*/ 0 w 49"/>
                <a:gd name="GluePoint2Y" fmla="*/ 70 h 144"/>
                <a:gd name="GluePoint3X" fmla="*/ 0 w 49"/>
                <a:gd name="GluePoint3Y" fmla="*/ 74 h 144"/>
                <a:gd name="GluePoint4X" fmla="*/ 16 w 49"/>
                <a:gd name="GluePoint4Y" fmla="*/ 90 h 144"/>
                <a:gd name="GluePoint5X" fmla="*/ 19 w 49"/>
                <a:gd name="GluePoint5Y" fmla="*/ 86 h 144"/>
                <a:gd name="GluePoint6X" fmla="*/ 8 w 49"/>
                <a:gd name="GluePoint6Y" fmla="*/ 74 h 144"/>
                <a:gd name="GluePoint7X" fmla="*/ 45 w 49"/>
                <a:gd name="GluePoint7Y" fmla="*/ 74 h 144"/>
                <a:gd name="GluePoint8X" fmla="*/ 45 w 49"/>
                <a:gd name="GluePoint8Y" fmla="*/ 144 h 144"/>
                <a:gd name="GluePoint9X" fmla="*/ 49 w 49"/>
                <a:gd name="GluePoint9Y" fmla="*/ 144 h 144"/>
                <a:gd name="GluePoint10X" fmla="*/ 49 w 49"/>
                <a:gd name="GluePoint10Y" fmla="*/ 0 h 144"/>
                <a:gd name="GluePoint11X" fmla="*/ 45 w 49"/>
                <a:gd name="GluePoint11Y" fmla="*/ 0 h 144"/>
                <a:gd name="GluePoint12X" fmla="*/ 45 w 49"/>
                <a:gd name="GluePoint12Y" fmla="*/ 70 h 144"/>
                <a:gd name="GluePoint13X" fmla="*/ 8 w 49"/>
                <a:gd name="GluePoint13Y" fmla="*/ 70 h 144"/>
                <a:gd name="GluePoint14X" fmla="*/ 19 w 49"/>
                <a:gd name="GluePoint14Y" fmla="*/ 58 h 144"/>
                <a:gd name="GluePoint15X" fmla="*/ 16 w 49"/>
                <a:gd name="GluePoint15Y" fmla="*/ 5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49" h="144">
                  <a:moveTo>
                    <a:pt x="16" y="55"/>
                  </a:moveTo>
                  <a:lnTo>
                    <a:pt x="0" y="70"/>
                  </a:lnTo>
                  <a:lnTo>
                    <a:pt x="0" y="74"/>
                  </a:lnTo>
                  <a:lnTo>
                    <a:pt x="16" y="90"/>
                  </a:lnTo>
                  <a:lnTo>
                    <a:pt x="19" y="86"/>
                  </a:lnTo>
                  <a:lnTo>
                    <a:pt x="8" y="74"/>
                  </a:lnTo>
                  <a:lnTo>
                    <a:pt x="45" y="74"/>
                  </a:lnTo>
                  <a:lnTo>
                    <a:pt x="45" y="144"/>
                  </a:lnTo>
                  <a:lnTo>
                    <a:pt x="49" y="144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5" y="70"/>
                  </a:lnTo>
                  <a:lnTo>
                    <a:pt x="8" y="70"/>
                  </a:lnTo>
                  <a:lnTo>
                    <a:pt x="19" y="58"/>
                  </a:lnTo>
                  <a:lnTo>
                    <a:pt x="16" y="5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66" name="Группа 391"/>
          <p:cNvGrpSpPr/>
          <p:nvPr/>
        </p:nvGrpSpPr>
        <p:grpSpPr>
          <a:xfrm>
            <a:off x="3244680" y="2443680"/>
            <a:ext cx="304200" cy="302400"/>
            <a:chOff x="3244680" y="2443680"/>
            <a:chExt cx="304200" cy="302400"/>
          </a:xfrm>
        </p:grpSpPr>
        <p:sp>
          <p:nvSpPr>
            <p:cNvPr id="2067" name="Freeform 137"/>
            <p:cNvSpPr/>
            <p:nvPr/>
          </p:nvSpPr>
          <p:spPr>
            <a:xfrm>
              <a:off x="3244680" y="2643480"/>
              <a:ext cx="304200" cy="1026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102600"/>
                <a:gd name="textAreaBottom" fmla="*/ 102960 h 102600"/>
                <a:gd name="GluePoint1X" fmla="*/ 0 w 145"/>
                <a:gd name="GluePoint1Y" fmla="*/ 4 h 49"/>
                <a:gd name="GluePoint2X" fmla="*/ 70 w 145"/>
                <a:gd name="GluePoint2Y" fmla="*/ 4 h 49"/>
                <a:gd name="GluePoint3X" fmla="*/ 70 w 145"/>
                <a:gd name="GluePoint3Y" fmla="*/ 41 h 49"/>
                <a:gd name="GluePoint4X" fmla="*/ 58 w 145"/>
                <a:gd name="GluePoint4Y" fmla="*/ 30 h 49"/>
                <a:gd name="GluePoint5X" fmla="*/ 55 w 145"/>
                <a:gd name="GluePoint5Y" fmla="*/ 33 h 49"/>
                <a:gd name="GluePoint6X" fmla="*/ 71 w 145"/>
                <a:gd name="GluePoint6Y" fmla="*/ 49 h 49"/>
                <a:gd name="GluePoint7X" fmla="*/ 74 w 145"/>
                <a:gd name="GluePoint7Y" fmla="*/ 49 h 49"/>
                <a:gd name="GluePoint8X" fmla="*/ 89 w 145"/>
                <a:gd name="GluePoint8Y" fmla="*/ 33 h 49"/>
                <a:gd name="GluePoint9X" fmla="*/ 86 w 145"/>
                <a:gd name="GluePoint9Y" fmla="*/ 30 h 49"/>
                <a:gd name="GluePoint10X" fmla="*/ 75 w 145"/>
                <a:gd name="GluePoint10Y" fmla="*/ 41 h 49"/>
                <a:gd name="GluePoint11X" fmla="*/ 75 w 145"/>
                <a:gd name="GluePoint11Y" fmla="*/ 4 h 49"/>
                <a:gd name="GluePoint12X" fmla="*/ 145 w 145"/>
                <a:gd name="GluePoint12Y" fmla="*/ 4 h 49"/>
                <a:gd name="GluePoint13X" fmla="*/ 145 w 145"/>
                <a:gd name="GluePoint13Y" fmla="*/ 0 h 49"/>
                <a:gd name="GluePoint14X" fmla="*/ 0 w 145"/>
                <a:gd name="GluePoint14Y" fmla="*/ 0 h 49"/>
                <a:gd name="GluePoint15X" fmla="*/ 0 w 145"/>
                <a:gd name="GluePoint15Y" fmla="*/ 4 h 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45" h="49">
                  <a:moveTo>
                    <a:pt x="0" y="4"/>
                  </a:moveTo>
                  <a:lnTo>
                    <a:pt x="70" y="4"/>
                  </a:lnTo>
                  <a:lnTo>
                    <a:pt x="70" y="41"/>
                  </a:lnTo>
                  <a:lnTo>
                    <a:pt x="58" y="30"/>
                  </a:lnTo>
                  <a:lnTo>
                    <a:pt x="55" y="33"/>
                  </a:lnTo>
                  <a:lnTo>
                    <a:pt x="71" y="49"/>
                  </a:lnTo>
                  <a:lnTo>
                    <a:pt x="74" y="49"/>
                  </a:lnTo>
                  <a:lnTo>
                    <a:pt x="89" y="33"/>
                  </a:lnTo>
                  <a:lnTo>
                    <a:pt x="86" y="30"/>
                  </a:lnTo>
                  <a:lnTo>
                    <a:pt x="75" y="41"/>
                  </a:lnTo>
                  <a:lnTo>
                    <a:pt x="75" y="4"/>
                  </a:lnTo>
                  <a:lnTo>
                    <a:pt x="145" y="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68" name="Freeform 138"/>
            <p:cNvSpPr/>
            <p:nvPr/>
          </p:nvSpPr>
          <p:spPr>
            <a:xfrm>
              <a:off x="3244680" y="2443680"/>
              <a:ext cx="304200" cy="10476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104760"/>
                <a:gd name="textAreaBottom" fmla="*/ 105120 h 104760"/>
                <a:gd name="GluePoint1X" fmla="*/ 75 w 145"/>
                <a:gd name="GluePoint1Y" fmla="*/ 8 h 50"/>
                <a:gd name="GluePoint2X" fmla="*/ 86 w 145"/>
                <a:gd name="GluePoint2Y" fmla="*/ 20 h 50"/>
                <a:gd name="GluePoint3X" fmla="*/ 89 w 145"/>
                <a:gd name="GluePoint3Y" fmla="*/ 16 h 50"/>
                <a:gd name="GluePoint4X" fmla="*/ 74 w 145"/>
                <a:gd name="GluePoint4Y" fmla="*/ 0 h 50"/>
                <a:gd name="GluePoint5X" fmla="*/ 71 w 145"/>
                <a:gd name="GluePoint5Y" fmla="*/ 0 h 50"/>
                <a:gd name="GluePoint6X" fmla="*/ 55 w 145"/>
                <a:gd name="GluePoint6Y" fmla="*/ 16 h 50"/>
                <a:gd name="GluePoint7X" fmla="*/ 58 w 145"/>
                <a:gd name="GluePoint7Y" fmla="*/ 19 h 50"/>
                <a:gd name="GluePoint8X" fmla="*/ 70 w 145"/>
                <a:gd name="GluePoint8Y" fmla="*/ 8 h 50"/>
                <a:gd name="GluePoint9X" fmla="*/ 70 w 145"/>
                <a:gd name="GluePoint9Y" fmla="*/ 45 h 50"/>
                <a:gd name="GluePoint10X" fmla="*/ 0 w 145"/>
                <a:gd name="GluePoint10Y" fmla="*/ 45 h 50"/>
                <a:gd name="GluePoint11X" fmla="*/ 0 w 145"/>
                <a:gd name="GluePoint11Y" fmla="*/ 50 h 50"/>
                <a:gd name="GluePoint12X" fmla="*/ 145 w 145"/>
                <a:gd name="GluePoint12Y" fmla="*/ 50 h 50"/>
                <a:gd name="GluePoint13X" fmla="*/ 145 w 145"/>
                <a:gd name="GluePoint13Y" fmla="*/ 45 h 50"/>
                <a:gd name="GluePoint14X" fmla="*/ 75 w 145"/>
                <a:gd name="GluePoint14Y" fmla="*/ 45 h 50"/>
                <a:gd name="GluePoint15X" fmla="*/ 75 w 145"/>
                <a:gd name="GluePoint15Y" fmla="*/ 8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45" h="50">
                  <a:moveTo>
                    <a:pt x="75" y="8"/>
                  </a:moveTo>
                  <a:lnTo>
                    <a:pt x="86" y="20"/>
                  </a:lnTo>
                  <a:lnTo>
                    <a:pt x="89" y="16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55" y="16"/>
                  </a:lnTo>
                  <a:lnTo>
                    <a:pt x="58" y="19"/>
                  </a:lnTo>
                  <a:lnTo>
                    <a:pt x="70" y="8"/>
                  </a:lnTo>
                  <a:lnTo>
                    <a:pt x="70" y="45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45" y="50"/>
                  </a:lnTo>
                  <a:lnTo>
                    <a:pt x="145" y="45"/>
                  </a:lnTo>
                  <a:lnTo>
                    <a:pt x="75" y="45"/>
                  </a:lnTo>
                  <a:lnTo>
                    <a:pt x="75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69" name="Группа 392"/>
          <p:cNvGrpSpPr/>
          <p:nvPr/>
        </p:nvGrpSpPr>
        <p:grpSpPr>
          <a:xfrm>
            <a:off x="3637800" y="2443680"/>
            <a:ext cx="304200" cy="302400"/>
            <a:chOff x="3637800" y="2443680"/>
            <a:chExt cx="304200" cy="302400"/>
          </a:xfrm>
        </p:grpSpPr>
        <p:sp>
          <p:nvSpPr>
            <p:cNvPr id="2070" name="Freeform 139"/>
            <p:cNvSpPr/>
            <p:nvPr/>
          </p:nvSpPr>
          <p:spPr>
            <a:xfrm>
              <a:off x="3675600" y="2559240"/>
              <a:ext cx="228600" cy="73080"/>
            </a:xfrm>
            <a:custGeom>
              <a:avLst/>
              <a:gdLst>
                <a:gd name="textAreaLeft" fmla="*/ 0 w 228600"/>
                <a:gd name="textAreaRight" fmla="*/ 228960 w 228600"/>
                <a:gd name="textAreaTop" fmla="*/ 0 h 73080"/>
                <a:gd name="textAreaBottom" fmla="*/ 73440 h 73080"/>
                <a:gd name="GluePoint1X" fmla="*/ 20 w 109"/>
                <a:gd name="GluePoint1Y" fmla="*/ 31 h 35"/>
                <a:gd name="GluePoint2X" fmla="*/ 8 w 109"/>
                <a:gd name="GluePoint2Y" fmla="*/ 19 h 35"/>
                <a:gd name="GluePoint3X" fmla="*/ 101 w 109"/>
                <a:gd name="GluePoint3Y" fmla="*/ 19 h 35"/>
                <a:gd name="GluePoint4X" fmla="*/ 89 w 109"/>
                <a:gd name="GluePoint4Y" fmla="*/ 31 h 35"/>
                <a:gd name="GluePoint5X" fmla="*/ 92 w 109"/>
                <a:gd name="GluePoint5Y" fmla="*/ 35 h 35"/>
                <a:gd name="GluePoint6X" fmla="*/ 109 w 109"/>
                <a:gd name="GluePoint6Y" fmla="*/ 19 h 35"/>
                <a:gd name="GluePoint7X" fmla="*/ 109 w 109"/>
                <a:gd name="GluePoint7Y" fmla="*/ 15 h 35"/>
                <a:gd name="GluePoint8X" fmla="*/ 92 w 109"/>
                <a:gd name="GluePoint8Y" fmla="*/ 0 h 35"/>
                <a:gd name="GluePoint9X" fmla="*/ 89 w 109"/>
                <a:gd name="GluePoint9Y" fmla="*/ 3 h 35"/>
                <a:gd name="GluePoint10X" fmla="*/ 101 w 109"/>
                <a:gd name="GluePoint10Y" fmla="*/ 15 h 35"/>
                <a:gd name="GluePoint11X" fmla="*/ 8 w 109"/>
                <a:gd name="GluePoint11Y" fmla="*/ 15 h 35"/>
                <a:gd name="GluePoint12X" fmla="*/ 20 w 109"/>
                <a:gd name="GluePoint12Y" fmla="*/ 3 h 35"/>
                <a:gd name="GluePoint13X" fmla="*/ 16 w 109"/>
                <a:gd name="GluePoint13Y" fmla="*/ 0 h 35"/>
                <a:gd name="GluePoint14X" fmla="*/ 0 w 109"/>
                <a:gd name="GluePoint14Y" fmla="*/ 15 h 35"/>
                <a:gd name="GluePoint15X" fmla="*/ 0 w 109"/>
                <a:gd name="GluePoint15Y" fmla="*/ 19 h 35"/>
                <a:gd name="GluePoint16X" fmla="*/ 16 w 109"/>
                <a:gd name="GluePoint16Y" fmla="*/ 35 h 35"/>
                <a:gd name="GluePoint17X" fmla="*/ 20 w 109"/>
                <a:gd name="GluePoint17Y" fmla="*/ 31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09" h="35">
                  <a:moveTo>
                    <a:pt x="20" y="31"/>
                  </a:moveTo>
                  <a:lnTo>
                    <a:pt x="8" y="19"/>
                  </a:lnTo>
                  <a:lnTo>
                    <a:pt x="101" y="19"/>
                  </a:lnTo>
                  <a:lnTo>
                    <a:pt x="89" y="31"/>
                  </a:lnTo>
                  <a:lnTo>
                    <a:pt x="92" y="35"/>
                  </a:lnTo>
                  <a:lnTo>
                    <a:pt x="109" y="19"/>
                  </a:lnTo>
                  <a:lnTo>
                    <a:pt x="109" y="15"/>
                  </a:lnTo>
                  <a:lnTo>
                    <a:pt x="92" y="0"/>
                  </a:lnTo>
                  <a:lnTo>
                    <a:pt x="89" y="3"/>
                  </a:lnTo>
                  <a:lnTo>
                    <a:pt x="101" y="15"/>
                  </a:lnTo>
                  <a:lnTo>
                    <a:pt x="8" y="15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6" y="35"/>
                  </a:lnTo>
                  <a:lnTo>
                    <a:pt x="20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71" name="Rectangle 140"/>
            <p:cNvSpPr/>
            <p:nvPr/>
          </p:nvSpPr>
          <p:spPr>
            <a:xfrm>
              <a:off x="3931920" y="2443680"/>
              <a:ext cx="10080" cy="302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72" name="Rectangle 141"/>
            <p:cNvSpPr/>
            <p:nvPr/>
          </p:nvSpPr>
          <p:spPr>
            <a:xfrm>
              <a:off x="3637800" y="2443680"/>
              <a:ext cx="10080" cy="302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73" name="Группа 393"/>
          <p:cNvGrpSpPr/>
          <p:nvPr/>
        </p:nvGrpSpPr>
        <p:grpSpPr>
          <a:xfrm>
            <a:off x="4030560" y="2443680"/>
            <a:ext cx="304200" cy="302400"/>
            <a:chOff x="4030560" y="2443680"/>
            <a:chExt cx="304200" cy="302400"/>
          </a:xfrm>
        </p:grpSpPr>
        <p:sp>
          <p:nvSpPr>
            <p:cNvPr id="2074" name="Freeform 142"/>
            <p:cNvSpPr/>
            <p:nvPr/>
          </p:nvSpPr>
          <p:spPr>
            <a:xfrm>
              <a:off x="4146120" y="2481480"/>
              <a:ext cx="73080" cy="22644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226440"/>
                <a:gd name="textAreaBottom" fmla="*/ 226800 h 226440"/>
                <a:gd name="GluePoint1X" fmla="*/ 3 w 35"/>
                <a:gd name="GluePoint1Y" fmla="*/ 88 h 108"/>
                <a:gd name="GluePoint2X" fmla="*/ 0 w 35"/>
                <a:gd name="GluePoint2Y" fmla="*/ 92 h 108"/>
                <a:gd name="GluePoint3X" fmla="*/ 16 w 35"/>
                <a:gd name="GluePoint3Y" fmla="*/ 108 h 108"/>
                <a:gd name="GluePoint4X" fmla="*/ 19 w 35"/>
                <a:gd name="GluePoint4Y" fmla="*/ 108 h 108"/>
                <a:gd name="GluePoint5X" fmla="*/ 35 w 35"/>
                <a:gd name="GluePoint5Y" fmla="*/ 92 h 108"/>
                <a:gd name="GluePoint6X" fmla="*/ 32 w 35"/>
                <a:gd name="GluePoint6Y" fmla="*/ 88 h 108"/>
                <a:gd name="GluePoint7X" fmla="*/ 20 w 35"/>
                <a:gd name="GluePoint7Y" fmla="*/ 100 h 108"/>
                <a:gd name="GluePoint8X" fmla="*/ 20 w 35"/>
                <a:gd name="GluePoint8Y" fmla="*/ 8 h 108"/>
                <a:gd name="GluePoint9X" fmla="*/ 32 w 35"/>
                <a:gd name="GluePoint9Y" fmla="*/ 20 h 108"/>
                <a:gd name="GluePoint10X" fmla="*/ 35 w 35"/>
                <a:gd name="GluePoint10Y" fmla="*/ 16 h 108"/>
                <a:gd name="GluePoint11X" fmla="*/ 19 w 35"/>
                <a:gd name="GluePoint11Y" fmla="*/ 0 h 108"/>
                <a:gd name="GluePoint12X" fmla="*/ 16 w 35"/>
                <a:gd name="GluePoint12Y" fmla="*/ 0 h 108"/>
                <a:gd name="GluePoint13X" fmla="*/ 0 w 35"/>
                <a:gd name="GluePoint13Y" fmla="*/ 16 h 108"/>
                <a:gd name="GluePoint14X" fmla="*/ 3 w 35"/>
                <a:gd name="GluePoint14Y" fmla="*/ 19 h 108"/>
                <a:gd name="GluePoint15X" fmla="*/ 15 w 35"/>
                <a:gd name="GluePoint15Y" fmla="*/ 8 h 108"/>
                <a:gd name="GluePoint16X" fmla="*/ 15 w 35"/>
                <a:gd name="GluePoint16Y" fmla="*/ 100 h 108"/>
                <a:gd name="GluePoint17X" fmla="*/ 3 w 35"/>
                <a:gd name="GluePoint17Y" fmla="*/ 88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35" h="108">
                  <a:moveTo>
                    <a:pt x="3" y="88"/>
                  </a:moveTo>
                  <a:lnTo>
                    <a:pt x="0" y="92"/>
                  </a:lnTo>
                  <a:lnTo>
                    <a:pt x="16" y="108"/>
                  </a:lnTo>
                  <a:lnTo>
                    <a:pt x="19" y="108"/>
                  </a:lnTo>
                  <a:lnTo>
                    <a:pt x="35" y="92"/>
                  </a:lnTo>
                  <a:lnTo>
                    <a:pt x="32" y="88"/>
                  </a:lnTo>
                  <a:lnTo>
                    <a:pt x="20" y="100"/>
                  </a:lnTo>
                  <a:lnTo>
                    <a:pt x="20" y="8"/>
                  </a:lnTo>
                  <a:lnTo>
                    <a:pt x="32" y="20"/>
                  </a:lnTo>
                  <a:lnTo>
                    <a:pt x="35" y="16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3" y="19"/>
                  </a:lnTo>
                  <a:lnTo>
                    <a:pt x="15" y="8"/>
                  </a:lnTo>
                  <a:lnTo>
                    <a:pt x="15" y="100"/>
                  </a:lnTo>
                  <a:lnTo>
                    <a:pt x="3" y="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75" name="Rectangle 143"/>
            <p:cNvSpPr/>
            <p:nvPr/>
          </p:nvSpPr>
          <p:spPr>
            <a:xfrm>
              <a:off x="4030560" y="2443680"/>
              <a:ext cx="3042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76" name="Rectangle 144"/>
            <p:cNvSpPr/>
            <p:nvPr/>
          </p:nvSpPr>
          <p:spPr>
            <a:xfrm>
              <a:off x="4030560" y="2738160"/>
              <a:ext cx="3042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77" name="Группа 394"/>
          <p:cNvGrpSpPr/>
          <p:nvPr/>
        </p:nvGrpSpPr>
        <p:grpSpPr>
          <a:xfrm>
            <a:off x="4423680" y="2443680"/>
            <a:ext cx="304200" cy="302400"/>
            <a:chOff x="4423680" y="2443680"/>
            <a:chExt cx="304200" cy="302400"/>
          </a:xfrm>
        </p:grpSpPr>
        <p:sp>
          <p:nvSpPr>
            <p:cNvPr id="2078" name="Freeform 145"/>
            <p:cNvSpPr/>
            <p:nvPr/>
          </p:nvSpPr>
          <p:spPr>
            <a:xfrm>
              <a:off x="4505760" y="2673000"/>
              <a:ext cx="140400" cy="7308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3080"/>
                <a:gd name="textAreaBottom" fmla="*/ 73440 h 73080"/>
                <a:gd name="GluePoint1X" fmla="*/ 34 w 67"/>
                <a:gd name="GluePoint1Y" fmla="*/ 30 h 35"/>
                <a:gd name="GluePoint2X" fmla="*/ 4 w 67"/>
                <a:gd name="GluePoint2Y" fmla="*/ 0 h 35"/>
                <a:gd name="GluePoint3X" fmla="*/ 0 w 67"/>
                <a:gd name="GluePoint3Y" fmla="*/ 3 h 35"/>
                <a:gd name="GluePoint4X" fmla="*/ 32 w 67"/>
                <a:gd name="GluePoint4Y" fmla="*/ 35 h 35"/>
                <a:gd name="GluePoint5X" fmla="*/ 35 w 67"/>
                <a:gd name="GluePoint5Y" fmla="*/ 35 h 35"/>
                <a:gd name="GluePoint6X" fmla="*/ 67 w 67"/>
                <a:gd name="GluePoint6Y" fmla="*/ 3 h 35"/>
                <a:gd name="GluePoint7X" fmla="*/ 63 w 67"/>
                <a:gd name="GluePoint7Y" fmla="*/ 0 h 35"/>
                <a:gd name="GluePoint8X" fmla="*/ 34 w 67"/>
                <a:gd name="GluePoint8Y" fmla="*/ 30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67" h="35">
                  <a:moveTo>
                    <a:pt x="34" y="30"/>
                  </a:moveTo>
                  <a:lnTo>
                    <a:pt x="4" y="0"/>
                  </a:lnTo>
                  <a:lnTo>
                    <a:pt x="0" y="3"/>
                  </a:lnTo>
                  <a:lnTo>
                    <a:pt x="32" y="35"/>
                  </a:lnTo>
                  <a:lnTo>
                    <a:pt x="35" y="35"/>
                  </a:lnTo>
                  <a:lnTo>
                    <a:pt x="67" y="3"/>
                  </a:lnTo>
                  <a:lnTo>
                    <a:pt x="63" y="0"/>
                  </a:lnTo>
                  <a:lnTo>
                    <a:pt x="34" y="3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79" name="Freeform 146"/>
            <p:cNvSpPr/>
            <p:nvPr/>
          </p:nvSpPr>
          <p:spPr>
            <a:xfrm>
              <a:off x="4505760" y="2443680"/>
              <a:ext cx="140400" cy="7524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5240"/>
                <a:gd name="textAreaBottom" fmla="*/ 75600 h 75240"/>
                <a:gd name="GluePoint1X" fmla="*/ 32 w 67"/>
                <a:gd name="GluePoint1Y" fmla="*/ 0 h 36"/>
                <a:gd name="GluePoint2X" fmla="*/ 0 w 67"/>
                <a:gd name="GluePoint2Y" fmla="*/ 32 h 36"/>
                <a:gd name="GluePoint3X" fmla="*/ 4 w 67"/>
                <a:gd name="GluePoint3Y" fmla="*/ 36 h 36"/>
                <a:gd name="GluePoint4X" fmla="*/ 34 w 67"/>
                <a:gd name="GluePoint4Y" fmla="*/ 5 h 36"/>
                <a:gd name="GluePoint5X" fmla="*/ 63 w 67"/>
                <a:gd name="GluePoint5Y" fmla="*/ 36 h 36"/>
                <a:gd name="GluePoint6X" fmla="*/ 67 w 67"/>
                <a:gd name="GluePoint6Y" fmla="*/ 32 h 36"/>
                <a:gd name="GluePoint7X" fmla="*/ 35 w 67"/>
                <a:gd name="GluePoint7Y" fmla="*/ 0 h 36"/>
                <a:gd name="GluePoint8X" fmla="*/ 32 w 67"/>
                <a:gd name="GluePoint8Y" fmla="*/ 0 h 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67" h="36">
                  <a:moveTo>
                    <a:pt x="32" y="0"/>
                  </a:moveTo>
                  <a:lnTo>
                    <a:pt x="0" y="32"/>
                  </a:lnTo>
                  <a:lnTo>
                    <a:pt x="4" y="36"/>
                  </a:lnTo>
                  <a:lnTo>
                    <a:pt x="34" y="5"/>
                  </a:lnTo>
                  <a:lnTo>
                    <a:pt x="63" y="36"/>
                  </a:lnTo>
                  <a:lnTo>
                    <a:pt x="67" y="32"/>
                  </a:lnTo>
                  <a:lnTo>
                    <a:pt x="35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800" bIns="37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80" name="Freeform 147"/>
            <p:cNvSpPr/>
            <p:nvPr/>
          </p:nvSpPr>
          <p:spPr>
            <a:xfrm>
              <a:off x="4547520" y="25678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  <a:gd name="GluePoint1X" fmla="*/ 48 w 48"/>
                <a:gd name="GluePoint1Y" fmla="*/ 24 h 48"/>
                <a:gd name="GluePoint2X" fmla="*/ 24 w 48"/>
                <a:gd name="GluePoint2Y" fmla="*/ 0 h 48"/>
                <a:gd name="GluePoint3X" fmla="*/ 0 w 48"/>
                <a:gd name="GluePoint3Y" fmla="*/ 24 h 48"/>
                <a:gd name="GluePoint4X" fmla="*/ 24 w 48"/>
                <a:gd name="GluePoint4Y" fmla="*/ 48 h 48"/>
                <a:gd name="GluePoint5X" fmla="*/ 48 w 48"/>
                <a:gd name="GluePoint5Y" fmla="*/ 24 h 48"/>
                <a:gd name="GluePoint6X" fmla="*/ 8 w 48"/>
                <a:gd name="GluePoint6Y" fmla="*/ 24 h 48"/>
                <a:gd name="GluePoint7X" fmla="*/ 24 w 48"/>
                <a:gd name="GluePoint7Y" fmla="*/ 8 h 48"/>
                <a:gd name="GluePoint8X" fmla="*/ 40 w 48"/>
                <a:gd name="GluePoint8Y" fmla="*/ 24 h 48"/>
                <a:gd name="GluePoint9X" fmla="*/ 24 w 48"/>
                <a:gd name="GluePoint9Y" fmla="*/ 40 h 48"/>
                <a:gd name="GluePoint10X" fmla="*/ 8 w 48"/>
                <a:gd name="GluePoint10Y" fmla="*/ 24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8" h="48">
                  <a:moveTo>
                    <a:pt x="48" y="24"/>
                  </a:move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8" y="37"/>
                    <a:pt x="48" y="24"/>
                  </a:cubicBezTo>
                  <a:close/>
                  <a:moveTo>
                    <a:pt x="8" y="24"/>
                  </a:move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ubicBezTo>
                    <a:pt x="15" y="40"/>
                    <a:pt x="8" y="33"/>
                    <a:pt x="8" y="2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440" bIns="28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81" name="Freeform 148"/>
            <p:cNvSpPr/>
            <p:nvPr/>
          </p:nvSpPr>
          <p:spPr>
            <a:xfrm>
              <a:off x="4652640" y="2525760"/>
              <a:ext cx="75240" cy="13824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138240"/>
                <a:gd name="textAreaBottom" fmla="*/ 138600 h 138240"/>
                <a:gd name="GluePoint1X" fmla="*/ 0 w 36"/>
                <a:gd name="GluePoint1Y" fmla="*/ 3 h 66"/>
                <a:gd name="GluePoint2X" fmla="*/ 30 w 36"/>
                <a:gd name="GluePoint2Y" fmla="*/ 33 h 66"/>
                <a:gd name="GluePoint3X" fmla="*/ 0 w 36"/>
                <a:gd name="GluePoint3Y" fmla="*/ 63 h 66"/>
                <a:gd name="GluePoint4X" fmla="*/ 4 w 36"/>
                <a:gd name="GluePoint4Y" fmla="*/ 66 h 66"/>
                <a:gd name="GluePoint5X" fmla="*/ 36 w 36"/>
                <a:gd name="GluePoint5Y" fmla="*/ 35 h 66"/>
                <a:gd name="GluePoint6X" fmla="*/ 36 w 36"/>
                <a:gd name="GluePoint6Y" fmla="*/ 31 h 66"/>
                <a:gd name="GluePoint7X" fmla="*/ 4 w 36"/>
                <a:gd name="GluePoint7Y" fmla="*/ 0 h 66"/>
                <a:gd name="GluePoint8X" fmla="*/ 0 w 36"/>
                <a:gd name="GluePoint8Y" fmla="*/ 3 h 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36" h="66">
                  <a:moveTo>
                    <a:pt x="0" y="3"/>
                  </a:moveTo>
                  <a:lnTo>
                    <a:pt x="30" y="33"/>
                  </a:lnTo>
                  <a:lnTo>
                    <a:pt x="0" y="63"/>
                  </a:lnTo>
                  <a:lnTo>
                    <a:pt x="4" y="66"/>
                  </a:lnTo>
                  <a:lnTo>
                    <a:pt x="36" y="35"/>
                  </a:lnTo>
                  <a:lnTo>
                    <a:pt x="36" y="31"/>
                  </a:lnTo>
                  <a:lnTo>
                    <a:pt x="4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82" name="Freeform 149"/>
            <p:cNvSpPr/>
            <p:nvPr/>
          </p:nvSpPr>
          <p:spPr>
            <a:xfrm>
              <a:off x="4423680" y="2525760"/>
              <a:ext cx="75240" cy="13824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138240"/>
                <a:gd name="textAreaBottom" fmla="*/ 138600 h 138240"/>
                <a:gd name="GluePoint1X" fmla="*/ 36 w 36"/>
                <a:gd name="GluePoint1Y" fmla="*/ 3 h 66"/>
                <a:gd name="GluePoint2X" fmla="*/ 32 w 36"/>
                <a:gd name="GluePoint2Y" fmla="*/ 0 h 66"/>
                <a:gd name="GluePoint3X" fmla="*/ 0 w 36"/>
                <a:gd name="GluePoint3Y" fmla="*/ 31 h 66"/>
                <a:gd name="GluePoint4X" fmla="*/ 0 w 36"/>
                <a:gd name="GluePoint4Y" fmla="*/ 35 h 66"/>
                <a:gd name="GluePoint5X" fmla="*/ 33 w 36"/>
                <a:gd name="GluePoint5Y" fmla="*/ 66 h 66"/>
                <a:gd name="GluePoint6X" fmla="*/ 36 w 36"/>
                <a:gd name="GluePoint6Y" fmla="*/ 63 h 66"/>
                <a:gd name="GluePoint7X" fmla="*/ 6 w 36"/>
                <a:gd name="GluePoint7Y" fmla="*/ 33 h 66"/>
                <a:gd name="GluePoint8X" fmla="*/ 36 w 36"/>
                <a:gd name="GluePoint8Y" fmla="*/ 3 h 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36" h="66">
                  <a:moveTo>
                    <a:pt x="36" y="3"/>
                  </a:moveTo>
                  <a:lnTo>
                    <a:pt x="32" y="0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33" y="66"/>
                  </a:lnTo>
                  <a:lnTo>
                    <a:pt x="36" y="63"/>
                  </a:lnTo>
                  <a:lnTo>
                    <a:pt x="6" y="33"/>
                  </a:lnTo>
                  <a:lnTo>
                    <a:pt x="36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83" name="Группа 395"/>
          <p:cNvGrpSpPr/>
          <p:nvPr/>
        </p:nvGrpSpPr>
        <p:grpSpPr>
          <a:xfrm>
            <a:off x="4816440" y="2511000"/>
            <a:ext cx="304560" cy="167760"/>
            <a:chOff x="4816440" y="2511000"/>
            <a:chExt cx="304560" cy="167760"/>
          </a:xfrm>
        </p:grpSpPr>
        <p:sp>
          <p:nvSpPr>
            <p:cNvPr id="2084" name="Freeform 150"/>
            <p:cNvSpPr/>
            <p:nvPr/>
          </p:nvSpPr>
          <p:spPr>
            <a:xfrm>
              <a:off x="5031000" y="2511000"/>
              <a:ext cx="90000" cy="16776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67760"/>
                <a:gd name="textAreaBottom" fmla="*/ 168120 h 167760"/>
                <a:gd name="GluePoint1X" fmla="*/ 0 w 43"/>
                <a:gd name="GluePoint1Y" fmla="*/ 4 h 80"/>
                <a:gd name="GluePoint2X" fmla="*/ 37 w 43"/>
                <a:gd name="GluePoint2Y" fmla="*/ 40 h 80"/>
                <a:gd name="GluePoint3X" fmla="*/ 0 w 43"/>
                <a:gd name="GluePoint3Y" fmla="*/ 77 h 80"/>
                <a:gd name="GluePoint4X" fmla="*/ 4 w 43"/>
                <a:gd name="GluePoint4Y" fmla="*/ 80 h 80"/>
                <a:gd name="GluePoint5X" fmla="*/ 43 w 43"/>
                <a:gd name="GluePoint5Y" fmla="*/ 42 h 80"/>
                <a:gd name="GluePoint6X" fmla="*/ 43 w 43"/>
                <a:gd name="GluePoint6Y" fmla="*/ 38 h 80"/>
                <a:gd name="GluePoint7X" fmla="*/ 4 w 43"/>
                <a:gd name="GluePoint7Y" fmla="*/ 0 h 80"/>
                <a:gd name="GluePoint8X" fmla="*/ 0 w 43"/>
                <a:gd name="GluePoint8Y" fmla="*/ 4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3" h="80">
                  <a:moveTo>
                    <a:pt x="0" y="4"/>
                  </a:moveTo>
                  <a:lnTo>
                    <a:pt x="37" y="40"/>
                  </a:lnTo>
                  <a:lnTo>
                    <a:pt x="0" y="77"/>
                  </a:lnTo>
                  <a:lnTo>
                    <a:pt x="4" y="80"/>
                  </a:lnTo>
                  <a:lnTo>
                    <a:pt x="43" y="42"/>
                  </a:lnTo>
                  <a:lnTo>
                    <a:pt x="43" y="38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85" name="Freeform 151"/>
            <p:cNvSpPr/>
            <p:nvPr/>
          </p:nvSpPr>
          <p:spPr>
            <a:xfrm>
              <a:off x="4816440" y="2511000"/>
              <a:ext cx="90000" cy="16776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67760"/>
                <a:gd name="textAreaBottom" fmla="*/ 168120 h 167760"/>
                <a:gd name="GluePoint1X" fmla="*/ 39 w 43"/>
                <a:gd name="GluePoint1Y" fmla="*/ 0 h 80"/>
                <a:gd name="GluePoint2X" fmla="*/ 0 w 43"/>
                <a:gd name="GluePoint2Y" fmla="*/ 38 h 80"/>
                <a:gd name="GluePoint3X" fmla="*/ 0 w 43"/>
                <a:gd name="GluePoint3Y" fmla="*/ 42 h 80"/>
                <a:gd name="GluePoint4X" fmla="*/ 39 w 43"/>
                <a:gd name="GluePoint4Y" fmla="*/ 80 h 80"/>
                <a:gd name="GluePoint5X" fmla="*/ 43 w 43"/>
                <a:gd name="GluePoint5Y" fmla="*/ 77 h 80"/>
                <a:gd name="GluePoint6X" fmla="*/ 6 w 43"/>
                <a:gd name="GluePoint6Y" fmla="*/ 40 h 80"/>
                <a:gd name="GluePoint7X" fmla="*/ 43 w 43"/>
                <a:gd name="GluePoint7Y" fmla="*/ 4 h 80"/>
                <a:gd name="GluePoint8X" fmla="*/ 39 w 43"/>
                <a:gd name="GluePoint8Y" fmla="*/ 0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3" h="80">
                  <a:moveTo>
                    <a:pt x="39" y="0"/>
                  </a:moveTo>
                  <a:lnTo>
                    <a:pt x="0" y="38"/>
                  </a:lnTo>
                  <a:lnTo>
                    <a:pt x="0" y="42"/>
                  </a:lnTo>
                  <a:lnTo>
                    <a:pt x="39" y="80"/>
                  </a:lnTo>
                  <a:lnTo>
                    <a:pt x="43" y="77"/>
                  </a:lnTo>
                  <a:lnTo>
                    <a:pt x="6" y="40"/>
                  </a:lnTo>
                  <a:lnTo>
                    <a:pt x="43" y="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86" name="Freeform 152"/>
            <p:cNvSpPr/>
            <p:nvPr/>
          </p:nvSpPr>
          <p:spPr>
            <a:xfrm>
              <a:off x="4940640" y="25678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  <a:gd name="GluePoint1X" fmla="*/ 24 w 48"/>
                <a:gd name="GluePoint1Y" fmla="*/ 0 h 48"/>
                <a:gd name="GluePoint2X" fmla="*/ 0 w 48"/>
                <a:gd name="GluePoint2Y" fmla="*/ 24 h 48"/>
                <a:gd name="GluePoint3X" fmla="*/ 24 w 48"/>
                <a:gd name="GluePoint3Y" fmla="*/ 48 h 48"/>
                <a:gd name="GluePoint4X" fmla="*/ 48 w 48"/>
                <a:gd name="GluePoint4Y" fmla="*/ 24 h 48"/>
                <a:gd name="GluePoint5X" fmla="*/ 24 w 48"/>
                <a:gd name="GluePoint5Y" fmla="*/ 0 h 48"/>
                <a:gd name="GluePoint6X" fmla="*/ 24 w 48"/>
                <a:gd name="GluePoint6Y" fmla="*/ 40 h 48"/>
                <a:gd name="GluePoint7X" fmla="*/ 8 w 48"/>
                <a:gd name="GluePoint7Y" fmla="*/ 24 h 48"/>
                <a:gd name="GluePoint8X" fmla="*/ 24 w 48"/>
                <a:gd name="GluePoint8Y" fmla="*/ 8 h 48"/>
                <a:gd name="GluePoint9X" fmla="*/ 40 w 48"/>
                <a:gd name="GluePoint9Y" fmla="*/ 24 h 48"/>
                <a:gd name="GluePoint10X" fmla="*/ 24 w 48"/>
                <a:gd name="GluePoint10Y" fmla="*/ 40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8" h="48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8" y="37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lose/>
                  <a:moveTo>
                    <a:pt x="24" y="40"/>
                  </a:moveTo>
                  <a:cubicBezTo>
                    <a:pt x="15" y="40"/>
                    <a:pt x="8" y="33"/>
                    <a:pt x="8" y="24"/>
                  </a:cubicBez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440" bIns="28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87" name="Группа 396"/>
          <p:cNvGrpSpPr/>
          <p:nvPr/>
        </p:nvGrpSpPr>
        <p:grpSpPr>
          <a:xfrm>
            <a:off x="5279040" y="2443680"/>
            <a:ext cx="167760" cy="302400"/>
            <a:chOff x="5279040" y="2443680"/>
            <a:chExt cx="167760" cy="302400"/>
          </a:xfrm>
        </p:grpSpPr>
        <p:sp>
          <p:nvSpPr>
            <p:cNvPr id="2088" name="Freeform 153"/>
            <p:cNvSpPr/>
            <p:nvPr/>
          </p:nvSpPr>
          <p:spPr>
            <a:xfrm>
              <a:off x="5279040" y="2658240"/>
              <a:ext cx="167760" cy="8784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87840"/>
                <a:gd name="textAreaBottom" fmla="*/ 88200 h 87840"/>
                <a:gd name="GluePoint1X" fmla="*/ 40 w 80"/>
                <a:gd name="GluePoint1Y" fmla="*/ 37 h 42"/>
                <a:gd name="GluePoint2X" fmla="*/ 3 w 80"/>
                <a:gd name="GluePoint2Y" fmla="*/ 0 h 42"/>
                <a:gd name="GluePoint3X" fmla="*/ 0 w 80"/>
                <a:gd name="GluePoint3Y" fmla="*/ 3 h 42"/>
                <a:gd name="GluePoint4X" fmla="*/ 38 w 80"/>
                <a:gd name="GluePoint4Y" fmla="*/ 42 h 42"/>
                <a:gd name="GluePoint5X" fmla="*/ 41 w 80"/>
                <a:gd name="GluePoint5Y" fmla="*/ 42 h 42"/>
                <a:gd name="GluePoint6X" fmla="*/ 80 w 80"/>
                <a:gd name="GluePoint6Y" fmla="*/ 3 h 42"/>
                <a:gd name="GluePoint7X" fmla="*/ 76 w 80"/>
                <a:gd name="GluePoint7Y" fmla="*/ 0 h 42"/>
                <a:gd name="GluePoint8X" fmla="*/ 40 w 80"/>
                <a:gd name="GluePoint8Y" fmla="*/ 37 h 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2">
                  <a:moveTo>
                    <a:pt x="40" y="37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38" y="42"/>
                  </a:lnTo>
                  <a:lnTo>
                    <a:pt x="41" y="42"/>
                  </a:lnTo>
                  <a:lnTo>
                    <a:pt x="80" y="3"/>
                  </a:lnTo>
                  <a:lnTo>
                    <a:pt x="76" y="0"/>
                  </a:lnTo>
                  <a:lnTo>
                    <a:pt x="40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920" bIns="43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89" name="Freeform 154"/>
            <p:cNvSpPr/>
            <p:nvPr/>
          </p:nvSpPr>
          <p:spPr>
            <a:xfrm>
              <a:off x="5279040" y="2443680"/>
              <a:ext cx="167760" cy="8784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87840"/>
                <a:gd name="textAreaBottom" fmla="*/ 88200 h 87840"/>
                <a:gd name="GluePoint1X" fmla="*/ 38 w 80"/>
                <a:gd name="GluePoint1Y" fmla="*/ 0 h 42"/>
                <a:gd name="GluePoint2X" fmla="*/ 0 w 80"/>
                <a:gd name="GluePoint2Y" fmla="*/ 38 h 42"/>
                <a:gd name="GluePoint3X" fmla="*/ 3 w 80"/>
                <a:gd name="GluePoint3Y" fmla="*/ 42 h 42"/>
                <a:gd name="GluePoint4X" fmla="*/ 40 w 80"/>
                <a:gd name="GluePoint4Y" fmla="*/ 5 h 42"/>
                <a:gd name="GluePoint5X" fmla="*/ 76 w 80"/>
                <a:gd name="GluePoint5Y" fmla="*/ 42 h 42"/>
                <a:gd name="GluePoint6X" fmla="*/ 80 w 80"/>
                <a:gd name="GluePoint6Y" fmla="*/ 38 h 42"/>
                <a:gd name="GluePoint7X" fmla="*/ 41 w 80"/>
                <a:gd name="GluePoint7Y" fmla="*/ 0 h 42"/>
                <a:gd name="GluePoint8X" fmla="*/ 38 w 80"/>
                <a:gd name="GluePoint8Y" fmla="*/ 0 h 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2">
                  <a:moveTo>
                    <a:pt x="38" y="0"/>
                  </a:moveTo>
                  <a:lnTo>
                    <a:pt x="0" y="38"/>
                  </a:lnTo>
                  <a:lnTo>
                    <a:pt x="3" y="42"/>
                  </a:lnTo>
                  <a:lnTo>
                    <a:pt x="40" y="5"/>
                  </a:lnTo>
                  <a:lnTo>
                    <a:pt x="76" y="42"/>
                  </a:lnTo>
                  <a:lnTo>
                    <a:pt x="80" y="38"/>
                  </a:lnTo>
                  <a:lnTo>
                    <a:pt x="41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920" bIns="43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90" name="Freeform 155"/>
            <p:cNvSpPr/>
            <p:nvPr/>
          </p:nvSpPr>
          <p:spPr>
            <a:xfrm>
              <a:off x="5333400" y="25678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  <a:gd name="GluePoint1X" fmla="*/ 48 w 48"/>
                <a:gd name="GluePoint1Y" fmla="*/ 24 h 48"/>
                <a:gd name="GluePoint2X" fmla="*/ 24 w 48"/>
                <a:gd name="GluePoint2Y" fmla="*/ 0 h 48"/>
                <a:gd name="GluePoint3X" fmla="*/ 0 w 48"/>
                <a:gd name="GluePoint3Y" fmla="*/ 24 h 48"/>
                <a:gd name="GluePoint4X" fmla="*/ 24 w 48"/>
                <a:gd name="GluePoint4Y" fmla="*/ 48 h 48"/>
                <a:gd name="GluePoint5X" fmla="*/ 48 w 48"/>
                <a:gd name="GluePoint5Y" fmla="*/ 24 h 48"/>
                <a:gd name="GluePoint6X" fmla="*/ 8 w 48"/>
                <a:gd name="GluePoint6Y" fmla="*/ 24 h 48"/>
                <a:gd name="GluePoint7X" fmla="*/ 24 w 48"/>
                <a:gd name="GluePoint7Y" fmla="*/ 8 h 48"/>
                <a:gd name="GluePoint8X" fmla="*/ 40 w 48"/>
                <a:gd name="GluePoint8Y" fmla="*/ 24 h 48"/>
                <a:gd name="GluePoint9X" fmla="*/ 24 w 48"/>
                <a:gd name="GluePoint9Y" fmla="*/ 40 h 48"/>
                <a:gd name="GluePoint10X" fmla="*/ 8 w 48"/>
                <a:gd name="GluePoint10Y" fmla="*/ 24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8" h="48">
                  <a:moveTo>
                    <a:pt x="48" y="24"/>
                  </a:move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8" y="37"/>
                    <a:pt x="48" y="24"/>
                  </a:cubicBezTo>
                  <a:close/>
                  <a:moveTo>
                    <a:pt x="8" y="24"/>
                  </a:moveTo>
                  <a:cubicBezTo>
                    <a:pt x="8" y="15"/>
                    <a:pt x="15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0" y="33"/>
                    <a:pt x="33" y="40"/>
                    <a:pt x="24" y="40"/>
                  </a:cubicBezTo>
                  <a:cubicBezTo>
                    <a:pt x="15" y="40"/>
                    <a:pt x="8" y="33"/>
                    <a:pt x="8" y="2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440" bIns="28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91" name="Группа 425"/>
          <p:cNvGrpSpPr/>
          <p:nvPr/>
        </p:nvGrpSpPr>
        <p:grpSpPr>
          <a:xfrm>
            <a:off x="2122560" y="3713040"/>
            <a:ext cx="188640" cy="121320"/>
            <a:chOff x="2122560" y="3713040"/>
            <a:chExt cx="188640" cy="121320"/>
          </a:xfrm>
        </p:grpSpPr>
        <p:sp>
          <p:nvSpPr>
            <p:cNvPr id="2092" name="Rectangle 156"/>
            <p:cNvSpPr/>
            <p:nvPr/>
          </p:nvSpPr>
          <p:spPr>
            <a:xfrm>
              <a:off x="2122560" y="3713040"/>
              <a:ext cx="1886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93" name="Rectangle 157"/>
            <p:cNvSpPr/>
            <p:nvPr/>
          </p:nvSpPr>
          <p:spPr>
            <a:xfrm>
              <a:off x="2122560" y="3769920"/>
              <a:ext cx="1886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94" name="Rectangle 158"/>
            <p:cNvSpPr/>
            <p:nvPr/>
          </p:nvSpPr>
          <p:spPr>
            <a:xfrm>
              <a:off x="2122560" y="3826440"/>
              <a:ext cx="1886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095" name="Группа 426"/>
          <p:cNvGrpSpPr/>
          <p:nvPr/>
        </p:nvGrpSpPr>
        <p:grpSpPr>
          <a:xfrm>
            <a:off x="2458800" y="3713040"/>
            <a:ext cx="302040" cy="121320"/>
            <a:chOff x="2458800" y="3713040"/>
            <a:chExt cx="302040" cy="121320"/>
          </a:xfrm>
        </p:grpSpPr>
        <p:sp>
          <p:nvSpPr>
            <p:cNvPr id="2096" name="Rectangle 159"/>
            <p:cNvSpPr/>
            <p:nvPr/>
          </p:nvSpPr>
          <p:spPr>
            <a:xfrm>
              <a:off x="2458800" y="3713040"/>
              <a:ext cx="270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97" name="Rectangle 160"/>
            <p:cNvSpPr/>
            <p:nvPr/>
          </p:nvSpPr>
          <p:spPr>
            <a:xfrm>
              <a:off x="2534400" y="3713040"/>
              <a:ext cx="226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98" name="Rectangle 161"/>
            <p:cNvSpPr/>
            <p:nvPr/>
          </p:nvSpPr>
          <p:spPr>
            <a:xfrm>
              <a:off x="2458800" y="3769920"/>
              <a:ext cx="270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099" name="Rectangle 162"/>
            <p:cNvSpPr/>
            <p:nvPr/>
          </p:nvSpPr>
          <p:spPr>
            <a:xfrm>
              <a:off x="2534400" y="3769920"/>
              <a:ext cx="226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00" name="Rectangle 163"/>
            <p:cNvSpPr/>
            <p:nvPr/>
          </p:nvSpPr>
          <p:spPr>
            <a:xfrm>
              <a:off x="2458800" y="3826440"/>
              <a:ext cx="270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01" name="Rectangle 164"/>
            <p:cNvSpPr/>
            <p:nvPr/>
          </p:nvSpPr>
          <p:spPr>
            <a:xfrm>
              <a:off x="2534400" y="3826440"/>
              <a:ext cx="226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102" name="Freeform 165"/>
          <p:cNvSpPr/>
          <p:nvPr/>
        </p:nvSpPr>
        <p:spPr>
          <a:xfrm>
            <a:off x="6783480" y="2559240"/>
            <a:ext cx="304200" cy="73080"/>
          </a:xfrm>
          <a:custGeom>
            <a:avLst/>
            <a:gdLst>
              <a:gd name="textAreaLeft" fmla="*/ 0 w 304200"/>
              <a:gd name="textAreaRight" fmla="*/ 304560 w 304200"/>
              <a:gd name="textAreaTop" fmla="*/ 0 h 73080"/>
              <a:gd name="textAreaBottom" fmla="*/ 73440 h 73080"/>
              <a:gd name="GluePoint1X" fmla="*/ 16 w 145"/>
              <a:gd name="GluePoint1Y" fmla="*/ 0 h 35"/>
              <a:gd name="GluePoint2X" fmla="*/ 0 w 145"/>
              <a:gd name="GluePoint2Y" fmla="*/ 15 h 35"/>
              <a:gd name="GluePoint3X" fmla="*/ 0 w 145"/>
              <a:gd name="GluePoint3Y" fmla="*/ 19 h 35"/>
              <a:gd name="GluePoint4X" fmla="*/ 16 w 145"/>
              <a:gd name="GluePoint4Y" fmla="*/ 35 h 35"/>
              <a:gd name="GluePoint5X" fmla="*/ 19 w 145"/>
              <a:gd name="GluePoint5Y" fmla="*/ 31 h 35"/>
              <a:gd name="GluePoint6X" fmla="*/ 8 w 145"/>
              <a:gd name="GluePoint6Y" fmla="*/ 19 h 35"/>
              <a:gd name="GluePoint7X" fmla="*/ 137 w 145"/>
              <a:gd name="GluePoint7Y" fmla="*/ 19 h 35"/>
              <a:gd name="GluePoint8X" fmla="*/ 125 w 145"/>
              <a:gd name="GluePoint8Y" fmla="*/ 31 h 35"/>
              <a:gd name="GluePoint9X" fmla="*/ 128 w 145"/>
              <a:gd name="GluePoint9Y" fmla="*/ 35 h 35"/>
              <a:gd name="GluePoint10X" fmla="*/ 145 w 145"/>
              <a:gd name="GluePoint10Y" fmla="*/ 19 h 35"/>
              <a:gd name="GluePoint11X" fmla="*/ 145 w 145"/>
              <a:gd name="GluePoint11Y" fmla="*/ 15 h 35"/>
              <a:gd name="GluePoint12X" fmla="*/ 128 w 145"/>
              <a:gd name="GluePoint12Y" fmla="*/ 0 h 35"/>
              <a:gd name="GluePoint13X" fmla="*/ 125 w 145"/>
              <a:gd name="GluePoint13Y" fmla="*/ 3 h 35"/>
              <a:gd name="GluePoint14X" fmla="*/ 137 w 145"/>
              <a:gd name="GluePoint14Y" fmla="*/ 15 h 35"/>
              <a:gd name="GluePoint15X" fmla="*/ 8 w 145"/>
              <a:gd name="GluePoint15Y" fmla="*/ 15 h 35"/>
              <a:gd name="GluePoint16X" fmla="*/ 19 w 145"/>
              <a:gd name="GluePoint16Y" fmla="*/ 3 h 35"/>
              <a:gd name="GluePoint17X" fmla="*/ 16 w 145"/>
              <a:gd name="GluePoint17Y" fmla="*/ 0 h 3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textAreaLeft" t="textAreaTop" r="textAreaRight" b="textAreaBottom"/>
            <a:pathLst>
              <a:path w="145" h="35">
                <a:moveTo>
                  <a:pt x="16" y="0"/>
                </a:moveTo>
                <a:lnTo>
                  <a:pt x="0" y="15"/>
                </a:lnTo>
                <a:lnTo>
                  <a:pt x="0" y="19"/>
                </a:lnTo>
                <a:lnTo>
                  <a:pt x="16" y="35"/>
                </a:lnTo>
                <a:lnTo>
                  <a:pt x="19" y="31"/>
                </a:lnTo>
                <a:lnTo>
                  <a:pt x="8" y="19"/>
                </a:lnTo>
                <a:lnTo>
                  <a:pt x="137" y="19"/>
                </a:lnTo>
                <a:lnTo>
                  <a:pt x="125" y="31"/>
                </a:lnTo>
                <a:lnTo>
                  <a:pt x="128" y="35"/>
                </a:lnTo>
                <a:lnTo>
                  <a:pt x="145" y="19"/>
                </a:lnTo>
                <a:lnTo>
                  <a:pt x="145" y="15"/>
                </a:lnTo>
                <a:lnTo>
                  <a:pt x="128" y="0"/>
                </a:lnTo>
                <a:lnTo>
                  <a:pt x="125" y="3"/>
                </a:lnTo>
                <a:lnTo>
                  <a:pt x="137" y="15"/>
                </a:lnTo>
                <a:lnTo>
                  <a:pt x="8" y="15"/>
                </a:lnTo>
                <a:lnTo>
                  <a:pt x="19" y="3"/>
                </a:lnTo>
                <a:lnTo>
                  <a:pt x="16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36720" bIns="3672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103" name="Группа 411"/>
          <p:cNvGrpSpPr/>
          <p:nvPr/>
        </p:nvGrpSpPr>
        <p:grpSpPr>
          <a:xfrm>
            <a:off x="2065680" y="3229560"/>
            <a:ext cx="302400" cy="302400"/>
            <a:chOff x="2065680" y="3229560"/>
            <a:chExt cx="302400" cy="302400"/>
          </a:xfrm>
        </p:grpSpPr>
        <p:sp>
          <p:nvSpPr>
            <p:cNvPr id="2104" name="Freeform 166"/>
            <p:cNvSpPr/>
            <p:nvPr/>
          </p:nvSpPr>
          <p:spPr>
            <a:xfrm>
              <a:off x="2065680" y="322956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0 h 256"/>
                <a:gd name="GluePoint2X" fmla="*/ 38 w 256"/>
                <a:gd name="GluePoint2Y" fmla="*/ 38 h 256"/>
                <a:gd name="GluePoint3X" fmla="*/ 0 w 256"/>
                <a:gd name="GluePoint3Y" fmla="*/ 128 h 256"/>
                <a:gd name="GluePoint4X" fmla="*/ 38 w 256"/>
                <a:gd name="GluePoint4Y" fmla="*/ 219 h 256"/>
                <a:gd name="GluePoint5X" fmla="*/ 128 w 256"/>
                <a:gd name="GluePoint5Y" fmla="*/ 256 h 256"/>
                <a:gd name="GluePoint6X" fmla="*/ 219 w 256"/>
                <a:gd name="GluePoint6Y" fmla="*/ 219 h 256"/>
                <a:gd name="GluePoint7X" fmla="*/ 256 w 256"/>
                <a:gd name="GluePoint7Y" fmla="*/ 128 h 256"/>
                <a:gd name="GluePoint8X" fmla="*/ 219 w 256"/>
                <a:gd name="GluePoint8Y" fmla="*/ 38 h 256"/>
                <a:gd name="GluePoint9X" fmla="*/ 128 w 256"/>
                <a:gd name="GluePoint9Y" fmla="*/ 0 h 256"/>
                <a:gd name="GluePoint10X" fmla="*/ 213 w 256"/>
                <a:gd name="GluePoint10Y" fmla="*/ 213 h 256"/>
                <a:gd name="GluePoint11X" fmla="*/ 128 w 256"/>
                <a:gd name="GluePoint11Y" fmla="*/ 248 h 256"/>
                <a:gd name="GluePoint12X" fmla="*/ 43 w 256"/>
                <a:gd name="GluePoint12Y" fmla="*/ 213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4"/>
                    <a:pt x="38" y="38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2"/>
                    <a:pt x="14" y="195"/>
                    <a:pt x="38" y="219"/>
                  </a:cubicBezTo>
                  <a:cubicBezTo>
                    <a:pt x="62" y="243"/>
                    <a:pt x="94" y="256"/>
                    <a:pt x="128" y="256"/>
                  </a:cubicBezTo>
                  <a:cubicBezTo>
                    <a:pt x="162" y="256"/>
                    <a:pt x="195" y="243"/>
                    <a:pt x="219" y="219"/>
                  </a:cubicBezTo>
                  <a:cubicBezTo>
                    <a:pt x="243" y="195"/>
                    <a:pt x="256" y="162"/>
                    <a:pt x="256" y="128"/>
                  </a:cubicBezTo>
                  <a:cubicBezTo>
                    <a:pt x="256" y="94"/>
                    <a:pt x="243" y="62"/>
                    <a:pt x="219" y="38"/>
                  </a:cubicBezTo>
                  <a:cubicBezTo>
                    <a:pt x="195" y="14"/>
                    <a:pt x="162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0" y="236"/>
                    <a:pt x="160" y="248"/>
                    <a:pt x="128" y="248"/>
                  </a:cubicBezTo>
                  <a:cubicBezTo>
                    <a:pt x="96" y="248"/>
                    <a:pt x="66" y="236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0" y="21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05" name="Rectangle 167"/>
            <p:cNvSpPr/>
            <p:nvPr/>
          </p:nvSpPr>
          <p:spPr>
            <a:xfrm>
              <a:off x="2210760" y="3347280"/>
              <a:ext cx="10080" cy="104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06" name="Rectangle 168"/>
            <p:cNvSpPr/>
            <p:nvPr/>
          </p:nvSpPr>
          <p:spPr>
            <a:xfrm>
              <a:off x="2210760" y="330948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07" name="Группа 399"/>
          <p:cNvGrpSpPr/>
          <p:nvPr/>
        </p:nvGrpSpPr>
        <p:grpSpPr>
          <a:xfrm>
            <a:off x="2458800" y="2836800"/>
            <a:ext cx="302400" cy="302400"/>
            <a:chOff x="2458800" y="2836800"/>
            <a:chExt cx="302400" cy="302400"/>
          </a:xfrm>
        </p:grpSpPr>
        <p:sp>
          <p:nvSpPr>
            <p:cNvPr id="2108" name="Freeform 169"/>
            <p:cNvSpPr/>
            <p:nvPr/>
          </p:nvSpPr>
          <p:spPr>
            <a:xfrm>
              <a:off x="2458800" y="2836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2 w 144"/>
                <a:gd name="GluePoint1Y" fmla="*/ 0 h 144"/>
                <a:gd name="GluePoint2X" fmla="*/ 0 w 144"/>
                <a:gd name="GluePoint2Y" fmla="*/ 2 h 144"/>
                <a:gd name="GluePoint3X" fmla="*/ 0 w 144"/>
                <a:gd name="GluePoint3Y" fmla="*/ 142 h 144"/>
                <a:gd name="GluePoint4X" fmla="*/ 2 w 144"/>
                <a:gd name="GluePoint4Y" fmla="*/ 144 h 144"/>
                <a:gd name="GluePoint5X" fmla="*/ 142 w 144"/>
                <a:gd name="GluePoint5Y" fmla="*/ 144 h 144"/>
                <a:gd name="GluePoint6X" fmla="*/ 144 w 144"/>
                <a:gd name="GluePoint6Y" fmla="*/ 142 h 144"/>
                <a:gd name="GluePoint7X" fmla="*/ 144 w 144"/>
                <a:gd name="GluePoint7Y" fmla="*/ 2 h 144"/>
                <a:gd name="GluePoint8X" fmla="*/ 142 w 144"/>
                <a:gd name="GluePoint8Y" fmla="*/ 0 h 144"/>
                <a:gd name="GluePoint9X" fmla="*/ 2 w 144"/>
                <a:gd name="GluePoint9Y" fmla="*/ 0 h 144"/>
                <a:gd name="GluePoint10X" fmla="*/ 139 w 144"/>
                <a:gd name="GluePoint10Y" fmla="*/ 140 h 144"/>
                <a:gd name="GluePoint11X" fmla="*/ 4 w 144"/>
                <a:gd name="GluePoint11Y" fmla="*/ 140 h 144"/>
                <a:gd name="GluePoint12X" fmla="*/ 4 w 144"/>
                <a:gd name="GluePoint12Y" fmla="*/ 5 h 144"/>
                <a:gd name="GluePoint13X" fmla="*/ 139 w 144"/>
                <a:gd name="GluePoint13Y" fmla="*/ 5 h 144"/>
                <a:gd name="GluePoint14X" fmla="*/ 139 w 144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09" name="Freeform 170"/>
            <p:cNvSpPr/>
            <p:nvPr/>
          </p:nvSpPr>
          <p:spPr>
            <a:xfrm>
              <a:off x="2486160" y="2945880"/>
              <a:ext cx="245520" cy="94320"/>
            </a:xfrm>
            <a:custGeom>
              <a:avLst/>
              <a:gdLst>
                <a:gd name="textAreaLeft" fmla="*/ 0 w 245520"/>
                <a:gd name="textAreaRight" fmla="*/ 245880 w 245520"/>
                <a:gd name="textAreaTop" fmla="*/ 0 h 94320"/>
                <a:gd name="textAreaBottom" fmla="*/ 94680 h 94320"/>
                <a:gd name="GluePoint1X" fmla="*/ 53 w 117"/>
                <a:gd name="GluePoint1Y" fmla="*/ 44 h 45"/>
                <a:gd name="GluePoint2X" fmla="*/ 54 w 117"/>
                <a:gd name="GluePoint2Y" fmla="*/ 45 h 45"/>
                <a:gd name="GluePoint3X" fmla="*/ 117 w 117"/>
                <a:gd name="GluePoint3Y" fmla="*/ 45 h 45"/>
                <a:gd name="GluePoint4X" fmla="*/ 117 w 117"/>
                <a:gd name="GluePoint4Y" fmla="*/ 40 h 45"/>
                <a:gd name="GluePoint5X" fmla="*/ 55 w 117"/>
                <a:gd name="GluePoint5Y" fmla="*/ 40 h 45"/>
                <a:gd name="GluePoint6X" fmla="*/ 29 w 117"/>
                <a:gd name="GluePoint6Y" fmla="*/ 1 h 45"/>
                <a:gd name="GluePoint7X" fmla="*/ 27 w 117"/>
                <a:gd name="GluePoint7Y" fmla="*/ 0 h 45"/>
                <a:gd name="GluePoint8X" fmla="*/ 0 w 117"/>
                <a:gd name="GluePoint8Y" fmla="*/ 0 h 45"/>
                <a:gd name="GluePoint9X" fmla="*/ 0 w 117"/>
                <a:gd name="GluePoint9Y" fmla="*/ 4 h 45"/>
                <a:gd name="GluePoint10X" fmla="*/ 26 w 117"/>
                <a:gd name="GluePoint10Y" fmla="*/ 4 h 45"/>
                <a:gd name="GluePoint11X" fmla="*/ 53 w 117"/>
                <a:gd name="GluePoint11Y" fmla="*/ 44 h 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17" h="45">
                  <a:moveTo>
                    <a:pt x="53" y="44"/>
                  </a:moveTo>
                  <a:lnTo>
                    <a:pt x="54" y="45"/>
                  </a:lnTo>
                  <a:lnTo>
                    <a:pt x="117" y="45"/>
                  </a:lnTo>
                  <a:lnTo>
                    <a:pt x="117" y="40"/>
                  </a:lnTo>
                  <a:lnTo>
                    <a:pt x="55" y="40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26" y="4"/>
                  </a:lnTo>
                  <a:lnTo>
                    <a:pt x="53" y="4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10" name="Rectangle 171"/>
            <p:cNvSpPr/>
            <p:nvPr/>
          </p:nvSpPr>
          <p:spPr>
            <a:xfrm>
              <a:off x="2599560" y="2945880"/>
              <a:ext cx="1321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11" name="Группа 400"/>
          <p:cNvGrpSpPr/>
          <p:nvPr/>
        </p:nvGrpSpPr>
        <p:grpSpPr>
          <a:xfrm>
            <a:off x="2851920" y="2836800"/>
            <a:ext cx="302400" cy="302400"/>
            <a:chOff x="2851920" y="2836800"/>
            <a:chExt cx="302400" cy="302400"/>
          </a:xfrm>
        </p:grpSpPr>
        <p:sp>
          <p:nvSpPr>
            <p:cNvPr id="2112" name="Freeform 172"/>
            <p:cNvSpPr/>
            <p:nvPr/>
          </p:nvSpPr>
          <p:spPr>
            <a:xfrm>
              <a:off x="2851920" y="2836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2 w 144"/>
                <a:gd name="GluePoint1Y" fmla="*/ 0 h 144"/>
                <a:gd name="GluePoint2X" fmla="*/ 0 w 144"/>
                <a:gd name="GluePoint2Y" fmla="*/ 2 h 144"/>
                <a:gd name="GluePoint3X" fmla="*/ 0 w 144"/>
                <a:gd name="GluePoint3Y" fmla="*/ 142 h 144"/>
                <a:gd name="GluePoint4X" fmla="*/ 2 w 144"/>
                <a:gd name="GluePoint4Y" fmla="*/ 144 h 144"/>
                <a:gd name="GluePoint5X" fmla="*/ 142 w 144"/>
                <a:gd name="GluePoint5Y" fmla="*/ 144 h 144"/>
                <a:gd name="GluePoint6X" fmla="*/ 144 w 144"/>
                <a:gd name="GluePoint6Y" fmla="*/ 142 h 144"/>
                <a:gd name="GluePoint7X" fmla="*/ 144 w 144"/>
                <a:gd name="GluePoint7Y" fmla="*/ 2 h 144"/>
                <a:gd name="GluePoint8X" fmla="*/ 142 w 144"/>
                <a:gd name="GluePoint8Y" fmla="*/ 0 h 144"/>
                <a:gd name="GluePoint9X" fmla="*/ 2 w 144"/>
                <a:gd name="GluePoint9Y" fmla="*/ 0 h 144"/>
                <a:gd name="GluePoint10X" fmla="*/ 139 w 144"/>
                <a:gd name="GluePoint10Y" fmla="*/ 140 h 144"/>
                <a:gd name="GluePoint11X" fmla="*/ 4 w 144"/>
                <a:gd name="GluePoint11Y" fmla="*/ 140 h 144"/>
                <a:gd name="GluePoint12X" fmla="*/ 4 w 144"/>
                <a:gd name="GluePoint12Y" fmla="*/ 5 h 144"/>
                <a:gd name="GluePoint13X" fmla="*/ 139 w 144"/>
                <a:gd name="GluePoint13Y" fmla="*/ 5 h 144"/>
                <a:gd name="GluePoint14X" fmla="*/ 139 w 144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13" name="Freeform 173"/>
            <p:cNvSpPr/>
            <p:nvPr/>
          </p:nvSpPr>
          <p:spPr>
            <a:xfrm>
              <a:off x="2927520" y="2912400"/>
              <a:ext cx="150840" cy="15084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150840"/>
                <a:gd name="textAreaBottom" fmla="*/ 151200 h 150840"/>
                <a:gd name="GluePoint1X" fmla="*/ 24 w 128"/>
                <a:gd name="GluePoint1Y" fmla="*/ 80 h 128"/>
                <a:gd name="GluePoint2X" fmla="*/ 0 w 128"/>
                <a:gd name="GluePoint2Y" fmla="*/ 104 h 128"/>
                <a:gd name="GluePoint3X" fmla="*/ 24 w 128"/>
                <a:gd name="GluePoint3Y" fmla="*/ 128 h 128"/>
                <a:gd name="GluePoint4X" fmla="*/ 48 w 128"/>
                <a:gd name="GluePoint4Y" fmla="*/ 104 h 128"/>
                <a:gd name="GluePoint5X" fmla="*/ 48 w 128"/>
                <a:gd name="GluePoint5Y" fmla="*/ 88 h 128"/>
                <a:gd name="GluePoint6X" fmla="*/ 80 w 128"/>
                <a:gd name="GluePoint6Y" fmla="*/ 88 h 128"/>
                <a:gd name="GluePoint7X" fmla="*/ 80 w 128"/>
                <a:gd name="GluePoint7Y" fmla="*/ 104 h 128"/>
                <a:gd name="GluePoint8X" fmla="*/ 104 w 128"/>
                <a:gd name="GluePoint8Y" fmla="*/ 128 h 128"/>
                <a:gd name="GluePoint9X" fmla="*/ 128 w 128"/>
                <a:gd name="GluePoint9Y" fmla="*/ 104 h 128"/>
                <a:gd name="GluePoint10X" fmla="*/ 104 w 128"/>
                <a:gd name="GluePoint10Y" fmla="*/ 80 h 128"/>
                <a:gd name="GluePoint11X" fmla="*/ 88 w 128"/>
                <a:gd name="GluePoint11Y" fmla="*/ 80 h 128"/>
                <a:gd name="GluePoint12X" fmla="*/ 88 w 128"/>
                <a:gd name="GluePoint12Y" fmla="*/ 48 h 128"/>
                <a:gd name="GluePoint13X" fmla="*/ 104 w 128"/>
                <a:gd name="GluePoint13Y" fmla="*/ 48 h 128"/>
                <a:gd name="GluePoint14X" fmla="*/ 128 w 128"/>
                <a:gd name="GluePoint14Y" fmla="*/ 24 h 128"/>
                <a:gd name="GluePoint15X" fmla="*/ 104 w 128"/>
                <a:gd name="GluePoint15Y" fmla="*/ 0 h 128"/>
                <a:gd name="GluePoint16X" fmla="*/ 80 w 128"/>
                <a:gd name="GluePoint16Y" fmla="*/ 24 h 128"/>
                <a:gd name="GluePoint17X" fmla="*/ 80 w 128"/>
                <a:gd name="GluePoint17Y" fmla="*/ 40 h 128"/>
                <a:gd name="GluePoint18X" fmla="*/ 48 w 128"/>
                <a:gd name="GluePoint18Y" fmla="*/ 40 h 128"/>
                <a:gd name="GluePoint19X" fmla="*/ 48 w 128"/>
                <a:gd name="GluePoint19Y" fmla="*/ 24 h 128"/>
                <a:gd name="GluePoint20X" fmla="*/ 24 w 128"/>
                <a:gd name="GluePoint20Y" fmla="*/ 0 h 128"/>
                <a:gd name="GluePoint21X" fmla="*/ 0 w 128"/>
                <a:gd name="GluePoint21Y" fmla="*/ 24 h 128"/>
                <a:gd name="GluePoint22X" fmla="*/ 24 w 128"/>
                <a:gd name="GluePoint22Y" fmla="*/ 48 h 128"/>
                <a:gd name="GluePoint23X" fmla="*/ 40 w 128"/>
                <a:gd name="GluePoint23Y" fmla="*/ 48 h 128"/>
                <a:gd name="GluePoint24X" fmla="*/ 40 w 128"/>
                <a:gd name="GluePoint24Y" fmla="*/ 80 h 128"/>
                <a:gd name="GluePoint25X" fmla="*/ 24 w 128"/>
                <a:gd name="GluePoint25Y" fmla="*/ 80 h 128"/>
                <a:gd name="GluePoint26X" fmla="*/ 40 w 128"/>
                <a:gd name="GluePoint26Y" fmla="*/ 104 h 128"/>
                <a:gd name="GluePoint27X" fmla="*/ 24 w 128"/>
                <a:gd name="GluePoint27Y" fmla="*/ 120 h 128"/>
                <a:gd name="GluePoint28X" fmla="*/ 8 w 128"/>
                <a:gd name="GluePoint28Y" fmla="*/ 104 h 128"/>
                <a:gd name="GluePoint29X" fmla="*/ 24 w 128"/>
                <a:gd name="GluePoint29Y" fmla="*/ 88 h 128"/>
                <a:gd name="GluePoint30X" fmla="*/ 40 w 128"/>
                <a:gd name="GluePoint30Y" fmla="*/ 88 h 128"/>
                <a:gd name="GluePoint31X" fmla="*/ 40 w 128"/>
                <a:gd name="GluePoint31Y" fmla="*/ 104 h 128"/>
                <a:gd name="GluePoint32X" fmla="*/ 88 w 128"/>
                <a:gd name="GluePoint32Y" fmla="*/ 24 h 128"/>
                <a:gd name="GluePoint33X" fmla="*/ 104 w 128"/>
                <a:gd name="GluePoint33Y" fmla="*/ 8 h 128"/>
                <a:gd name="GluePoint34X" fmla="*/ 120 w 128"/>
                <a:gd name="GluePoint34Y" fmla="*/ 24 h 128"/>
                <a:gd name="GluePoint35X" fmla="*/ 104 w 128"/>
                <a:gd name="GluePoint35Y" fmla="*/ 40 h 128"/>
                <a:gd name="GluePoint36X" fmla="*/ 88 w 128"/>
                <a:gd name="GluePoint36Y" fmla="*/ 40 h 128"/>
                <a:gd name="GluePoint37X" fmla="*/ 88 w 128"/>
                <a:gd name="GluePoint37Y" fmla="*/ 24 h 128"/>
                <a:gd name="GluePoint38X" fmla="*/ 88 w 128"/>
                <a:gd name="GluePoint38Y" fmla="*/ 88 h 128"/>
                <a:gd name="GluePoint39X" fmla="*/ 104 w 128"/>
                <a:gd name="GluePoint39Y" fmla="*/ 88 h 128"/>
                <a:gd name="GluePoint40X" fmla="*/ 120 w 128"/>
                <a:gd name="GluePoint40Y" fmla="*/ 104 h 128"/>
                <a:gd name="GluePoint41X" fmla="*/ 104 w 128"/>
                <a:gd name="GluePoint41Y" fmla="*/ 120 h 128"/>
                <a:gd name="GluePoint42X" fmla="*/ 88 w 128"/>
                <a:gd name="GluePoint42Y" fmla="*/ 104 h 128"/>
                <a:gd name="GluePoint43X" fmla="*/ 88 w 128"/>
                <a:gd name="GluePoint43Y" fmla="*/ 88 h 128"/>
                <a:gd name="GluePoint44X" fmla="*/ 48 w 128"/>
                <a:gd name="GluePoint44Y" fmla="*/ 48 h 128"/>
                <a:gd name="GluePoint45X" fmla="*/ 80 w 128"/>
                <a:gd name="GluePoint45Y" fmla="*/ 48 h 128"/>
                <a:gd name="GluePoint46X" fmla="*/ 80 w 128"/>
                <a:gd name="GluePoint46Y" fmla="*/ 80 h 128"/>
                <a:gd name="GluePoint47X" fmla="*/ 48 w 128"/>
                <a:gd name="GluePoint47Y" fmla="*/ 80 h 128"/>
                <a:gd name="GluePoint48X" fmla="*/ 48 w 128"/>
                <a:gd name="GluePoint48Y" fmla="*/ 48 h 128"/>
                <a:gd name="GluePoint49X" fmla="*/ 24 w 128"/>
                <a:gd name="GluePoint49Y" fmla="*/ 40 h 128"/>
                <a:gd name="GluePoint50X" fmla="*/ 8 w 128"/>
                <a:gd name="GluePoint50Y" fmla="*/ 24 h 128"/>
                <a:gd name="GluePoint51X" fmla="*/ 24 w 128"/>
                <a:gd name="GluePoint51Y" fmla="*/ 8 h 128"/>
                <a:gd name="GluePoint52X" fmla="*/ 40 w 128"/>
                <a:gd name="GluePoint52Y" fmla="*/ 24 h 128"/>
                <a:gd name="GluePoint53X" fmla="*/ 40 w 128"/>
                <a:gd name="GluePoint53Y" fmla="*/ 40 h 128"/>
                <a:gd name="GluePoint54X" fmla="*/ 24 w 128"/>
                <a:gd name="GluePoint54Y" fmla="*/ 40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</a:cxnLst>
              <a:rect l="textAreaLeft" t="textAreaTop" r="textAreaRight" b="textAreaBottom"/>
              <a:pathLst>
                <a:path w="128" h="128">
                  <a:moveTo>
                    <a:pt x="24" y="80"/>
                  </a:moveTo>
                  <a:cubicBezTo>
                    <a:pt x="11" y="80"/>
                    <a:pt x="0" y="91"/>
                    <a:pt x="0" y="104"/>
                  </a:cubicBezTo>
                  <a:cubicBezTo>
                    <a:pt x="0" y="117"/>
                    <a:pt x="11" y="128"/>
                    <a:pt x="24" y="128"/>
                  </a:cubicBezTo>
                  <a:cubicBezTo>
                    <a:pt x="38" y="128"/>
                    <a:pt x="48" y="117"/>
                    <a:pt x="48" y="104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80" y="88"/>
                    <a:pt x="80" y="88"/>
                    <a:pt x="80" y="88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0" y="117"/>
                    <a:pt x="91" y="128"/>
                    <a:pt x="104" y="128"/>
                  </a:cubicBezTo>
                  <a:cubicBezTo>
                    <a:pt x="118" y="128"/>
                    <a:pt x="128" y="117"/>
                    <a:pt x="128" y="104"/>
                  </a:cubicBezTo>
                  <a:cubicBezTo>
                    <a:pt x="128" y="91"/>
                    <a:pt x="118" y="80"/>
                    <a:pt x="104" y="80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18" y="48"/>
                    <a:pt x="128" y="37"/>
                    <a:pt x="128" y="24"/>
                  </a:cubicBezTo>
                  <a:cubicBezTo>
                    <a:pt x="128" y="11"/>
                    <a:pt x="118" y="0"/>
                    <a:pt x="104" y="0"/>
                  </a:cubicBezTo>
                  <a:cubicBezTo>
                    <a:pt x="91" y="0"/>
                    <a:pt x="80" y="11"/>
                    <a:pt x="80" y="24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80"/>
                    <a:pt x="40" y="80"/>
                    <a:pt x="40" y="80"/>
                  </a:cubicBezTo>
                  <a:lnTo>
                    <a:pt x="24" y="80"/>
                  </a:lnTo>
                  <a:close/>
                  <a:moveTo>
                    <a:pt x="40" y="104"/>
                  </a:moveTo>
                  <a:cubicBezTo>
                    <a:pt x="40" y="113"/>
                    <a:pt x="33" y="120"/>
                    <a:pt x="24" y="120"/>
                  </a:cubicBezTo>
                  <a:cubicBezTo>
                    <a:pt x="16" y="120"/>
                    <a:pt x="8" y="113"/>
                    <a:pt x="8" y="104"/>
                  </a:cubicBezTo>
                  <a:cubicBezTo>
                    <a:pt x="8" y="95"/>
                    <a:pt x="16" y="88"/>
                    <a:pt x="24" y="88"/>
                  </a:cubicBezTo>
                  <a:cubicBezTo>
                    <a:pt x="40" y="88"/>
                    <a:pt x="40" y="88"/>
                    <a:pt x="40" y="88"/>
                  </a:cubicBezTo>
                  <a:lnTo>
                    <a:pt x="40" y="104"/>
                  </a:lnTo>
                  <a:close/>
                  <a:moveTo>
                    <a:pt x="88" y="24"/>
                  </a:moveTo>
                  <a:cubicBezTo>
                    <a:pt x="88" y="15"/>
                    <a:pt x="96" y="8"/>
                    <a:pt x="104" y="8"/>
                  </a:cubicBezTo>
                  <a:cubicBezTo>
                    <a:pt x="113" y="8"/>
                    <a:pt x="120" y="15"/>
                    <a:pt x="120" y="24"/>
                  </a:cubicBezTo>
                  <a:cubicBezTo>
                    <a:pt x="120" y="33"/>
                    <a:pt x="113" y="40"/>
                    <a:pt x="104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24"/>
                  </a:lnTo>
                  <a:close/>
                  <a:moveTo>
                    <a:pt x="88" y="88"/>
                  </a:moveTo>
                  <a:cubicBezTo>
                    <a:pt x="104" y="88"/>
                    <a:pt x="104" y="88"/>
                    <a:pt x="104" y="88"/>
                  </a:cubicBezTo>
                  <a:cubicBezTo>
                    <a:pt x="113" y="88"/>
                    <a:pt x="120" y="95"/>
                    <a:pt x="120" y="104"/>
                  </a:cubicBezTo>
                  <a:cubicBezTo>
                    <a:pt x="120" y="113"/>
                    <a:pt x="113" y="120"/>
                    <a:pt x="104" y="120"/>
                  </a:cubicBezTo>
                  <a:cubicBezTo>
                    <a:pt x="96" y="120"/>
                    <a:pt x="88" y="113"/>
                    <a:pt x="88" y="104"/>
                  </a:cubicBezTo>
                  <a:lnTo>
                    <a:pt x="88" y="88"/>
                  </a:lnTo>
                  <a:close/>
                  <a:moveTo>
                    <a:pt x="48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48" y="80"/>
                    <a:pt x="48" y="80"/>
                    <a:pt x="48" y="80"/>
                  </a:cubicBezTo>
                  <a:lnTo>
                    <a:pt x="48" y="48"/>
                  </a:lnTo>
                  <a:close/>
                  <a:moveTo>
                    <a:pt x="24" y="40"/>
                  </a:moveTo>
                  <a:cubicBezTo>
                    <a:pt x="16" y="40"/>
                    <a:pt x="8" y="33"/>
                    <a:pt x="8" y="24"/>
                  </a:cubicBezTo>
                  <a:cubicBezTo>
                    <a:pt x="8" y="15"/>
                    <a:pt x="16" y="8"/>
                    <a:pt x="24" y="8"/>
                  </a:cubicBezTo>
                  <a:cubicBezTo>
                    <a:pt x="33" y="8"/>
                    <a:pt x="40" y="15"/>
                    <a:pt x="40" y="24"/>
                  </a:cubicBezTo>
                  <a:cubicBezTo>
                    <a:pt x="40" y="40"/>
                    <a:pt x="40" y="40"/>
                    <a:pt x="40" y="40"/>
                  </a:cubicBezTo>
                  <a:lnTo>
                    <a:pt x="24" y="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14" name="Группа 401"/>
          <p:cNvGrpSpPr/>
          <p:nvPr/>
        </p:nvGrpSpPr>
        <p:grpSpPr>
          <a:xfrm>
            <a:off x="3244680" y="2836800"/>
            <a:ext cx="304200" cy="302400"/>
            <a:chOff x="3244680" y="2836800"/>
            <a:chExt cx="304200" cy="302400"/>
          </a:xfrm>
        </p:grpSpPr>
        <p:sp>
          <p:nvSpPr>
            <p:cNvPr id="2115" name="Freeform 174"/>
            <p:cNvSpPr/>
            <p:nvPr/>
          </p:nvSpPr>
          <p:spPr>
            <a:xfrm>
              <a:off x="3244680" y="283680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3 w 145"/>
                <a:gd name="GluePoint1Y" fmla="*/ 0 h 144"/>
                <a:gd name="GluePoint2X" fmla="*/ 0 w 145"/>
                <a:gd name="GluePoint2Y" fmla="*/ 2 h 144"/>
                <a:gd name="GluePoint3X" fmla="*/ 0 w 145"/>
                <a:gd name="GluePoint3Y" fmla="*/ 142 h 144"/>
                <a:gd name="GluePoint4X" fmla="*/ 3 w 145"/>
                <a:gd name="GluePoint4Y" fmla="*/ 144 h 144"/>
                <a:gd name="GluePoint5X" fmla="*/ 142 w 145"/>
                <a:gd name="GluePoint5Y" fmla="*/ 144 h 144"/>
                <a:gd name="GluePoint6X" fmla="*/ 145 w 145"/>
                <a:gd name="GluePoint6Y" fmla="*/ 142 h 144"/>
                <a:gd name="GluePoint7X" fmla="*/ 145 w 145"/>
                <a:gd name="GluePoint7Y" fmla="*/ 2 h 144"/>
                <a:gd name="GluePoint8X" fmla="*/ 142 w 145"/>
                <a:gd name="GluePoint8Y" fmla="*/ 0 h 144"/>
                <a:gd name="GluePoint9X" fmla="*/ 3 w 145"/>
                <a:gd name="GluePoint9Y" fmla="*/ 0 h 144"/>
                <a:gd name="GluePoint10X" fmla="*/ 140 w 145"/>
                <a:gd name="GluePoint10Y" fmla="*/ 140 h 144"/>
                <a:gd name="GluePoint11X" fmla="*/ 5 w 145"/>
                <a:gd name="GluePoint11Y" fmla="*/ 140 h 144"/>
                <a:gd name="GluePoint12X" fmla="*/ 5 w 145"/>
                <a:gd name="GluePoint12Y" fmla="*/ 5 h 144"/>
                <a:gd name="GluePoint13X" fmla="*/ 140 w 145"/>
                <a:gd name="GluePoint13Y" fmla="*/ 5 h 144"/>
                <a:gd name="GluePoint14X" fmla="*/ 140 w 145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16" name="Freeform 175"/>
            <p:cNvSpPr/>
            <p:nvPr/>
          </p:nvSpPr>
          <p:spPr>
            <a:xfrm>
              <a:off x="3280320" y="2927160"/>
              <a:ext cx="228600" cy="121680"/>
            </a:xfrm>
            <a:custGeom>
              <a:avLst/>
              <a:gdLst>
                <a:gd name="textAreaLeft" fmla="*/ 0 w 228600"/>
                <a:gd name="textAreaRight" fmla="*/ 228960 w 228600"/>
                <a:gd name="textAreaTop" fmla="*/ 0 h 121680"/>
                <a:gd name="textAreaBottom" fmla="*/ 122040 h 121680"/>
                <a:gd name="GluePoint1X" fmla="*/ 109 w 109"/>
                <a:gd name="GluePoint1Y" fmla="*/ 58 h 58"/>
                <a:gd name="GluePoint2X" fmla="*/ 109 w 109"/>
                <a:gd name="GluePoint2Y" fmla="*/ 0 h 58"/>
                <a:gd name="GluePoint3X" fmla="*/ 25 w 109"/>
                <a:gd name="GluePoint3Y" fmla="*/ 0 h 58"/>
                <a:gd name="GluePoint4X" fmla="*/ 0 w 109"/>
                <a:gd name="GluePoint4Y" fmla="*/ 29 h 58"/>
                <a:gd name="GluePoint5X" fmla="*/ 25 w 109"/>
                <a:gd name="GluePoint5Y" fmla="*/ 58 h 58"/>
                <a:gd name="GluePoint6X" fmla="*/ 109 w 109"/>
                <a:gd name="GluePoint6Y" fmla="*/ 58 h 58"/>
                <a:gd name="GluePoint7X" fmla="*/ 27 w 109"/>
                <a:gd name="GluePoint7Y" fmla="*/ 4 h 58"/>
                <a:gd name="GluePoint8X" fmla="*/ 105 w 109"/>
                <a:gd name="GluePoint8Y" fmla="*/ 4 h 58"/>
                <a:gd name="GluePoint9X" fmla="*/ 105 w 109"/>
                <a:gd name="GluePoint9Y" fmla="*/ 54 h 58"/>
                <a:gd name="GluePoint10X" fmla="*/ 27 w 109"/>
                <a:gd name="GluePoint10Y" fmla="*/ 54 h 58"/>
                <a:gd name="GluePoint11X" fmla="*/ 6 w 109"/>
                <a:gd name="GluePoint11Y" fmla="*/ 29 h 58"/>
                <a:gd name="GluePoint12X" fmla="*/ 27 w 109"/>
                <a:gd name="GluePoint12Y" fmla="*/ 4 h 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09" h="58">
                  <a:moveTo>
                    <a:pt x="109" y="58"/>
                  </a:moveTo>
                  <a:lnTo>
                    <a:pt x="109" y="0"/>
                  </a:lnTo>
                  <a:lnTo>
                    <a:pt x="25" y="0"/>
                  </a:lnTo>
                  <a:lnTo>
                    <a:pt x="0" y="29"/>
                  </a:lnTo>
                  <a:lnTo>
                    <a:pt x="25" y="58"/>
                  </a:lnTo>
                  <a:lnTo>
                    <a:pt x="109" y="58"/>
                  </a:lnTo>
                  <a:close/>
                  <a:moveTo>
                    <a:pt x="27" y="4"/>
                  </a:moveTo>
                  <a:lnTo>
                    <a:pt x="105" y="4"/>
                  </a:lnTo>
                  <a:lnTo>
                    <a:pt x="105" y="54"/>
                  </a:lnTo>
                  <a:lnTo>
                    <a:pt x="27" y="54"/>
                  </a:lnTo>
                  <a:lnTo>
                    <a:pt x="6" y="29"/>
                  </a:lnTo>
                  <a:lnTo>
                    <a:pt x="27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17" name="Freeform 176"/>
            <p:cNvSpPr/>
            <p:nvPr/>
          </p:nvSpPr>
          <p:spPr>
            <a:xfrm>
              <a:off x="3368880" y="2952360"/>
              <a:ext cx="73080" cy="730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73080"/>
                <a:gd name="textAreaBottom" fmla="*/ 73440 h 73080"/>
                <a:gd name="GluePoint1X" fmla="*/ 3 w 35"/>
                <a:gd name="GluePoint1Y" fmla="*/ 35 h 35"/>
                <a:gd name="GluePoint2X" fmla="*/ 18 w 35"/>
                <a:gd name="GluePoint2Y" fmla="*/ 21 h 35"/>
                <a:gd name="GluePoint3X" fmla="*/ 32 w 35"/>
                <a:gd name="GluePoint3Y" fmla="*/ 35 h 35"/>
                <a:gd name="GluePoint4X" fmla="*/ 35 w 35"/>
                <a:gd name="GluePoint4Y" fmla="*/ 31 h 35"/>
                <a:gd name="GluePoint5X" fmla="*/ 21 w 35"/>
                <a:gd name="GluePoint5Y" fmla="*/ 17 h 35"/>
                <a:gd name="GluePoint6X" fmla="*/ 35 w 35"/>
                <a:gd name="GluePoint6Y" fmla="*/ 3 h 35"/>
                <a:gd name="GluePoint7X" fmla="*/ 32 w 35"/>
                <a:gd name="GluePoint7Y" fmla="*/ 0 h 35"/>
                <a:gd name="GluePoint8X" fmla="*/ 18 w 35"/>
                <a:gd name="GluePoint8Y" fmla="*/ 14 h 35"/>
                <a:gd name="GluePoint9X" fmla="*/ 3 w 35"/>
                <a:gd name="GluePoint9Y" fmla="*/ 0 h 35"/>
                <a:gd name="GluePoint10X" fmla="*/ 0 w 35"/>
                <a:gd name="GluePoint10Y" fmla="*/ 3 h 35"/>
                <a:gd name="GluePoint11X" fmla="*/ 15 w 35"/>
                <a:gd name="GluePoint11Y" fmla="*/ 17 h 35"/>
                <a:gd name="GluePoint12X" fmla="*/ 0 w 35"/>
                <a:gd name="GluePoint12Y" fmla="*/ 31 h 35"/>
                <a:gd name="GluePoint13X" fmla="*/ 3 w 35"/>
                <a:gd name="GluePoint13Y" fmla="*/ 35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35" h="35">
                  <a:moveTo>
                    <a:pt x="3" y="35"/>
                  </a:moveTo>
                  <a:lnTo>
                    <a:pt x="18" y="21"/>
                  </a:lnTo>
                  <a:lnTo>
                    <a:pt x="32" y="35"/>
                  </a:lnTo>
                  <a:lnTo>
                    <a:pt x="35" y="31"/>
                  </a:lnTo>
                  <a:lnTo>
                    <a:pt x="21" y="17"/>
                  </a:lnTo>
                  <a:lnTo>
                    <a:pt x="35" y="3"/>
                  </a:lnTo>
                  <a:lnTo>
                    <a:pt x="32" y="0"/>
                  </a:lnTo>
                  <a:lnTo>
                    <a:pt x="18" y="14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1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18" name="Группа 402"/>
          <p:cNvGrpSpPr/>
          <p:nvPr/>
        </p:nvGrpSpPr>
        <p:grpSpPr>
          <a:xfrm>
            <a:off x="3637800" y="2836800"/>
            <a:ext cx="304200" cy="302400"/>
            <a:chOff x="3637800" y="2836800"/>
            <a:chExt cx="304200" cy="302400"/>
          </a:xfrm>
        </p:grpSpPr>
        <p:sp>
          <p:nvSpPr>
            <p:cNvPr id="2119" name="Freeform 177"/>
            <p:cNvSpPr/>
            <p:nvPr/>
          </p:nvSpPr>
          <p:spPr>
            <a:xfrm>
              <a:off x="3637800" y="283680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3 w 145"/>
                <a:gd name="GluePoint1Y" fmla="*/ 0 h 144"/>
                <a:gd name="GluePoint2X" fmla="*/ 0 w 145"/>
                <a:gd name="GluePoint2Y" fmla="*/ 2 h 144"/>
                <a:gd name="GluePoint3X" fmla="*/ 0 w 145"/>
                <a:gd name="GluePoint3Y" fmla="*/ 142 h 144"/>
                <a:gd name="GluePoint4X" fmla="*/ 3 w 145"/>
                <a:gd name="GluePoint4Y" fmla="*/ 144 h 144"/>
                <a:gd name="GluePoint5X" fmla="*/ 142 w 145"/>
                <a:gd name="GluePoint5Y" fmla="*/ 144 h 144"/>
                <a:gd name="GluePoint6X" fmla="*/ 145 w 145"/>
                <a:gd name="GluePoint6Y" fmla="*/ 142 h 144"/>
                <a:gd name="GluePoint7X" fmla="*/ 145 w 145"/>
                <a:gd name="GluePoint7Y" fmla="*/ 2 h 144"/>
                <a:gd name="GluePoint8X" fmla="*/ 142 w 145"/>
                <a:gd name="GluePoint8Y" fmla="*/ 0 h 144"/>
                <a:gd name="GluePoint9X" fmla="*/ 3 w 145"/>
                <a:gd name="GluePoint9Y" fmla="*/ 0 h 144"/>
                <a:gd name="GluePoint10X" fmla="*/ 140 w 145"/>
                <a:gd name="GluePoint10Y" fmla="*/ 140 h 144"/>
                <a:gd name="GluePoint11X" fmla="*/ 5 w 145"/>
                <a:gd name="GluePoint11Y" fmla="*/ 140 h 144"/>
                <a:gd name="GluePoint12X" fmla="*/ 5 w 145"/>
                <a:gd name="GluePoint12Y" fmla="*/ 5 h 144"/>
                <a:gd name="GluePoint13X" fmla="*/ 140 w 145"/>
                <a:gd name="GluePoint13Y" fmla="*/ 5 h 144"/>
                <a:gd name="GluePoint14X" fmla="*/ 140 w 145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20" name="Freeform 178"/>
            <p:cNvSpPr/>
            <p:nvPr/>
          </p:nvSpPr>
          <p:spPr>
            <a:xfrm>
              <a:off x="3732120" y="2954520"/>
              <a:ext cx="113040" cy="8568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85680"/>
                <a:gd name="textAreaBottom" fmla="*/ 86040 h 85680"/>
                <a:gd name="GluePoint1X" fmla="*/ 29 w 54"/>
                <a:gd name="GluePoint1Y" fmla="*/ 41 h 41"/>
                <a:gd name="GluePoint2X" fmla="*/ 54 w 54"/>
                <a:gd name="GluePoint2Y" fmla="*/ 4 h 41"/>
                <a:gd name="GluePoint3X" fmla="*/ 52 w 54"/>
                <a:gd name="GluePoint3Y" fmla="*/ 0 h 41"/>
                <a:gd name="GluePoint4X" fmla="*/ 3 w 54"/>
                <a:gd name="GluePoint4Y" fmla="*/ 0 h 41"/>
                <a:gd name="GluePoint5X" fmla="*/ 0 w 54"/>
                <a:gd name="GluePoint5Y" fmla="*/ 4 h 41"/>
                <a:gd name="GluePoint6X" fmla="*/ 25 w 54"/>
                <a:gd name="GluePoint6Y" fmla="*/ 41 h 41"/>
                <a:gd name="GluePoint7X" fmla="*/ 29 w 54"/>
                <a:gd name="GluePoint7Y" fmla="*/ 41 h 41"/>
                <a:gd name="GluePoint8X" fmla="*/ 48 w 54"/>
                <a:gd name="GluePoint8Y" fmla="*/ 5 h 41"/>
                <a:gd name="GluePoint9X" fmla="*/ 27 w 54"/>
                <a:gd name="GluePoint9Y" fmla="*/ 35 h 41"/>
                <a:gd name="GluePoint10X" fmla="*/ 7 w 54"/>
                <a:gd name="GluePoint10Y" fmla="*/ 5 h 41"/>
                <a:gd name="GluePoint11X" fmla="*/ 48 w 54"/>
                <a:gd name="GluePoint11Y" fmla="*/ 5 h 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4" h="41">
                  <a:moveTo>
                    <a:pt x="29" y="41"/>
                  </a:moveTo>
                  <a:lnTo>
                    <a:pt x="54" y="4"/>
                  </a:lnTo>
                  <a:lnTo>
                    <a:pt x="52" y="0"/>
                  </a:lnTo>
                  <a:lnTo>
                    <a:pt x="3" y="0"/>
                  </a:lnTo>
                  <a:lnTo>
                    <a:pt x="0" y="4"/>
                  </a:lnTo>
                  <a:lnTo>
                    <a:pt x="25" y="41"/>
                  </a:lnTo>
                  <a:lnTo>
                    <a:pt x="29" y="41"/>
                  </a:lnTo>
                  <a:close/>
                  <a:moveTo>
                    <a:pt x="48" y="5"/>
                  </a:moveTo>
                  <a:lnTo>
                    <a:pt x="27" y="35"/>
                  </a:lnTo>
                  <a:lnTo>
                    <a:pt x="7" y="5"/>
                  </a:lnTo>
                  <a:lnTo>
                    <a:pt x="48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21" name="Группа 403"/>
          <p:cNvGrpSpPr/>
          <p:nvPr/>
        </p:nvGrpSpPr>
        <p:grpSpPr>
          <a:xfrm>
            <a:off x="4030560" y="2836800"/>
            <a:ext cx="304200" cy="302400"/>
            <a:chOff x="4030560" y="2836800"/>
            <a:chExt cx="304200" cy="302400"/>
          </a:xfrm>
        </p:grpSpPr>
        <p:sp>
          <p:nvSpPr>
            <p:cNvPr id="2122" name="Freeform 179"/>
            <p:cNvSpPr/>
            <p:nvPr/>
          </p:nvSpPr>
          <p:spPr>
            <a:xfrm>
              <a:off x="4030560" y="283680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3 w 145"/>
                <a:gd name="GluePoint1Y" fmla="*/ 0 h 144"/>
                <a:gd name="GluePoint2X" fmla="*/ 0 w 145"/>
                <a:gd name="GluePoint2Y" fmla="*/ 2 h 144"/>
                <a:gd name="GluePoint3X" fmla="*/ 0 w 145"/>
                <a:gd name="GluePoint3Y" fmla="*/ 142 h 144"/>
                <a:gd name="GluePoint4X" fmla="*/ 3 w 145"/>
                <a:gd name="GluePoint4Y" fmla="*/ 144 h 144"/>
                <a:gd name="GluePoint5X" fmla="*/ 142 w 145"/>
                <a:gd name="GluePoint5Y" fmla="*/ 144 h 144"/>
                <a:gd name="GluePoint6X" fmla="*/ 145 w 145"/>
                <a:gd name="GluePoint6Y" fmla="*/ 142 h 144"/>
                <a:gd name="GluePoint7X" fmla="*/ 145 w 145"/>
                <a:gd name="GluePoint7Y" fmla="*/ 2 h 144"/>
                <a:gd name="GluePoint8X" fmla="*/ 142 w 145"/>
                <a:gd name="GluePoint8Y" fmla="*/ 0 h 144"/>
                <a:gd name="GluePoint9X" fmla="*/ 3 w 145"/>
                <a:gd name="GluePoint9Y" fmla="*/ 0 h 144"/>
                <a:gd name="GluePoint10X" fmla="*/ 140 w 145"/>
                <a:gd name="GluePoint10Y" fmla="*/ 140 h 144"/>
                <a:gd name="GluePoint11X" fmla="*/ 5 w 145"/>
                <a:gd name="GluePoint11Y" fmla="*/ 140 h 144"/>
                <a:gd name="GluePoint12X" fmla="*/ 5 w 145"/>
                <a:gd name="GluePoint12Y" fmla="*/ 5 h 144"/>
                <a:gd name="GluePoint13X" fmla="*/ 140 w 145"/>
                <a:gd name="GluePoint13Y" fmla="*/ 5 h 144"/>
                <a:gd name="GluePoint14X" fmla="*/ 140 w 145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23" name="Freeform 180"/>
            <p:cNvSpPr/>
            <p:nvPr/>
          </p:nvSpPr>
          <p:spPr>
            <a:xfrm>
              <a:off x="4131720" y="2933280"/>
              <a:ext cx="83520" cy="11088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10880"/>
                <a:gd name="textAreaBottom" fmla="*/ 111240 h 110880"/>
                <a:gd name="GluePoint1X" fmla="*/ 40 w 40"/>
                <a:gd name="GluePoint1Y" fmla="*/ 51 h 53"/>
                <a:gd name="GluePoint2X" fmla="*/ 40 w 40"/>
                <a:gd name="GluePoint2Y" fmla="*/ 1 h 53"/>
                <a:gd name="GluePoint3X" fmla="*/ 36 w 40"/>
                <a:gd name="GluePoint3Y" fmla="*/ 0 h 53"/>
                <a:gd name="GluePoint4X" fmla="*/ 0 w 40"/>
                <a:gd name="GluePoint4Y" fmla="*/ 24 h 53"/>
                <a:gd name="GluePoint5X" fmla="*/ 0 w 40"/>
                <a:gd name="GluePoint5Y" fmla="*/ 28 h 53"/>
                <a:gd name="GluePoint6X" fmla="*/ 36 w 40"/>
                <a:gd name="GluePoint6Y" fmla="*/ 53 h 53"/>
                <a:gd name="GluePoint7X" fmla="*/ 40 w 40"/>
                <a:gd name="GluePoint7Y" fmla="*/ 51 h 53"/>
                <a:gd name="GluePoint8X" fmla="*/ 36 w 40"/>
                <a:gd name="GluePoint8Y" fmla="*/ 46 h 53"/>
                <a:gd name="GluePoint9X" fmla="*/ 6 w 40"/>
                <a:gd name="GluePoint9Y" fmla="*/ 26 h 53"/>
                <a:gd name="GluePoint10X" fmla="*/ 36 w 40"/>
                <a:gd name="GluePoint10Y" fmla="*/ 6 h 53"/>
                <a:gd name="GluePoint11X" fmla="*/ 36 w 40"/>
                <a:gd name="GluePoint11Y" fmla="*/ 46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0" h="53">
                  <a:moveTo>
                    <a:pt x="40" y="51"/>
                  </a:moveTo>
                  <a:lnTo>
                    <a:pt x="40" y="1"/>
                  </a:lnTo>
                  <a:lnTo>
                    <a:pt x="36" y="0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36" y="53"/>
                  </a:lnTo>
                  <a:lnTo>
                    <a:pt x="40" y="51"/>
                  </a:lnTo>
                  <a:close/>
                  <a:moveTo>
                    <a:pt x="36" y="46"/>
                  </a:moveTo>
                  <a:lnTo>
                    <a:pt x="6" y="26"/>
                  </a:lnTo>
                  <a:lnTo>
                    <a:pt x="36" y="6"/>
                  </a:lnTo>
                  <a:lnTo>
                    <a:pt x="36" y="4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24" name="Группа 404"/>
          <p:cNvGrpSpPr/>
          <p:nvPr/>
        </p:nvGrpSpPr>
        <p:grpSpPr>
          <a:xfrm>
            <a:off x="4423680" y="2836800"/>
            <a:ext cx="304200" cy="302400"/>
            <a:chOff x="4423680" y="2836800"/>
            <a:chExt cx="304200" cy="302400"/>
          </a:xfrm>
        </p:grpSpPr>
        <p:sp>
          <p:nvSpPr>
            <p:cNvPr id="2125" name="Freeform 181"/>
            <p:cNvSpPr/>
            <p:nvPr/>
          </p:nvSpPr>
          <p:spPr>
            <a:xfrm>
              <a:off x="4423680" y="283680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3 w 145"/>
                <a:gd name="GluePoint1Y" fmla="*/ 0 h 144"/>
                <a:gd name="GluePoint2X" fmla="*/ 0 w 145"/>
                <a:gd name="GluePoint2Y" fmla="*/ 2 h 144"/>
                <a:gd name="GluePoint3X" fmla="*/ 0 w 145"/>
                <a:gd name="GluePoint3Y" fmla="*/ 142 h 144"/>
                <a:gd name="GluePoint4X" fmla="*/ 3 w 145"/>
                <a:gd name="GluePoint4Y" fmla="*/ 144 h 144"/>
                <a:gd name="GluePoint5X" fmla="*/ 142 w 145"/>
                <a:gd name="GluePoint5Y" fmla="*/ 144 h 144"/>
                <a:gd name="GluePoint6X" fmla="*/ 145 w 145"/>
                <a:gd name="GluePoint6Y" fmla="*/ 142 h 144"/>
                <a:gd name="GluePoint7X" fmla="*/ 145 w 145"/>
                <a:gd name="GluePoint7Y" fmla="*/ 2 h 144"/>
                <a:gd name="GluePoint8X" fmla="*/ 142 w 145"/>
                <a:gd name="GluePoint8Y" fmla="*/ 0 h 144"/>
                <a:gd name="GluePoint9X" fmla="*/ 3 w 145"/>
                <a:gd name="GluePoint9Y" fmla="*/ 0 h 144"/>
                <a:gd name="GluePoint10X" fmla="*/ 140 w 145"/>
                <a:gd name="GluePoint10Y" fmla="*/ 140 h 144"/>
                <a:gd name="GluePoint11X" fmla="*/ 5 w 145"/>
                <a:gd name="GluePoint11Y" fmla="*/ 140 h 144"/>
                <a:gd name="GluePoint12X" fmla="*/ 5 w 145"/>
                <a:gd name="GluePoint12Y" fmla="*/ 5 h 144"/>
                <a:gd name="GluePoint13X" fmla="*/ 140 w 145"/>
                <a:gd name="GluePoint13Y" fmla="*/ 5 h 144"/>
                <a:gd name="GluePoint14X" fmla="*/ 140 w 145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26" name="Freeform 182"/>
            <p:cNvSpPr/>
            <p:nvPr/>
          </p:nvSpPr>
          <p:spPr>
            <a:xfrm>
              <a:off x="4461480" y="2916720"/>
              <a:ext cx="228600" cy="140400"/>
            </a:xfrm>
            <a:custGeom>
              <a:avLst/>
              <a:gdLst>
                <a:gd name="textAreaLeft" fmla="*/ 0 w 228600"/>
                <a:gd name="textAreaRight" fmla="*/ 228960 w 228600"/>
                <a:gd name="textAreaTop" fmla="*/ 0 h 140400"/>
                <a:gd name="textAreaBottom" fmla="*/ 140760 h 140400"/>
                <a:gd name="GluePoint1X" fmla="*/ 25 w 109"/>
                <a:gd name="GluePoint1Y" fmla="*/ 64 h 67"/>
                <a:gd name="GluePoint2X" fmla="*/ 8 w 109"/>
                <a:gd name="GluePoint2Y" fmla="*/ 48 h 67"/>
                <a:gd name="GluePoint3X" fmla="*/ 109 w 109"/>
                <a:gd name="GluePoint3Y" fmla="*/ 48 h 67"/>
                <a:gd name="GluePoint4X" fmla="*/ 109 w 109"/>
                <a:gd name="GluePoint4Y" fmla="*/ 0 h 67"/>
                <a:gd name="GluePoint5X" fmla="*/ 82 w 109"/>
                <a:gd name="GluePoint5Y" fmla="*/ 0 h 67"/>
                <a:gd name="GluePoint6X" fmla="*/ 82 w 109"/>
                <a:gd name="GluePoint6Y" fmla="*/ 5 h 67"/>
                <a:gd name="GluePoint7X" fmla="*/ 104 w 109"/>
                <a:gd name="GluePoint7Y" fmla="*/ 5 h 67"/>
                <a:gd name="GluePoint8X" fmla="*/ 104 w 109"/>
                <a:gd name="GluePoint8Y" fmla="*/ 43 h 67"/>
                <a:gd name="GluePoint9X" fmla="*/ 8 w 109"/>
                <a:gd name="GluePoint9Y" fmla="*/ 43 h 67"/>
                <a:gd name="GluePoint10X" fmla="*/ 25 w 109"/>
                <a:gd name="GluePoint10Y" fmla="*/ 27 h 67"/>
                <a:gd name="GluePoint11X" fmla="*/ 21 w 109"/>
                <a:gd name="GluePoint11Y" fmla="*/ 23 h 67"/>
                <a:gd name="GluePoint12X" fmla="*/ 0 w 109"/>
                <a:gd name="GluePoint12Y" fmla="*/ 44 h 67"/>
                <a:gd name="GluePoint13X" fmla="*/ 0 w 109"/>
                <a:gd name="GluePoint13Y" fmla="*/ 47 h 67"/>
                <a:gd name="GluePoint14X" fmla="*/ 21 w 109"/>
                <a:gd name="GluePoint14Y" fmla="*/ 67 h 67"/>
                <a:gd name="GluePoint15X" fmla="*/ 25 w 109"/>
                <a:gd name="GluePoint15Y" fmla="*/ 64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09" h="67">
                  <a:moveTo>
                    <a:pt x="25" y="64"/>
                  </a:moveTo>
                  <a:lnTo>
                    <a:pt x="8" y="48"/>
                  </a:lnTo>
                  <a:lnTo>
                    <a:pt x="109" y="48"/>
                  </a:lnTo>
                  <a:lnTo>
                    <a:pt x="109" y="0"/>
                  </a:lnTo>
                  <a:lnTo>
                    <a:pt x="82" y="0"/>
                  </a:lnTo>
                  <a:lnTo>
                    <a:pt x="82" y="5"/>
                  </a:lnTo>
                  <a:lnTo>
                    <a:pt x="104" y="5"/>
                  </a:lnTo>
                  <a:lnTo>
                    <a:pt x="104" y="43"/>
                  </a:lnTo>
                  <a:lnTo>
                    <a:pt x="8" y="43"/>
                  </a:lnTo>
                  <a:lnTo>
                    <a:pt x="25" y="27"/>
                  </a:lnTo>
                  <a:lnTo>
                    <a:pt x="21" y="23"/>
                  </a:lnTo>
                  <a:lnTo>
                    <a:pt x="0" y="44"/>
                  </a:lnTo>
                  <a:lnTo>
                    <a:pt x="0" y="47"/>
                  </a:lnTo>
                  <a:lnTo>
                    <a:pt x="21" y="67"/>
                  </a:lnTo>
                  <a:lnTo>
                    <a:pt x="25" y="6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27" name="Группа 405"/>
          <p:cNvGrpSpPr/>
          <p:nvPr/>
        </p:nvGrpSpPr>
        <p:grpSpPr>
          <a:xfrm>
            <a:off x="4816440" y="2836800"/>
            <a:ext cx="304200" cy="302400"/>
            <a:chOff x="4816440" y="2836800"/>
            <a:chExt cx="304200" cy="302400"/>
          </a:xfrm>
        </p:grpSpPr>
        <p:sp>
          <p:nvSpPr>
            <p:cNvPr id="2128" name="Freeform 183"/>
            <p:cNvSpPr/>
            <p:nvPr/>
          </p:nvSpPr>
          <p:spPr>
            <a:xfrm>
              <a:off x="4816440" y="283680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3 w 145"/>
                <a:gd name="GluePoint1Y" fmla="*/ 0 h 144"/>
                <a:gd name="GluePoint2X" fmla="*/ 0 w 145"/>
                <a:gd name="GluePoint2Y" fmla="*/ 2 h 144"/>
                <a:gd name="GluePoint3X" fmla="*/ 0 w 145"/>
                <a:gd name="GluePoint3Y" fmla="*/ 142 h 144"/>
                <a:gd name="GluePoint4X" fmla="*/ 3 w 145"/>
                <a:gd name="GluePoint4Y" fmla="*/ 144 h 144"/>
                <a:gd name="GluePoint5X" fmla="*/ 142 w 145"/>
                <a:gd name="GluePoint5Y" fmla="*/ 144 h 144"/>
                <a:gd name="GluePoint6X" fmla="*/ 145 w 145"/>
                <a:gd name="GluePoint6Y" fmla="*/ 142 h 144"/>
                <a:gd name="GluePoint7X" fmla="*/ 145 w 145"/>
                <a:gd name="GluePoint7Y" fmla="*/ 2 h 144"/>
                <a:gd name="GluePoint8X" fmla="*/ 142 w 145"/>
                <a:gd name="GluePoint8Y" fmla="*/ 0 h 144"/>
                <a:gd name="GluePoint9X" fmla="*/ 3 w 145"/>
                <a:gd name="GluePoint9Y" fmla="*/ 0 h 144"/>
                <a:gd name="GluePoint10X" fmla="*/ 140 w 145"/>
                <a:gd name="GluePoint10Y" fmla="*/ 140 h 144"/>
                <a:gd name="GluePoint11X" fmla="*/ 5 w 145"/>
                <a:gd name="GluePoint11Y" fmla="*/ 140 h 144"/>
                <a:gd name="GluePoint12X" fmla="*/ 5 w 145"/>
                <a:gd name="GluePoint12Y" fmla="*/ 5 h 144"/>
                <a:gd name="GluePoint13X" fmla="*/ 140 w 145"/>
                <a:gd name="GluePoint13Y" fmla="*/ 5 h 144"/>
                <a:gd name="GluePoint14X" fmla="*/ 140 w 145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5" h="144">
                  <a:moveTo>
                    <a:pt x="3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3" y="144"/>
                  </a:lnTo>
                  <a:lnTo>
                    <a:pt x="142" y="144"/>
                  </a:lnTo>
                  <a:lnTo>
                    <a:pt x="145" y="142"/>
                  </a:lnTo>
                  <a:lnTo>
                    <a:pt x="145" y="2"/>
                  </a:lnTo>
                  <a:lnTo>
                    <a:pt x="142" y="0"/>
                  </a:lnTo>
                  <a:lnTo>
                    <a:pt x="3" y="0"/>
                  </a:lnTo>
                  <a:close/>
                  <a:moveTo>
                    <a:pt x="140" y="140"/>
                  </a:moveTo>
                  <a:lnTo>
                    <a:pt x="5" y="140"/>
                  </a:lnTo>
                  <a:lnTo>
                    <a:pt x="5" y="5"/>
                  </a:lnTo>
                  <a:lnTo>
                    <a:pt x="140" y="5"/>
                  </a:lnTo>
                  <a:lnTo>
                    <a:pt x="140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29" name="Freeform 184"/>
            <p:cNvSpPr/>
            <p:nvPr/>
          </p:nvSpPr>
          <p:spPr>
            <a:xfrm>
              <a:off x="4936320" y="2933280"/>
              <a:ext cx="83520" cy="11088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10880"/>
                <a:gd name="textAreaBottom" fmla="*/ 111240 h 110880"/>
                <a:gd name="GluePoint1X" fmla="*/ 40 w 40"/>
                <a:gd name="GluePoint1Y" fmla="*/ 28 h 53"/>
                <a:gd name="GluePoint2X" fmla="*/ 40 w 40"/>
                <a:gd name="GluePoint2Y" fmla="*/ 24 h 53"/>
                <a:gd name="GluePoint3X" fmla="*/ 4 w 40"/>
                <a:gd name="GluePoint3Y" fmla="*/ 0 h 53"/>
                <a:gd name="GluePoint4X" fmla="*/ 0 w 40"/>
                <a:gd name="GluePoint4Y" fmla="*/ 1 h 53"/>
                <a:gd name="GluePoint5X" fmla="*/ 0 w 40"/>
                <a:gd name="GluePoint5Y" fmla="*/ 51 h 53"/>
                <a:gd name="GluePoint6X" fmla="*/ 4 w 40"/>
                <a:gd name="GluePoint6Y" fmla="*/ 53 h 53"/>
                <a:gd name="GluePoint7X" fmla="*/ 40 w 40"/>
                <a:gd name="GluePoint7Y" fmla="*/ 28 h 53"/>
                <a:gd name="GluePoint8X" fmla="*/ 4 w 40"/>
                <a:gd name="GluePoint8Y" fmla="*/ 6 h 53"/>
                <a:gd name="GluePoint9X" fmla="*/ 34 w 40"/>
                <a:gd name="GluePoint9Y" fmla="*/ 26 h 53"/>
                <a:gd name="GluePoint10X" fmla="*/ 4 w 40"/>
                <a:gd name="GluePoint10Y" fmla="*/ 46 h 53"/>
                <a:gd name="GluePoint11X" fmla="*/ 4 w 40"/>
                <a:gd name="GluePoint11Y" fmla="*/ 6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0" h="53">
                  <a:moveTo>
                    <a:pt x="40" y="28"/>
                  </a:moveTo>
                  <a:lnTo>
                    <a:pt x="40" y="24"/>
                  </a:lnTo>
                  <a:lnTo>
                    <a:pt x="4" y="0"/>
                  </a:lnTo>
                  <a:lnTo>
                    <a:pt x="0" y="1"/>
                  </a:lnTo>
                  <a:lnTo>
                    <a:pt x="0" y="51"/>
                  </a:lnTo>
                  <a:lnTo>
                    <a:pt x="4" y="53"/>
                  </a:lnTo>
                  <a:lnTo>
                    <a:pt x="40" y="28"/>
                  </a:lnTo>
                  <a:close/>
                  <a:moveTo>
                    <a:pt x="4" y="6"/>
                  </a:moveTo>
                  <a:lnTo>
                    <a:pt x="34" y="26"/>
                  </a:lnTo>
                  <a:lnTo>
                    <a:pt x="4" y="46"/>
                  </a:lnTo>
                  <a:lnTo>
                    <a:pt x="4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30" name="Группа 406"/>
          <p:cNvGrpSpPr/>
          <p:nvPr/>
        </p:nvGrpSpPr>
        <p:grpSpPr>
          <a:xfrm>
            <a:off x="5211720" y="2836800"/>
            <a:ext cx="302400" cy="302400"/>
            <a:chOff x="5211720" y="2836800"/>
            <a:chExt cx="302400" cy="302400"/>
          </a:xfrm>
        </p:grpSpPr>
        <p:sp>
          <p:nvSpPr>
            <p:cNvPr id="2131" name="Freeform 185"/>
            <p:cNvSpPr/>
            <p:nvPr/>
          </p:nvSpPr>
          <p:spPr>
            <a:xfrm>
              <a:off x="5211720" y="2836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2 w 144"/>
                <a:gd name="GluePoint1Y" fmla="*/ 0 h 144"/>
                <a:gd name="GluePoint2X" fmla="*/ 0 w 144"/>
                <a:gd name="GluePoint2Y" fmla="*/ 2 h 144"/>
                <a:gd name="GluePoint3X" fmla="*/ 0 w 144"/>
                <a:gd name="GluePoint3Y" fmla="*/ 142 h 144"/>
                <a:gd name="GluePoint4X" fmla="*/ 2 w 144"/>
                <a:gd name="GluePoint4Y" fmla="*/ 144 h 144"/>
                <a:gd name="GluePoint5X" fmla="*/ 142 w 144"/>
                <a:gd name="GluePoint5Y" fmla="*/ 144 h 144"/>
                <a:gd name="GluePoint6X" fmla="*/ 144 w 144"/>
                <a:gd name="GluePoint6Y" fmla="*/ 142 h 144"/>
                <a:gd name="GluePoint7X" fmla="*/ 144 w 144"/>
                <a:gd name="GluePoint7Y" fmla="*/ 2 h 144"/>
                <a:gd name="GluePoint8X" fmla="*/ 142 w 144"/>
                <a:gd name="GluePoint8Y" fmla="*/ 0 h 144"/>
                <a:gd name="GluePoint9X" fmla="*/ 2 w 144"/>
                <a:gd name="GluePoint9Y" fmla="*/ 0 h 144"/>
                <a:gd name="GluePoint10X" fmla="*/ 139 w 144"/>
                <a:gd name="GluePoint10Y" fmla="*/ 140 h 144"/>
                <a:gd name="GluePoint11X" fmla="*/ 4 w 144"/>
                <a:gd name="GluePoint11Y" fmla="*/ 140 h 144"/>
                <a:gd name="GluePoint12X" fmla="*/ 4 w 144"/>
                <a:gd name="GluePoint12Y" fmla="*/ 5 h 144"/>
                <a:gd name="GluePoint13X" fmla="*/ 139 w 144"/>
                <a:gd name="GluePoint13Y" fmla="*/ 5 h 144"/>
                <a:gd name="GluePoint14X" fmla="*/ 139 w 144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32" name="Freeform 186"/>
            <p:cNvSpPr/>
            <p:nvPr/>
          </p:nvSpPr>
          <p:spPr>
            <a:xfrm>
              <a:off x="5287320" y="2916720"/>
              <a:ext cx="148680" cy="14256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0 h 142560"/>
                <a:gd name="textAreaBottom" fmla="*/ 142920 h 142560"/>
                <a:gd name="GluePoint1X" fmla="*/ 18 w 71"/>
                <a:gd name="GluePoint1Y" fmla="*/ 45 h 68"/>
                <a:gd name="GluePoint2X" fmla="*/ 18 w 71"/>
                <a:gd name="GluePoint2Y" fmla="*/ 66 h 68"/>
                <a:gd name="GluePoint3X" fmla="*/ 20 w 71"/>
                <a:gd name="GluePoint3Y" fmla="*/ 68 h 68"/>
                <a:gd name="GluePoint4X" fmla="*/ 51 w 71"/>
                <a:gd name="GluePoint4Y" fmla="*/ 68 h 68"/>
                <a:gd name="GluePoint5X" fmla="*/ 54 w 71"/>
                <a:gd name="GluePoint5Y" fmla="*/ 66 h 68"/>
                <a:gd name="GluePoint6X" fmla="*/ 54 w 71"/>
                <a:gd name="GluePoint6Y" fmla="*/ 45 h 68"/>
                <a:gd name="GluePoint7X" fmla="*/ 69 w 71"/>
                <a:gd name="GluePoint7Y" fmla="*/ 45 h 68"/>
                <a:gd name="GluePoint8X" fmla="*/ 71 w 71"/>
                <a:gd name="GluePoint8Y" fmla="*/ 41 h 68"/>
                <a:gd name="GluePoint9X" fmla="*/ 37 w 71"/>
                <a:gd name="GluePoint9Y" fmla="*/ 0 h 68"/>
                <a:gd name="GluePoint10X" fmla="*/ 34 w 71"/>
                <a:gd name="GluePoint10Y" fmla="*/ 0 h 68"/>
                <a:gd name="GluePoint11X" fmla="*/ 0 w 71"/>
                <a:gd name="GluePoint11Y" fmla="*/ 41 h 68"/>
                <a:gd name="GluePoint12X" fmla="*/ 2 w 71"/>
                <a:gd name="GluePoint12Y" fmla="*/ 45 h 68"/>
                <a:gd name="GluePoint13X" fmla="*/ 18 w 71"/>
                <a:gd name="GluePoint13Y" fmla="*/ 45 h 68"/>
                <a:gd name="GluePoint14X" fmla="*/ 36 w 71"/>
                <a:gd name="GluePoint14Y" fmla="*/ 6 h 68"/>
                <a:gd name="GluePoint15X" fmla="*/ 65 w 71"/>
                <a:gd name="GluePoint15Y" fmla="*/ 41 h 68"/>
                <a:gd name="GluePoint16X" fmla="*/ 51 w 71"/>
                <a:gd name="GluePoint16Y" fmla="*/ 41 h 68"/>
                <a:gd name="GluePoint17X" fmla="*/ 49 w 71"/>
                <a:gd name="GluePoint17Y" fmla="*/ 43 h 68"/>
                <a:gd name="GluePoint18X" fmla="*/ 49 w 71"/>
                <a:gd name="GluePoint18Y" fmla="*/ 63 h 68"/>
                <a:gd name="GluePoint19X" fmla="*/ 22 w 71"/>
                <a:gd name="GluePoint19Y" fmla="*/ 63 h 68"/>
                <a:gd name="GluePoint20X" fmla="*/ 22 w 71"/>
                <a:gd name="GluePoint20Y" fmla="*/ 43 h 68"/>
                <a:gd name="GluePoint21X" fmla="*/ 20 w 71"/>
                <a:gd name="GluePoint21Y" fmla="*/ 41 h 68"/>
                <a:gd name="GluePoint22X" fmla="*/ 7 w 71"/>
                <a:gd name="GluePoint22Y" fmla="*/ 41 h 68"/>
                <a:gd name="GluePoint23X" fmla="*/ 36 w 71"/>
                <a:gd name="GluePoint23Y" fmla="*/ 6 h 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71" h="68">
                  <a:moveTo>
                    <a:pt x="18" y="45"/>
                  </a:moveTo>
                  <a:lnTo>
                    <a:pt x="18" y="66"/>
                  </a:lnTo>
                  <a:lnTo>
                    <a:pt x="20" y="68"/>
                  </a:lnTo>
                  <a:lnTo>
                    <a:pt x="51" y="68"/>
                  </a:lnTo>
                  <a:lnTo>
                    <a:pt x="54" y="66"/>
                  </a:lnTo>
                  <a:lnTo>
                    <a:pt x="54" y="45"/>
                  </a:lnTo>
                  <a:lnTo>
                    <a:pt x="69" y="45"/>
                  </a:lnTo>
                  <a:lnTo>
                    <a:pt x="71" y="4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0" y="41"/>
                  </a:lnTo>
                  <a:lnTo>
                    <a:pt x="2" y="45"/>
                  </a:lnTo>
                  <a:lnTo>
                    <a:pt x="18" y="45"/>
                  </a:lnTo>
                  <a:close/>
                  <a:moveTo>
                    <a:pt x="36" y="6"/>
                  </a:moveTo>
                  <a:lnTo>
                    <a:pt x="65" y="41"/>
                  </a:lnTo>
                  <a:lnTo>
                    <a:pt x="51" y="41"/>
                  </a:lnTo>
                  <a:lnTo>
                    <a:pt x="49" y="43"/>
                  </a:lnTo>
                  <a:lnTo>
                    <a:pt x="49" y="63"/>
                  </a:lnTo>
                  <a:lnTo>
                    <a:pt x="22" y="63"/>
                  </a:lnTo>
                  <a:lnTo>
                    <a:pt x="22" y="43"/>
                  </a:lnTo>
                  <a:lnTo>
                    <a:pt x="20" y="41"/>
                  </a:lnTo>
                  <a:lnTo>
                    <a:pt x="7" y="41"/>
                  </a:lnTo>
                  <a:lnTo>
                    <a:pt x="3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33" name="Группа 407"/>
          <p:cNvGrpSpPr/>
          <p:nvPr/>
        </p:nvGrpSpPr>
        <p:grpSpPr>
          <a:xfrm>
            <a:off x="5604480" y="2836800"/>
            <a:ext cx="302400" cy="302400"/>
            <a:chOff x="5604480" y="2836800"/>
            <a:chExt cx="302400" cy="302400"/>
          </a:xfrm>
        </p:grpSpPr>
        <p:sp>
          <p:nvSpPr>
            <p:cNvPr id="2134" name="Freeform 187"/>
            <p:cNvSpPr/>
            <p:nvPr/>
          </p:nvSpPr>
          <p:spPr>
            <a:xfrm>
              <a:off x="5604480" y="2836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2 w 144"/>
                <a:gd name="GluePoint1Y" fmla="*/ 0 h 144"/>
                <a:gd name="GluePoint2X" fmla="*/ 0 w 144"/>
                <a:gd name="GluePoint2Y" fmla="*/ 2 h 144"/>
                <a:gd name="GluePoint3X" fmla="*/ 0 w 144"/>
                <a:gd name="GluePoint3Y" fmla="*/ 142 h 144"/>
                <a:gd name="GluePoint4X" fmla="*/ 2 w 144"/>
                <a:gd name="GluePoint4Y" fmla="*/ 144 h 144"/>
                <a:gd name="GluePoint5X" fmla="*/ 142 w 144"/>
                <a:gd name="GluePoint5Y" fmla="*/ 144 h 144"/>
                <a:gd name="GluePoint6X" fmla="*/ 144 w 144"/>
                <a:gd name="GluePoint6Y" fmla="*/ 142 h 144"/>
                <a:gd name="GluePoint7X" fmla="*/ 144 w 144"/>
                <a:gd name="GluePoint7Y" fmla="*/ 2 h 144"/>
                <a:gd name="GluePoint8X" fmla="*/ 142 w 144"/>
                <a:gd name="GluePoint8Y" fmla="*/ 0 h 144"/>
                <a:gd name="GluePoint9X" fmla="*/ 2 w 144"/>
                <a:gd name="GluePoint9Y" fmla="*/ 0 h 144"/>
                <a:gd name="GluePoint10X" fmla="*/ 139 w 144"/>
                <a:gd name="GluePoint10Y" fmla="*/ 140 h 144"/>
                <a:gd name="GluePoint11X" fmla="*/ 4 w 144"/>
                <a:gd name="GluePoint11Y" fmla="*/ 140 h 144"/>
                <a:gd name="GluePoint12X" fmla="*/ 4 w 144"/>
                <a:gd name="GluePoint12Y" fmla="*/ 5 h 144"/>
                <a:gd name="GluePoint13X" fmla="*/ 139 w 144"/>
                <a:gd name="GluePoint13Y" fmla="*/ 5 h 144"/>
                <a:gd name="GluePoint14X" fmla="*/ 139 w 144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35" name="Freeform 188"/>
            <p:cNvSpPr/>
            <p:nvPr/>
          </p:nvSpPr>
          <p:spPr>
            <a:xfrm>
              <a:off x="5661360" y="2952360"/>
              <a:ext cx="165600" cy="7308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73080"/>
                <a:gd name="textAreaBottom" fmla="*/ 73440 h 73080"/>
                <a:gd name="GluePoint1X" fmla="*/ 59 w 79"/>
                <a:gd name="GluePoint1Y" fmla="*/ 31 h 35"/>
                <a:gd name="GluePoint2X" fmla="*/ 63 w 79"/>
                <a:gd name="GluePoint2Y" fmla="*/ 35 h 35"/>
                <a:gd name="GluePoint3X" fmla="*/ 79 w 79"/>
                <a:gd name="GluePoint3Y" fmla="*/ 19 h 35"/>
                <a:gd name="GluePoint4X" fmla="*/ 79 w 79"/>
                <a:gd name="GluePoint4Y" fmla="*/ 15 h 35"/>
                <a:gd name="GluePoint5X" fmla="*/ 63 w 79"/>
                <a:gd name="GluePoint5Y" fmla="*/ 0 h 35"/>
                <a:gd name="GluePoint6X" fmla="*/ 59 w 79"/>
                <a:gd name="GluePoint6Y" fmla="*/ 3 h 35"/>
                <a:gd name="GluePoint7X" fmla="*/ 71 w 79"/>
                <a:gd name="GluePoint7Y" fmla="*/ 15 h 35"/>
                <a:gd name="GluePoint8X" fmla="*/ 0 w 79"/>
                <a:gd name="GluePoint8Y" fmla="*/ 15 h 35"/>
                <a:gd name="GluePoint9X" fmla="*/ 0 w 79"/>
                <a:gd name="GluePoint9Y" fmla="*/ 19 h 35"/>
                <a:gd name="GluePoint10X" fmla="*/ 71 w 79"/>
                <a:gd name="GluePoint10Y" fmla="*/ 19 h 35"/>
                <a:gd name="GluePoint11X" fmla="*/ 59 w 79"/>
                <a:gd name="GluePoint11Y" fmla="*/ 31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9" h="35">
                  <a:moveTo>
                    <a:pt x="59" y="31"/>
                  </a:moveTo>
                  <a:lnTo>
                    <a:pt x="63" y="35"/>
                  </a:lnTo>
                  <a:lnTo>
                    <a:pt x="79" y="19"/>
                  </a:lnTo>
                  <a:lnTo>
                    <a:pt x="79" y="15"/>
                  </a:lnTo>
                  <a:lnTo>
                    <a:pt x="63" y="0"/>
                  </a:lnTo>
                  <a:lnTo>
                    <a:pt x="59" y="3"/>
                  </a:lnTo>
                  <a:lnTo>
                    <a:pt x="71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71" y="19"/>
                  </a:lnTo>
                  <a:lnTo>
                    <a:pt x="59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36" name="Rectangle 189"/>
            <p:cNvSpPr/>
            <p:nvPr/>
          </p:nvSpPr>
          <p:spPr>
            <a:xfrm>
              <a:off x="5835960" y="2945880"/>
              <a:ext cx="10080" cy="835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37" name="Группа 408"/>
          <p:cNvGrpSpPr/>
          <p:nvPr/>
        </p:nvGrpSpPr>
        <p:grpSpPr>
          <a:xfrm>
            <a:off x="5997600" y="2836800"/>
            <a:ext cx="302400" cy="302400"/>
            <a:chOff x="5997600" y="2836800"/>
            <a:chExt cx="302400" cy="302400"/>
          </a:xfrm>
        </p:grpSpPr>
        <p:sp>
          <p:nvSpPr>
            <p:cNvPr id="2138" name="Freeform 190"/>
            <p:cNvSpPr/>
            <p:nvPr/>
          </p:nvSpPr>
          <p:spPr>
            <a:xfrm>
              <a:off x="5997600" y="2836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2 w 144"/>
                <a:gd name="GluePoint1Y" fmla="*/ 0 h 144"/>
                <a:gd name="GluePoint2X" fmla="*/ 0 w 144"/>
                <a:gd name="GluePoint2Y" fmla="*/ 2 h 144"/>
                <a:gd name="GluePoint3X" fmla="*/ 0 w 144"/>
                <a:gd name="GluePoint3Y" fmla="*/ 142 h 144"/>
                <a:gd name="GluePoint4X" fmla="*/ 2 w 144"/>
                <a:gd name="GluePoint4Y" fmla="*/ 144 h 144"/>
                <a:gd name="GluePoint5X" fmla="*/ 142 w 144"/>
                <a:gd name="GluePoint5Y" fmla="*/ 144 h 144"/>
                <a:gd name="GluePoint6X" fmla="*/ 144 w 144"/>
                <a:gd name="GluePoint6Y" fmla="*/ 142 h 144"/>
                <a:gd name="GluePoint7X" fmla="*/ 144 w 144"/>
                <a:gd name="GluePoint7Y" fmla="*/ 2 h 144"/>
                <a:gd name="GluePoint8X" fmla="*/ 142 w 144"/>
                <a:gd name="GluePoint8Y" fmla="*/ 0 h 144"/>
                <a:gd name="GluePoint9X" fmla="*/ 2 w 144"/>
                <a:gd name="GluePoint9Y" fmla="*/ 0 h 144"/>
                <a:gd name="GluePoint10X" fmla="*/ 139 w 144"/>
                <a:gd name="GluePoint10Y" fmla="*/ 140 h 144"/>
                <a:gd name="GluePoint11X" fmla="*/ 4 w 144"/>
                <a:gd name="GluePoint11Y" fmla="*/ 140 h 144"/>
                <a:gd name="GluePoint12X" fmla="*/ 4 w 144"/>
                <a:gd name="GluePoint12Y" fmla="*/ 5 h 144"/>
                <a:gd name="GluePoint13X" fmla="*/ 139 w 144"/>
                <a:gd name="GluePoint13Y" fmla="*/ 5 h 144"/>
                <a:gd name="GluePoint14X" fmla="*/ 139 w 144"/>
                <a:gd name="GluePoint14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4" h="144">
                  <a:moveTo>
                    <a:pt x="2" y="0"/>
                  </a:moveTo>
                  <a:lnTo>
                    <a:pt x="0" y="2"/>
                  </a:lnTo>
                  <a:lnTo>
                    <a:pt x="0" y="142"/>
                  </a:lnTo>
                  <a:lnTo>
                    <a:pt x="2" y="144"/>
                  </a:lnTo>
                  <a:lnTo>
                    <a:pt x="142" y="144"/>
                  </a:lnTo>
                  <a:lnTo>
                    <a:pt x="144" y="142"/>
                  </a:lnTo>
                  <a:lnTo>
                    <a:pt x="144" y="2"/>
                  </a:lnTo>
                  <a:lnTo>
                    <a:pt x="142" y="0"/>
                  </a:lnTo>
                  <a:lnTo>
                    <a:pt x="2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39" name="Freeform 191"/>
            <p:cNvSpPr/>
            <p:nvPr/>
          </p:nvSpPr>
          <p:spPr>
            <a:xfrm>
              <a:off x="6092280" y="2945880"/>
              <a:ext cx="113040" cy="8352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83520"/>
                <a:gd name="textAreaBottom" fmla="*/ 83880 h 83520"/>
                <a:gd name="GluePoint1X" fmla="*/ 52 w 54"/>
                <a:gd name="GluePoint1Y" fmla="*/ 40 h 40"/>
                <a:gd name="GluePoint2X" fmla="*/ 54 w 54"/>
                <a:gd name="GluePoint2Y" fmla="*/ 36 h 40"/>
                <a:gd name="GluePoint3X" fmla="*/ 29 w 54"/>
                <a:gd name="GluePoint3Y" fmla="*/ 0 h 40"/>
                <a:gd name="GluePoint4X" fmla="*/ 25 w 54"/>
                <a:gd name="GluePoint4Y" fmla="*/ 0 h 40"/>
                <a:gd name="GluePoint5X" fmla="*/ 0 w 54"/>
                <a:gd name="GluePoint5Y" fmla="*/ 36 h 40"/>
                <a:gd name="GluePoint6X" fmla="*/ 2 w 54"/>
                <a:gd name="GluePoint6Y" fmla="*/ 40 h 40"/>
                <a:gd name="GluePoint7X" fmla="*/ 52 w 54"/>
                <a:gd name="GluePoint7Y" fmla="*/ 40 h 40"/>
                <a:gd name="GluePoint8X" fmla="*/ 27 w 54"/>
                <a:gd name="GluePoint8Y" fmla="*/ 6 h 40"/>
                <a:gd name="GluePoint9X" fmla="*/ 48 w 54"/>
                <a:gd name="GluePoint9Y" fmla="*/ 36 h 40"/>
                <a:gd name="GluePoint10X" fmla="*/ 6 w 54"/>
                <a:gd name="GluePoint10Y" fmla="*/ 36 h 40"/>
                <a:gd name="GluePoint11X" fmla="*/ 27 w 54"/>
                <a:gd name="GluePoint11Y" fmla="*/ 6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4" h="40">
                  <a:moveTo>
                    <a:pt x="52" y="40"/>
                  </a:moveTo>
                  <a:lnTo>
                    <a:pt x="54" y="36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0" y="36"/>
                  </a:lnTo>
                  <a:lnTo>
                    <a:pt x="2" y="40"/>
                  </a:lnTo>
                  <a:lnTo>
                    <a:pt x="52" y="40"/>
                  </a:lnTo>
                  <a:close/>
                  <a:moveTo>
                    <a:pt x="27" y="6"/>
                  </a:moveTo>
                  <a:lnTo>
                    <a:pt x="48" y="36"/>
                  </a:lnTo>
                  <a:lnTo>
                    <a:pt x="6" y="36"/>
                  </a:lnTo>
                  <a:lnTo>
                    <a:pt x="27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760" bIns="41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40" name="Группа 385"/>
          <p:cNvGrpSpPr/>
          <p:nvPr/>
        </p:nvGrpSpPr>
        <p:grpSpPr>
          <a:xfrm>
            <a:off x="5604480" y="2050920"/>
            <a:ext cx="302400" cy="302040"/>
            <a:chOff x="5604480" y="2050920"/>
            <a:chExt cx="302400" cy="302040"/>
          </a:xfrm>
        </p:grpSpPr>
        <p:sp>
          <p:nvSpPr>
            <p:cNvPr id="2141" name="Freeform 196"/>
            <p:cNvSpPr/>
            <p:nvPr/>
          </p:nvSpPr>
          <p:spPr>
            <a:xfrm>
              <a:off x="5604480" y="2166480"/>
              <a:ext cx="125640" cy="73080"/>
            </a:xfrm>
            <a:custGeom>
              <a:avLst/>
              <a:gdLst>
                <a:gd name="textAreaLeft" fmla="*/ 0 w 125640"/>
                <a:gd name="textAreaRight" fmla="*/ 126000 w 125640"/>
                <a:gd name="textAreaTop" fmla="*/ 0 h 73080"/>
                <a:gd name="textAreaBottom" fmla="*/ 73440 h 73080"/>
                <a:gd name="GluePoint1X" fmla="*/ 19 w 60"/>
                <a:gd name="GluePoint1Y" fmla="*/ 3 h 35"/>
                <a:gd name="GluePoint2X" fmla="*/ 16 w 60"/>
                <a:gd name="GluePoint2Y" fmla="*/ 0 h 35"/>
                <a:gd name="GluePoint3X" fmla="*/ 0 w 60"/>
                <a:gd name="GluePoint3Y" fmla="*/ 15 h 35"/>
                <a:gd name="GluePoint4X" fmla="*/ 0 w 60"/>
                <a:gd name="GluePoint4Y" fmla="*/ 19 h 35"/>
                <a:gd name="GluePoint5X" fmla="*/ 16 w 60"/>
                <a:gd name="GluePoint5Y" fmla="*/ 35 h 35"/>
                <a:gd name="GluePoint6X" fmla="*/ 19 w 60"/>
                <a:gd name="GluePoint6Y" fmla="*/ 31 h 35"/>
                <a:gd name="GluePoint7X" fmla="*/ 7 w 60"/>
                <a:gd name="GluePoint7Y" fmla="*/ 19 h 35"/>
                <a:gd name="GluePoint8X" fmla="*/ 60 w 60"/>
                <a:gd name="GluePoint8Y" fmla="*/ 19 h 35"/>
                <a:gd name="GluePoint9X" fmla="*/ 60 w 60"/>
                <a:gd name="GluePoint9Y" fmla="*/ 15 h 35"/>
                <a:gd name="GluePoint10X" fmla="*/ 7 w 60"/>
                <a:gd name="GluePoint10Y" fmla="*/ 15 h 35"/>
                <a:gd name="GluePoint11X" fmla="*/ 19 w 60"/>
                <a:gd name="GluePoint11Y" fmla="*/ 3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0" h="35">
                  <a:moveTo>
                    <a:pt x="19" y="3"/>
                  </a:moveTo>
                  <a:lnTo>
                    <a:pt x="16" y="0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6" y="35"/>
                  </a:lnTo>
                  <a:lnTo>
                    <a:pt x="19" y="31"/>
                  </a:lnTo>
                  <a:lnTo>
                    <a:pt x="7" y="19"/>
                  </a:lnTo>
                  <a:lnTo>
                    <a:pt x="60" y="19"/>
                  </a:lnTo>
                  <a:lnTo>
                    <a:pt x="60" y="15"/>
                  </a:lnTo>
                  <a:lnTo>
                    <a:pt x="7" y="15"/>
                  </a:lnTo>
                  <a:lnTo>
                    <a:pt x="19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42" name="Freeform 197"/>
            <p:cNvSpPr/>
            <p:nvPr/>
          </p:nvSpPr>
          <p:spPr>
            <a:xfrm>
              <a:off x="5779080" y="2166480"/>
              <a:ext cx="127800" cy="730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73080"/>
                <a:gd name="textAreaBottom" fmla="*/ 73440 h 73080"/>
                <a:gd name="GluePoint1X" fmla="*/ 0 w 61"/>
                <a:gd name="GluePoint1Y" fmla="*/ 19 h 35"/>
                <a:gd name="GluePoint2X" fmla="*/ 54 w 61"/>
                <a:gd name="GluePoint2Y" fmla="*/ 19 h 35"/>
                <a:gd name="GluePoint3X" fmla="*/ 41 w 61"/>
                <a:gd name="GluePoint3Y" fmla="*/ 31 h 35"/>
                <a:gd name="GluePoint4X" fmla="*/ 45 w 61"/>
                <a:gd name="GluePoint4Y" fmla="*/ 35 h 35"/>
                <a:gd name="GluePoint5X" fmla="*/ 61 w 61"/>
                <a:gd name="GluePoint5Y" fmla="*/ 19 h 35"/>
                <a:gd name="GluePoint6X" fmla="*/ 61 w 61"/>
                <a:gd name="GluePoint6Y" fmla="*/ 15 h 35"/>
                <a:gd name="GluePoint7X" fmla="*/ 45 w 61"/>
                <a:gd name="GluePoint7Y" fmla="*/ 0 h 35"/>
                <a:gd name="GluePoint8X" fmla="*/ 42 w 61"/>
                <a:gd name="GluePoint8Y" fmla="*/ 3 h 35"/>
                <a:gd name="GluePoint9X" fmla="*/ 54 w 61"/>
                <a:gd name="GluePoint9Y" fmla="*/ 15 h 35"/>
                <a:gd name="GluePoint10X" fmla="*/ 0 w 61"/>
                <a:gd name="GluePoint10Y" fmla="*/ 15 h 35"/>
                <a:gd name="GluePoint11X" fmla="*/ 0 w 61"/>
                <a:gd name="GluePoint11Y" fmla="*/ 19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1" h="35">
                  <a:moveTo>
                    <a:pt x="0" y="19"/>
                  </a:moveTo>
                  <a:lnTo>
                    <a:pt x="54" y="19"/>
                  </a:lnTo>
                  <a:lnTo>
                    <a:pt x="41" y="31"/>
                  </a:lnTo>
                  <a:lnTo>
                    <a:pt x="45" y="35"/>
                  </a:lnTo>
                  <a:lnTo>
                    <a:pt x="61" y="19"/>
                  </a:lnTo>
                  <a:lnTo>
                    <a:pt x="61" y="15"/>
                  </a:lnTo>
                  <a:lnTo>
                    <a:pt x="45" y="0"/>
                  </a:lnTo>
                  <a:lnTo>
                    <a:pt x="42" y="3"/>
                  </a:lnTo>
                  <a:lnTo>
                    <a:pt x="54" y="15"/>
                  </a:lnTo>
                  <a:lnTo>
                    <a:pt x="0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43" name="Freeform 198"/>
            <p:cNvSpPr/>
            <p:nvPr/>
          </p:nvSpPr>
          <p:spPr>
            <a:xfrm>
              <a:off x="5718240" y="2050920"/>
              <a:ext cx="73080" cy="12780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27800"/>
                <a:gd name="textAreaBottom" fmla="*/ 128160 h 127800"/>
                <a:gd name="GluePoint1X" fmla="*/ 16 w 35"/>
                <a:gd name="GluePoint1Y" fmla="*/ 0 h 61"/>
                <a:gd name="GluePoint2X" fmla="*/ 0 w 35"/>
                <a:gd name="GluePoint2Y" fmla="*/ 16 h 61"/>
                <a:gd name="GluePoint3X" fmla="*/ 4 w 35"/>
                <a:gd name="GluePoint3Y" fmla="*/ 19 h 61"/>
                <a:gd name="GluePoint4X" fmla="*/ 15 w 35"/>
                <a:gd name="GluePoint4Y" fmla="*/ 7 h 61"/>
                <a:gd name="GluePoint5X" fmla="*/ 15 w 35"/>
                <a:gd name="GluePoint5Y" fmla="*/ 61 h 61"/>
                <a:gd name="GluePoint6X" fmla="*/ 20 w 35"/>
                <a:gd name="GluePoint6Y" fmla="*/ 61 h 61"/>
                <a:gd name="GluePoint7X" fmla="*/ 20 w 35"/>
                <a:gd name="GluePoint7Y" fmla="*/ 7 h 61"/>
                <a:gd name="GluePoint8X" fmla="*/ 32 w 35"/>
                <a:gd name="GluePoint8Y" fmla="*/ 20 h 61"/>
                <a:gd name="GluePoint9X" fmla="*/ 35 w 35"/>
                <a:gd name="GluePoint9Y" fmla="*/ 16 h 61"/>
                <a:gd name="GluePoint10X" fmla="*/ 19 w 35"/>
                <a:gd name="GluePoint10Y" fmla="*/ 0 h 61"/>
                <a:gd name="GluePoint11X" fmla="*/ 16 w 35"/>
                <a:gd name="GluePoint11Y" fmla="*/ 0 h 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5" h="61">
                  <a:moveTo>
                    <a:pt x="16" y="0"/>
                  </a:moveTo>
                  <a:lnTo>
                    <a:pt x="0" y="16"/>
                  </a:lnTo>
                  <a:lnTo>
                    <a:pt x="4" y="19"/>
                  </a:lnTo>
                  <a:lnTo>
                    <a:pt x="15" y="7"/>
                  </a:lnTo>
                  <a:lnTo>
                    <a:pt x="15" y="61"/>
                  </a:lnTo>
                  <a:lnTo>
                    <a:pt x="20" y="61"/>
                  </a:lnTo>
                  <a:lnTo>
                    <a:pt x="20" y="7"/>
                  </a:lnTo>
                  <a:lnTo>
                    <a:pt x="32" y="20"/>
                  </a:lnTo>
                  <a:lnTo>
                    <a:pt x="35" y="16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44" name="Freeform 199"/>
            <p:cNvSpPr/>
            <p:nvPr/>
          </p:nvSpPr>
          <p:spPr>
            <a:xfrm>
              <a:off x="5718240" y="2225160"/>
              <a:ext cx="73080" cy="12780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27800"/>
                <a:gd name="textAreaBottom" fmla="*/ 128160 h 127800"/>
                <a:gd name="GluePoint1X" fmla="*/ 15 w 35"/>
                <a:gd name="GluePoint1Y" fmla="*/ 0 h 61"/>
                <a:gd name="GluePoint2X" fmla="*/ 15 w 35"/>
                <a:gd name="GluePoint2Y" fmla="*/ 53 h 61"/>
                <a:gd name="GluePoint3X" fmla="*/ 4 w 35"/>
                <a:gd name="GluePoint3Y" fmla="*/ 41 h 61"/>
                <a:gd name="GluePoint4X" fmla="*/ 0 w 35"/>
                <a:gd name="GluePoint4Y" fmla="*/ 45 h 61"/>
                <a:gd name="GluePoint5X" fmla="*/ 16 w 35"/>
                <a:gd name="GluePoint5Y" fmla="*/ 61 h 61"/>
                <a:gd name="GluePoint6X" fmla="*/ 19 w 35"/>
                <a:gd name="GluePoint6Y" fmla="*/ 61 h 61"/>
                <a:gd name="GluePoint7X" fmla="*/ 35 w 35"/>
                <a:gd name="GluePoint7Y" fmla="*/ 45 h 61"/>
                <a:gd name="GluePoint8X" fmla="*/ 32 w 35"/>
                <a:gd name="GluePoint8Y" fmla="*/ 41 h 61"/>
                <a:gd name="GluePoint9X" fmla="*/ 20 w 35"/>
                <a:gd name="GluePoint9Y" fmla="*/ 53 h 61"/>
                <a:gd name="GluePoint10X" fmla="*/ 20 w 35"/>
                <a:gd name="GluePoint10Y" fmla="*/ 0 h 61"/>
                <a:gd name="GluePoint11X" fmla="*/ 15 w 35"/>
                <a:gd name="GluePoint11Y" fmla="*/ 0 h 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5" h="61">
                  <a:moveTo>
                    <a:pt x="15" y="0"/>
                  </a:moveTo>
                  <a:lnTo>
                    <a:pt x="15" y="53"/>
                  </a:lnTo>
                  <a:lnTo>
                    <a:pt x="4" y="41"/>
                  </a:lnTo>
                  <a:lnTo>
                    <a:pt x="0" y="45"/>
                  </a:lnTo>
                  <a:lnTo>
                    <a:pt x="16" y="61"/>
                  </a:lnTo>
                  <a:lnTo>
                    <a:pt x="19" y="61"/>
                  </a:lnTo>
                  <a:lnTo>
                    <a:pt x="35" y="45"/>
                  </a:lnTo>
                  <a:lnTo>
                    <a:pt x="32" y="41"/>
                  </a:lnTo>
                  <a:lnTo>
                    <a:pt x="20" y="53"/>
                  </a:lnTo>
                  <a:lnTo>
                    <a:pt x="2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45" name="Группа 427"/>
          <p:cNvGrpSpPr/>
          <p:nvPr/>
        </p:nvGrpSpPr>
        <p:grpSpPr>
          <a:xfrm>
            <a:off x="4030560" y="3643560"/>
            <a:ext cx="304200" cy="260280"/>
            <a:chOff x="4030560" y="3643560"/>
            <a:chExt cx="304200" cy="260280"/>
          </a:xfrm>
        </p:grpSpPr>
        <p:sp>
          <p:nvSpPr>
            <p:cNvPr id="2146" name="Freeform 200"/>
            <p:cNvSpPr/>
            <p:nvPr/>
          </p:nvSpPr>
          <p:spPr>
            <a:xfrm>
              <a:off x="4146120" y="3643560"/>
              <a:ext cx="73080" cy="2224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222480"/>
                <a:gd name="textAreaBottom" fmla="*/ 222840 h 222480"/>
                <a:gd name="GluePoint1X" fmla="*/ 19 w 35"/>
                <a:gd name="GluePoint1Y" fmla="*/ 106 h 106"/>
                <a:gd name="GluePoint2X" fmla="*/ 35 w 35"/>
                <a:gd name="GluePoint2Y" fmla="*/ 90 h 106"/>
                <a:gd name="GluePoint3X" fmla="*/ 32 w 35"/>
                <a:gd name="GluePoint3Y" fmla="*/ 87 h 106"/>
                <a:gd name="GluePoint4X" fmla="*/ 20 w 35"/>
                <a:gd name="GluePoint4Y" fmla="*/ 99 h 106"/>
                <a:gd name="GluePoint5X" fmla="*/ 20 w 35"/>
                <a:gd name="GluePoint5Y" fmla="*/ 0 h 106"/>
                <a:gd name="GluePoint6X" fmla="*/ 15 w 35"/>
                <a:gd name="GluePoint6Y" fmla="*/ 0 h 106"/>
                <a:gd name="GluePoint7X" fmla="*/ 15 w 35"/>
                <a:gd name="GluePoint7Y" fmla="*/ 99 h 106"/>
                <a:gd name="GluePoint8X" fmla="*/ 3 w 35"/>
                <a:gd name="GluePoint8Y" fmla="*/ 86 h 106"/>
                <a:gd name="GluePoint9X" fmla="*/ 0 w 35"/>
                <a:gd name="GluePoint9Y" fmla="*/ 90 h 106"/>
                <a:gd name="GluePoint10X" fmla="*/ 16 w 35"/>
                <a:gd name="GluePoint10Y" fmla="*/ 106 h 106"/>
                <a:gd name="GluePoint11X" fmla="*/ 19 w 35"/>
                <a:gd name="GluePoint11Y" fmla="*/ 106 h 10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5" h="106">
                  <a:moveTo>
                    <a:pt x="19" y="106"/>
                  </a:moveTo>
                  <a:lnTo>
                    <a:pt x="35" y="90"/>
                  </a:lnTo>
                  <a:lnTo>
                    <a:pt x="32" y="87"/>
                  </a:lnTo>
                  <a:lnTo>
                    <a:pt x="20" y="99"/>
                  </a:lnTo>
                  <a:lnTo>
                    <a:pt x="20" y="0"/>
                  </a:lnTo>
                  <a:lnTo>
                    <a:pt x="15" y="0"/>
                  </a:lnTo>
                  <a:lnTo>
                    <a:pt x="15" y="99"/>
                  </a:lnTo>
                  <a:lnTo>
                    <a:pt x="3" y="86"/>
                  </a:lnTo>
                  <a:lnTo>
                    <a:pt x="0" y="90"/>
                  </a:lnTo>
                  <a:lnTo>
                    <a:pt x="16" y="106"/>
                  </a:lnTo>
                  <a:lnTo>
                    <a:pt x="19" y="10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47" name="Rectangle 201"/>
            <p:cNvSpPr/>
            <p:nvPr/>
          </p:nvSpPr>
          <p:spPr>
            <a:xfrm>
              <a:off x="4030560" y="3895920"/>
              <a:ext cx="3042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48" name="Группа 428"/>
          <p:cNvGrpSpPr/>
          <p:nvPr/>
        </p:nvGrpSpPr>
        <p:grpSpPr>
          <a:xfrm>
            <a:off x="4446720" y="3622680"/>
            <a:ext cx="260280" cy="302400"/>
            <a:chOff x="4446720" y="3622680"/>
            <a:chExt cx="260280" cy="302400"/>
          </a:xfrm>
        </p:grpSpPr>
        <p:sp>
          <p:nvSpPr>
            <p:cNvPr id="2149" name="Freeform 202"/>
            <p:cNvSpPr/>
            <p:nvPr/>
          </p:nvSpPr>
          <p:spPr>
            <a:xfrm>
              <a:off x="4484520" y="3738240"/>
              <a:ext cx="222480" cy="7308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73080"/>
                <a:gd name="textAreaBottom" fmla="*/ 73440 h 73080"/>
                <a:gd name="GluePoint1X" fmla="*/ 19 w 106"/>
                <a:gd name="GluePoint1Y" fmla="*/ 31 h 35"/>
                <a:gd name="GluePoint2X" fmla="*/ 7 w 106"/>
                <a:gd name="GluePoint2Y" fmla="*/ 19 h 35"/>
                <a:gd name="GluePoint3X" fmla="*/ 106 w 106"/>
                <a:gd name="GluePoint3Y" fmla="*/ 19 h 35"/>
                <a:gd name="GluePoint4X" fmla="*/ 106 w 106"/>
                <a:gd name="GluePoint4Y" fmla="*/ 15 h 35"/>
                <a:gd name="GluePoint5X" fmla="*/ 7 w 106"/>
                <a:gd name="GluePoint5Y" fmla="*/ 15 h 35"/>
                <a:gd name="GluePoint6X" fmla="*/ 19 w 106"/>
                <a:gd name="GluePoint6Y" fmla="*/ 3 h 35"/>
                <a:gd name="GluePoint7X" fmla="*/ 16 w 106"/>
                <a:gd name="GluePoint7Y" fmla="*/ 0 h 35"/>
                <a:gd name="GluePoint8X" fmla="*/ 0 w 106"/>
                <a:gd name="GluePoint8Y" fmla="*/ 16 h 35"/>
                <a:gd name="GluePoint9X" fmla="*/ 0 w 106"/>
                <a:gd name="GluePoint9Y" fmla="*/ 19 h 35"/>
                <a:gd name="GluePoint10X" fmla="*/ 16 w 106"/>
                <a:gd name="GluePoint10Y" fmla="*/ 35 h 35"/>
                <a:gd name="GluePoint11X" fmla="*/ 19 w 106"/>
                <a:gd name="GluePoint11Y" fmla="*/ 31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06" h="35">
                  <a:moveTo>
                    <a:pt x="19" y="31"/>
                  </a:moveTo>
                  <a:lnTo>
                    <a:pt x="7" y="19"/>
                  </a:lnTo>
                  <a:lnTo>
                    <a:pt x="106" y="19"/>
                  </a:lnTo>
                  <a:lnTo>
                    <a:pt x="106" y="15"/>
                  </a:lnTo>
                  <a:lnTo>
                    <a:pt x="7" y="15"/>
                  </a:lnTo>
                  <a:lnTo>
                    <a:pt x="19" y="3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6" y="35"/>
                  </a:lnTo>
                  <a:lnTo>
                    <a:pt x="19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50" name="Rectangle 203"/>
            <p:cNvSpPr/>
            <p:nvPr/>
          </p:nvSpPr>
          <p:spPr>
            <a:xfrm>
              <a:off x="4446720" y="3622680"/>
              <a:ext cx="7920" cy="302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51" name="Группа 429"/>
          <p:cNvGrpSpPr/>
          <p:nvPr/>
        </p:nvGrpSpPr>
        <p:grpSpPr>
          <a:xfrm>
            <a:off x="4839840" y="3622680"/>
            <a:ext cx="259920" cy="302400"/>
            <a:chOff x="4839840" y="3622680"/>
            <a:chExt cx="259920" cy="302400"/>
          </a:xfrm>
        </p:grpSpPr>
        <p:sp>
          <p:nvSpPr>
            <p:cNvPr id="2152" name="Freeform 204"/>
            <p:cNvSpPr/>
            <p:nvPr/>
          </p:nvSpPr>
          <p:spPr>
            <a:xfrm>
              <a:off x="4839840" y="3738240"/>
              <a:ext cx="222480" cy="7308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73080"/>
                <a:gd name="textAreaBottom" fmla="*/ 73440 h 73080"/>
                <a:gd name="GluePoint1X" fmla="*/ 86 w 106"/>
                <a:gd name="GluePoint1Y" fmla="*/ 31 h 35"/>
                <a:gd name="GluePoint2X" fmla="*/ 89 w 106"/>
                <a:gd name="GluePoint2Y" fmla="*/ 35 h 35"/>
                <a:gd name="GluePoint3X" fmla="*/ 106 w 106"/>
                <a:gd name="GluePoint3Y" fmla="*/ 19 h 35"/>
                <a:gd name="GluePoint4X" fmla="*/ 106 w 106"/>
                <a:gd name="GluePoint4Y" fmla="*/ 16 h 35"/>
                <a:gd name="GluePoint5X" fmla="*/ 89 w 106"/>
                <a:gd name="GluePoint5Y" fmla="*/ 0 h 35"/>
                <a:gd name="GluePoint6X" fmla="*/ 86 w 106"/>
                <a:gd name="GluePoint6Y" fmla="*/ 3 h 35"/>
                <a:gd name="GluePoint7X" fmla="*/ 98 w 106"/>
                <a:gd name="GluePoint7Y" fmla="*/ 15 h 35"/>
                <a:gd name="GluePoint8X" fmla="*/ 0 w 106"/>
                <a:gd name="GluePoint8Y" fmla="*/ 15 h 35"/>
                <a:gd name="GluePoint9X" fmla="*/ 0 w 106"/>
                <a:gd name="GluePoint9Y" fmla="*/ 19 h 35"/>
                <a:gd name="GluePoint10X" fmla="*/ 98 w 106"/>
                <a:gd name="GluePoint10Y" fmla="*/ 19 h 35"/>
                <a:gd name="GluePoint11X" fmla="*/ 86 w 106"/>
                <a:gd name="GluePoint11Y" fmla="*/ 31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06" h="35">
                  <a:moveTo>
                    <a:pt x="86" y="31"/>
                  </a:moveTo>
                  <a:lnTo>
                    <a:pt x="89" y="35"/>
                  </a:lnTo>
                  <a:lnTo>
                    <a:pt x="106" y="19"/>
                  </a:lnTo>
                  <a:lnTo>
                    <a:pt x="106" y="16"/>
                  </a:lnTo>
                  <a:lnTo>
                    <a:pt x="89" y="0"/>
                  </a:lnTo>
                  <a:lnTo>
                    <a:pt x="86" y="3"/>
                  </a:lnTo>
                  <a:lnTo>
                    <a:pt x="98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98" y="19"/>
                  </a:lnTo>
                  <a:lnTo>
                    <a:pt x="86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53" name="Rectangle 206"/>
            <p:cNvSpPr/>
            <p:nvPr/>
          </p:nvSpPr>
          <p:spPr>
            <a:xfrm>
              <a:off x="5089680" y="3622680"/>
              <a:ext cx="10080" cy="302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54" name="Группа 430"/>
          <p:cNvGrpSpPr/>
          <p:nvPr/>
        </p:nvGrpSpPr>
        <p:grpSpPr>
          <a:xfrm>
            <a:off x="5211720" y="3643560"/>
            <a:ext cx="302400" cy="260640"/>
            <a:chOff x="5211720" y="3643560"/>
            <a:chExt cx="302400" cy="260640"/>
          </a:xfrm>
        </p:grpSpPr>
        <p:sp>
          <p:nvSpPr>
            <p:cNvPr id="2155" name="Freeform 207"/>
            <p:cNvSpPr/>
            <p:nvPr/>
          </p:nvSpPr>
          <p:spPr>
            <a:xfrm>
              <a:off x="5325120" y="3681720"/>
              <a:ext cx="73080" cy="2224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222480"/>
                <a:gd name="textAreaBottom" fmla="*/ 222840 h 222480"/>
                <a:gd name="GluePoint1X" fmla="*/ 20 w 35"/>
                <a:gd name="GluePoint1Y" fmla="*/ 106 h 106"/>
                <a:gd name="GluePoint2X" fmla="*/ 20 w 35"/>
                <a:gd name="GluePoint2Y" fmla="*/ 8 h 106"/>
                <a:gd name="GluePoint3X" fmla="*/ 32 w 35"/>
                <a:gd name="GluePoint3Y" fmla="*/ 20 h 106"/>
                <a:gd name="GluePoint4X" fmla="*/ 35 w 35"/>
                <a:gd name="GluePoint4Y" fmla="*/ 17 h 106"/>
                <a:gd name="GluePoint5X" fmla="*/ 19 w 35"/>
                <a:gd name="GluePoint5Y" fmla="*/ 0 h 106"/>
                <a:gd name="GluePoint6X" fmla="*/ 16 w 35"/>
                <a:gd name="GluePoint6Y" fmla="*/ 0 h 106"/>
                <a:gd name="GluePoint7X" fmla="*/ 0 w 35"/>
                <a:gd name="GluePoint7Y" fmla="*/ 17 h 106"/>
                <a:gd name="GluePoint8X" fmla="*/ 4 w 35"/>
                <a:gd name="GluePoint8Y" fmla="*/ 20 h 106"/>
                <a:gd name="GluePoint9X" fmla="*/ 15 w 35"/>
                <a:gd name="GluePoint9Y" fmla="*/ 8 h 106"/>
                <a:gd name="GluePoint10X" fmla="*/ 15 w 35"/>
                <a:gd name="GluePoint10Y" fmla="*/ 106 h 106"/>
                <a:gd name="GluePoint11X" fmla="*/ 20 w 35"/>
                <a:gd name="GluePoint11Y" fmla="*/ 106 h 10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5" h="106">
                  <a:moveTo>
                    <a:pt x="20" y="106"/>
                  </a:moveTo>
                  <a:lnTo>
                    <a:pt x="20" y="8"/>
                  </a:lnTo>
                  <a:lnTo>
                    <a:pt x="32" y="20"/>
                  </a:lnTo>
                  <a:lnTo>
                    <a:pt x="35" y="17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4" y="20"/>
                  </a:lnTo>
                  <a:lnTo>
                    <a:pt x="15" y="8"/>
                  </a:lnTo>
                  <a:lnTo>
                    <a:pt x="15" y="106"/>
                  </a:lnTo>
                  <a:lnTo>
                    <a:pt x="20" y="10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56" name="Rectangle 208"/>
            <p:cNvSpPr/>
            <p:nvPr/>
          </p:nvSpPr>
          <p:spPr>
            <a:xfrm>
              <a:off x="5211720" y="3643560"/>
              <a:ext cx="302400" cy="10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157" name="Freeform 209"/>
          <p:cNvSpPr/>
          <p:nvPr/>
        </p:nvSpPr>
        <p:spPr>
          <a:xfrm>
            <a:off x="5997600" y="2050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0 w 144"/>
              <a:gd name="GluePoint1Y" fmla="*/ 74 h 144"/>
              <a:gd name="GluePoint2X" fmla="*/ 16 w 144"/>
              <a:gd name="GluePoint2Y" fmla="*/ 90 h 144"/>
              <a:gd name="GluePoint3X" fmla="*/ 19 w 144"/>
              <a:gd name="GluePoint3Y" fmla="*/ 86 h 144"/>
              <a:gd name="GluePoint4X" fmla="*/ 8 w 144"/>
              <a:gd name="GluePoint4Y" fmla="*/ 74 h 144"/>
              <a:gd name="GluePoint5X" fmla="*/ 70 w 144"/>
              <a:gd name="GluePoint5Y" fmla="*/ 74 h 144"/>
              <a:gd name="GluePoint6X" fmla="*/ 70 w 144"/>
              <a:gd name="GluePoint6Y" fmla="*/ 136 h 144"/>
              <a:gd name="GluePoint7X" fmla="*/ 58 w 144"/>
              <a:gd name="GluePoint7Y" fmla="*/ 124 h 144"/>
              <a:gd name="GluePoint8X" fmla="*/ 55 w 144"/>
              <a:gd name="GluePoint8Y" fmla="*/ 128 h 144"/>
              <a:gd name="GluePoint9X" fmla="*/ 71 w 144"/>
              <a:gd name="GluePoint9Y" fmla="*/ 144 h 144"/>
              <a:gd name="GluePoint10X" fmla="*/ 73 w 144"/>
              <a:gd name="GluePoint10Y" fmla="*/ 144 h 144"/>
              <a:gd name="GluePoint11X" fmla="*/ 89 w 144"/>
              <a:gd name="GluePoint11Y" fmla="*/ 128 h 144"/>
              <a:gd name="GluePoint12X" fmla="*/ 86 w 144"/>
              <a:gd name="GluePoint12Y" fmla="*/ 124 h 144"/>
              <a:gd name="GluePoint13X" fmla="*/ 74 w 144"/>
              <a:gd name="GluePoint13Y" fmla="*/ 136 h 144"/>
              <a:gd name="GluePoint14X" fmla="*/ 74 w 144"/>
              <a:gd name="GluePoint14Y" fmla="*/ 74 h 144"/>
              <a:gd name="GluePoint15X" fmla="*/ 137 w 144"/>
              <a:gd name="GluePoint15Y" fmla="*/ 74 h 144"/>
              <a:gd name="GluePoint16X" fmla="*/ 125 w 144"/>
              <a:gd name="GluePoint16Y" fmla="*/ 86 h 144"/>
              <a:gd name="GluePoint17X" fmla="*/ 128 w 144"/>
              <a:gd name="GluePoint17Y" fmla="*/ 90 h 144"/>
              <a:gd name="GluePoint18X" fmla="*/ 144 w 144"/>
              <a:gd name="GluePoint18Y" fmla="*/ 74 h 144"/>
              <a:gd name="GluePoint19X" fmla="*/ 144 w 144"/>
              <a:gd name="GluePoint19Y" fmla="*/ 70 h 144"/>
              <a:gd name="GluePoint20X" fmla="*/ 128 w 144"/>
              <a:gd name="GluePoint20Y" fmla="*/ 55 h 144"/>
              <a:gd name="GluePoint21X" fmla="*/ 125 w 144"/>
              <a:gd name="GluePoint21Y" fmla="*/ 58 h 144"/>
              <a:gd name="GluePoint22X" fmla="*/ 137 w 144"/>
              <a:gd name="GluePoint22Y" fmla="*/ 70 h 144"/>
              <a:gd name="GluePoint23X" fmla="*/ 74 w 144"/>
              <a:gd name="GluePoint23Y" fmla="*/ 70 h 144"/>
              <a:gd name="GluePoint24X" fmla="*/ 74 w 144"/>
              <a:gd name="GluePoint24Y" fmla="*/ 7 h 144"/>
              <a:gd name="GluePoint25X" fmla="*/ 86 w 144"/>
              <a:gd name="GluePoint25Y" fmla="*/ 20 h 144"/>
              <a:gd name="GluePoint26X" fmla="*/ 89 w 144"/>
              <a:gd name="GluePoint26Y" fmla="*/ 16 h 144"/>
              <a:gd name="GluePoint27X" fmla="*/ 73 w 144"/>
              <a:gd name="GluePoint27Y" fmla="*/ 0 h 144"/>
              <a:gd name="GluePoint28X" fmla="*/ 71 w 144"/>
              <a:gd name="GluePoint28Y" fmla="*/ 0 h 144"/>
              <a:gd name="GluePoint29X" fmla="*/ 55 w 144"/>
              <a:gd name="GluePoint29Y" fmla="*/ 16 h 144"/>
              <a:gd name="GluePoint30X" fmla="*/ 58 w 144"/>
              <a:gd name="GluePoint30Y" fmla="*/ 19 h 144"/>
              <a:gd name="GluePoint31X" fmla="*/ 70 w 144"/>
              <a:gd name="GluePoint31Y" fmla="*/ 7 h 144"/>
              <a:gd name="GluePoint32X" fmla="*/ 70 w 144"/>
              <a:gd name="GluePoint32Y" fmla="*/ 70 h 144"/>
              <a:gd name="GluePoint33X" fmla="*/ 8 w 144"/>
              <a:gd name="GluePoint33Y" fmla="*/ 70 h 144"/>
              <a:gd name="GluePoint34X" fmla="*/ 19 w 144"/>
              <a:gd name="GluePoint34Y" fmla="*/ 58 h 144"/>
              <a:gd name="GluePoint35X" fmla="*/ 16 w 144"/>
              <a:gd name="GluePoint35Y" fmla="*/ 55 h 144"/>
              <a:gd name="GluePoint36X" fmla="*/ 0 w 144"/>
              <a:gd name="GluePoint36Y" fmla="*/ 70 h 144"/>
              <a:gd name="GluePoint37X" fmla="*/ 0 w 144"/>
              <a:gd name="GluePoint37Y" fmla="*/ 74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144" h="144">
                <a:moveTo>
                  <a:pt x="0" y="74"/>
                </a:moveTo>
                <a:lnTo>
                  <a:pt x="16" y="90"/>
                </a:lnTo>
                <a:lnTo>
                  <a:pt x="19" y="86"/>
                </a:lnTo>
                <a:lnTo>
                  <a:pt x="8" y="74"/>
                </a:lnTo>
                <a:lnTo>
                  <a:pt x="70" y="74"/>
                </a:lnTo>
                <a:lnTo>
                  <a:pt x="70" y="136"/>
                </a:lnTo>
                <a:lnTo>
                  <a:pt x="58" y="124"/>
                </a:lnTo>
                <a:lnTo>
                  <a:pt x="55" y="128"/>
                </a:lnTo>
                <a:lnTo>
                  <a:pt x="71" y="144"/>
                </a:lnTo>
                <a:lnTo>
                  <a:pt x="73" y="144"/>
                </a:lnTo>
                <a:lnTo>
                  <a:pt x="89" y="128"/>
                </a:lnTo>
                <a:lnTo>
                  <a:pt x="86" y="124"/>
                </a:lnTo>
                <a:lnTo>
                  <a:pt x="74" y="136"/>
                </a:lnTo>
                <a:lnTo>
                  <a:pt x="74" y="74"/>
                </a:lnTo>
                <a:lnTo>
                  <a:pt x="137" y="74"/>
                </a:lnTo>
                <a:lnTo>
                  <a:pt x="125" y="86"/>
                </a:lnTo>
                <a:lnTo>
                  <a:pt x="128" y="90"/>
                </a:lnTo>
                <a:lnTo>
                  <a:pt x="144" y="74"/>
                </a:lnTo>
                <a:lnTo>
                  <a:pt x="144" y="70"/>
                </a:lnTo>
                <a:lnTo>
                  <a:pt x="128" y="55"/>
                </a:lnTo>
                <a:lnTo>
                  <a:pt x="125" y="58"/>
                </a:lnTo>
                <a:lnTo>
                  <a:pt x="137" y="70"/>
                </a:lnTo>
                <a:lnTo>
                  <a:pt x="74" y="70"/>
                </a:lnTo>
                <a:lnTo>
                  <a:pt x="74" y="7"/>
                </a:lnTo>
                <a:lnTo>
                  <a:pt x="86" y="20"/>
                </a:lnTo>
                <a:lnTo>
                  <a:pt x="89" y="16"/>
                </a:lnTo>
                <a:lnTo>
                  <a:pt x="73" y="0"/>
                </a:lnTo>
                <a:lnTo>
                  <a:pt x="71" y="0"/>
                </a:lnTo>
                <a:lnTo>
                  <a:pt x="55" y="16"/>
                </a:lnTo>
                <a:lnTo>
                  <a:pt x="58" y="19"/>
                </a:lnTo>
                <a:lnTo>
                  <a:pt x="70" y="7"/>
                </a:lnTo>
                <a:lnTo>
                  <a:pt x="70" y="70"/>
                </a:lnTo>
                <a:lnTo>
                  <a:pt x="8" y="70"/>
                </a:lnTo>
                <a:lnTo>
                  <a:pt x="19" y="58"/>
                </a:lnTo>
                <a:lnTo>
                  <a:pt x="16" y="55"/>
                </a:lnTo>
                <a:lnTo>
                  <a:pt x="0" y="70"/>
                </a:lnTo>
                <a:lnTo>
                  <a:pt x="0" y="74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158" name="Группа 412"/>
          <p:cNvGrpSpPr/>
          <p:nvPr/>
        </p:nvGrpSpPr>
        <p:grpSpPr>
          <a:xfrm>
            <a:off x="2458800" y="3229560"/>
            <a:ext cx="302400" cy="302400"/>
            <a:chOff x="2458800" y="3229560"/>
            <a:chExt cx="302400" cy="302400"/>
          </a:xfrm>
        </p:grpSpPr>
        <p:sp>
          <p:nvSpPr>
            <p:cNvPr id="2159" name="Freeform 211"/>
            <p:cNvSpPr/>
            <p:nvPr/>
          </p:nvSpPr>
          <p:spPr>
            <a:xfrm>
              <a:off x="2458800" y="322956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0 h 256"/>
                <a:gd name="GluePoint2X" fmla="*/ 38 w 256"/>
                <a:gd name="GluePoint2Y" fmla="*/ 38 h 256"/>
                <a:gd name="GluePoint3X" fmla="*/ 0 w 256"/>
                <a:gd name="GluePoint3Y" fmla="*/ 128 h 256"/>
                <a:gd name="GluePoint4X" fmla="*/ 38 w 256"/>
                <a:gd name="GluePoint4Y" fmla="*/ 219 h 256"/>
                <a:gd name="GluePoint5X" fmla="*/ 128 w 256"/>
                <a:gd name="GluePoint5Y" fmla="*/ 256 h 256"/>
                <a:gd name="GluePoint6X" fmla="*/ 219 w 256"/>
                <a:gd name="GluePoint6Y" fmla="*/ 219 h 256"/>
                <a:gd name="GluePoint7X" fmla="*/ 256 w 256"/>
                <a:gd name="GluePoint7Y" fmla="*/ 128 h 256"/>
                <a:gd name="GluePoint8X" fmla="*/ 219 w 256"/>
                <a:gd name="GluePoint8Y" fmla="*/ 38 h 256"/>
                <a:gd name="GluePoint9X" fmla="*/ 128 w 256"/>
                <a:gd name="GluePoint9Y" fmla="*/ 0 h 256"/>
                <a:gd name="GluePoint10X" fmla="*/ 213 w 256"/>
                <a:gd name="GluePoint10Y" fmla="*/ 213 h 256"/>
                <a:gd name="GluePoint11X" fmla="*/ 128 w 256"/>
                <a:gd name="GluePoint11Y" fmla="*/ 248 h 256"/>
                <a:gd name="GluePoint12X" fmla="*/ 43 w 256"/>
                <a:gd name="GluePoint12Y" fmla="*/ 213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4"/>
                    <a:pt x="38" y="38"/>
                  </a:cubicBezTo>
                  <a:cubicBezTo>
                    <a:pt x="14" y="62"/>
                    <a:pt x="0" y="94"/>
                    <a:pt x="0" y="128"/>
                  </a:cubicBezTo>
                  <a:cubicBezTo>
                    <a:pt x="0" y="162"/>
                    <a:pt x="14" y="195"/>
                    <a:pt x="38" y="219"/>
                  </a:cubicBezTo>
                  <a:cubicBezTo>
                    <a:pt x="62" y="243"/>
                    <a:pt x="94" y="256"/>
                    <a:pt x="128" y="256"/>
                  </a:cubicBezTo>
                  <a:cubicBezTo>
                    <a:pt x="163" y="256"/>
                    <a:pt x="195" y="243"/>
                    <a:pt x="219" y="219"/>
                  </a:cubicBezTo>
                  <a:cubicBezTo>
                    <a:pt x="243" y="195"/>
                    <a:pt x="256" y="162"/>
                    <a:pt x="256" y="128"/>
                  </a:cubicBezTo>
                  <a:cubicBezTo>
                    <a:pt x="256" y="94"/>
                    <a:pt x="243" y="62"/>
                    <a:pt x="219" y="38"/>
                  </a:cubicBezTo>
                  <a:cubicBezTo>
                    <a:pt x="195" y="14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6"/>
                    <a:pt x="160" y="248"/>
                    <a:pt x="128" y="248"/>
                  </a:cubicBezTo>
                  <a:cubicBezTo>
                    <a:pt x="96" y="248"/>
                    <a:pt x="66" y="236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ubicBezTo>
                    <a:pt x="66" y="21"/>
                    <a:pt x="96" y="8"/>
                    <a:pt x="128" y="8"/>
                  </a:cubicBezTo>
                  <a:cubicBezTo>
                    <a:pt x="160" y="8"/>
                    <a:pt x="191" y="21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60" name="Rectangle 212"/>
            <p:cNvSpPr/>
            <p:nvPr/>
          </p:nvSpPr>
          <p:spPr>
            <a:xfrm>
              <a:off x="2595240" y="3433680"/>
              <a:ext cx="792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61" name="Freeform 213"/>
            <p:cNvSpPr/>
            <p:nvPr/>
          </p:nvSpPr>
          <p:spPr>
            <a:xfrm>
              <a:off x="2566080" y="3301200"/>
              <a:ext cx="85680" cy="11304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13040"/>
                <a:gd name="textAreaBottom" fmla="*/ 113400 h 113040"/>
                <a:gd name="GluePoint1X" fmla="*/ 36 w 72"/>
                <a:gd name="GluePoint1Y" fmla="*/ 0 h 96"/>
                <a:gd name="GluePoint2X" fmla="*/ 0 w 72"/>
                <a:gd name="GluePoint2Y" fmla="*/ 24 h 96"/>
                <a:gd name="GluePoint3X" fmla="*/ 8 w 72"/>
                <a:gd name="GluePoint3Y" fmla="*/ 24 h 96"/>
                <a:gd name="GluePoint4X" fmla="*/ 36 w 72"/>
                <a:gd name="GluePoint4Y" fmla="*/ 8 h 96"/>
                <a:gd name="GluePoint5X" fmla="*/ 64 w 72"/>
                <a:gd name="GluePoint5Y" fmla="*/ 32 h 96"/>
                <a:gd name="GluePoint6X" fmla="*/ 43 w 72"/>
                <a:gd name="GluePoint6Y" fmla="*/ 57 h 96"/>
                <a:gd name="GluePoint7X" fmla="*/ 24 w 72"/>
                <a:gd name="GluePoint7Y" fmla="*/ 92 h 96"/>
                <a:gd name="GluePoint8X" fmla="*/ 24 w 72"/>
                <a:gd name="GluePoint8Y" fmla="*/ 96 h 96"/>
                <a:gd name="GluePoint9X" fmla="*/ 32 w 72"/>
                <a:gd name="GluePoint9Y" fmla="*/ 96 h 96"/>
                <a:gd name="GluePoint10X" fmla="*/ 32 w 72"/>
                <a:gd name="GluePoint10Y" fmla="*/ 92 h 96"/>
                <a:gd name="GluePoint11X" fmla="*/ 46 w 72"/>
                <a:gd name="GluePoint11Y" fmla="*/ 64 h 96"/>
                <a:gd name="GluePoint12X" fmla="*/ 72 w 72"/>
                <a:gd name="GluePoint12Y" fmla="*/ 32 h 96"/>
                <a:gd name="GluePoint13X" fmla="*/ 36 w 72"/>
                <a:gd name="GluePoint13Y" fmla="*/ 0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72" h="96">
                  <a:moveTo>
                    <a:pt x="36" y="0"/>
                  </a:moveTo>
                  <a:cubicBezTo>
                    <a:pt x="12" y="0"/>
                    <a:pt x="0" y="8"/>
                    <a:pt x="0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17"/>
                    <a:pt x="12" y="8"/>
                    <a:pt x="36" y="8"/>
                  </a:cubicBezTo>
                  <a:cubicBezTo>
                    <a:pt x="53" y="8"/>
                    <a:pt x="64" y="18"/>
                    <a:pt x="64" y="32"/>
                  </a:cubicBezTo>
                  <a:cubicBezTo>
                    <a:pt x="64" y="43"/>
                    <a:pt x="49" y="54"/>
                    <a:pt x="43" y="57"/>
                  </a:cubicBezTo>
                  <a:cubicBezTo>
                    <a:pt x="42" y="57"/>
                    <a:pt x="24" y="66"/>
                    <a:pt x="24" y="92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32" y="71"/>
                    <a:pt x="46" y="64"/>
                    <a:pt x="46" y="64"/>
                  </a:cubicBezTo>
                  <a:cubicBezTo>
                    <a:pt x="47" y="63"/>
                    <a:pt x="72" y="50"/>
                    <a:pt x="72" y="32"/>
                  </a:cubicBezTo>
                  <a:cubicBezTo>
                    <a:pt x="72" y="13"/>
                    <a:pt x="58" y="0"/>
                    <a:pt x="36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62" name="Группа 314"/>
          <p:cNvGrpSpPr/>
          <p:nvPr/>
        </p:nvGrpSpPr>
        <p:grpSpPr>
          <a:xfrm>
            <a:off x="6375960" y="1657800"/>
            <a:ext cx="331560" cy="302400"/>
            <a:chOff x="6375960" y="1657800"/>
            <a:chExt cx="331560" cy="302400"/>
          </a:xfrm>
        </p:grpSpPr>
        <p:sp>
          <p:nvSpPr>
            <p:cNvPr id="2163" name="Freeform 218"/>
            <p:cNvSpPr/>
            <p:nvPr/>
          </p:nvSpPr>
          <p:spPr>
            <a:xfrm>
              <a:off x="6548040" y="1657800"/>
              <a:ext cx="159480" cy="264600"/>
            </a:xfrm>
            <a:custGeom>
              <a:avLst/>
              <a:gdLst>
                <a:gd name="textAreaLeft" fmla="*/ 0 w 159480"/>
                <a:gd name="textAreaRight" fmla="*/ 159840 w 159480"/>
                <a:gd name="textAreaTop" fmla="*/ 0 h 264600"/>
                <a:gd name="textAreaBottom" fmla="*/ 264960 h 264600"/>
                <a:gd name="GluePoint1X" fmla="*/ 0 w 136"/>
                <a:gd name="GluePoint1Y" fmla="*/ 8 h 224"/>
                <a:gd name="GluePoint2X" fmla="*/ 82 w 136"/>
                <a:gd name="GluePoint2Y" fmla="*/ 42 h 224"/>
                <a:gd name="GluePoint3X" fmla="*/ 93 w 136"/>
                <a:gd name="GluePoint3Y" fmla="*/ 193 h 224"/>
                <a:gd name="GluePoint4X" fmla="*/ 76 w 136"/>
                <a:gd name="GluePoint4Y" fmla="*/ 210 h 224"/>
                <a:gd name="GluePoint5X" fmla="*/ 76 w 136"/>
                <a:gd name="GluePoint5Y" fmla="*/ 176 h 224"/>
                <a:gd name="GluePoint6X" fmla="*/ 68 w 136"/>
                <a:gd name="GluePoint6Y" fmla="*/ 176 h 224"/>
                <a:gd name="GluePoint7X" fmla="*/ 68 w 136"/>
                <a:gd name="GluePoint7Y" fmla="*/ 220 h 224"/>
                <a:gd name="GluePoint8X" fmla="*/ 72 w 136"/>
                <a:gd name="GluePoint8Y" fmla="*/ 224 h 224"/>
                <a:gd name="GluePoint9X" fmla="*/ 116 w 136"/>
                <a:gd name="GluePoint9Y" fmla="*/ 224 h 224"/>
                <a:gd name="GluePoint10X" fmla="*/ 116 w 136"/>
                <a:gd name="GluePoint10Y" fmla="*/ 216 h 224"/>
                <a:gd name="GluePoint11X" fmla="*/ 81 w 136"/>
                <a:gd name="GluePoint11Y" fmla="*/ 216 h 224"/>
                <a:gd name="GluePoint12X" fmla="*/ 98 w 136"/>
                <a:gd name="GluePoint12Y" fmla="*/ 199 h 224"/>
                <a:gd name="GluePoint13X" fmla="*/ 99 w 136"/>
                <a:gd name="GluePoint13Y" fmla="*/ 198 h 224"/>
                <a:gd name="GluePoint14X" fmla="*/ 87 w 136"/>
                <a:gd name="GluePoint14Y" fmla="*/ 36 h 224"/>
                <a:gd name="GluePoint15X" fmla="*/ 0 w 136"/>
                <a:gd name="GluePoint15Y" fmla="*/ 0 h 224"/>
                <a:gd name="GluePoint16X" fmla="*/ 0 w 136"/>
                <a:gd name="GluePoint16Y" fmla="*/ 8 h 2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6" h="224">
                  <a:moveTo>
                    <a:pt x="0" y="8"/>
                  </a:moveTo>
                  <a:cubicBezTo>
                    <a:pt x="31" y="8"/>
                    <a:pt x="60" y="20"/>
                    <a:pt x="82" y="42"/>
                  </a:cubicBezTo>
                  <a:cubicBezTo>
                    <a:pt x="122" y="82"/>
                    <a:pt x="127" y="147"/>
                    <a:pt x="93" y="193"/>
                  </a:cubicBezTo>
                  <a:cubicBezTo>
                    <a:pt x="76" y="210"/>
                    <a:pt x="76" y="210"/>
                    <a:pt x="76" y="210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68" y="176"/>
                    <a:pt x="68" y="176"/>
                    <a:pt x="68" y="176"/>
                  </a:cubicBezTo>
                  <a:cubicBezTo>
                    <a:pt x="68" y="220"/>
                    <a:pt x="68" y="220"/>
                    <a:pt x="68" y="220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116" y="224"/>
                    <a:pt x="116" y="224"/>
                    <a:pt x="116" y="224"/>
                  </a:cubicBezTo>
                  <a:cubicBezTo>
                    <a:pt x="116" y="216"/>
                    <a:pt x="116" y="216"/>
                    <a:pt x="116" y="216"/>
                  </a:cubicBezTo>
                  <a:cubicBezTo>
                    <a:pt x="81" y="216"/>
                    <a:pt x="81" y="216"/>
                    <a:pt x="81" y="216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9" y="198"/>
                    <a:pt x="99" y="198"/>
                    <a:pt x="99" y="198"/>
                  </a:cubicBezTo>
                  <a:cubicBezTo>
                    <a:pt x="136" y="149"/>
                    <a:pt x="131" y="79"/>
                    <a:pt x="87" y="36"/>
                  </a:cubicBezTo>
                  <a:cubicBezTo>
                    <a:pt x="64" y="13"/>
                    <a:pt x="33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64" name="Freeform 219"/>
            <p:cNvSpPr/>
            <p:nvPr/>
          </p:nvSpPr>
          <p:spPr>
            <a:xfrm>
              <a:off x="6375960" y="1695600"/>
              <a:ext cx="161280" cy="264600"/>
            </a:xfrm>
            <a:custGeom>
              <a:avLst/>
              <a:gdLst>
                <a:gd name="textAreaLeft" fmla="*/ 0 w 161280"/>
                <a:gd name="textAreaRight" fmla="*/ 161640 w 161280"/>
                <a:gd name="textAreaTop" fmla="*/ 0 h 264600"/>
                <a:gd name="textAreaBottom" fmla="*/ 264960 h 264600"/>
                <a:gd name="GluePoint1X" fmla="*/ 44 w 137"/>
                <a:gd name="GluePoint1Y" fmla="*/ 30 h 224"/>
                <a:gd name="GluePoint2X" fmla="*/ 61 w 137"/>
                <a:gd name="GluePoint2Y" fmla="*/ 13 h 224"/>
                <a:gd name="GluePoint3X" fmla="*/ 61 w 137"/>
                <a:gd name="GluePoint3Y" fmla="*/ 48 h 224"/>
                <a:gd name="GluePoint4X" fmla="*/ 69 w 137"/>
                <a:gd name="GluePoint4Y" fmla="*/ 48 h 224"/>
                <a:gd name="GluePoint5X" fmla="*/ 69 w 137"/>
                <a:gd name="GluePoint5Y" fmla="*/ 4 h 224"/>
                <a:gd name="GluePoint6X" fmla="*/ 65 w 137"/>
                <a:gd name="GluePoint6Y" fmla="*/ 0 h 224"/>
                <a:gd name="GluePoint7X" fmla="*/ 21 w 137"/>
                <a:gd name="GluePoint7Y" fmla="*/ 0 h 224"/>
                <a:gd name="GluePoint8X" fmla="*/ 21 w 137"/>
                <a:gd name="GluePoint8Y" fmla="*/ 8 h 224"/>
                <a:gd name="GluePoint9X" fmla="*/ 55 w 137"/>
                <a:gd name="GluePoint9Y" fmla="*/ 8 h 224"/>
                <a:gd name="GluePoint10X" fmla="*/ 38 w 137"/>
                <a:gd name="GluePoint10Y" fmla="*/ 25 h 224"/>
                <a:gd name="GluePoint11X" fmla="*/ 37 w 137"/>
                <a:gd name="GluePoint11Y" fmla="*/ 25 h 224"/>
                <a:gd name="GluePoint12X" fmla="*/ 49 w 137"/>
                <a:gd name="GluePoint12Y" fmla="*/ 187 h 224"/>
                <a:gd name="GluePoint13X" fmla="*/ 137 w 137"/>
                <a:gd name="GluePoint13Y" fmla="*/ 224 h 224"/>
                <a:gd name="GluePoint14X" fmla="*/ 137 w 137"/>
                <a:gd name="GluePoint14Y" fmla="*/ 216 h 224"/>
                <a:gd name="GluePoint15X" fmla="*/ 55 w 137"/>
                <a:gd name="GluePoint15Y" fmla="*/ 182 h 224"/>
                <a:gd name="GluePoint16X" fmla="*/ 44 w 137"/>
                <a:gd name="GluePoint16Y" fmla="*/ 30 h 2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37" h="224">
                  <a:moveTo>
                    <a:pt x="44" y="30"/>
                  </a:moveTo>
                  <a:cubicBezTo>
                    <a:pt x="61" y="13"/>
                    <a:pt x="61" y="13"/>
                    <a:pt x="61" y="13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0" y="74"/>
                    <a:pt x="5" y="144"/>
                    <a:pt x="49" y="187"/>
                  </a:cubicBezTo>
                  <a:cubicBezTo>
                    <a:pt x="72" y="211"/>
                    <a:pt x="103" y="224"/>
                    <a:pt x="137" y="224"/>
                  </a:cubicBezTo>
                  <a:cubicBezTo>
                    <a:pt x="137" y="216"/>
                    <a:pt x="137" y="216"/>
                    <a:pt x="137" y="216"/>
                  </a:cubicBezTo>
                  <a:cubicBezTo>
                    <a:pt x="106" y="216"/>
                    <a:pt x="76" y="204"/>
                    <a:pt x="55" y="182"/>
                  </a:cubicBezTo>
                  <a:cubicBezTo>
                    <a:pt x="14" y="141"/>
                    <a:pt x="9" y="76"/>
                    <a:pt x="44" y="3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65" name="Группа 315"/>
          <p:cNvGrpSpPr/>
          <p:nvPr/>
        </p:nvGrpSpPr>
        <p:grpSpPr>
          <a:xfrm>
            <a:off x="6770880" y="1657800"/>
            <a:ext cx="329760" cy="302400"/>
            <a:chOff x="6770880" y="1657800"/>
            <a:chExt cx="329760" cy="302400"/>
          </a:xfrm>
        </p:grpSpPr>
        <p:sp>
          <p:nvSpPr>
            <p:cNvPr id="2166" name="Freeform 220"/>
            <p:cNvSpPr/>
            <p:nvPr/>
          </p:nvSpPr>
          <p:spPr>
            <a:xfrm>
              <a:off x="6770880" y="1657800"/>
              <a:ext cx="159480" cy="264600"/>
            </a:xfrm>
            <a:custGeom>
              <a:avLst/>
              <a:gdLst>
                <a:gd name="textAreaLeft" fmla="*/ 0 w 159480"/>
                <a:gd name="textAreaRight" fmla="*/ 159840 w 159480"/>
                <a:gd name="textAreaTop" fmla="*/ 0 h 264600"/>
                <a:gd name="textAreaBottom" fmla="*/ 264960 h 264600"/>
                <a:gd name="GluePoint1X" fmla="*/ 36 w 136"/>
                <a:gd name="GluePoint1Y" fmla="*/ 198 h 224"/>
                <a:gd name="GluePoint2X" fmla="*/ 54 w 136"/>
                <a:gd name="GluePoint2Y" fmla="*/ 216 h 224"/>
                <a:gd name="GluePoint3X" fmla="*/ 20 w 136"/>
                <a:gd name="GluePoint3Y" fmla="*/ 216 h 224"/>
                <a:gd name="GluePoint4X" fmla="*/ 20 w 136"/>
                <a:gd name="GluePoint4Y" fmla="*/ 224 h 224"/>
                <a:gd name="GluePoint5X" fmla="*/ 64 w 136"/>
                <a:gd name="GluePoint5Y" fmla="*/ 224 h 224"/>
                <a:gd name="GluePoint6X" fmla="*/ 68 w 136"/>
                <a:gd name="GluePoint6Y" fmla="*/ 220 h 224"/>
                <a:gd name="GluePoint7X" fmla="*/ 68 w 136"/>
                <a:gd name="GluePoint7Y" fmla="*/ 176 h 224"/>
                <a:gd name="GluePoint8X" fmla="*/ 60 w 136"/>
                <a:gd name="GluePoint8Y" fmla="*/ 176 h 224"/>
                <a:gd name="GluePoint9X" fmla="*/ 60 w 136"/>
                <a:gd name="GluePoint9Y" fmla="*/ 210 h 224"/>
                <a:gd name="GluePoint10X" fmla="*/ 43 w 136"/>
                <a:gd name="GluePoint10Y" fmla="*/ 193 h 224"/>
                <a:gd name="GluePoint11X" fmla="*/ 54 w 136"/>
                <a:gd name="GluePoint11Y" fmla="*/ 42 h 224"/>
                <a:gd name="GluePoint12X" fmla="*/ 136 w 136"/>
                <a:gd name="GluePoint12Y" fmla="*/ 8 h 224"/>
                <a:gd name="GluePoint13X" fmla="*/ 136 w 136"/>
                <a:gd name="GluePoint13Y" fmla="*/ 0 h 224"/>
                <a:gd name="GluePoint14X" fmla="*/ 48 w 136"/>
                <a:gd name="GluePoint14Y" fmla="*/ 36 h 224"/>
                <a:gd name="GluePoint15X" fmla="*/ 36 w 136"/>
                <a:gd name="GluePoint15Y" fmla="*/ 198 h 2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6" h="224">
                  <a:moveTo>
                    <a:pt x="36" y="198"/>
                  </a:moveTo>
                  <a:cubicBezTo>
                    <a:pt x="54" y="216"/>
                    <a:pt x="54" y="216"/>
                    <a:pt x="54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0" y="224"/>
                    <a:pt x="20" y="224"/>
                    <a:pt x="20" y="224"/>
                  </a:cubicBezTo>
                  <a:cubicBezTo>
                    <a:pt x="64" y="224"/>
                    <a:pt x="64" y="224"/>
                    <a:pt x="64" y="224"/>
                  </a:cubicBezTo>
                  <a:cubicBezTo>
                    <a:pt x="68" y="220"/>
                    <a:pt x="68" y="220"/>
                    <a:pt x="68" y="220"/>
                  </a:cubicBezTo>
                  <a:cubicBezTo>
                    <a:pt x="68" y="176"/>
                    <a:pt x="68" y="176"/>
                    <a:pt x="68" y="176"/>
                  </a:cubicBezTo>
                  <a:cubicBezTo>
                    <a:pt x="60" y="176"/>
                    <a:pt x="60" y="176"/>
                    <a:pt x="60" y="176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43" y="193"/>
                    <a:pt x="43" y="193"/>
                    <a:pt x="43" y="193"/>
                  </a:cubicBezTo>
                  <a:cubicBezTo>
                    <a:pt x="8" y="147"/>
                    <a:pt x="13" y="82"/>
                    <a:pt x="54" y="42"/>
                  </a:cubicBezTo>
                  <a:cubicBezTo>
                    <a:pt x="76" y="20"/>
                    <a:pt x="105" y="8"/>
                    <a:pt x="136" y="8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03" y="0"/>
                    <a:pt x="71" y="13"/>
                    <a:pt x="48" y="36"/>
                  </a:cubicBezTo>
                  <a:cubicBezTo>
                    <a:pt x="5" y="79"/>
                    <a:pt x="0" y="149"/>
                    <a:pt x="36" y="19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67" name="Freeform 221"/>
            <p:cNvSpPr/>
            <p:nvPr/>
          </p:nvSpPr>
          <p:spPr>
            <a:xfrm>
              <a:off x="6941160" y="1695600"/>
              <a:ext cx="159480" cy="264600"/>
            </a:xfrm>
            <a:custGeom>
              <a:avLst/>
              <a:gdLst>
                <a:gd name="textAreaLeft" fmla="*/ 0 w 159480"/>
                <a:gd name="textAreaRight" fmla="*/ 159840 w 159480"/>
                <a:gd name="textAreaTop" fmla="*/ 0 h 264600"/>
                <a:gd name="textAreaBottom" fmla="*/ 264960 h 264600"/>
                <a:gd name="GluePoint1X" fmla="*/ 81 w 136"/>
                <a:gd name="GluePoint1Y" fmla="*/ 8 h 224"/>
                <a:gd name="GluePoint2X" fmla="*/ 116 w 136"/>
                <a:gd name="GluePoint2Y" fmla="*/ 8 h 224"/>
                <a:gd name="GluePoint3X" fmla="*/ 116 w 136"/>
                <a:gd name="GluePoint3Y" fmla="*/ 0 h 224"/>
                <a:gd name="GluePoint4X" fmla="*/ 72 w 136"/>
                <a:gd name="GluePoint4Y" fmla="*/ 0 h 224"/>
                <a:gd name="GluePoint5X" fmla="*/ 68 w 136"/>
                <a:gd name="GluePoint5Y" fmla="*/ 4 h 224"/>
                <a:gd name="GluePoint6X" fmla="*/ 68 w 136"/>
                <a:gd name="GluePoint6Y" fmla="*/ 48 h 224"/>
                <a:gd name="GluePoint7X" fmla="*/ 76 w 136"/>
                <a:gd name="GluePoint7Y" fmla="*/ 48 h 224"/>
                <a:gd name="GluePoint8X" fmla="*/ 76 w 136"/>
                <a:gd name="GluePoint8Y" fmla="*/ 13 h 224"/>
                <a:gd name="GluePoint9X" fmla="*/ 93 w 136"/>
                <a:gd name="GluePoint9Y" fmla="*/ 30 h 224"/>
                <a:gd name="GluePoint10X" fmla="*/ 82 w 136"/>
                <a:gd name="GluePoint10Y" fmla="*/ 182 h 224"/>
                <a:gd name="GluePoint11X" fmla="*/ 0 w 136"/>
                <a:gd name="GluePoint11Y" fmla="*/ 216 h 224"/>
                <a:gd name="GluePoint12X" fmla="*/ 0 w 136"/>
                <a:gd name="GluePoint12Y" fmla="*/ 224 h 224"/>
                <a:gd name="GluePoint13X" fmla="*/ 87 w 136"/>
                <a:gd name="GluePoint13Y" fmla="*/ 187 h 224"/>
                <a:gd name="GluePoint14X" fmla="*/ 99 w 136"/>
                <a:gd name="GluePoint14Y" fmla="*/ 25 h 224"/>
                <a:gd name="GluePoint15X" fmla="*/ 81 w 136"/>
                <a:gd name="GluePoint15Y" fmla="*/ 8 h 2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6" h="224">
                  <a:moveTo>
                    <a:pt x="81" y="8"/>
                  </a:moveTo>
                  <a:cubicBezTo>
                    <a:pt x="116" y="8"/>
                    <a:pt x="116" y="8"/>
                    <a:pt x="116" y="8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93" y="30"/>
                    <a:pt x="93" y="30"/>
                    <a:pt x="93" y="30"/>
                  </a:cubicBezTo>
                  <a:cubicBezTo>
                    <a:pt x="127" y="76"/>
                    <a:pt x="122" y="141"/>
                    <a:pt x="82" y="182"/>
                  </a:cubicBezTo>
                  <a:cubicBezTo>
                    <a:pt x="60" y="204"/>
                    <a:pt x="31" y="216"/>
                    <a:pt x="0" y="216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33" y="224"/>
                    <a:pt x="64" y="211"/>
                    <a:pt x="87" y="187"/>
                  </a:cubicBezTo>
                  <a:cubicBezTo>
                    <a:pt x="131" y="144"/>
                    <a:pt x="136" y="74"/>
                    <a:pt x="99" y="25"/>
                  </a:cubicBezTo>
                  <a:lnTo>
                    <a:pt x="81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168" name="Freeform 223"/>
          <p:cNvSpPr/>
          <p:nvPr/>
        </p:nvSpPr>
        <p:spPr>
          <a:xfrm>
            <a:off x="5997600" y="1809000"/>
            <a:ext cx="10080" cy="18720"/>
          </a:xfrm>
          <a:custGeom>
            <a:avLst/>
            <a:gdLst>
              <a:gd name="textAreaLeft" fmla="*/ 0 w 10080"/>
              <a:gd name="textAreaRight" fmla="*/ 10440 w 10080"/>
              <a:gd name="textAreaTop" fmla="*/ 0 h 18720"/>
              <a:gd name="textAreaBottom" fmla="*/ 19080 h 18720"/>
              <a:gd name="GluePoint1X" fmla="*/ 2 w 10"/>
              <a:gd name="GluePoint1Y" fmla="*/ 17 h 17"/>
              <a:gd name="GluePoint2X" fmla="*/ 10 w 10"/>
              <a:gd name="GluePoint2Y" fmla="*/ 16 h 17"/>
              <a:gd name="GluePoint3X" fmla="*/ 8 w 10"/>
              <a:gd name="GluePoint3Y" fmla="*/ 0 h 17"/>
              <a:gd name="GluePoint4X" fmla="*/ 0 w 10"/>
              <a:gd name="GluePoint4Y" fmla="*/ 0 h 17"/>
              <a:gd name="GluePoint5X" fmla="*/ 2 w 10"/>
              <a:gd name="GluePoint5Y" fmla="*/ 17 h 1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0" h="17">
                <a:moveTo>
                  <a:pt x="2" y="17"/>
                </a:moveTo>
                <a:cubicBezTo>
                  <a:pt x="10" y="16"/>
                  <a:pt x="10" y="16"/>
                  <a:pt x="10" y="16"/>
                </a:cubicBezTo>
                <a:cubicBezTo>
                  <a:pt x="9" y="10"/>
                  <a:pt x="9" y="5"/>
                  <a:pt x="8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6"/>
                  <a:pt x="1" y="11"/>
                  <a:pt x="2" y="17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9360" bIns="936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169" name="Freeform 224"/>
          <p:cNvSpPr/>
          <p:nvPr/>
        </p:nvSpPr>
        <p:spPr>
          <a:xfrm>
            <a:off x="5997600" y="1777680"/>
            <a:ext cx="10080" cy="20520"/>
          </a:xfrm>
          <a:custGeom>
            <a:avLst/>
            <a:gdLst>
              <a:gd name="textAreaLeft" fmla="*/ 0 w 10080"/>
              <a:gd name="textAreaRight" fmla="*/ 10440 w 10080"/>
              <a:gd name="textAreaTop" fmla="*/ 0 h 20520"/>
              <a:gd name="textAreaBottom" fmla="*/ 20880 h 20520"/>
              <a:gd name="GluePoint1X" fmla="*/ 0 w 9"/>
              <a:gd name="GluePoint1Y" fmla="*/ 17 h 18"/>
              <a:gd name="GluePoint2X" fmla="*/ 8 w 9"/>
              <a:gd name="GluePoint2Y" fmla="*/ 18 h 18"/>
              <a:gd name="GluePoint3X" fmla="*/ 9 w 9"/>
              <a:gd name="GluePoint3Y" fmla="*/ 2 h 18"/>
              <a:gd name="GluePoint4X" fmla="*/ 2 w 9"/>
              <a:gd name="GluePoint4Y" fmla="*/ 0 h 18"/>
              <a:gd name="GluePoint5X" fmla="*/ 0 w 9"/>
              <a:gd name="GluePoint5Y" fmla="*/ 17 h 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9" h="18">
                <a:moveTo>
                  <a:pt x="0" y="17"/>
                </a:moveTo>
                <a:cubicBezTo>
                  <a:pt x="8" y="18"/>
                  <a:pt x="8" y="18"/>
                  <a:pt x="8" y="18"/>
                </a:cubicBezTo>
                <a:cubicBezTo>
                  <a:pt x="8" y="12"/>
                  <a:pt x="8" y="7"/>
                  <a:pt x="9" y="2"/>
                </a:cubicBezTo>
                <a:cubicBezTo>
                  <a:pt x="2" y="0"/>
                  <a:pt x="2" y="0"/>
                  <a:pt x="2" y="0"/>
                </a:cubicBezTo>
                <a:cubicBezTo>
                  <a:pt x="0" y="6"/>
                  <a:pt x="0" y="11"/>
                  <a:pt x="0" y="17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10440" bIns="1044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170" name="Freeform 225"/>
          <p:cNvSpPr/>
          <p:nvPr/>
        </p:nvSpPr>
        <p:spPr>
          <a:xfrm>
            <a:off x="6001920" y="1748160"/>
            <a:ext cx="14400" cy="20520"/>
          </a:xfrm>
          <a:custGeom>
            <a:avLst/>
            <a:gdLst>
              <a:gd name="textAreaLeft" fmla="*/ 0 w 14400"/>
              <a:gd name="textAreaRight" fmla="*/ 14760 w 14400"/>
              <a:gd name="textAreaTop" fmla="*/ 0 h 20520"/>
              <a:gd name="textAreaBottom" fmla="*/ 20880 h 20520"/>
              <a:gd name="GluePoint1X" fmla="*/ 0 w 13"/>
              <a:gd name="GluePoint1Y" fmla="*/ 17 h 19"/>
              <a:gd name="GluePoint2X" fmla="*/ 8 w 13"/>
              <a:gd name="GluePoint2Y" fmla="*/ 19 h 19"/>
              <a:gd name="GluePoint3X" fmla="*/ 13 w 13"/>
              <a:gd name="GluePoint3Y" fmla="*/ 3 h 19"/>
              <a:gd name="GluePoint4X" fmla="*/ 6 w 13"/>
              <a:gd name="GluePoint4Y" fmla="*/ 0 h 19"/>
              <a:gd name="GluePoint5X" fmla="*/ 0 w 13"/>
              <a:gd name="GluePoint5Y" fmla="*/ 17 h 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3" h="19">
                <a:moveTo>
                  <a:pt x="0" y="17"/>
                </a:moveTo>
                <a:cubicBezTo>
                  <a:pt x="8" y="19"/>
                  <a:pt x="8" y="19"/>
                  <a:pt x="8" y="19"/>
                </a:cubicBezTo>
                <a:cubicBezTo>
                  <a:pt x="9" y="13"/>
                  <a:pt x="11" y="8"/>
                  <a:pt x="13" y="3"/>
                </a:cubicBezTo>
                <a:cubicBezTo>
                  <a:pt x="6" y="0"/>
                  <a:pt x="6" y="0"/>
                  <a:pt x="6" y="0"/>
                </a:cubicBezTo>
                <a:cubicBezTo>
                  <a:pt x="4" y="6"/>
                  <a:pt x="2" y="11"/>
                  <a:pt x="0" y="17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10440" bIns="1044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171" name="Freeform 231"/>
          <p:cNvSpPr/>
          <p:nvPr/>
        </p:nvSpPr>
        <p:spPr>
          <a:xfrm>
            <a:off x="6001920" y="1836360"/>
            <a:ext cx="14400" cy="20520"/>
          </a:xfrm>
          <a:custGeom>
            <a:avLst/>
            <a:gdLst>
              <a:gd name="textAreaLeft" fmla="*/ 0 w 14400"/>
              <a:gd name="textAreaRight" fmla="*/ 14760 w 14400"/>
              <a:gd name="textAreaTop" fmla="*/ 0 h 20520"/>
              <a:gd name="textAreaBottom" fmla="*/ 20880 h 20520"/>
              <a:gd name="GluePoint1X" fmla="*/ 0 w 12"/>
              <a:gd name="GluePoint1Y" fmla="*/ 1 h 18"/>
              <a:gd name="GluePoint2X" fmla="*/ 5 w 12"/>
              <a:gd name="GluePoint2Y" fmla="*/ 18 h 18"/>
              <a:gd name="GluePoint3X" fmla="*/ 12 w 12"/>
              <a:gd name="GluePoint3Y" fmla="*/ 15 h 18"/>
              <a:gd name="GluePoint4X" fmla="*/ 8 w 12"/>
              <a:gd name="GluePoint4Y" fmla="*/ 0 h 18"/>
              <a:gd name="GluePoint5X" fmla="*/ 0 w 12"/>
              <a:gd name="GluePoint5Y" fmla="*/ 1 h 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" h="18">
                <a:moveTo>
                  <a:pt x="0" y="1"/>
                </a:moveTo>
                <a:cubicBezTo>
                  <a:pt x="1" y="7"/>
                  <a:pt x="3" y="12"/>
                  <a:pt x="5" y="18"/>
                </a:cubicBezTo>
                <a:cubicBezTo>
                  <a:pt x="12" y="15"/>
                  <a:pt x="12" y="15"/>
                  <a:pt x="12" y="15"/>
                </a:cubicBezTo>
                <a:cubicBezTo>
                  <a:pt x="10" y="10"/>
                  <a:pt x="9" y="5"/>
                  <a:pt x="8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10440" bIns="1044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172" name="Группа 313"/>
          <p:cNvGrpSpPr/>
          <p:nvPr/>
        </p:nvGrpSpPr>
        <p:grpSpPr>
          <a:xfrm>
            <a:off x="6005880" y="1657800"/>
            <a:ext cx="294120" cy="302400"/>
            <a:chOff x="6005880" y="1657800"/>
            <a:chExt cx="294120" cy="302400"/>
          </a:xfrm>
        </p:grpSpPr>
        <p:sp>
          <p:nvSpPr>
            <p:cNvPr id="2173" name="Freeform 222"/>
            <p:cNvSpPr/>
            <p:nvPr/>
          </p:nvSpPr>
          <p:spPr>
            <a:xfrm>
              <a:off x="6134040" y="1657800"/>
              <a:ext cx="10080" cy="79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7920"/>
                <a:gd name="textAreaBottom" fmla="*/ 8280 h 7920"/>
                <a:gd name="GluePoint1X" fmla="*/ 8 w 8"/>
                <a:gd name="GluePoint1Y" fmla="*/ 0 h 8"/>
                <a:gd name="GluePoint2X" fmla="*/ 0 w 8"/>
                <a:gd name="GluePoint2Y" fmla="*/ 0 h 8"/>
                <a:gd name="GluePoint3X" fmla="*/ 1 w 8"/>
                <a:gd name="GluePoint3Y" fmla="*/ 8 h 8"/>
                <a:gd name="GluePoint4X" fmla="*/ 8 w 8"/>
                <a:gd name="GluePoint4Y" fmla="*/ 8 h 8"/>
                <a:gd name="GluePoint5X" fmla="*/ 8 w 8"/>
                <a:gd name="GluePoint5Y" fmla="*/ 0 h 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8" h="8">
                  <a:moveTo>
                    <a:pt x="8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3" y="8"/>
                    <a:pt x="6" y="8"/>
                    <a:pt x="8" y="8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74" name="Freeform 226"/>
            <p:cNvSpPr/>
            <p:nvPr/>
          </p:nvSpPr>
          <p:spPr>
            <a:xfrm>
              <a:off x="6027120" y="1886760"/>
              <a:ext cx="20520" cy="205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0520"/>
                <a:gd name="textAreaBottom" fmla="*/ 20880 h 20520"/>
                <a:gd name="GluePoint1X" fmla="*/ 4 w 10"/>
                <a:gd name="GluePoint1Y" fmla="*/ 0 h 10"/>
                <a:gd name="GluePoint2X" fmla="*/ 10 w 10"/>
                <a:gd name="GluePoint2Y" fmla="*/ 6 h 10"/>
                <a:gd name="GluePoint3X" fmla="*/ 7 w 10"/>
                <a:gd name="GluePoint3Y" fmla="*/ 10 h 10"/>
                <a:gd name="GluePoint4X" fmla="*/ 0 w 10"/>
                <a:gd name="GluePoint4Y" fmla="*/ 3 h 10"/>
                <a:gd name="GluePoint5X" fmla="*/ 4 w 10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4" y="0"/>
                  </a:moveTo>
                  <a:lnTo>
                    <a:pt x="10" y="6"/>
                  </a:lnTo>
                  <a:lnTo>
                    <a:pt x="7" y="10"/>
                  </a:lnTo>
                  <a:lnTo>
                    <a:pt x="0" y="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75" name="Freeform 227"/>
            <p:cNvSpPr/>
            <p:nvPr/>
          </p:nvSpPr>
          <p:spPr>
            <a:xfrm>
              <a:off x="6104880" y="1659960"/>
              <a:ext cx="20520" cy="122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2240"/>
                <a:gd name="textAreaBottom" fmla="*/ 12600 h 12240"/>
                <a:gd name="GluePoint1X" fmla="*/ 17 w 18"/>
                <a:gd name="GluePoint1Y" fmla="*/ 0 h 11"/>
                <a:gd name="GluePoint2X" fmla="*/ 0 w 18"/>
                <a:gd name="GluePoint2Y" fmla="*/ 3 h 11"/>
                <a:gd name="GluePoint3X" fmla="*/ 2 w 18"/>
                <a:gd name="GluePoint3Y" fmla="*/ 11 h 11"/>
                <a:gd name="GluePoint4X" fmla="*/ 18 w 18"/>
                <a:gd name="GluePoint4Y" fmla="*/ 8 h 11"/>
                <a:gd name="GluePoint5X" fmla="*/ 17 w 18"/>
                <a:gd name="GluePoint5Y" fmla="*/ 0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1">
                  <a:moveTo>
                    <a:pt x="17" y="0"/>
                  </a:moveTo>
                  <a:cubicBezTo>
                    <a:pt x="11" y="1"/>
                    <a:pt x="5" y="2"/>
                    <a:pt x="0" y="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7" y="10"/>
                    <a:pt x="12" y="8"/>
                    <a:pt x="18" y="8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76" name="Freeform 228"/>
            <p:cNvSpPr/>
            <p:nvPr/>
          </p:nvSpPr>
          <p:spPr>
            <a:xfrm>
              <a:off x="6075360" y="1666080"/>
              <a:ext cx="22680" cy="1656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6560"/>
                <a:gd name="textAreaBottom" fmla="*/ 16920 h 16560"/>
                <a:gd name="GluePoint1X" fmla="*/ 16 w 18"/>
                <a:gd name="GluePoint1Y" fmla="*/ 0 h 14"/>
                <a:gd name="GluePoint2X" fmla="*/ 0 w 18"/>
                <a:gd name="GluePoint2Y" fmla="*/ 7 h 14"/>
                <a:gd name="GluePoint3X" fmla="*/ 3 w 18"/>
                <a:gd name="GluePoint3Y" fmla="*/ 14 h 14"/>
                <a:gd name="GluePoint4X" fmla="*/ 18 w 18"/>
                <a:gd name="GluePoint4Y" fmla="*/ 7 h 14"/>
                <a:gd name="GluePoint5X" fmla="*/ 16 w 18"/>
                <a:gd name="GluePoint5Y" fmla="*/ 0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16" y="0"/>
                  </a:moveTo>
                  <a:cubicBezTo>
                    <a:pt x="10" y="2"/>
                    <a:pt x="5" y="4"/>
                    <a:pt x="0" y="7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8" y="11"/>
                    <a:pt x="13" y="9"/>
                    <a:pt x="18" y="7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77" name="Freeform 229"/>
            <p:cNvSpPr/>
            <p:nvPr/>
          </p:nvSpPr>
          <p:spPr>
            <a:xfrm>
              <a:off x="6010200" y="1861560"/>
              <a:ext cx="18720" cy="226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2680"/>
                <a:gd name="textAreaBottom" fmla="*/ 23040 h 22680"/>
                <a:gd name="GluePoint1X" fmla="*/ 0 w 15"/>
                <a:gd name="GluePoint1Y" fmla="*/ 4 h 19"/>
                <a:gd name="GluePoint2X" fmla="*/ 9 w 15"/>
                <a:gd name="GluePoint2Y" fmla="*/ 19 h 19"/>
                <a:gd name="GluePoint3X" fmla="*/ 15 w 15"/>
                <a:gd name="GluePoint3Y" fmla="*/ 14 h 19"/>
                <a:gd name="GluePoint4X" fmla="*/ 8 w 15"/>
                <a:gd name="GluePoint4Y" fmla="*/ 0 h 19"/>
                <a:gd name="GluePoint5X" fmla="*/ 0 w 15"/>
                <a:gd name="GluePoint5Y" fmla="*/ 4 h 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9">
                  <a:moveTo>
                    <a:pt x="0" y="4"/>
                  </a:moveTo>
                  <a:cubicBezTo>
                    <a:pt x="3" y="9"/>
                    <a:pt x="6" y="14"/>
                    <a:pt x="9" y="19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0"/>
                    <a:pt x="10" y="5"/>
                    <a:pt x="8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78" name="Freeform 230"/>
            <p:cNvSpPr/>
            <p:nvPr/>
          </p:nvSpPr>
          <p:spPr>
            <a:xfrm>
              <a:off x="6012360" y="1720800"/>
              <a:ext cx="18720" cy="226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2680"/>
                <a:gd name="textAreaBottom" fmla="*/ 23040 h 22680"/>
                <a:gd name="GluePoint1X" fmla="*/ 0 w 16"/>
                <a:gd name="GluePoint1Y" fmla="*/ 14 h 18"/>
                <a:gd name="GluePoint2X" fmla="*/ 8 w 16"/>
                <a:gd name="GluePoint2Y" fmla="*/ 18 h 18"/>
                <a:gd name="GluePoint3X" fmla="*/ 16 w 16"/>
                <a:gd name="GluePoint3Y" fmla="*/ 4 h 18"/>
                <a:gd name="GluePoint4X" fmla="*/ 9 w 16"/>
                <a:gd name="GluePoint4Y" fmla="*/ 0 h 18"/>
                <a:gd name="GluePoint5X" fmla="*/ 0 w 16"/>
                <a:gd name="GluePoint5Y" fmla="*/ 14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8">
                  <a:moveTo>
                    <a:pt x="0" y="14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10" y="13"/>
                    <a:pt x="13" y="9"/>
                    <a:pt x="16" y="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4"/>
                    <a:pt x="3" y="9"/>
                    <a:pt x="0" y="1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79" name="Freeform 232"/>
            <p:cNvSpPr/>
            <p:nvPr/>
          </p:nvSpPr>
          <p:spPr>
            <a:xfrm>
              <a:off x="6050160" y="1679040"/>
              <a:ext cx="20520" cy="187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720"/>
                <a:gd name="textAreaBottom" fmla="*/ 19080 h 18720"/>
                <a:gd name="GluePoint1X" fmla="*/ 18 w 18"/>
                <a:gd name="GluePoint1Y" fmla="*/ 7 h 16"/>
                <a:gd name="GluePoint2X" fmla="*/ 14 w 18"/>
                <a:gd name="GluePoint2Y" fmla="*/ 0 h 16"/>
                <a:gd name="GluePoint3X" fmla="*/ 0 w 18"/>
                <a:gd name="GluePoint3Y" fmla="*/ 10 h 16"/>
                <a:gd name="GluePoint4X" fmla="*/ 5 w 18"/>
                <a:gd name="GluePoint4Y" fmla="*/ 16 h 16"/>
                <a:gd name="GluePoint5X" fmla="*/ 18 w 18"/>
                <a:gd name="GluePoint5Y" fmla="*/ 7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6">
                  <a:moveTo>
                    <a:pt x="18" y="7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9" y="3"/>
                    <a:pt x="5" y="7"/>
                    <a:pt x="0" y="1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10" y="13"/>
                    <a:pt x="14" y="10"/>
                    <a:pt x="18" y="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0" name="Freeform 233"/>
            <p:cNvSpPr/>
            <p:nvPr/>
          </p:nvSpPr>
          <p:spPr>
            <a:xfrm>
              <a:off x="6029280" y="1697760"/>
              <a:ext cx="18720" cy="205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520"/>
                <a:gd name="textAreaBottom" fmla="*/ 20880 h 20520"/>
                <a:gd name="GluePoint1X" fmla="*/ 10 w 17"/>
                <a:gd name="GluePoint1Y" fmla="*/ 2 h 18"/>
                <a:gd name="GluePoint2X" fmla="*/ 0 w 17"/>
                <a:gd name="GluePoint2Y" fmla="*/ 13 h 18"/>
                <a:gd name="GluePoint3X" fmla="*/ 7 w 17"/>
                <a:gd name="GluePoint3Y" fmla="*/ 18 h 18"/>
                <a:gd name="GluePoint4X" fmla="*/ 15 w 17"/>
                <a:gd name="GluePoint4Y" fmla="*/ 8 h 18"/>
                <a:gd name="GluePoint5X" fmla="*/ 17 w 17"/>
                <a:gd name="GluePoint5Y" fmla="*/ 6 h 18"/>
                <a:gd name="GluePoint6X" fmla="*/ 12 w 17"/>
                <a:gd name="GluePoint6Y" fmla="*/ 0 h 18"/>
                <a:gd name="GluePoint7X" fmla="*/ 10 w 17"/>
                <a:gd name="GluePoint7Y" fmla="*/ 2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7" h="18">
                  <a:moveTo>
                    <a:pt x="10" y="2"/>
                  </a:moveTo>
                  <a:cubicBezTo>
                    <a:pt x="6" y="5"/>
                    <a:pt x="3" y="9"/>
                    <a:pt x="0" y="13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9" y="14"/>
                    <a:pt x="12" y="11"/>
                    <a:pt x="15" y="8"/>
                  </a:cubicBezTo>
                  <a:cubicBezTo>
                    <a:pt x="16" y="7"/>
                    <a:pt x="17" y="6"/>
                    <a:pt x="17" y="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1"/>
                    <a:pt x="10" y="1"/>
                    <a:pt x="10" y="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1" name="Freeform 234"/>
            <p:cNvSpPr/>
            <p:nvPr/>
          </p:nvSpPr>
          <p:spPr>
            <a:xfrm>
              <a:off x="6153120" y="1950120"/>
              <a:ext cx="10080" cy="1008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0080"/>
                <a:gd name="textAreaBottom" fmla="*/ 10440 h 10080"/>
                <a:gd name="GluePoint1X" fmla="*/ 0 w 9"/>
                <a:gd name="GluePoint1Y" fmla="*/ 1 h 9"/>
                <a:gd name="GluePoint2X" fmla="*/ 0 w 9"/>
                <a:gd name="GluePoint2Y" fmla="*/ 9 h 9"/>
                <a:gd name="GluePoint3X" fmla="*/ 9 w 9"/>
                <a:gd name="GluePoint3Y" fmla="*/ 8 h 9"/>
                <a:gd name="GluePoint4X" fmla="*/ 8 w 9"/>
                <a:gd name="GluePoint4Y" fmla="*/ 0 h 9"/>
                <a:gd name="GluePoint5X" fmla="*/ 0 w 9"/>
                <a:gd name="GluePoint5Y" fmla="*/ 1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9">
                  <a:moveTo>
                    <a:pt x="0" y="1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3" y="9"/>
                    <a:pt x="6" y="9"/>
                    <a:pt x="9" y="8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1"/>
                    <a:pt x="3" y="1"/>
                    <a:pt x="0" y="1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2" name="Freeform 235"/>
            <p:cNvSpPr/>
            <p:nvPr/>
          </p:nvSpPr>
          <p:spPr>
            <a:xfrm>
              <a:off x="6281280" y="1760760"/>
              <a:ext cx="14400" cy="205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0520"/>
                <a:gd name="textAreaBottom" fmla="*/ 20880 h 20520"/>
                <a:gd name="GluePoint1X" fmla="*/ 7 w 12"/>
                <a:gd name="GluePoint1Y" fmla="*/ 0 h 18"/>
                <a:gd name="GluePoint2X" fmla="*/ 0 w 12"/>
                <a:gd name="GluePoint2Y" fmla="*/ 3 h 18"/>
                <a:gd name="GluePoint3X" fmla="*/ 4 w 12"/>
                <a:gd name="GluePoint3Y" fmla="*/ 18 h 18"/>
                <a:gd name="GluePoint4X" fmla="*/ 12 w 12"/>
                <a:gd name="GluePoint4Y" fmla="*/ 16 h 18"/>
                <a:gd name="GluePoint5X" fmla="*/ 7 w 12"/>
                <a:gd name="GluePoint5Y" fmla="*/ 0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8">
                  <a:moveTo>
                    <a:pt x="7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" y="8"/>
                    <a:pt x="3" y="13"/>
                    <a:pt x="4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0"/>
                    <a:pt x="9" y="5"/>
                    <a:pt x="7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3" name="Freeform 236"/>
            <p:cNvSpPr/>
            <p:nvPr/>
          </p:nvSpPr>
          <p:spPr>
            <a:xfrm>
              <a:off x="6281280" y="1848960"/>
              <a:ext cx="14400" cy="205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0520"/>
                <a:gd name="textAreaBottom" fmla="*/ 20880 h 20520"/>
                <a:gd name="GluePoint1X" fmla="*/ 12 w 12"/>
                <a:gd name="GluePoint1Y" fmla="*/ 2 h 18"/>
                <a:gd name="GluePoint2X" fmla="*/ 5 w 12"/>
                <a:gd name="GluePoint2Y" fmla="*/ 0 h 18"/>
                <a:gd name="GluePoint3X" fmla="*/ 0 w 12"/>
                <a:gd name="GluePoint3Y" fmla="*/ 15 h 18"/>
                <a:gd name="GluePoint4X" fmla="*/ 7 w 12"/>
                <a:gd name="GluePoint4Y" fmla="*/ 18 h 18"/>
                <a:gd name="GluePoint5X" fmla="*/ 12 w 12"/>
                <a:gd name="GluePoint5Y" fmla="*/ 2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8">
                  <a:moveTo>
                    <a:pt x="12" y="2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5"/>
                    <a:pt x="2" y="10"/>
                    <a:pt x="0" y="15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9" y="13"/>
                    <a:pt x="11" y="7"/>
                    <a:pt x="12" y="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4" name="Freeform 237"/>
            <p:cNvSpPr/>
            <p:nvPr/>
          </p:nvSpPr>
          <p:spPr>
            <a:xfrm>
              <a:off x="6289560" y="1788120"/>
              <a:ext cx="10080" cy="2268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22680"/>
                <a:gd name="textAreaBottom" fmla="*/ 23040 h 22680"/>
                <a:gd name="GluePoint1X" fmla="*/ 0 w 9"/>
                <a:gd name="GluePoint1Y" fmla="*/ 2 h 18"/>
                <a:gd name="GluePoint2X" fmla="*/ 1 w 9"/>
                <a:gd name="GluePoint2Y" fmla="*/ 18 h 18"/>
                <a:gd name="GluePoint3X" fmla="*/ 9 w 9"/>
                <a:gd name="GluePoint3Y" fmla="*/ 18 h 18"/>
                <a:gd name="GluePoint4X" fmla="*/ 8 w 9"/>
                <a:gd name="GluePoint4Y" fmla="*/ 0 h 18"/>
                <a:gd name="GluePoint5X" fmla="*/ 0 w 9"/>
                <a:gd name="GluePoint5Y" fmla="*/ 2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8">
                  <a:moveTo>
                    <a:pt x="0" y="2"/>
                  </a:moveTo>
                  <a:cubicBezTo>
                    <a:pt x="1" y="7"/>
                    <a:pt x="1" y="12"/>
                    <a:pt x="1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2"/>
                    <a:pt x="9" y="6"/>
                    <a:pt x="8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5" name="Freeform 238"/>
            <p:cNvSpPr/>
            <p:nvPr/>
          </p:nvSpPr>
          <p:spPr>
            <a:xfrm>
              <a:off x="6287760" y="1819800"/>
              <a:ext cx="12240" cy="20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0520"/>
                <a:gd name="textAreaBottom" fmla="*/ 20880 h 20520"/>
                <a:gd name="GluePoint1X" fmla="*/ 0 w 10"/>
                <a:gd name="GluePoint1Y" fmla="*/ 16 h 17"/>
                <a:gd name="GluePoint2X" fmla="*/ 8 w 10"/>
                <a:gd name="GluePoint2Y" fmla="*/ 17 h 17"/>
                <a:gd name="GluePoint3X" fmla="*/ 10 w 10"/>
                <a:gd name="GluePoint3Y" fmla="*/ 0 h 17"/>
                <a:gd name="GluePoint4X" fmla="*/ 2 w 10"/>
                <a:gd name="GluePoint4Y" fmla="*/ 0 h 17"/>
                <a:gd name="GluePoint5X" fmla="*/ 0 w 10"/>
                <a:gd name="GluePoint5Y" fmla="*/ 16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7">
                  <a:moveTo>
                    <a:pt x="0" y="16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9" y="12"/>
                    <a:pt x="10" y="6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5"/>
                    <a:pt x="1" y="11"/>
                    <a:pt x="0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6" name="Freeform 239"/>
            <p:cNvSpPr/>
            <p:nvPr/>
          </p:nvSpPr>
          <p:spPr>
            <a:xfrm>
              <a:off x="6224760" y="1918440"/>
              <a:ext cx="22680" cy="1872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8720"/>
                <a:gd name="textAreaBottom" fmla="*/ 19080 h 18720"/>
                <a:gd name="GluePoint1X" fmla="*/ 5 w 19"/>
                <a:gd name="GluePoint1Y" fmla="*/ 16 h 16"/>
                <a:gd name="GluePoint2X" fmla="*/ 19 w 19"/>
                <a:gd name="GluePoint2Y" fmla="*/ 6 h 16"/>
                <a:gd name="GluePoint3X" fmla="*/ 13 w 19"/>
                <a:gd name="GluePoint3Y" fmla="*/ 0 h 16"/>
                <a:gd name="GluePoint4X" fmla="*/ 0 w 19"/>
                <a:gd name="GluePoint4Y" fmla="*/ 9 h 16"/>
                <a:gd name="GluePoint5X" fmla="*/ 5 w 19"/>
                <a:gd name="GluePoint5Y" fmla="*/ 16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" h="16">
                  <a:moveTo>
                    <a:pt x="5" y="16"/>
                  </a:moveTo>
                  <a:cubicBezTo>
                    <a:pt x="9" y="13"/>
                    <a:pt x="14" y="10"/>
                    <a:pt x="19" y="6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7"/>
                    <a:pt x="0" y="9"/>
                  </a:cubicBezTo>
                  <a:lnTo>
                    <a:pt x="5" y="1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7" name="Freeform 240"/>
            <p:cNvSpPr/>
            <p:nvPr/>
          </p:nvSpPr>
          <p:spPr>
            <a:xfrm>
              <a:off x="6247800" y="1899360"/>
              <a:ext cx="20520" cy="187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720"/>
                <a:gd name="textAreaBottom" fmla="*/ 19080 h 18720"/>
                <a:gd name="GluePoint1X" fmla="*/ 6 w 18"/>
                <a:gd name="GluePoint1Y" fmla="*/ 17 h 17"/>
                <a:gd name="GluePoint2X" fmla="*/ 8 w 18"/>
                <a:gd name="GluePoint2Y" fmla="*/ 15 h 17"/>
                <a:gd name="GluePoint3X" fmla="*/ 18 w 18"/>
                <a:gd name="GluePoint3Y" fmla="*/ 5 h 17"/>
                <a:gd name="GluePoint4X" fmla="*/ 11 w 18"/>
                <a:gd name="GluePoint4Y" fmla="*/ 0 h 17"/>
                <a:gd name="GluePoint5X" fmla="*/ 2 w 18"/>
                <a:gd name="GluePoint5Y" fmla="*/ 10 h 17"/>
                <a:gd name="GluePoint6X" fmla="*/ 0 w 18"/>
                <a:gd name="GluePoint6Y" fmla="*/ 12 h 17"/>
                <a:gd name="GluePoint7X" fmla="*/ 6 w 18"/>
                <a:gd name="GluePoint7Y" fmla="*/ 17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" h="17">
                  <a:moveTo>
                    <a:pt x="6" y="17"/>
                  </a:moveTo>
                  <a:cubicBezTo>
                    <a:pt x="7" y="17"/>
                    <a:pt x="7" y="16"/>
                    <a:pt x="8" y="15"/>
                  </a:cubicBezTo>
                  <a:cubicBezTo>
                    <a:pt x="11" y="12"/>
                    <a:pt x="15" y="8"/>
                    <a:pt x="18" y="5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9" y="3"/>
                    <a:pt x="6" y="7"/>
                    <a:pt x="2" y="10"/>
                  </a:cubicBezTo>
                  <a:cubicBezTo>
                    <a:pt x="2" y="10"/>
                    <a:pt x="1" y="11"/>
                    <a:pt x="0" y="12"/>
                  </a:cubicBezTo>
                  <a:lnTo>
                    <a:pt x="6" y="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8" name="Freeform 241"/>
            <p:cNvSpPr/>
            <p:nvPr/>
          </p:nvSpPr>
          <p:spPr>
            <a:xfrm>
              <a:off x="6266520" y="1874160"/>
              <a:ext cx="18720" cy="226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2680"/>
                <a:gd name="textAreaBottom" fmla="*/ 23040 h 22680"/>
                <a:gd name="GluePoint1X" fmla="*/ 15 w 15"/>
                <a:gd name="GluePoint1Y" fmla="*/ 4 h 19"/>
                <a:gd name="GluePoint2X" fmla="*/ 8 w 15"/>
                <a:gd name="GluePoint2Y" fmla="*/ 0 h 19"/>
                <a:gd name="GluePoint3X" fmla="*/ 0 w 15"/>
                <a:gd name="GluePoint3Y" fmla="*/ 14 h 19"/>
                <a:gd name="GluePoint4X" fmla="*/ 7 w 15"/>
                <a:gd name="GluePoint4Y" fmla="*/ 19 h 19"/>
                <a:gd name="GluePoint5X" fmla="*/ 15 w 15"/>
                <a:gd name="GluePoint5Y" fmla="*/ 4 h 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9">
                  <a:moveTo>
                    <a:pt x="15" y="4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5"/>
                    <a:pt x="3" y="10"/>
                    <a:pt x="0" y="14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0" y="14"/>
                    <a:pt x="13" y="9"/>
                    <a:pt x="15" y="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89" name="Freeform 242"/>
            <p:cNvSpPr/>
            <p:nvPr/>
          </p:nvSpPr>
          <p:spPr>
            <a:xfrm>
              <a:off x="6172200" y="1945800"/>
              <a:ext cx="20520" cy="144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4400"/>
                <a:gd name="textAreaBottom" fmla="*/ 14760 h 14400"/>
                <a:gd name="GluePoint1X" fmla="*/ 16 w 18"/>
                <a:gd name="GluePoint1Y" fmla="*/ 0 h 12"/>
                <a:gd name="GluePoint2X" fmla="*/ 0 w 18"/>
                <a:gd name="GluePoint2Y" fmla="*/ 4 h 12"/>
                <a:gd name="GluePoint3X" fmla="*/ 1 w 18"/>
                <a:gd name="GluePoint3Y" fmla="*/ 12 h 12"/>
                <a:gd name="GluePoint4X" fmla="*/ 18 w 18"/>
                <a:gd name="GluePoint4Y" fmla="*/ 8 h 12"/>
                <a:gd name="GluePoint5X" fmla="*/ 16 w 18"/>
                <a:gd name="GluePoint5Y" fmla="*/ 0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2">
                  <a:moveTo>
                    <a:pt x="16" y="0"/>
                  </a:moveTo>
                  <a:cubicBezTo>
                    <a:pt x="11" y="2"/>
                    <a:pt x="5" y="3"/>
                    <a:pt x="0" y="4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11"/>
                    <a:pt x="13" y="10"/>
                    <a:pt x="18" y="8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90" name="Freeform 243"/>
            <p:cNvSpPr/>
            <p:nvPr/>
          </p:nvSpPr>
          <p:spPr>
            <a:xfrm>
              <a:off x="6201360" y="1935360"/>
              <a:ext cx="20520" cy="165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560"/>
                <a:gd name="textAreaBottom" fmla="*/ 16920 h 16560"/>
                <a:gd name="GluePoint1X" fmla="*/ 14 w 18"/>
                <a:gd name="GluePoint1Y" fmla="*/ 0 h 14"/>
                <a:gd name="GluePoint2X" fmla="*/ 0 w 18"/>
                <a:gd name="GluePoint2Y" fmla="*/ 7 h 14"/>
                <a:gd name="GluePoint3X" fmla="*/ 2 w 18"/>
                <a:gd name="GluePoint3Y" fmla="*/ 14 h 14"/>
                <a:gd name="GluePoint4X" fmla="*/ 18 w 18"/>
                <a:gd name="GluePoint4Y" fmla="*/ 8 h 14"/>
                <a:gd name="GluePoint5X" fmla="*/ 14 w 18"/>
                <a:gd name="GluePoint5Y" fmla="*/ 0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14" y="0"/>
                  </a:moveTo>
                  <a:cubicBezTo>
                    <a:pt x="10" y="3"/>
                    <a:pt x="5" y="5"/>
                    <a:pt x="0" y="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8" y="13"/>
                    <a:pt x="13" y="10"/>
                    <a:pt x="18" y="8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91" name="Freeform 244"/>
            <p:cNvSpPr/>
            <p:nvPr/>
          </p:nvSpPr>
          <p:spPr>
            <a:xfrm>
              <a:off x="6268680" y="1733400"/>
              <a:ext cx="18720" cy="205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520"/>
                <a:gd name="textAreaBottom" fmla="*/ 20880 h 20520"/>
                <a:gd name="GluePoint1X" fmla="*/ 16 w 16"/>
                <a:gd name="GluePoint1Y" fmla="*/ 15 h 18"/>
                <a:gd name="GluePoint2X" fmla="*/ 7 w 16"/>
                <a:gd name="GluePoint2Y" fmla="*/ 0 h 18"/>
                <a:gd name="GluePoint3X" fmla="*/ 0 w 16"/>
                <a:gd name="GluePoint3Y" fmla="*/ 4 h 18"/>
                <a:gd name="GluePoint4X" fmla="*/ 8 w 16"/>
                <a:gd name="GluePoint4Y" fmla="*/ 18 h 18"/>
                <a:gd name="GluePoint5X" fmla="*/ 16 w 16"/>
                <a:gd name="GluePoint5Y" fmla="*/ 15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8">
                  <a:moveTo>
                    <a:pt x="16" y="15"/>
                  </a:moveTo>
                  <a:cubicBezTo>
                    <a:pt x="13" y="10"/>
                    <a:pt x="10" y="4"/>
                    <a:pt x="7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9"/>
                    <a:pt x="6" y="13"/>
                    <a:pt x="8" y="18"/>
                  </a:cubicBezTo>
                  <a:lnTo>
                    <a:pt x="16" y="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92" name="Freeform 245"/>
            <p:cNvSpPr/>
            <p:nvPr/>
          </p:nvSpPr>
          <p:spPr>
            <a:xfrm>
              <a:off x="6249960" y="1710360"/>
              <a:ext cx="20520" cy="205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0520"/>
                <a:gd name="textAreaBottom" fmla="*/ 20880 h 20520"/>
                <a:gd name="GluePoint1X" fmla="*/ 6 w 10"/>
                <a:gd name="GluePoint1Y" fmla="*/ 10 h 10"/>
                <a:gd name="GluePoint2X" fmla="*/ 0 w 10"/>
                <a:gd name="GluePoint2Y" fmla="*/ 3 h 10"/>
                <a:gd name="GluePoint3X" fmla="*/ 3 w 10"/>
                <a:gd name="GluePoint3Y" fmla="*/ 0 h 10"/>
                <a:gd name="GluePoint4X" fmla="*/ 10 w 10"/>
                <a:gd name="GluePoint4Y" fmla="*/ 7 h 10"/>
                <a:gd name="GluePoint5X" fmla="*/ 6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6" y="10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7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93" name="Freeform 246"/>
            <p:cNvSpPr/>
            <p:nvPr/>
          </p:nvSpPr>
          <p:spPr>
            <a:xfrm>
              <a:off x="6005880" y="18658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  <a:gd name="GluePoint1X" fmla="*/ 0 w 27"/>
                <a:gd name="GluePoint1Y" fmla="*/ 23 h 27"/>
                <a:gd name="GluePoint2X" fmla="*/ 0 w 27"/>
                <a:gd name="GluePoint2Y" fmla="*/ 27 h 27"/>
                <a:gd name="GluePoint3X" fmla="*/ 25 w 27"/>
                <a:gd name="GluePoint3Y" fmla="*/ 27 h 27"/>
                <a:gd name="GluePoint4X" fmla="*/ 27 w 27"/>
                <a:gd name="GluePoint4Y" fmla="*/ 25 h 27"/>
                <a:gd name="GluePoint5X" fmla="*/ 27 w 27"/>
                <a:gd name="GluePoint5Y" fmla="*/ 0 h 27"/>
                <a:gd name="GluePoint6X" fmla="*/ 23 w 27"/>
                <a:gd name="GluePoint6Y" fmla="*/ 0 h 27"/>
                <a:gd name="GluePoint7X" fmla="*/ 23 w 27"/>
                <a:gd name="GluePoint7Y" fmla="*/ 20 h 27"/>
                <a:gd name="GluePoint8X" fmla="*/ 21 w 27"/>
                <a:gd name="GluePoint8Y" fmla="*/ 23 h 27"/>
                <a:gd name="GluePoint9X" fmla="*/ 0 w 27"/>
                <a:gd name="GluePoint9Y" fmla="*/ 23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7" h="27">
                  <a:moveTo>
                    <a:pt x="0" y="23"/>
                  </a:moveTo>
                  <a:lnTo>
                    <a:pt x="0" y="27"/>
                  </a:lnTo>
                  <a:lnTo>
                    <a:pt x="25" y="27"/>
                  </a:lnTo>
                  <a:lnTo>
                    <a:pt x="27" y="25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23" y="20"/>
                  </a:lnTo>
                  <a:lnTo>
                    <a:pt x="21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440" bIns="28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94" name="Freeform 247"/>
            <p:cNvSpPr/>
            <p:nvPr/>
          </p:nvSpPr>
          <p:spPr>
            <a:xfrm>
              <a:off x="6233040" y="16956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  <a:gd name="GluePoint1X" fmla="*/ 0 w 27"/>
                <a:gd name="GluePoint1Y" fmla="*/ 2 h 27"/>
                <a:gd name="GluePoint2X" fmla="*/ 0 w 27"/>
                <a:gd name="GluePoint2Y" fmla="*/ 27 h 27"/>
                <a:gd name="GluePoint3X" fmla="*/ 5 w 27"/>
                <a:gd name="GluePoint3Y" fmla="*/ 27 h 27"/>
                <a:gd name="GluePoint4X" fmla="*/ 5 w 27"/>
                <a:gd name="GluePoint4Y" fmla="*/ 6 h 27"/>
                <a:gd name="GluePoint5X" fmla="*/ 7 w 27"/>
                <a:gd name="GluePoint5Y" fmla="*/ 4 h 27"/>
                <a:gd name="GluePoint6X" fmla="*/ 27 w 27"/>
                <a:gd name="GluePoint6Y" fmla="*/ 4 h 27"/>
                <a:gd name="GluePoint7X" fmla="*/ 27 w 27"/>
                <a:gd name="GluePoint7Y" fmla="*/ 0 h 27"/>
                <a:gd name="GluePoint8X" fmla="*/ 3 w 27"/>
                <a:gd name="GluePoint8Y" fmla="*/ 0 h 27"/>
                <a:gd name="GluePoint9X" fmla="*/ 0 w 27"/>
                <a:gd name="GluePoint9Y" fmla="*/ 2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7" h="27">
                  <a:moveTo>
                    <a:pt x="0" y="2"/>
                  </a:moveTo>
                  <a:lnTo>
                    <a:pt x="0" y="27"/>
                  </a:lnTo>
                  <a:lnTo>
                    <a:pt x="5" y="27"/>
                  </a:lnTo>
                  <a:lnTo>
                    <a:pt x="5" y="6"/>
                  </a:lnTo>
                  <a:lnTo>
                    <a:pt x="7" y="4"/>
                  </a:lnTo>
                  <a:lnTo>
                    <a:pt x="27" y="4"/>
                  </a:lnTo>
                  <a:lnTo>
                    <a:pt x="27" y="0"/>
                  </a:lnTo>
                  <a:lnTo>
                    <a:pt x="3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440" bIns="28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195" name="Группа 312"/>
          <p:cNvGrpSpPr/>
          <p:nvPr/>
        </p:nvGrpSpPr>
        <p:grpSpPr>
          <a:xfrm>
            <a:off x="5604480" y="1657800"/>
            <a:ext cx="302400" cy="302400"/>
            <a:chOff x="5604480" y="1657800"/>
            <a:chExt cx="302400" cy="302400"/>
          </a:xfrm>
        </p:grpSpPr>
        <p:sp>
          <p:nvSpPr>
            <p:cNvPr id="2196" name="Freeform 248"/>
            <p:cNvSpPr/>
            <p:nvPr/>
          </p:nvSpPr>
          <p:spPr>
            <a:xfrm>
              <a:off x="5760000" y="1657800"/>
              <a:ext cx="10080" cy="79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7920"/>
                <a:gd name="textAreaBottom" fmla="*/ 8280 h 7920"/>
                <a:gd name="GluePoint1X" fmla="*/ 0 w 9"/>
                <a:gd name="GluePoint1Y" fmla="*/ 0 h 8"/>
                <a:gd name="GluePoint2X" fmla="*/ 0 w 9"/>
                <a:gd name="GluePoint2Y" fmla="*/ 8 h 8"/>
                <a:gd name="GluePoint3X" fmla="*/ 8 w 9"/>
                <a:gd name="GluePoint3Y" fmla="*/ 8 h 8"/>
                <a:gd name="GluePoint4X" fmla="*/ 9 w 9"/>
                <a:gd name="GluePoint4Y" fmla="*/ 0 h 8"/>
                <a:gd name="GluePoint5X" fmla="*/ 0 w 9"/>
                <a:gd name="GluePoint5Y" fmla="*/ 0 h 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5" y="8"/>
                    <a:pt x="8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0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97" name="Freeform 249"/>
            <p:cNvSpPr/>
            <p:nvPr/>
          </p:nvSpPr>
          <p:spPr>
            <a:xfrm>
              <a:off x="5779080" y="1659960"/>
              <a:ext cx="20520" cy="122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2240"/>
                <a:gd name="textAreaBottom" fmla="*/ 12600 h 12240"/>
                <a:gd name="GluePoint1X" fmla="*/ 1 w 18"/>
                <a:gd name="GluePoint1Y" fmla="*/ 0 h 11"/>
                <a:gd name="GluePoint2X" fmla="*/ 0 w 18"/>
                <a:gd name="GluePoint2Y" fmla="*/ 8 h 11"/>
                <a:gd name="GluePoint3X" fmla="*/ 16 w 18"/>
                <a:gd name="GluePoint3Y" fmla="*/ 11 h 11"/>
                <a:gd name="GluePoint4X" fmla="*/ 18 w 18"/>
                <a:gd name="GluePoint4Y" fmla="*/ 3 h 11"/>
                <a:gd name="GluePoint5X" fmla="*/ 1 w 18"/>
                <a:gd name="GluePoint5Y" fmla="*/ 0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1">
                  <a:moveTo>
                    <a:pt x="1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5" y="8"/>
                    <a:pt x="11" y="10"/>
                    <a:pt x="16" y="11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2" y="2"/>
                    <a:pt x="7" y="1"/>
                    <a:pt x="1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98" name="Freeform 250"/>
            <p:cNvSpPr/>
            <p:nvPr/>
          </p:nvSpPr>
          <p:spPr>
            <a:xfrm>
              <a:off x="5888520" y="1836360"/>
              <a:ext cx="14400" cy="205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0520"/>
                <a:gd name="textAreaBottom" fmla="*/ 20880 h 20520"/>
                <a:gd name="GluePoint1X" fmla="*/ 13 w 13"/>
                <a:gd name="GluePoint1Y" fmla="*/ 1 h 18"/>
                <a:gd name="GluePoint2X" fmla="*/ 5 w 13"/>
                <a:gd name="GluePoint2Y" fmla="*/ 0 h 18"/>
                <a:gd name="GluePoint3X" fmla="*/ 0 w 13"/>
                <a:gd name="GluePoint3Y" fmla="*/ 15 h 18"/>
                <a:gd name="GluePoint4X" fmla="*/ 8 w 13"/>
                <a:gd name="GluePoint4Y" fmla="*/ 18 h 18"/>
                <a:gd name="GluePoint5X" fmla="*/ 13 w 13"/>
                <a:gd name="GluePoint5Y" fmla="*/ 1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18">
                  <a:moveTo>
                    <a:pt x="13" y="1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5"/>
                    <a:pt x="2" y="10"/>
                    <a:pt x="0" y="15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10" y="12"/>
                    <a:pt x="12" y="7"/>
                    <a:pt x="13" y="1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199" name="Freeform 251"/>
            <p:cNvSpPr/>
            <p:nvPr/>
          </p:nvSpPr>
          <p:spPr>
            <a:xfrm>
              <a:off x="5896800" y="1809000"/>
              <a:ext cx="10080" cy="187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8720"/>
                <a:gd name="textAreaBottom" fmla="*/ 19080 h 18720"/>
                <a:gd name="GluePoint1X" fmla="*/ 9 w 9"/>
                <a:gd name="GluePoint1Y" fmla="*/ 0 h 17"/>
                <a:gd name="GluePoint2X" fmla="*/ 1 w 9"/>
                <a:gd name="GluePoint2Y" fmla="*/ 0 h 17"/>
                <a:gd name="GluePoint3X" fmla="*/ 0 w 9"/>
                <a:gd name="GluePoint3Y" fmla="*/ 16 h 17"/>
                <a:gd name="GluePoint4X" fmla="*/ 8 w 9"/>
                <a:gd name="GluePoint4Y" fmla="*/ 17 h 17"/>
                <a:gd name="GluePoint5X" fmla="*/ 9 w 9"/>
                <a:gd name="GluePoint5Y" fmla="*/ 0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7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5"/>
                    <a:pt x="1" y="10"/>
                    <a:pt x="0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1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0" name="Freeform 252"/>
            <p:cNvSpPr/>
            <p:nvPr/>
          </p:nvSpPr>
          <p:spPr>
            <a:xfrm>
              <a:off x="5856840" y="1886760"/>
              <a:ext cx="20520" cy="205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0520"/>
                <a:gd name="textAreaBottom" fmla="*/ 20880 h 20520"/>
                <a:gd name="GluePoint1X" fmla="*/ 3 w 10"/>
                <a:gd name="GluePoint1Y" fmla="*/ 10 h 10"/>
                <a:gd name="GluePoint2X" fmla="*/ 0 w 10"/>
                <a:gd name="GluePoint2Y" fmla="*/ 6 h 10"/>
                <a:gd name="GluePoint3X" fmla="*/ 6 w 10"/>
                <a:gd name="GluePoint3Y" fmla="*/ 0 h 10"/>
                <a:gd name="GluePoint4X" fmla="*/ 10 w 10"/>
                <a:gd name="GluePoint4Y" fmla="*/ 3 h 10"/>
                <a:gd name="GluePoint5X" fmla="*/ 3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3" y="10"/>
                  </a:moveTo>
                  <a:lnTo>
                    <a:pt x="0" y="6"/>
                  </a:lnTo>
                  <a:lnTo>
                    <a:pt x="6" y="0"/>
                  </a:lnTo>
                  <a:lnTo>
                    <a:pt x="10" y="3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1" name="Freeform 253"/>
            <p:cNvSpPr/>
            <p:nvPr/>
          </p:nvSpPr>
          <p:spPr>
            <a:xfrm>
              <a:off x="5808600" y="1666080"/>
              <a:ext cx="20520" cy="165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560"/>
                <a:gd name="textAreaBottom" fmla="*/ 16920 h 16560"/>
                <a:gd name="GluePoint1X" fmla="*/ 2 w 18"/>
                <a:gd name="GluePoint1Y" fmla="*/ 0 h 14"/>
                <a:gd name="GluePoint2X" fmla="*/ 0 w 18"/>
                <a:gd name="GluePoint2Y" fmla="*/ 8 h 14"/>
                <a:gd name="GluePoint3X" fmla="*/ 14 w 18"/>
                <a:gd name="GluePoint3Y" fmla="*/ 14 h 14"/>
                <a:gd name="GluePoint4X" fmla="*/ 18 w 18"/>
                <a:gd name="GluePoint4Y" fmla="*/ 7 h 14"/>
                <a:gd name="GluePoint5X" fmla="*/ 2 w 18"/>
                <a:gd name="GluePoint5Y" fmla="*/ 0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2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0" y="11"/>
                    <a:pt x="14" y="14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3" y="4"/>
                    <a:pt x="8" y="2"/>
                    <a:pt x="2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2" name="Freeform 254"/>
            <p:cNvSpPr/>
            <p:nvPr/>
          </p:nvSpPr>
          <p:spPr>
            <a:xfrm>
              <a:off x="5875920" y="1861560"/>
              <a:ext cx="16560" cy="2268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2680"/>
                <a:gd name="textAreaBottom" fmla="*/ 23040 h 22680"/>
                <a:gd name="GluePoint1X" fmla="*/ 15 w 15"/>
                <a:gd name="GluePoint1Y" fmla="*/ 4 h 19"/>
                <a:gd name="GluePoint2X" fmla="*/ 8 w 15"/>
                <a:gd name="GluePoint2Y" fmla="*/ 0 h 19"/>
                <a:gd name="GluePoint3X" fmla="*/ 0 w 15"/>
                <a:gd name="GluePoint3Y" fmla="*/ 14 h 19"/>
                <a:gd name="GluePoint4X" fmla="*/ 7 w 15"/>
                <a:gd name="GluePoint4Y" fmla="*/ 19 h 19"/>
                <a:gd name="GluePoint5X" fmla="*/ 15 w 15"/>
                <a:gd name="GluePoint5Y" fmla="*/ 4 h 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9">
                  <a:moveTo>
                    <a:pt x="15" y="4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5"/>
                    <a:pt x="3" y="10"/>
                    <a:pt x="0" y="14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0" y="14"/>
                    <a:pt x="13" y="9"/>
                    <a:pt x="15" y="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3" name="Freeform 255"/>
            <p:cNvSpPr/>
            <p:nvPr/>
          </p:nvSpPr>
          <p:spPr>
            <a:xfrm>
              <a:off x="5894640" y="1777680"/>
              <a:ext cx="12240" cy="20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0520"/>
                <a:gd name="textAreaBottom" fmla="*/ 20880 h 20520"/>
                <a:gd name="GluePoint1X" fmla="*/ 0 w 10"/>
                <a:gd name="GluePoint1Y" fmla="*/ 2 h 18"/>
                <a:gd name="GluePoint2X" fmla="*/ 2 w 10"/>
                <a:gd name="GluePoint2Y" fmla="*/ 18 h 18"/>
                <a:gd name="GluePoint3X" fmla="*/ 10 w 10"/>
                <a:gd name="GluePoint3Y" fmla="*/ 17 h 18"/>
                <a:gd name="GluePoint4X" fmla="*/ 8 w 10"/>
                <a:gd name="GluePoint4Y" fmla="*/ 0 h 18"/>
                <a:gd name="GluePoint5X" fmla="*/ 0 w 10"/>
                <a:gd name="GluePoint5Y" fmla="*/ 2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8">
                  <a:moveTo>
                    <a:pt x="0" y="2"/>
                  </a:moveTo>
                  <a:cubicBezTo>
                    <a:pt x="1" y="7"/>
                    <a:pt x="2" y="12"/>
                    <a:pt x="2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1"/>
                    <a:pt x="9" y="6"/>
                    <a:pt x="8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4" name="Freeform 256"/>
            <p:cNvSpPr/>
            <p:nvPr/>
          </p:nvSpPr>
          <p:spPr>
            <a:xfrm>
              <a:off x="5873760" y="1720800"/>
              <a:ext cx="18720" cy="226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2680"/>
                <a:gd name="textAreaBottom" fmla="*/ 23040 h 22680"/>
                <a:gd name="GluePoint1X" fmla="*/ 0 w 15"/>
                <a:gd name="GluePoint1Y" fmla="*/ 4 h 18"/>
                <a:gd name="GluePoint2X" fmla="*/ 8 w 15"/>
                <a:gd name="GluePoint2Y" fmla="*/ 18 h 18"/>
                <a:gd name="GluePoint3X" fmla="*/ 15 w 15"/>
                <a:gd name="GluePoint3Y" fmla="*/ 14 h 18"/>
                <a:gd name="GluePoint4X" fmla="*/ 7 w 15"/>
                <a:gd name="GluePoint4Y" fmla="*/ 0 h 18"/>
                <a:gd name="GluePoint5X" fmla="*/ 0 w 15"/>
                <a:gd name="GluePoint5Y" fmla="*/ 4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8">
                  <a:moveTo>
                    <a:pt x="0" y="4"/>
                  </a:moveTo>
                  <a:cubicBezTo>
                    <a:pt x="3" y="9"/>
                    <a:pt x="6" y="13"/>
                    <a:pt x="8" y="18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3" y="9"/>
                    <a:pt x="10" y="4"/>
                    <a:pt x="7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5" name="Freeform 257"/>
            <p:cNvSpPr/>
            <p:nvPr/>
          </p:nvSpPr>
          <p:spPr>
            <a:xfrm>
              <a:off x="5888520" y="1748160"/>
              <a:ext cx="14400" cy="205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0520"/>
                <a:gd name="textAreaBottom" fmla="*/ 20880 h 20520"/>
                <a:gd name="GluePoint1X" fmla="*/ 0 w 12"/>
                <a:gd name="GluePoint1Y" fmla="*/ 3 h 19"/>
                <a:gd name="GluePoint2X" fmla="*/ 5 w 12"/>
                <a:gd name="GluePoint2Y" fmla="*/ 19 h 19"/>
                <a:gd name="GluePoint3X" fmla="*/ 12 w 12"/>
                <a:gd name="GluePoint3Y" fmla="*/ 17 h 19"/>
                <a:gd name="GluePoint4X" fmla="*/ 7 w 12"/>
                <a:gd name="GluePoint4Y" fmla="*/ 0 h 19"/>
                <a:gd name="GluePoint5X" fmla="*/ 0 w 12"/>
                <a:gd name="GluePoint5Y" fmla="*/ 3 h 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9">
                  <a:moveTo>
                    <a:pt x="0" y="3"/>
                  </a:moveTo>
                  <a:cubicBezTo>
                    <a:pt x="2" y="8"/>
                    <a:pt x="3" y="13"/>
                    <a:pt x="5" y="19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1"/>
                    <a:pt x="9" y="6"/>
                    <a:pt x="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6" name="Freeform 258"/>
            <p:cNvSpPr/>
            <p:nvPr/>
          </p:nvSpPr>
          <p:spPr>
            <a:xfrm>
              <a:off x="5854680" y="1697760"/>
              <a:ext cx="20520" cy="205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0520"/>
                <a:gd name="textAreaBottom" fmla="*/ 20880 h 20520"/>
                <a:gd name="GluePoint1X" fmla="*/ 6 w 17"/>
                <a:gd name="GluePoint1Y" fmla="*/ 0 h 18"/>
                <a:gd name="GluePoint2X" fmla="*/ 0 w 17"/>
                <a:gd name="GluePoint2Y" fmla="*/ 6 h 18"/>
                <a:gd name="GluePoint3X" fmla="*/ 2 w 17"/>
                <a:gd name="GluePoint3Y" fmla="*/ 8 h 18"/>
                <a:gd name="GluePoint4X" fmla="*/ 11 w 17"/>
                <a:gd name="GluePoint4Y" fmla="*/ 18 h 18"/>
                <a:gd name="GluePoint5X" fmla="*/ 17 w 17"/>
                <a:gd name="GluePoint5Y" fmla="*/ 13 h 18"/>
                <a:gd name="GluePoint6X" fmla="*/ 8 w 17"/>
                <a:gd name="GluePoint6Y" fmla="*/ 2 h 18"/>
                <a:gd name="GluePoint7X" fmla="*/ 6 w 17"/>
                <a:gd name="GluePoint7Y" fmla="*/ 0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7" h="18">
                  <a:moveTo>
                    <a:pt x="6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7"/>
                    <a:pt x="2" y="8"/>
                  </a:cubicBezTo>
                  <a:cubicBezTo>
                    <a:pt x="5" y="11"/>
                    <a:pt x="8" y="14"/>
                    <a:pt x="11" y="18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5" y="9"/>
                    <a:pt x="11" y="5"/>
                    <a:pt x="8" y="2"/>
                  </a:cubicBezTo>
                  <a:cubicBezTo>
                    <a:pt x="7" y="1"/>
                    <a:pt x="7" y="1"/>
                    <a:pt x="6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7" name="Freeform 259"/>
            <p:cNvSpPr/>
            <p:nvPr/>
          </p:nvSpPr>
          <p:spPr>
            <a:xfrm>
              <a:off x="5831640" y="1679040"/>
              <a:ext cx="20520" cy="187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720"/>
                <a:gd name="textAreaBottom" fmla="*/ 19080 h 18720"/>
                <a:gd name="GluePoint1X" fmla="*/ 0 w 18"/>
                <a:gd name="GluePoint1Y" fmla="*/ 7 h 16"/>
                <a:gd name="GluePoint2X" fmla="*/ 13 w 18"/>
                <a:gd name="GluePoint2Y" fmla="*/ 16 h 16"/>
                <a:gd name="GluePoint3X" fmla="*/ 18 w 18"/>
                <a:gd name="GluePoint3Y" fmla="*/ 10 h 16"/>
                <a:gd name="GluePoint4X" fmla="*/ 4 w 18"/>
                <a:gd name="GluePoint4Y" fmla="*/ 0 h 16"/>
                <a:gd name="GluePoint5X" fmla="*/ 0 w 18"/>
                <a:gd name="GluePoint5Y" fmla="*/ 7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6">
                  <a:moveTo>
                    <a:pt x="0" y="7"/>
                  </a:moveTo>
                  <a:cubicBezTo>
                    <a:pt x="5" y="10"/>
                    <a:pt x="9" y="13"/>
                    <a:pt x="13" y="16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4" y="7"/>
                    <a:pt x="9" y="3"/>
                    <a:pt x="4" y="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8" name="Freeform 260"/>
            <p:cNvSpPr/>
            <p:nvPr/>
          </p:nvSpPr>
          <p:spPr>
            <a:xfrm>
              <a:off x="5839920" y="18658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  <a:gd name="GluePoint1X" fmla="*/ 5 w 27"/>
                <a:gd name="GluePoint1Y" fmla="*/ 20 h 27"/>
                <a:gd name="GluePoint2X" fmla="*/ 5 w 27"/>
                <a:gd name="GluePoint2Y" fmla="*/ 0 h 27"/>
                <a:gd name="GluePoint3X" fmla="*/ 0 w 27"/>
                <a:gd name="GluePoint3Y" fmla="*/ 0 h 27"/>
                <a:gd name="GluePoint4X" fmla="*/ 0 w 27"/>
                <a:gd name="GluePoint4Y" fmla="*/ 25 h 27"/>
                <a:gd name="GluePoint5X" fmla="*/ 3 w 27"/>
                <a:gd name="GluePoint5Y" fmla="*/ 27 h 27"/>
                <a:gd name="GluePoint6X" fmla="*/ 27 w 27"/>
                <a:gd name="GluePoint6Y" fmla="*/ 27 h 27"/>
                <a:gd name="GluePoint7X" fmla="*/ 27 w 27"/>
                <a:gd name="GluePoint7Y" fmla="*/ 23 h 27"/>
                <a:gd name="GluePoint8X" fmla="*/ 7 w 27"/>
                <a:gd name="GluePoint8Y" fmla="*/ 23 h 27"/>
                <a:gd name="GluePoint9X" fmla="*/ 5 w 27"/>
                <a:gd name="GluePoint9Y" fmla="*/ 20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7" h="27">
                  <a:moveTo>
                    <a:pt x="5" y="2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27" y="27"/>
                  </a:lnTo>
                  <a:lnTo>
                    <a:pt x="27" y="23"/>
                  </a:lnTo>
                  <a:lnTo>
                    <a:pt x="7" y="23"/>
                  </a:lnTo>
                  <a:lnTo>
                    <a:pt x="5" y="2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440" bIns="28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09" name="Freeform 261"/>
            <p:cNvSpPr/>
            <p:nvPr/>
          </p:nvSpPr>
          <p:spPr>
            <a:xfrm>
              <a:off x="5741280" y="1950120"/>
              <a:ext cx="7920" cy="1008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10080"/>
                <a:gd name="textAreaBottom" fmla="*/ 10440 h 10080"/>
                <a:gd name="GluePoint1X" fmla="*/ 8 w 8"/>
                <a:gd name="GluePoint1Y" fmla="*/ 1 h 9"/>
                <a:gd name="GluePoint2X" fmla="*/ 1 w 8"/>
                <a:gd name="GluePoint2Y" fmla="*/ 0 h 9"/>
                <a:gd name="GluePoint3X" fmla="*/ 0 w 8"/>
                <a:gd name="GluePoint3Y" fmla="*/ 8 h 9"/>
                <a:gd name="GluePoint4X" fmla="*/ 8 w 8"/>
                <a:gd name="GluePoint4Y" fmla="*/ 9 h 9"/>
                <a:gd name="GluePoint5X" fmla="*/ 8 w 8"/>
                <a:gd name="GluePoint5Y" fmla="*/ 1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8" h="9">
                  <a:moveTo>
                    <a:pt x="8" y="1"/>
                  </a:moveTo>
                  <a:cubicBezTo>
                    <a:pt x="6" y="1"/>
                    <a:pt x="3" y="1"/>
                    <a:pt x="1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9"/>
                    <a:pt x="6" y="9"/>
                    <a:pt x="8" y="9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0" name="Freeform 262"/>
            <p:cNvSpPr/>
            <p:nvPr/>
          </p:nvSpPr>
          <p:spPr>
            <a:xfrm>
              <a:off x="5657040" y="1918440"/>
              <a:ext cx="20520" cy="187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720"/>
                <a:gd name="textAreaBottom" fmla="*/ 19080 h 18720"/>
                <a:gd name="GluePoint1X" fmla="*/ 0 w 18"/>
                <a:gd name="GluePoint1Y" fmla="*/ 6 h 16"/>
                <a:gd name="GluePoint2X" fmla="*/ 14 w 18"/>
                <a:gd name="GluePoint2Y" fmla="*/ 16 h 16"/>
                <a:gd name="GluePoint3X" fmla="*/ 18 w 18"/>
                <a:gd name="GluePoint3Y" fmla="*/ 9 h 16"/>
                <a:gd name="GluePoint4X" fmla="*/ 5 w 18"/>
                <a:gd name="GluePoint4Y" fmla="*/ 0 h 16"/>
                <a:gd name="GluePoint5X" fmla="*/ 0 w 18"/>
                <a:gd name="GluePoint5Y" fmla="*/ 6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6">
                  <a:moveTo>
                    <a:pt x="0" y="6"/>
                  </a:moveTo>
                  <a:cubicBezTo>
                    <a:pt x="5" y="10"/>
                    <a:pt x="9" y="13"/>
                    <a:pt x="14" y="1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4" y="7"/>
                    <a:pt x="9" y="3"/>
                    <a:pt x="5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1" name="Freeform 263"/>
            <p:cNvSpPr/>
            <p:nvPr/>
          </p:nvSpPr>
          <p:spPr>
            <a:xfrm>
              <a:off x="5604480" y="1819800"/>
              <a:ext cx="10080" cy="205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20520"/>
                <a:gd name="textAreaBottom" fmla="*/ 20880 h 20520"/>
                <a:gd name="GluePoint1X" fmla="*/ 0 w 10"/>
                <a:gd name="GluePoint1Y" fmla="*/ 0 h 17"/>
                <a:gd name="GluePoint2X" fmla="*/ 2 w 10"/>
                <a:gd name="GluePoint2Y" fmla="*/ 17 h 17"/>
                <a:gd name="GluePoint3X" fmla="*/ 10 w 10"/>
                <a:gd name="GluePoint3Y" fmla="*/ 16 h 17"/>
                <a:gd name="GluePoint4X" fmla="*/ 8 w 10"/>
                <a:gd name="GluePoint4Y" fmla="*/ 0 h 17"/>
                <a:gd name="GluePoint5X" fmla="*/ 0 w 10"/>
                <a:gd name="GluePoint5Y" fmla="*/ 0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7">
                  <a:moveTo>
                    <a:pt x="0" y="0"/>
                  </a:moveTo>
                  <a:cubicBezTo>
                    <a:pt x="1" y="6"/>
                    <a:pt x="1" y="12"/>
                    <a:pt x="2" y="17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9" y="11"/>
                    <a:pt x="9" y="5"/>
                    <a:pt x="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2" name="Freeform 264"/>
            <p:cNvSpPr/>
            <p:nvPr/>
          </p:nvSpPr>
          <p:spPr>
            <a:xfrm>
              <a:off x="5608800" y="1848960"/>
              <a:ext cx="14400" cy="205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0520"/>
                <a:gd name="textAreaBottom" fmla="*/ 20880 h 20520"/>
                <a:gd name="GluePoint1X" fmla="*/ 0 w 13"/>
                <a:gd name="GluePoint1Y" fmla="*/ 2 h 18"/>
                <a:gd name="GluePoint2X" fmla="*/ 6 w 13"/>
                <a:gd name="GluePoint2Y" fmla="*/ 18 h 18"/>
                <a:gd name="GluePoint3X" fmla="*/ 13 w 13"/>
                <a:gd name="GluePoint3Y" fmla="*/ 15 h 18"/>
                <a:gd name="GluePoint4X" fmla="*/ 8 w 13"/>
                <a:gd name="GluePoint4Y" fmla="*/ 0 h 18"/>
                <a:gd name="GluePoint5X" fmla="*/ 0 w 13"/>
                <a:gd name="GluePoint5Y" fmla="*/ 2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18">
                  <a:moveTo>
                    <a:pt x="0" y="2"/>
                  </a:moveTo>
                  <a:cubicBezTo>
                    <a:pt x="2" y="7"/>
                    <a:pt x="4" y="13"/>
                    <a:pt x="6" y="18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1" y="10"/>
                    <a:pt x="9" y="5"/>
                    <a:pt x="8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3" name="Freeform 265"/>
            <p:cNvSpPr/>
            <p:nvPr/>
          </p:nvSpPr>
          <p:spPr>
            <a:xfrm>
              <a:off x="5608800" y="1760760"/>
              <a:ext cx="14400" cy="205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0520"/>
                <a:gd name="textAreaBottom" fmla="*/ 20880 h 20520"/>
                <a:gd name="GluePoint1X" fmla="*/ 7 w 12"/>
                <a:gd name="GluePoint1Y" fmla="*/ 18 h 18"/>
                <a:gd name="GluePoint2X" fmla="*/ 12 w 12"/>
                <a:gd name="GluePoint2Y" fmla="*/ 3 h 18"/>
                <a:gd name="GluePoint3X" fmla="*/ 5 w 12"/>
                <a:gd name="GluePoint3Y" fmla="*/ 0 h 18"/>
                <a:gd name="GluePoint4X" fmla="*/ 0 w 12"/>
                <a:gd name="GluePoint4Y" fmla="*/ 16 h 18"/>
                <a:gd name="GluePoint5X" fmla="*/ 7 w 12"/>
                <a:gd name="GluePoint5Y" fmla="*/ 18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8">
                  <a:moveTo>
                    <a:pt x="7" y="18"/>
                  </a:moveTo>
                  <a:cubicBezTo>
                    <a:pt x="9" y="13"/>
                    <a:pt x="10" y="7"/>
                    <a:pt x="12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5"/>
                    <a:pt x="1" y="10"/>
                    <a:pt x="0" y="16"/>
                  </a:cubicBezTo>
                  <a:lnTo>
                    <a:pt x="7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4" name="Freeform 266"/>
            <p:cNvSpPr/>
            <p:nvPr/>
          </p:nvSpPr>
          <p:spPr>
            <a:xfrm>
              <a:off x="5682240" y="1935360"/>
              <a:ext cx="20520" cy="165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560"/>
                <a:gd name="textAreaBottom" fmla="*/ 16920 h 16560"/>
                <a:gd name="GluePoint1X" fmla="*/ 3 w 18"/>
                <a:gd name="GluePoint1Y" fmla="*/ 0 h 14"/>
                <a:gd name="GluePoint2X" fmla="*/ 0 w 18"/>
                <a:gd name="GluePoint2Y" fmla="*/ 8 h 14"/>
                <a:gd name="GluePoint3X" fmla="*/ 15 w 18"/>
                <a:gd name="GluePoint3Y" fmla="*/ 14 h 14"/>
                <a:gd name="GluePoint4X" fmla="*/ 18 w 18"/>
                <a:gd name="GluePoint4Y" fmla="*/ 7 h 14"/>
                <a:gd name="GluePoint5X" fmla="*/ 3 w 18"/>
                <a:gd name="GluePoint5Y" fmla="*/ 0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3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5" y="10"/>
                    <a:pt x="10" y="13"/>
                    <a:pt x="15" y="14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3" y="5"/>
                    <a:pt x="8" y="3"/>
                    <a:pt x="3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5" name="Freeform 267"/>
            <p:cNvSpPr/>
            <p:nvPr/>
          </p:nvSpPr>
          <p:spPr>
            <a:xfrm>
              <a:off x="5604480" y="1788120"/>
              <a:ext cx="10080" cy="2268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22680"/>
                <a:gd name="textAreaBottom" fmla="*/ 23040 h 22680"/>
                <a:gd name="GluePoint1X" fmla="*/ 0 w 10"/>
                <a:gd name="GluePoint1Y" fmla="*/ 18 h 18"/>
                <a:gd name="GluePoint2X" fmla="*/ 8 w 10"/>
                <a:gd name="GluePoint2Y" fmla="*/ 18 h 18"/>
                <a:gd name="GluePoint3X" fmla="*/ 10 w 10"/>
                <a:gd name="GluePoint3Y" fmla="*/ 2 h 18"/>
                <a:gd name="GluePoint4X" fmla="*/ 2 w 10"/>
                <a:gd name="GluePoint4Y" fmla="*/ 0 h 18"/>
                <a:gd name="GluePoint5X" fmla="*/ 0 w 10"/>
                <a:gd name="GluePoint5Y" fmla="*/ 18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8">
                  <a:moveTo>
                    <a:pt x="0" y="18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8" y="12"/>
                    <a:pt x="9" y="7"/>
                    <a:pt x="10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6"/>
                    <a:pt x="0" y="12"/>
                    <a:pt x="0" y="1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6" name="Freeform 268"/>
            <p:cNvSpPr/>
            <p:nvPr/>
          </p:nvSpPr>
          <p:spPr>
            <a:xfrm>
              <a:off x="5617440" y="1733400"/>
              <a:ext cx="18720" cy="205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520"/>
                <a:gd name="textAreaBottom" fmla="*/ 20880 h 20520"/>
                <a:gd name="GluePoint1X" fmla="*/ 0 w 15"/>
                <a:gd name="GluePoint1Y" fmla="*/ 15 h 18"/>
                <a:gd name="GluePoint2X" fmla="*/ 7 w 15"/>
                <a:gd name="GluePoint2Y" fmla="*/ 18 h 18"/>
                <a:gd name="GluePoint3X" fmla="*/ 15 w 15"/>
                <a:gd name="GluePoint3Y" fmla="*/ 4 h 18"/>
                <a:gd name="GluePoint4X" fmla="*/ 9 w 15"/>
                <a:gd name="GluePoint4Y" fmla="*/ 0 h 18"/>
                <a:gd name="GluePoint5X" fmla="*/ 0 w 15"/>
                <a:gd name="GluePoint5Y" fmla="*/ 15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8">
                  <a:moveTo>
                    <a:pt x="0" y="15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10" y="13"/>
                    <a:pt x="12" y="9"/>
                    <a:pt x="15" y="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5" y="4"/>
                    <a:pt x="3" y="10"/>
                    <a:pt x="0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7" name="Freeform 269"/>
            <p:cNvSpPr/>
            <p:nvPr/>
          </p:nvSpPr>
          <p:spPr>
            <a:xfrm>
              <a:off x="5619240" y="1874160"/>
              <a:ext cx="18720" cy="226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2680"/>
                <a:gd name="textAreaBottom" fmla="*/ 23040 h 22680"/>
                <a:gd name="GluePoint1X" fmla="*/ 0 w 16"/>
                <a:gd name="GluePoint1Y" fmla="*/ 4 h 19"/>
                <a:gd name="GluePoint2X" fmla="*/ 9 w 16"/>
                <a:gd name="GluePoint2Y" fmla="*/ 19 h 19"/>
                <a:gd name="GluePoint3X" fmla="*/ 16 w 16"/>
                <a:gd name="GluePoint3Y" fmla="*/ 14 h 19"/>
                <a:gd name="GluePoint4X" fmla="*/ 7 w 16"/>
                <a:gd name="GluePoint4Y" fmla="*/ 0 h 19"/>
                <a:gd name="GluePoint5X" fmla="*/ 0 w 16"/>
                <a:gd name="GluePoint5Y" fmla="*/ 4 h 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9">
                  <a:moveTo>
                    <a:pt x="0" y="4"/>
                  </a:moveTo>
                  <a:cubicBezTo>
                    <a:pt x="3" y="9"/>
                    <a:pt x="6" y="14"/>
                    <a:pt x="9" y="19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3" y="10"/>
                    <a:pt x="10" y="5"/>
                    <a:pt x="7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8" name="Freeform 270"/>
            <p:cNvSpPr/>
            <p:nvPr/>
          </p:nvSpPr>
          <p:spPr>
            <a:xfrm>
              <a:off x="5636160" y="189936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12 w 17"/>
                <a:gd name="GluePoint1Y" fmla="*/ 17 h 17"/>
                <a:gd name="GluePoint2X" fmla="*/ 17 w 17"/>
                <a:gd name="GluePoint2Y" fmla="*/ 12 h 17"/>
                <a:gd name="GluePoint3X" fmla="*/ 15 w 17"/>
                <a:gd name="GluePoint3Y" fmla="*/ 10 h 17"/>
                <a:gd name="GluePoint4X" fmla="*/ 6 w 17"/>
                <a:gd name="GluePoint4Y" fmla="*/ 0 h 17"/>
                <a:gd name="GluePoint5X" fmla="*/ 0 w 17"/>
                <a:gd name="GluePoint5Y" fmla="*/ 5 h 17"/>
                <a:gd name="GluePoint6X" fmla="*/ 10 w 17"/>
                <a:gd name="GluePoint6Y" fmla="*/ 15 h 17"/>
                <a:gd name="GluePoint7X" fmla="*/ 12 w 17"/>
                <a:gd name="GluePoint7Y" fmla="*/ 17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7" h="17">
                  <a:moveTo>
                    <a:pt x="12" y="17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7" y="11"/>
                    <a:pt x="16" y="10"/>
                    <a:pt x="15" y="10"/>
                  </a:cubicBezTo>
                  <a:cubicBezTo>
                    <a:pt x="12" y="7"/>
                    <a:pt x="9" y="3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8"/>
                    <a:pt x="6" y="12"/>
                    <a:pt x="10" y="15"/>
                  </a:cubicBezTo>
                  <a:cubicBezTo>
                    <a:pt x="10" y="16"/>
                    <a:pt x="11" y="17"/>
                    <a:pt x="12" y="1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19" name="Freeform 271"/>
            <p:cNvSpPr/>
            <p:nvPr/>
          </p:nvSpPr>
          <p:spPr>
            <a:xfrm>
              <a:off x="5634000" y="1710360"/>
              <a:ext cx="20520" cy="205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0520"/>
                <a:gd name="textAreaBottom" fmla="*/ 20880 h 20520"/>
                <a:gd name="GluePoint1X" fmla="*/ 4 w 10"/>
                <a:gd name="GluePoint1Y" fmla="*/ 10 h 10"/>
                <a:gd name="GluePoint2X" fmla="*/ 0 w 10"/>
                <a:gd name="GluePoint2Y" fmla="*/ 7 h 10"/>
                <a:gd name="GluePoint3X" fmla="*/ 7 w 10"/>
                <a:gd name="GluePoint3Y" fmla="*/ 0 h 10"/>
                <a:gd name="GluePoint4X" fmla="*/ 10 w 10"/>
                <a:gd name="GluePoint4Y" fmla="*/ 3 h 10"/>
                <a:gd name="GluePoint5X" fmla="*/ 4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4" y="10"/>
                  </a:moveTo>
                  <a:lnTo>
                    <a:pt x="0" y="7"/>
                  </a:lnTo>
                  <a:lnTo>
                    <a:pt x="7" y="0"/>
                  </a:lnTo>
                  <a:lnTo>
                    <a:pt x="10" y="3"/>
                  </a:lnTo>
                  <a:lnTo>
                    <a:pt x="4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20" name="Freeform 272"/>
            <p:cNvSpPr/>
            <p:nvPr/>
          </p:nvSpPr>
          <p:spPr>
            <a:xfrm>
              <a:off x="5711760" y="1945800"/>
              <a:ext cx="20520" cy="144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4400"/>
                <a:gd name="textAreaBottom" fmla="*/ 14760 h 14400"/>
                <a:gd name="GluePoint1X" fmla="*/ 2 w 18"/>
                <a:gd name="GluePoint1Y" fmla="*/ 0 h 12"/>
                <a:gd name="GluePoint2X" fmla="*/ 0 w 18"/>
                <a:gd name="GluePoint2Y" fmla="*/ 8 h 12"/>
                <a:gd name="GluePoint3X" fmla="*/ 16 w 18"/>
                <a:gd name="GluePoint3Y" fmla="*/ 12 h 12"/>
                <a:gd name="GluePoint4X" fmla="*/ 18 w 18"/>
                <a:gd name="GluePoint4Y" fmla="*/ 4 h 12"/>
                <a:gd name="GluePoint5X" fmla="*/ 2 w 18"/>
                <a:gd name="GluePoint5Y" fmla="*/ 0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2">
                  <a:moveTo>
                    <a:pt x="2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5" y="10"/>
                    <a:pt x="11" y="11"/>
                    <a:pt x="16" y="12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2" y="3"/>
                    <a:pt x="7" y="2"/>
                    <a:pt x="2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21" name="Freeform 273"/>
            <p:cNvSpPr/>
            <p:nvPr/>
          </p:nvSpPr>
          <p:spPr>
            <a:xfrm>
              <a:off x="5613120" y="16956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  <a:gd name="GluePoint1X" fmla="*/ 0 w 27"/>
                <a:gd name="GluePoint1Y" fmla="*/ 0 h 27"/>
                <a:gd name="GluePoint2X" fmla="*/ 0 w 27"/>
                <a:gd name="GluePoint2Y" fmla="*/ 4 h 27"/>
                <a:gd name="GluePoint3X" fmla="*/ 21 w 27"/>
                <a:gd name="GluePoint3Y" fmla="*/ 4 h 27"/>
                <a:gd name="GluePoint4X" fmla="*/ 23 w 27"/>
                <a:gd name="GluePoint4Y" fmla="*/ 6 h 27"/>
                <a:gd name="GluePoint5X" fmla="*/ 23 w 27"/>
                <a:gd name="GluePoint5Y" fmla="*/ 27 h 27"/>
                <a:gd name="GluePoint6X" fmla="*/ 27 w 27"/>
                <a:gd name="GluePoint6Y" fmla="*/ 27 h 27"/>
                <a:gd name="GluePoint7X" fmla="*/ 27 w 27"/>
                <a:gd name="GluePoint7Y" fmla="*/ 2 h 27"/>
                <a:gd name="GluePoint8X" fmla="*/ 25 w 27"/>
                <a:gd name="GluePoint8Y" fmla="*/ 0 h 27"/>
                <a:gd name="GluePoint9X" fmla="*/ 0 w 27"/>
                <a:gd name="GluePoint9Y" fmla="*/ 0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7" h="27">
                  <a:moveTo>
                    <a:pt x="0" y="0"/>
                  </a:moveTo>
                  <a:lnTo>
                    <a:pt x="0" y="4"/>
                  </a:lnTo>
                  <a:lnTo>
                    <a:pt x="21" y="4"/>
                  </a:lnTo>
                  <a:lnTo>
                    <a:pt x="23" y="6"/>
                  </a:lnTo>
                  <a:lnTo>
                    <a:pt x="23" y="27"/>
                  </a:lnTo>
                  <a:lnTo>
                    <a:pt x="27" y="27"/>
                  </a:lnTo>
                  <a:lnTo>
                    <a:pt x="27" y="2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440" bIns="28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22" name="Группа 386"/>
          <p:cNvGrpSpPr/>
          <p:nvPr/>
        </p:nvGrpSpPr>
        <p:grpSpPr>
          <a:xfrm>
            <a:off x="6392520" y="2053080"/>
            <a:ext cx="298080" cy="299880"/>
            <a:chOff x="6392520" y="2053080"/>
            <a:chExt cx="298080" cy="299880"/>
          </a:xfrm>
        </p:grpSpPr>
        <p:sp>
          <p:nvSpPr>
            <p:cNvPr id="2223" name="Freeform 274"/>
            <p:cNvSpPr/>
            <p:nvPr/>
          </p:nvSpPr>
          <p:spPr>
            <a:xfrm>
              <a:off x="6392520" y="2239920"/>
              <a:ext cx="110880" cy="11304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113040"/>
                <a:gd name="textAreaBottom" fmla="*/ 113400 h 113040"/>
                <a:gd name="GluePoint1X" fmla="*/ 3 w 53"/>
                <a:gd name="GluePoint1Y" fmla="*/ 54 h 54"/>
                <a:gd name="GluePoint2X" fmla="*/ 49 w 53"/>
                <a:gd name="GluePoint2Y" fmla="*/ 7 h 54"/>
                <a:gd name="GluePoint3X" fmla="*/ 49 w 53"/>
                <a:gd name="GluePoint3Y" fmla="*/ 27 h 54"/>
                <a:gd name="GluePoint4X" fmla="*/ 53 w 53"/>
                <a:gd name="GluePoint4Y" fmla="*/ 27 h 54"/>
                <a:gd name="GluePoint5X" fmla="*/ 53 w 53"/>
                <a:gd name="GluePoint5Y" fmla="*/ 2 h 54"/>
                <a:gd name="GluePoint6X" fmla="*/ 51 w 53"/>
                <a:gd name="GluePoint6Y" fmla="*/ 0 h 54"/>
                <a:gd name="GluePoint7X" fmla="*/ 26 w 53"/>
                <a:gd name="GluePoint7Y" fmla="*/ 0 h 54"/>
                <a:gd name="GluePoint8X" fmla="*/ 26 w 53"/>
                <a:gd name="GluePoint8Y" fmla="*/ 5 h 54"/>
                <a:gd name="GluePoint9X" fmla="*/ 45 w 53"/>
                <a:gd name="GluePoint9Y" fmla="*/ 5 h 54"/>
                <a:gd name="GluePoint10X" fmla="*/ 0 w 53"/>
                <a:gd name="GluePoint10Y" fmla="*/ 50 h 54"/>
                <a:gd name="GluePoint11X" fmla="*/ 3 w 53"/>
                <a:gd name="GluePoint11Y" fmla="*/ 54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3" h="54">
                  <a:moveTo>
                    <a:pt x="3" y="54"/>
                  </a:moveTo>
                  <a:lnTo>
                    <a:pt x="49" y="7"/>
                  </a:lnTo>
                  <a:lnTo>
                    <a:pt x="49" y="27"/>
                  </a:lnTo>
                  <a:lnTo>
                    <a:pt x="53" y="27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26" y="0"/>
                  </a:lnTo>
                  <a:lnTo>
                    <a:pt x="26" y="5"/>
                  </a:lnTo>
                  <a:lnTo>
                    <a:pt x="45" y="5"/>
                  </a:lnTo>
                  <a:lnTo>
                    <a:pt x="0" y="50"/>
                  </a:lnTo>
                  <a:lnTo>
                    <a:pt x="3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24" name="Freeform 275"/>
            <p:cNvSpPr/>
            <p:nvPr/>
          </p:nvSpPr>
          <p:spPr>
            <a:xfrm>
              <a:off x="6579720" y="2239920"/>
              <a:ext cx="110880" cy="11304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113040"/>
                <a:gd name="textAreaBottom" fmla="*/ 113400 h 113040"/>
                <a:gd name="GluePoint1X" fmla="*/ 0 w 53"/>
                <a:gd name="GluePoint1Y" fmla="*/ 27 h 54"/>
                <a:gd name="GluePoint2X" fmla="*/ 5 w 53"/>
                <a:gd name="GluePoint2Y" fmla="*/ 27 h 54"/>
                <a:gd name="GluePoint3X" fmla="*/ 5 w 53"/>
                <a:gd name="GluePoint3Y" fmla="*/ 7 h 54"/>
                <a:gd name="GluePoint4X" fmla="*/ 51 w 53"/>
                <a:gd name="GluePoint4Y" fmla="*/ 54 h 54"/>
                <a:gd name="GluePoint5X" fmla="*/ 53 w 53"/>
                <a:gd name="GluePoint5Y" fmla="*/ 50 h 54"/>
                <a:gd name="GluePoint6X" fmla="*/ 8 w 53"/>
                <a:gd name="GluePoint6Y" fmla="*/ 5 h 54"/>
                <a:gd name="GluePoint7X" fmla="*/ 27 w 53"/>
                <a:gd name="GluePoint7Y" fmla="*/ 5 h 54"/>
                <a:gd name="GluePoint8X" fmla="*/ 27 w 53"/>
                <a:gd name="GluePoint8Y" fmla="*/ 0 h 54"/>
                <a:gd name="GluePoint9X" fmla="*/ 3 w 53"/>
                <a:gd name="GluePoint9Y" fmla="*/ 0 h 54"/>
                <a:gd name="GluePoint10X" fmla="*/ 0 w 53"/>
                <a:gd name="GluePoint10Y" fmla="*/ 2 h 54"/>
                <a:gd name="GluePoint11X" fmla="*/ 0 w 53"/>
                <a:gd name="GluePoint11Y" fmla="*/ 27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3" h="54">
                  <a:moveTo>
                    <a:pt x="0" y="27"/>
                  </a:moveTo>
                  <a:lnTo>
                    <a:pt x="5" y="27"/>
                  </a:lnTo>
                  <a:lnTo>
                    <a:pt x="5" y="7"/>
                  </a:lnTo>
                  <a:lnTo>
                    <a:pt x="51" y="54"/>
                  </a:lnTo>
                  <a:lnTo>
                    <a:pt x="53" y="50"/>
                  </a:lnTo>
                  <a:lnTo>
                    <a:pt x="8" y="5"/>
                  </a:lnTo>
                  <a:lnTo>
                    <a:pt x="27" y="5"/>
                  </a:lnTo>
                  <a:lnTo>
                    <a:pt x="27" y="0"/>
                  </a:lnTo>
                  <a:lnTo>
                    <a:pt x="3" y="0"/>
                  </a:lnTo>
                  <a:lnTo>
                    <a:pt x="0" y="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25" name="Freeform 276"/>
            <p:cNvSpPr/>
            <p:nvPr/>
          </p:nvSpPr>
          <p:spPr>
            <a:xfrm>
              <a:off x="6579720" y="2053080"/>
              <a:ext cx="110880" cy="11088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110880"/>
                <a:gd name="textAreaBottom" fmla="*/ 111240 h 110880"/>
                <a:gd name="GluePoint1X" fmla="*/ 0 w 53"/>
                <a:gd name="GluePoint1Y" fmla="*/ 26 h 53"/>
                <a:gd name="GluePoint2X" fmla="*/ 0 w 53"/>
                <a:gd name="GluePoint2Y" fmla="*/ 51 h 53"/>
                <a:gd name="GluePoint3X" fmla="*/ 3 w 53"/>
                <a:gd name="GluePoint3Y" fmla="*/ 53 h 53"/>
                <a:gd name="GluePoint4X" fmla="*/ 27 w 53"/>
                <a:gd name="GluePoint4Y" fmla="*/ 53 h 53"/>
                <a:gd name="GluePoint5X" fmla="*/ 27 w 53"/>
                <a:gd name="GluePoint5Y" fmla="*/ 49 h 53"/>
                <a:gd name="GluePoint6X" fmla="*/ 8 w 53"/>
                <a:gd name="GluePoint6Y" fmla="*/ 49 h 53"/>
                <a:gd name="GluePoint7X" fmla="*/ 53 w 53"/>
                <a:gd name="GluePoint7Y" fmla="*/ 3 h 53"/>
                <a:gd name="GluePoint8X" fmla="*/ 51 w 53"/>
                <a:gd name="GluePoint8Y" fmla="*/ 0 h 53"/>
                <a:gd name="GluePoint9X" fmla="*/ 5 w 53"/>
                <a:gd name="GluePoint9Y" fmla="*/ 45 h 53"/>
                <a:gd name="GluePoint10X" fmla="*/ 5 w 53"/>
                <a:gd name="GluePoint10Y" fmla="*/ 26 h 53"/>
                <a:gd name="GluePoint11X" fmla="*/ 0 w 53"/>
                <a:gd name="GluePoint11Y" fmla="*/ 26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3" h="53">
                  <a:moveTo>
                    <a:pt x="0" y="26"/>
                  </a:moveTo>
                  <a:lnTo>
                    <a:pt x="0" y="51"/>
                  </a:lnTo>
                  <a:lnTo>
                    <a:pt x="3" y="53"/>
                  </a:lnTo>
                  <a:lnTo>
                    <a:pt x="27" y="53"/>
                  </a:lnTo>
                  <a:lnTo>
                    <a:pt x="27" y="49"/>
                  </a:lnTo>
                  <a:lnTo>
                    <a:pt x="8" y="49"/>
                  </a:lnTo>
                  <a:lnTo>
                    <a:pt x="53" y="3"/>
                  </a:lnTo>
                  <a:lnTo>
                    <a:pt x="51" y="0"/>
                  </a:lnTo>
                  <a:lnTo>
                    <a:pt x="5" y="45"/>
                  </a:lnTo>
                  <a:lnTo>
                    <a:pt x="5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26" name="Freeform 277"/>
            <p:cNvSpPr/>
            <p:nvPr/>
          </p:nvSpPr>
          <p:spPr>
            <a:xfrm>
              <a:off x="6392520" y="2053080"/>
              <a:ext cx="110880" cy="11088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110880"/>
                <a:gd name="textAreaBottom" fmla="*/ 111240 h 110880"/>
                <a:gd name="GluePoint1X" fmla="*/ 26 w 53"/>
                <a:gd name="GluePoint1Y" fmla="*/ 53 h 53"/>
                <a:gd name="GluePoint2X" fmla="*/ 51 w 53"/>
                <a:gd name="GluePoint2Y" fmla="*/ 53 h 53"/>
                <a:gd name="GluePoint3X" fmla="*/ 53 w 53"/>
                <a:gd name="GluePoint3Y" fmla="*/ 51 h 53"/>
                <a:gd name="GluePoint4X" fmla="*/ 53 w 53"/>
                <a:gd name="GluePoint4Y" fmla="*/ 26 h 53"/>
                <a:gd name="GluePoint5X" fmla="*/ 49 w 53"/>
                <a:gd name="GluePoint5Y" fmla="*/ 26 h 53"/>
                <a:gd name="GluePoint6X" fmla="*/ 49 w 53"/>
                <a:gd name="GluePoint6Y" fmla="*/ 45 h 53"/>
                <a:gd name="GluePoint7X" fmla="*/ 3 w 53"/>
                <a:gd name="GluePoint7Y" fmla="*/ 0 h 53"/>
                <a:gd name="GluePoint8X" fmla="*/ 0 w 53"/>
                <a:gd name="GluePoint8Y" fmla="*/ 3 h 53"/>
                <a:gd name="GluePoint9X" fmla="*/ 45 w 53"/>
                <a:gd name="GluePoint9Y" fmla="*/ 49 h 53"/>
                <a:gd name="GluePoint10X" fmla="*/ 26 w 53"/>
                <a:gd name="GluePoint10Y" fmla="*/ 49 h 53"/>
                <a:gd name="GluePoint11X" fmla="*/ 26 w 53"/>
                <a:gd name="GluePoint11Y" fmla="*/ 53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3" h="53">
                  <a:moveTo>
                    <a:pt x="26" y="53"/>
                  </a:moveTo>
                  <a:lnTo>
                    <a:pt x="51" y="53"/>
                  </a:lnTo>
                  <a:lnTo>
                    <a:pt x="53" y="51"/>
                  </a:lnTo>
                  <a:lnTo>
                    <a:pt x="53" y="26"/>
                  </a:lnTo>
                  <a:lnTo>
                    <a:pt x="49" y="26"/>
                  </a:lnTo>
                  <a:lnTo>
                    <a:pt x="49" y="45"/>
                  </a:lnTo>
                  <a:lnTo>
                    <a:pt x="3" y="0"/>
                  </a:lnTo>
                  <a:lnTo>
                    <a:pt x="0" y="3"/>
                  </a:lnTo>
                  <a:lnTo>
                    <a:pt x="45" y="49"/>
                  </a:lnTo>
                  <a:lnTo>
                    <a:pt x="26" y="49"/>
                  </a:lnTo>
                  <a:lnTo>
                    <a:pt x="26" y="5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27" name="Группа 397"/>
          <p:cNvGrpSpPr/>
          <p:nvPr/>
        </p:nvGrpSpPr>
        <p:grpSpPr>
          <a:xfrm>
            <a:off x="5604480" y="2445840"/>
            <a:ext cx="300240" cy="300240"/>
            <a:chOff x="5604480" y="2445840"/>
            <a:chExt cx="300240" cy="300240"/>
          </a:xfrm>
        </p:grpSpPr>
        <p:sp>
          <p:nvSpPr>
            <p:cNvPr id="2228" name="Freeform 278"/>
            <p:cNvSpPr/>
            <p:nvPr/>
          </p:nvSpPr>
          <p:spPr>
            <a:xfrm>
              <a:off x="5604480" y="2605680"/>
              <a:ext cx="140400" cy="14040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140400"/>
                <a:gd name="textAreaBottom" fmla="*/ 140760 h 140400"/>
                <a:gd name="GluePoint1X" fmla="*/ 4 w 67"/>
                <a:gd name="GluePoint1Y" fmla="*/ 5 h 67"/>
                <a:gd name="GluePoint2X" fmla="*/ 0 w 67"/>
                <a:gd name="GluePoint2Y" fmla="*/ 8 h 67"/>
                <a:gd name="GluePoint3X" fmla="*/ 59 w 67"/>
                <a:gd name="GluePoint3Y" fmla="*/ 67 h 67"/>
                <a:gd name="GluePoint4X" fmla="*/ 62 w 67"/>
                <a:gd name="GluePoint4Y" fmla="*/ 63 h 67"/>
                <a:gd name="GluePoint5X" fmla="*/ 35 w 67"/>
                <a:gd name="GluePoint5Y" fmla="*/ 36 h 67"/>
                <a:gd name="GluePoint6X" fmla="*/ 63 w 67"/>
                <a:gd name="GluePoint6Y" fmla="*/ 8 h 67"/>
                <a:gd name="GluePoint7X" fmla="*/ 63 w 67"/>
                <a:gd name="GluePoint7Y" fmla="*/ 27 h 67"/>
                <a:gd name="GluePoint8X" fmla="*/ 67 w 67"/>
                <a:gd name="GluePoint8Y" fmla="*/ 27 h 67"/>
                <a:gd name="GluePoint9X" fmla="*/ 67 w 67"/>
                <a:gd name="GluePoint9Y" fmla="*/ 2 h 67"/>
                <a:gd name="GluePoint10X" fmla="*/ 65 w 67"/>
                <a:gd name="GluePoint10Y" fmla="*/ 0 h 67"/>
                <a:gd name="GluePoint11X" fmla="*/ 40 w 67"/>
                <a:gd name="GluePoint11Y" fmla="*/ 0 h 67"/>
                <a:gd name="GluePoint12X" fmla="*/ 40 w 67"/>
                <a:gd name="GluePoint12Y" fmla="*/ 4 h 67"/>
                <a:gd name="GluePoint13X" fmla="*/ 60 w 67"/>
                <a:gd name="GluePoint13Y" fmla="*/ 4 h 67"/>
                <a:gd name="GluePoint14X" fmla="*/ 31 w 67"/>
                <a:gd name="GluePoint14Y" fmla="*/ 32 h 67"/>
                <a:gd name="GluePoint15X" fmla="*/ 4 w 67"/>
                <a:gd name="GluePoint15Y" fmla="*/ 5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67" h="67">
                  <a:moveTo>
                    <a:pt x="4" y="5"/>
                  </a:moveTo>
                  <a:lnTo>
                    <a:pt x="0" y="8"/>
                  </a:lnTo>
                  <a:lnTo>
                    <a:pt x="59" y="67"/>
                  </a:lnTo>
                  <a:lnTo>
                    <a:pt x="62" y="63"/>
                  </a:lnTo>
                  <a:lnTo>
                    <a:pt x="35" y="36"/>
                  </a:lnTo>
                  <a:lnTo>
                    <a:pt x="63" y="8"/>
                  </a:lnTo>
                  <a:lnTo>
                    <a:pt x="63" y="27"/>
                  </a:lnTo>
                  <a:lnTo>
                    <a:pt x="67" y="27"/>
                  </a:lnTo>
                  <a:lnTo>
                    <a:pt x="67" y="2"/>
                  </a:lnTo>
                  <a:lnTo>
                    <a:pt x="65" y="0"/>
                  </a:lnTo>
                  <a:lnTo>
                    <a:pt x="40" y="0"/>
                  </a:lnTo>
                  <a:lnTo>
                    <a:pt x="40" y="4"/>
                  </a:lnTo>
                  <a:lnTo>
                    <a:pt x="60" y="4"/>
                  </a:lnTo>
                  <a:lnTo>
                    <a:pt x="31" y="32"/>
                  </a:lnTo>
                  <a:lnTo>
                    <a:pt x="4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29" name="Freeform 279"/>
            <p:cNvSpPr/>
            <p:nvPr/>
          </p:nvSpPr>
          <p:spPr>
            <a:xfrm>
              <a:off x="5764320" y="2445840"/>
              <a:ext cx="140400" cy="14040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140400"/>
                <a:gd name="textAreaBottom" fmla="*/ 140760 h 140400"/>
                <a:gd name="GluePoint1X" fmla="*/ 0 w 67"/>
                <a:gd name="GluePoint1Y" fmla="*/ 40 h 67"/>
                <a:gd name="GluePoint2X" fmla="*/ 0 w 67"/>
                <a:gd name="GluePoint2Y" fmla="*/ 64 h 67"/>
                <a:gd name="GluePoint3X" fmla="*/ 2 w 67"/>
                <a:gd name="GluePoint3Y" fmla="*/ 67 h 67"/>
                <a:gd name="GluePoint4X" fmla="*/ 27 w 67"/>
                <a:gd name="GluePoint4Y" fmla="*/ 67 h 67"/>
                <a:gd name="GluePoint5X" fmla="*/ 27 w 67"/>
                <a:gd name="GluePoint5Y" fmla="*/ 62 h 67"/>
                <a:gd name="GluePoint6X" fmla="*/ 8 w 67"/>
                <a:gd name="GluePoint6Y" fmla="*/ 62 h 67"/>
                <a:gd name="GluePoint7X" fmla="*/ 36 w 67"/>
                <a:gd name="GluePoint7Y" fmla="*/ 34 h 67"/>
                <a:gd name="GluePoint8X" fmla="*/ 64 w 67"/>
                <a:gd name="GluePoint8Y" fmla="*/ 62 h 67"/>
                <a:gd name="GluePoint9X" fmla="*/ 67 w 67"/>
                <a:gd name="GluePoint9Y" fmla="*/ 58 h 67"/>
                <a:gd name="GluePoint10X" fmla="*/ 9 w 67"/>
                <a:gd name="GluePoint10Y" fmla="*/ 0 h 67"/>
                <a:gd name="GluePoint11X" fmla="*/ 5 w 67"/>
                <a:gd name="GluePoint11Y" fmla="*/ 3 h 67"/>
                <a:gd name="GluePoint12X" fmla="*/ 33 w 67"/>
                <a:gd name="GluePoint12Y" fmla="*/ 31 h 67"/>
                <a:gd name="GluePoint13X" fmla="*/ 5 w 67"/>
                <a:gd name="GluePoint13Y" fmla="*/ 59 h 67"/>
                <a:gd name="GluePoint14X" fmla="*/ 5 w 67"/>
                <a:gd name="GluePoint14Y" fmla="*/ 40 h 67"/>
                <a:gd name="GluePoint15X" fmla="*/ 0 w 67"/>
                <a:gd name="GluePoint15Y" fmla="*/ 40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67" h="67">
                  <a:moveTo>
                    <a:pt x="0" y="40"/>
                  </a:moveTo>
                  <a:lnTo>
                    <a:pt x="0" y="64"/>
                  </a:lnTo>
                  <a:lnTo>
                    <a:pt x="2" y="67"/>
                  </a:lnTo>
                  <a:lnTo>
                    <a:pt x="27" y="67"/>
                  </a:lnTo>
                  <a:lnTo>
                    <a:pt x="27" y="62"/>
                  </a:lnTo>
                  <a:lnTo>
                    <a:pt x="8" y="62"/>
                  </a:lnTo>
                  <a:lnTo>
                    <a:pt x="36" y="34"/>
                  </a:lnTo>
                  <a:lnTo>
                    <a:pt x="64" y="62"/>
                  </a:lnTo>
                  <a:lnTo>
                    <a:pt x="67" y="58"/>
                  </a:lnTo>
                  <a:lnTo>
                    <a:pt x="9" y="0"/>
                  </a:lnTo>
                  <a:lnTo>
                    <a:pt x="5" y="3"/>
                  </a:lnTo>
                  <a:lnTo>
                    <a:pt x="33" y="31"/>
                  </a:lnTo>
                  <a:lnTo>
                    <a:pt x="5" y="59"/>
                  </a:lnTo>
                  <a:lnTo>
                    <a:pt x="5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30" name="Группа 434"/>
          <p:cNvGrpSpPr/>
          <p:nvPr/>
        </p:nvGrpSpPr>
        <p:grpSpPr>
          <a:xfrm>
            <a:off x="6783480" y="3738240"/>
            <a:ext cx="304560" cy="73080"/>
            <a:chOff x="6783480" y="3738240"/>
            <a:chExt cx="304560" cy="73080"/>
          </a:xfrm>
        </p:grpSpPr>
        <p:sp>
          <p:nvSpPr>
            <p:cNvPr id="2231" name="Freeform 282"/>
            <p:cNvSpPr/>
            <p:nvPr/>
          </p:nvSpPr>
          <p:spPr>
            <a:xfrm>
              <a:off x="6960240" y="3738240"/>
              <a:ext cx="127800" cy="730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73080"/>
                <a:gd name="textAreaBottom" fmla="*/ 73440 h 73080"/>
                <a:gd name="GluePoint1X" fmla="*/ 19 w 61"/>
                <a:gd name="GluePoint1Y" fmla="*/ 3 h 35"/>
                <a:gd name="GluePoint2X" fmla="*/ 15 w 61"/>
                <a:gd name="GluePoint2Y" fmla="*/ 0 h 35"/>
                <a:gd name="GluePoint3X" fmla="*/ 0 w 61"/>
                <a:gd name="GluePoint3Y" fmla="*/ 16 h 35"/>
                <a:gd name="GluePoint4X" fmla="*/ 0 w 61"/>
                <a:gd name="GluePoint4Y" fmla="*/ 19 h 35"/>
                <a:gd name="GluePoint5X" fmla="*/ 15 w 61"/>
                <a:gd name="GluePoint5Y" fmla="*/ 35 h 35"/>
                <a:gd name="GluePoint6X" fmla="*/ 19 w 61"/>
                <a:gd name="GluePoint6Y" fmla="*/ 31 h 35"/>
                <a:gd name="GluePoint7X" fmla="*/ 7 w 61"/>
                <a:gd name="GluePoint7Y" fmla="*/ 19 h 35"/>
                <a:gd name="GluePoint8X" fmla="*/ 61 w 61"/>
                <a:gd name="GluePoint8Y" fmla="*/ 19 h 35"/>
                <a:gd name="GluePoint9X" fmla="*/ 61 w 61"/>
                <a:gd name="GluePoint9Y" fmla="*/ 15 h 35"/>
                <a:gd name="GluePoint10X" fmla="*/ 7 w 61"/>
                <a:gd name="GluePoint10Y" fmla="*/ 15 h 35"/>
                <a:gd name="GluePoint11X" fmla="*/ 19 w 61"/>
                <a:gd name="GluePoint11Y" fmla="*/ 3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1" h="35">
                  <a:moveTo>
                    <a:pt x="19" y="3"/>
                  </a:moveTo>
                  <a:lnTo>
                    <a:pt x="15" y="0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5" y="35"/>
                  </a:lnTo>
                  <a:lnTo>
                    <a:pt x="19" y="31"/>
                  </a:lnTo>
                  <a:lnTo>
                    <a:pt x="7" y="19"/>
                  </a:lnTo>
                  <a:lnTo>
                    <a:pt x="61" y="19"/>
                  </a:lnTo>
                  <a:lnTo>
                    <a:pt x="61" y="15"/>
                  </a:lnTo>
                  <a:lnTo>
                    <a:pt x="7" y="15"/>
                  </a:lnTo>
                  <a:lnTo>
                    <a:pt x="19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32" name="Freeform 283"/>
            <p:cNvSpPr/>
            <p:nvPr/>
          </p:nvSpPr>
          <p:spPr>
            <a:xfrm>
              <a:off x="6783480" y="3738240"/>
              <a:ext cx="127800" cy="730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73080"/>
                <a:gd name="textAreaBottom" fmla="*/ 73440 h 73080"/>
                <a:gd name="GluePoint1X" fmla="*/ 41 w 61"/>
                <a:gd name="GluePoint1Y" fmla="*/ 3 h 35"/>
                <a:gd name="GluePoint2X" fmla="*/ 53 w 61"/>
                <a:gd name="GluePoint2Y" fmla="*/ 15 h 35"/>
                <a:gd name="GluePoint3X" fmla="*/ 0 w 61"/>
                <a:gd name="GluePoint3Y" fmla="*/ 15 h 35"/>
                <a:gd name="GluePoint4X" fmla="*/ 0 w 61"/>
                <a:gd name="GluePoint4Y" fmla="*/ 19 h 35"/>
                <a:gd name="GluePoint5X" fmla="*/ 53 w 61"/>
                <a:gd name="GluePoint5Y" fmla="*/ 19 h 35"/>
                <a:gd name="GluePoint6X" fmla="*/ 41 w 61"/>
                <a:gd name="GluePoint6Y" fmla="*/ 31 h 35"/>
                <a:gd name="GluePoint7X" fmla="*/ 45 w 61"/>
                <a:gd name="GluePoint7Y" fmla="*/ 35 h 35"/>
                <a:gd name="GluePoint8X" fmla="*/ 61 w 61"/>
                <a:gd name="GluePoint8Y" fmla="*/ 19 h 35"/>
                <a:gd name="GluePoint9X" fmla="*/ 61 w 61"/>
                <a:gd name="GluePoint9Y" fmla="*/ 16 h 35"/>
                <a:gd name="GluePoint10X" fmla="*/ 45 w 61"/>
                <a:gd name="GluePoint10Y" fmla="*/ 0 h 35"/>
                <a:gd name="GluePoint11X" fmla="*/ 41 w 61"/>
                <a:gd name="GluePoint11Y" fmla="*/ 3 h 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1" h="35">
                  <a:moveTo>
                    <a:pt x="41" y="3"/>
                  </a:moveTo>
                  <a:lnTo>
                    <a:pt x="53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53" y="19"/>
                  </a:lnTo>
                  <a:lnTo>
                    <a:pt x="41" y="31"/>
                  </a:lnTo>
                  <a:lnTo>
                    <a:pt x="45" y="35"/>
                  </a:lnTo>
                  <a:lnTo>
                    <a:pt x="61" y="19"/>
                  </a:lnTo>
                  <a:lnTo>
                    <a:pt x="61" y="16"/>
                  </a:lnTo>
                  <a:lnTo>
                    <a:pt x="45" y="0"/>
                  </a:lnTo>
                  <a:lnTo>
                    <a:pt x="41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720" bIns="36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33" name="Группа 433"/>
          <p:cNvGrpSpPr/>
          <p:nvPr/>
        </p:nvGrpSpPr>
        <p:grpSpPr>
          <a:xfrm>
            <a:off x="6409440" y="3622680"/>
            <a:ext cx="264600" cy="302400"/>
            <a:chOff x="6409440" y="3622680"/>
            <a:chExt cx="264600" cy="302400"/>
          </a:xfrm>
        </p:grpSpPr>
        <p:sp>
          <p:nvSpPr>
            <p:cNvPr id="2234" name="Freeform 284"/>
            <p:cNvSpPr/>
            <p:nvPr/>
          </p:nvSpPr>
          <p:spPr>
            <a:xfrm>
              <a:off x="6409440" y="3622680"/>
              <a:ext cx="109080" cy="30240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302400"/>
                <a:gd name="textAreaBottom" fmla="*/ 302760 h 302400"/>
                <a:gd name="GluePoint1X" fmla="*/ 0 w 52"/>
                <a:gd name="GluePoint1Y" fmla="*/ 0 h 144"/>
                <a:gd name="GluePoint2X" fmla="*/ 0 w 52"/>
                <a:gd name="GluePoint2Y" fmla="*/ 144 h 144"/>
                <a:gd name="GluePoint3X" fmla="*/ 5 w 52"/>
                <a:gd name="GluePoint3Y" fmla="*/ 144 h 144"/>
                <a:gd name="GluePoint4X" fmla="*/ 5 w 52"/>
                <a:gd name="GluePoint4Y" fmla="*/ 74 h 144"/>
                <a:gd name="GluePoint5X" fmla="*/ 44 w 52"/>
                <a:gd name="GluePoint5Y" fmla="*/ 74 h 144"/>
                <a:gd name="GluePoint6X" fmla="*/ 32 w 52"/>
                <a:gd name="GluePoint6Y" fmla="*/ 86 h 144"/>
                <a:gd name="GluePoint7X" fmla="*/ 36 w 52"/>
                <a:gd name="GluePoint7Y" fmla="*/ 90 h 144"/>
                <a:gd name="GluePoint8X" fmla="*/ 52 w 52"/>
                <a:gd name="GluePoint8Y" fmla="*/ 74 h 144"/>
                <a:gd name="GluePoint9X" fmla="*/ 52 w 52"/>
                <a:gd name="GluePoint9Y" fmla="*/ 71 h 144"/>
                <a:gd name="GluePoint10X" fmla="*/ 36 w 52"/>
                <a:gd name="GluePoint10Y" fmla="*/ 55 h 144"/>
                <a:gd name="GluePoint11X" fmla="*/ 32 w 52"/>
                <a:gd name="GluePoint11Y" fmla="*/ 58 h 144"/>
                <a:gd name="GluePoint12X" fmla="*/ 44 w 52"/>
                <a:gd name="GluePoint12Y" fmla="*/ 70 h 144"/>
                <a:gd name="GluePoint13X" fmla="*/ 5 w 52"/>
                <a:gd name="GluePoint13Y" fmla="*/ 70 h 144"/>
                <a:gd name="GluePoint14X" fmla="*/ 5 w 52"/>
                <a:gd name="GluePoint14Y" fmla="*/ 0 h 144"/>
                <a:gd name="GluePoint15X" fmla="*/ 0 w 52"/>
                <a:gd name="GluePoint15Y" fmla="*/ 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52" h="144">
                  <a:moveTo>
                    <a:pt x="0" y="0"/>
                  </a:moveTo>
                  <a:lnTo>
                    <a:pt x="0" y="144"/>
                  </a:lnTo>
                  <a:lnTo>
                    <a:pt x="5" y="144"/>
                  </a:lnTo>
                  <a:lnTo>
                    <a:pt x="5" y="74"/>
                  </a:lnTo>
                  <a:lnTo>
                    <a:pt x="44" y="74"/>
                  </a:lnTo>
                  <a:lnTo>
                    <a:pt x="32" y="86"/>
                  </a:lnTo>
                  <a:lnTo>
                    <a:pt x="36" y="90"/>
                  </a:lnTo>
                  <a:lnTo>
                    <a:pt x="52" y="74"/>
                  </a:lnTo>
                  <a:lnTo>
                    <a:pt x="52" y="71"/>
                  </a:lnTo>
                  <a:lnTo>
                    <a:pt x="36" y="55"/>
                  </a:lnTo>
                  <a:lnTo>
                    <a:pt x="32" y="58"/>
                  </a:lnTo>
                  <a:lnTo>
                    <a:pt x="44" y="70"/>
                  </a:lnTo>
                  <a:lnTo>
                    <a:pt x="5" y="7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35" name="Freeform 285"/>
            <p:cNvSpPr/>
            <p:nvPr/>
          </p:nvSpPr>
          <p:spPr>
            <a:xfrm>
              <a:off x="6567120" y="3622680"/>
              <a:ext cx="106920" cy="30240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302400"/>
                <a:gd name="textAreaBottom" fmla="*/ 302760 h 302400"/>
                <a:gd name="GluePoint1X" fmla="*/ 15 w 51"/>
                <a:gd name="GluePoint1Y" fmla="*/ 55 h 144"/>
                <a:gd name="GluePoint2X" fmla="*/ 0 w 51"/>
                <a:gd name="GluePoint2Y" fmla="*/ 71 h 144"/>
                <a:gd name="GluePoint3X" fmla="*/ 0 w 51"/>
                <a:gd name="GluePoint3Y" fmla="*/ 74 h 144"/>
                <a:gd name="GluePoint4X" fmla="*/ 15 w 51"/>
                <a:gd name="GluePoint4Y" fmla="*/ 90 h 144"/>
                <a:gd name="GluePoint5X" fmla="*/ 19 w 51"/>
                <a:gd name="GluePoint5Y" fmla="*/ 86 h 144"/>
                <a:gd name="GluePoint6X" fmla="*/ 7 w 51"/>
                <a:gd name="GluePoint6Y" fmla="*/ 74 h 144"/>
                <a:gd name="GluePoint7X" fmla="*/ 47 w 51"/>
                <a:gd name="GluePoint7Y" fmla="*/ 74 h 144"/>
                <a:gd name="GluePoint8X" fmla="*/ 47 w 51"/>
                <a:gd name="GluePoint8Y" fmla="*/ 144 h 144"/>
                <a:gd name="GluePoint9X" fmla="*/ 51 w 51"/>
                <a:gd name="GluePoint9Y" fmla="*/ 144 h 144"/>
                <a:gd name="GluePoint10X" fmla="*/ 51 w 51"/>
                <a:gd name="GluePoint10Y" fmla="*/ 0 h 144"/>
                <a:gd name="GluePoint11X" fmla="*/ 47 w 51"/>
                <a:gd name="GluePoint11Y" fmla="*/ 0 h 144"/>
                <a:gd name="GluePoint12X" fmla="*/ 47 w 51"/>
                <a:gd name="GluePoint12Y" fmla="*/ 70 h 144"/>
                <a:gd name="GluePoint13X" fmla="*/ 7 w 51"/>
                <a:gd name="GluePoint13Y" fmla="*/ 70 h 144"/>
                <a:gd name="GluePoint14X" fmla="*/ 19 w 51"/>
                <a:gd name="GluePoint14Y" fmla="*/ 58 h 144"/>
                <a:gd name="GluePoint15X" fmla="*/ 15 w 51"/>
                <a:gd name="GluePoint15Y" fmla="*/ 5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51" h="144">
                  <a:moveTo>
                    <a:pt x="15" y="55"/>
                  </a:moveTo>
                  <a:lnTo>
                    <a:pt x="0" y="71"/>
                  </a:lnTo>
                  <a:lnTo>
                    <a:pt x="0" y="74"/>
                  </a:lnTo>
                  <a:lnTo>
                    <a:pt x="15" y="90"/>
                  </a:lnTo>
                  <a:lnTo>
                    <a:pt x="19" y="86"/>
                  </a:lnTo>
                  <a:lnTo>
                    <a:pt x="7" y="74"/>
                  </a:lnTo>
                  <a:lnTo>
                    <a:pt x="47" y="74"/>
                  </a:lnTo>
                  <a:lnTo>
                    <a:pt x="47" y="144"/>
                  </a:lnTo>
                  <a:lnTo>
                    <a:pt x="51" y="144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7" y="70"/>
                  </a:lnTo>
                  <a:lnTo>
                    <a:pt x="7" y="70"/>
                  </a:lnTo>
                  <a:lnTo>
                    <a:pt x="19" y="58"/>
                  </a:lnTo>
                  <a:lnTo>
                    <a:pt x="15" y="5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36" name="Группа 432"/>
          <p:cNvGrpSpPr/>
          <p:nvPr/>
        </p:nvGrpSpPr>
        <p:grpSpPr>
          <a:xfrm>
            <a:off x="5997600" y="3641760"/>
            <a:ext cx="302400" cy="264600"/>
            <a:chOff x="5997600" y="3641760"/>
            <a:chExt cx="302400" cy="264600"/>
          </a:xfrm>
        </p:grpSpPr>
        <p:sp>
          <p:nvSpPr>
            <p:cNvPr id="2237" name="Freeform 286"/>
            <p:cNvSpPr/>
            <p:nvPr/>
          </p:nvSpPr>
          <p:spPr>
            <a:xfrm>
              <a:off x="5997600" y="3641760"/>
              <a:ext cx="302400" cy="10908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09080"/>
                <a:gd name="textAreaBottom" fmla="*/ 109440 h 109080"/>
                <a:gd name="GluePoint1X" fmla="*/ 0 w 144"/>
                <a:gd name="GluePoint1Y" fmla="*/ 5 h 52"/>
                <a:gd name="GluePoint2X" fmla="*/ 70 w 144"/>
                <a:gd name="GluePoint2Y" fmla="*/ 5 h 52"/>
                <a:gd name="GluePoint3X" fmla="*/ 70 w 144"/>
                <a:gd name="GluePoint3Y" fmla="*/ 45 h 52"/>
                <a:gd name="GluePoint4X" fmla="*/ 58 w 144"/>
                <a:gd name="GluePoint4Y" fmla="*/ 32 h 52"/>
                <a:gd name="GluePoint5X" fmla="*/ 55 w 144"/>
                <a:gd name="GluePoint5Y" fmla="*/ 36 h 52"/>
                <a:gd name="GluePoint6X" fmla="*/ 71 w 144"/>
                <a:gd name="GluePoint6Y" fmla="*/ 52 h 52"/>
                <a:gd name="GluePoint7X" fmla="*/ 73 w 144"/>
                <a:gd name="GluePoint7Y" fmla="*/ 52 h 52"/>
                <a:gd name="GluePoint8X" fmla="*/ 89 w 144"/>
                <a:gd name="GluePoint8Y" fmla="*/ 36 h 52"/>
                <a:gd name="GluePoint9X" fmla="*/ 86 w 144"/>
                <a:gd name="GluePoint9Y" fmla="*/ 33 h 52"/>
                <a:gd name="GluePoint10X" fmla="*/ 74 w 144"/>
                <a:gd name="GluePoint10Y" fmla="*/ 45 h 52"/>
                <a:gd name="GluePoint11X" fmla="*/ 74 w 144"/>
                <a:gd name="GluePoint11Y" fmla="*/ 5 h 52"/>
                <a:gd name="GluePoint12X" fmla="*/ 144 w 144"/>
                <a:gd name="GluePoint12Y" fmla="*/ 5 h 52"/>
                <a:gd name="GluePoint13X" fmla="*/ 144 w 144"/>
                <a:gd name="GluePoint13Y" fmla="*/ 0 h 52"/>
                <a:gd name="GluePoint14X" fmla="*/ 0 w 144"/>
                <a:gd name="GluePoint14Y" fmla="*/ 0 h 52"/>
                <a:gd name="GluePoint15X" fmla="*/ 0 w 144"/>
                <a:gd name="GluePoint15Y" fmla="*/ 5 h 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44" h="52">
                  <a:moveTo>
                    <a:pt x="0" y="5"/>
                  </a:moveTo>
                  <a:lnTo>
                    <a:pt x="70" y="5"/>
                  </a:lnTo>
                  <a:lnTo>
                    <a:pt x="70" y="45"/>
                  </a:lnTo>
                  <a:lnTo>
                    <a:pt x="58" y="32"/>
                  </a:lnTo>
                  <a:lnTo>
                    <a:pt x="55" y="36"/>
                  </a:lnTo>
                  <a:lnTo>
                    <a:pt x="71" y="52"/>
                  </a:lnTo>
                  <a:lnTo>
                    <a:pt x="73" y="52"/>
                  </a:lnTo>
                  <a:lnTo>
                    <a:pt x="89" y="36"/>
                  </a:lnTo>
                  <a:lnTo>
                    <a:pt x="86" y="33"/>
                  </a:lnTo>
                  <a:lnTo>
                    <a:pt x="74" y="45"/>
                  </a:lnTo>
                  <a:lnTo>
                    <a:pt x="74" y="5"/>
                  </a:lnTo>
                  <a:lnTo>
                    <a:pt x="144" y="5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38" name="Freeform 287"/>
            <p:cNvSpPr/>
            <p:nvPr/>
          </p:nvSpPr>
          <p:spPr>
            <a:xfrm>
              <a:off x="5997600" y="3797280"/>
              <a:ext cx="302400" cy="10908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09080"/>
                <a:gd name="textAreaBottom" fmla="*/ 109440 h 109080"/>
                <a:gd name="GluePoint1X" fmla="*/ 74 w 144"/>
                <a:gd name="GluePoint1Y" fmla="*/ 8 h 52"/>
                <a:gd name="GluePoint2X" fmla="*/ 86 w 144"/>
                <a:gd name="GluePoint2Y" fmla="*/ 20 h 52"/>
                <a:gd name="GluePoint3X" fmla="*/ 89 w 144"/>
                <a:gd name="GluePoint3Y" fmla="*/ 17 h 52"/>
                <a:gd name="GluePoint4X" fmla="*/ 73 w 144"/>
                <a:gd name="GluePoint4Y" fmla="*/ 0 h 52"/>
                <a:gd name="GluePoint5X" fmla="*/ 71 w 144"/>
                <a:gd name="GluePoint5Y" fmla="*/ 0 h 52"/>
                <a:gd name="GluePoint6X" fmla="*/ 55 w 144"/>
                <a:gd name="GluePoint6Y" fmla="*/ 17 h 52"/>
                <a:gd name="GluePoint7X" fmla="*/ 58 w 144"/>
                <a:gd name="GluePoint7Y" fmla="*/ 20 h 52"/>
                <a:gd name="GluePoint8X" fmla="*/ 70 w 144"/>
                <a:gd name="GluePoint8Y" fmla="*/ 8 h 52"/>
                <a:gd name="GluePoint9X" fmla="*/ 70 w 144"/>
                <a:gd name="GluePoint9Y" fmla="*/ 48 h 52"/>
                <a:gd name="GluePoint10X" fmla="*/ 0 w 144"/>
                <a:gd name="GluePoint10Y" fmla="*/ 48 h 52"/>
                <a:gd name="GluePoint11X" fmla="*/ 0 w 144"/>
                <a:gd name="GluePoint11Y" fmla="*/ 52 h 52"/>
                <a:gd name="GluePoint12X" fmla="*/ 144 w 144"/>
                <a:gd name="GluePoint12Y" fmla="*/ 52 h 52"/>
                <a:gd name="GluePoint13X" fmla="*/ 144 w 144"/>
                <a:gd name="GluePoint13Y" fmla="*/ 48 h 52"/>
                <a:gd name="GluePoint14X" fmla="*/ 74 w 144"/>
                <a:gd name="GluePoint14Y" fmla="*/ 48 h 52"/>
                <a:gd name="GluePoint15X" fmla="*/ 74 w 144"/>
                <a:gd name="GluePoint15Y" fmla="*/ 8 h 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44" h="52">
                  <a:moveTo>
                    <a:pt x="74" y="8"/>
                  </a:moveTo>
                  <a:lnTo>
                    <a:pt x="86" y="20"/>
                  </a:lnTo>
                  <a:lnTo>
                    <a:pt x="89" y="17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55" y="17"/>
                  </a:lnTo>
                  <a:lnTo>
                    <a:pt x="58" y="20"/>
                  </a:lnTo>
                  <a:lnTo>
                    <a:pt x="70" y="8"/>
                  </a:lnTo>
                  <a:lnTo>
                    <a:pt x="70" y="48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144" y="52"/>
                  </a:lnTo>
                  <a:lnTo>
                    <a:pt x="144" y="48"/>
                  </a:lnTo>
                  <a:lnTo>
                    <a:pt x="74" y="48"/>
                  </a:lnTo>
                  <a:lnTo>
                    <a:pt x="74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39" name="Группа 431"/>
          <p:cNvGrpSpPr/>
          <p:nvPr/>
        </p:nvGrpSpPr>
        <p:grpSpPr>
          <a:xfrm>
            <a:off x="5718240" y="3622680"/>
            <a:ext cx="73080" cy="302400"/>
            <a:chOff x="5718240" y="3622680"/>
            <a:chExt cx="73080" cy="302400"/>
          </a:xfrm>
        </p:grpSpPr>
        <p:sp>
          <p:nvSpPr>
            <p:cNvPr id="2240" name="Freeform 288"/>
            <p:cNvSpPr/>
            <p:nvPr/>
          </p:nvSpPr>
          <p:spPr>
            <a:xfrm>
              <a:off x="5718240" y="3622680"/>
              <a:ext cx="73080" cy="12780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27800"/>
                <a:gd name="textAreaBottom" fmla="*/ 128160 h 127800"/>
                <a:gd name="GluePoint1X" fmla="*/ 20 w 35"/>
                <a:gd name="GluePoint1Y" fmla="*/ 54 h 61"/>
                <a:gd name="GluePoint2X" fmla="*/ 20 w 35"/>
                <a:gd name="GluePoint2Y" fmla="*/ 0 h 61"/>
                <a:gd name="GluePoint3X" fmla="*/ 15 w 35"/>
                <a:gd name="GluePoint3Y" fmla="*/ 0 h 61"/>
                <a:gd name="GluePoint4X" fmla="*/ 15 w 35"/>
                <a:gd name="GluePoint4Y" fmla="*/ 54 h 61"/>
                <a:gd name="GluePoint5X" fmla="*/ 4 w 35"/>
                <a:gd name="GluePoint5Y" fmla="*/ 41 h 61"/>
                <a:gd name="GluePoint6X" fmla="*/ 0 w 35"/>
                <a:gd name="GluePoint6Y" fmla="*/ 45 h 61"/>
                <a:gd name="GluePoint7X" fmla="*/ 16 w 35"/>
                <a:gd name="GluePoint7Y" fmla="*/ 61 h 61"/>
                <a:gd name="GluePoint8X" fmla="*/ 19 w 35"/>
                <a:gd name="GluePoint8Y" fmla="*/ 61 h 61"/>
                <a:gd name="GluePoint9X" fmla="*/ 35 w 35"/>
                <a:gd name="GluePoint9Y" fmla="*/ 45 h 61"/>
                <a:gd name="GluePoint10X" fmla="*/ 32 w 35"/>
                <a:gd name="GluePoint10Y" fmla="*/ 42 h 61"/>
                <a:gd name="GluePoint11X" fmla="*/ 20 w 35"/>
                <a:gd name="GluePoint11Y" fmla="*/ 54 h 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5" h="61">
                  <a:moveTo>
                    <a:pt x="20" y="54"/>
                  </a:moveTo>
                  <a:lnTo>
                    <a:pt x="20" y="0"/>
                  </a:lnTo>
                  <a:lnTo>
                    <a:pt x="15" y="0"/>
                  </a:lnTo>
                  <a:lnTo>
                    <a:pt x="15" y="54"/>
                  </a:lnTo>
                  <a:lnTo>
                    <a:pt x="4" y="41"/>
                  </a:lnTo>
                  <a:lnTo>
                    <a:pt x="0" y="45"/>
                  </a:lnTo>
                  <a:lnTo>
                    <a:pt x="16" y="61"/>
                  </a:lnTo>
                  <a:lnTo>
                    <a:pt x="19" y="61"/>
                  </a:lnTo>
                  <a:lnTo>
                    <a:pt x="35" y="45"/>
                  </a:lnTo>
                  <a:lnTo>
                    <a:pt x="32" y="42"/>
                  </a:lnTo>
                  <a:lnTo>
                    <a:pt x="20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41" name="Freeform 289"/>
            <p:cNvSpPr/>
            <p:nvPr/>
          </p:nvSpPr>
          <p:spPr>
            <a:xfrm>
              <a:off x="5718240" y="3797280"/>
              <a:ext cx="73080" cy="12780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27800"/>
                <a:gd name="textAreaBottom" fmla="*/ 128160 h 127800"/>
                <a:gd name="GluePoint1X" fmla="*/ 16 w 35"/>
                <a:gd name="GluePoint1Y" fmla="*/ 0 h 61"/>
                <a:gd name="GluePoint2X" fmla="*/ 0 w 35"/>
                <a:gd name="GluePoint2Y" fmla="*/ 17 h 61"/>
                <a:gd name="GluePoint3X" fmla="*/ 4 w 35"/>
                <a:gd name="GluePoint3Y" fmla="*/ 20 h 61"/>
                <a:gd name="GluePoint4X" fmla="*/ 15 w 35"/>
                <a:gd name="GluePoint4Y" fmla="*/ 8 h 61"/>
                <a:gd name="GluePoint5X" fmla="*/ 15 w 35"/>
                <a:gd name="GluePoint5Y" fmla="*/ 61 h 61"/>
                <a:gd name="GluePoint6X" fmla="*/ 20 w 35"/>
                <a:gd name="GluePoint6Y" fmla="*/ 61 h 61"/>
                <a:gd name="GluePoint7X" fmla="*/ 20 w 35"/>
                <a:gd name="GluePoint7Y" fmla="*/ 8 h 61"/>
                <a:gd name="GluePoint8X" fmla="*/ 32 w 35"/>
                <a:gd name="GluePoint8Y" fmla="*/ 20 h 61"/>
                <a:gd name="GluePoint9X" fmla="*/ 35 w 35"/>
                <a:gd name="GluePoint9Y" fmla="*/ 17 h 61"/>
                <a:gd name="GluePoint10X" fmla="*/ 19 w 35"/>
                <a:gd name="GluePoint10Y" fmla="*/ 0 h 61"/>
                <a:gd name="GluePoint11X" fmla="*/ 16 w 35"/>
                <a:gd name="GluePoint11Y" fmla="*/ 0 h 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5" h="61">
                  <a:moveTo>
                    <a:pt x="16" y="0"/>
                  </a:moveTo>
                  <a:lnTo>
                    <a:pt x="0" y="17"/>
                  </a:lnTo>
                  <a:lnTo>
                    <a:pt x="4" y="20"/>
                  </a:lnTo>
                  <a:lnTo>
                    <a:pt x="15" y="8"/>
                  </a:lnTo>
                  <a:lnTo>
                    <a:pt x="15" y="61"/>
                  </a:lnTo>
                  <a:lnTo>
                    <a:pt x="20" y="61"/>
                  </a:lnTo>
                  <a:lnTo>
                    <a:pt x="20" y="8"/>
                  </a:lnTo>
                  <a:lnTo>
                    <a:pt x="32" y="20"/>
                  </a:lnTo>
                  <a:lnTo>
                    <a:pt x="35" y="17"/>
                  </a:lnTo>
                  <a:lnTo>
                    <a:pt x="19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42" name="Группа 409"/>
          <p:cNvGrpSpPr/>
          <p:nvPr/>
        </p:nvGrpSpPr>
        <p:grpSpPr>
          <a:xfrm>
            <a:off x="6390720" y="2836800"/>
            <a:ext cx="302400" cy="302400"/>
            <a:chOff x="6390720" y="2836800"/>
            <a:chExt cx="302400" cy="302400"/>
          </a:xfrm>
        </p:grpSpPr>
        <p:sp>
          <p:nvSpPr>
            <p:cNvPr id="2243" name="Freeform 350"/>
            <p:cNvSpPr/>
            <p:nvPr/>
          </p:nvSpPr>
          <p:spPr>
            <a:xfrm>
              <a:off x="6449400" y="2933280"/>
              <a:ext cx="176040" cy="121680"/>
            </a:xfrm>
            <a:custGeom>
              <a:avLst/>
              <a:gdLst>
                <a:gd name="textAreaLeft" fmla="*/ 0 w 176040"/>
                <a:gd name="textAreaRight" fmla="*/ 176400 w 176040"/>
                <a:gd name="textAreaTop" fmla="*/ 0 h 121680"/>
                <a:gd name="textAreaBottom" fmla="*/ 122040 h 121680"/>
                <a:gd name="GluePoint1X" fmla="*/ 29 w 84"/>
                <a:gd name="GluePoint1Y" fmla="*/ 52 h 58"/>
                <a:gd name="GluePoint2X" fmla="*/ 3 w 84"/>
                <a:gd name="GluePoint2Y" fmla="*/ 27 h 58"/>
                <a:gd name="GluePoint3X" fmla="*/ 0 w 84"/>
                <a:gd name="GluePoint3Y" fmla="*/ 30 h 58"/>
                <a:gd name="GluePoint4X" fmla="*/ 27 w 84"/>
                <a:gd name="GluePoint4Y" fmla="*/ 58 h 58"/>
                <a:gd name="GluePoint5X" fmla="*/ 30 w 84"/>
                <a:gd name="GluePoint5Y" fmla="*/ 58 h 58"/>
                <a:gd name="GluePoint6X" fmla="*/ 84 w 84"/>
                <a:gd name="GluePoint6Y" fmla="*/ 3 h 58"/>
                <a:gd name="GluePoint7X" fmla="*/ 81 w 84"/>
                <a:gd name="GluePoint7Y" fmla="*/ 0 h 58"/>
                <a:gd name="GluePoint8X" fmla="*/ 29 w 84"/>
                <a:gd name="GluePoint8Y" fmla="*/ 52 h 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4" h="58">
                  <a:moveTo>
                    <a:pt x="29" y="52"/>
                  </a:moveTo>
                  <a:lnTo>
                    <a:pt x="3" y="27"/>
                  </a:lnTo>
                  <a:lnTo>
                    <a:pt x="0" y="30"/>
                  </a:lnTo>
                  <a:lnTo>
                    <a:pt x="27" y="58"/>
                  </a:lnTo>
                  <a:lnTo>
                    <a:pt x="30" y="58"/>
                  </a:lnTo>
                  <a:lnTo>
                    <a:pt x="84" y="3"/>
                  </a:lnTo>
                  <a:lnTo>
                    <a:pt x="81" y="0"/>
                  </a:lnTo>
                  <a:lnTo>
                    <a:pt x="29" y="5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44" name="Freeform 351"/>
            <p:cNvSpPr/>
            <p:nvPr/>
          </p:nvSpPr>
          <p:spPr>
            <a:xfrm>
              <a:off x="6390720" y="2836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0 w 144"/>
                <a:gd name="GluePoint1Y" fmla="*/ 144 h 144"/>
                <a:gd name="GluePoint2X" fmla="*/ 144 w 144"/>
                <a:gd name="GluePoint2Y" fmla="*/ 144 h 144"/>
                <a:gd name="GluePoint3X" fmla="*/ 144 w 144"/>
                <a:gd name="GluePoint3Y" fmla="*/ 0 h 144"/>
                <a:gd name="GluePoint4X" fmla="*/ 0 w 144"/>
                <a:gd name="GluePoint4Y" fmla="*/ 0 h 144"/>
                <a:gd name="GluePoint5X" fmla="*/ 0 w 144"/>
                <a:gd name="GluePoint5Y" fmla="*/ 144 h 144"/>
                <a:gd name="GluePoint6X" fmla="*/ 5 w 144"/>
                <a:gd name="GluePoint6Y" fmla="*/ 5 h 144"/>
                <a:gd name="GluePoint7X" fmla="*/ 140 w 144"/>
                <a:gd name="GluePoint7Y" fmla="*/ 5 h 144"/>
                <a:gd name="GluePoint8X" fmla="*/ 140 w 144"/>
                <a:gd name="GluePoint8Y" fmla="*/ 140 h 144"/>
                <a:gd name="GluePoint9X" fmla="*/ 5 w 144"/>
                <a:gd name="GluePoint9Y" fmla="*/ 140 h 144"/>
                <a:gd name="GluePoint10X" fmla="*/ 5 w 144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45" name="Группа 410"/>
          <p:cNvGrpSpPr/>
          <p:nvPr/>
        </p:nvGrpSpPr>
        <p:grpSpPr>
          <a:xfrm>
            <a:off x="6783480" y="2836800"/>
            <a:ext cx="304200" cy="302400"/>
            <a:chOff x="6783480" y="2836800"/>
            <a:chExt cx="304200" cy="302400"/>
          </a:xfrm>
        </p:grpSpPr>
        <p:sp>
          <p:nvSpPr>
            <p:cNvPr id="2246" name="Freeform 352"/>
            <p:cNvSpPr/>
            <p:nvPr/>
          </p:nvSpPr>
          <p:spPr>
            <a:xfrm>
              <a:off x="6850800" y="2945880"/>
              <a:ext cx="167760" cy="9000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90000"/>
                <a:gd name="textAreaBottom" fmla="*/ 90360 h 90000"/>
                <a:gd name="GluePoint1X" fmla="*/ 40 w 80"/>
                <a:gd name="GluePoint1Y" fmla="*/ 37 h 43"/>
                <a:gd name="GluePoint2X" fmla="*/ 3 w 80"/>
                <a:gd name="GluePoint2Y" fmla="*/ 0 h 43"/>
                <a:gd name="GluePoint3X" fmla="*/ 0 w 80"/>
                <a:gd name="GluePoint3Y" fmla="*/ 4 h 43"/>
                <a:gd name="GluePoint4X" fmla="*/ 39 w 80"/>
                <a:gd name="GluePoint4Y" fmla="*/ 43 h 43"/>
                <a:gd name="GluePoint5X" fmla="*/ 42 w 80"/>
                <a:gd name="GluePoint5Y" fmla="*/ 43 h 43"/>
                <a:gd name="GluePoint6X" fmla="*/ 80 w 80"/>
                <a:gd name="GluePoint6Y" fmla="*/ 4 h 43"/>
                <a:gd name="GluePoint7X" fmla="*/ 77 w 80"/>
                <a:gd name="GluePoint7Y" fmla="*/ 1 h 43"/>
                <a:gd name="GluePoint8X" fmla="*/ 40 w 80"/>
                <a:gd name="GluePoint8Y" fmla="*/ 37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3">
                  <a:moveTo>
                    <a:pt x="40" y="37"/>
                  </a:moveTo>
                  <a:lnTo>
                    <a:pt x="3" y="0"/>
                  </a:lnTo>
                  <a:lnTo>
                    <a:pt x="0" y="4"/>
                  </a:lnTo>
                  <a:lnTo>
                    <a:pt x="39" y="43"/>
                  </a:lnTo>
                  <a:lnTo>
                    <a:pt x="42" y="43"/>
                  </a:lnTo>
                  <a:lnTo>
                    <a:pt x="80" y="4"/>
                  </a:lnTo>
                  <a:lnTo>
                    <a:pt x="77" y="1"/>
                  </a:lnTo>
                  <a:lnTo>
                    <a:pt x="40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47" name="Freeform 353"/>
            <p:cNvSpPr/>
            <p:nvPr/>
          </p:nvSpPr>
          <p:spPr>
            <a:xfrm>
              <a:off x="6783480" y="283680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0 w 145"/>
                <a:gd name="GluePoint1Y" fmla="*/ 144 h 144"/>
                <a:gd name="GluePoint2X" fmla="*/ 145 w 145"/>
                <a:gd name="GluePoint2Y" fmla="*/ 144 h 144"/>
                <a:gd name="GluePoint3X" fmla="*/ 145 w 145"/>
                <a:gd name="GluePoint3Y" fmla="*/ 0 h 144"/>
                <a:gd name="GluePoint4X" fmla="*/ 0 w 145"/>
                <a:gd name="GluePoint4Y" fmla="*/ 0 h 144"/>
                <a:gd name="GluePoint5X" fmla="*/ 0 w 145"/>
                <a:gd name="GluePoint5Y" fmla="*/ 144 h 144"/>
                <a:gd name="GluePoint6X" fmla="*/ 5 w 145"/>
                <a:gd name="GluePoint6Y" fmla="*/ 5 h 144"/>
                <a:gd name="GluePoint7X" fmla="*/ 140 w 145"/>
                <a:gd name="GluePoint7Y" fmla="*/ 5 h 144"/>
                <a:gd name="GluePoint8X" fmla="*/ 140 w 145"/>
                <a:gd name="GluePoint8Y" fmla="*/ 140 h 144"/>
                <a:gd name="GluePoint9X" fmla="*/ 5 w 145"/>
                <a:gd name="GluePoint9Y" fmla="*/ 140 h 144"/>
                <a:gd name="GluePoint10X" fmla="*/ 5 w 145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48" name="Группа 398"/>
          <p:cNvGrpSpPr/>
          <p:nvPr/>
        </p:nvGrpSpPr>
        <p:grpSpPr>
          <a:xfrm>
            <a:off x="2065680" y="2836800"/>
            <a:ext cx="302400" cy="302400"/>
            <a:chOff x="2065680" y="2836800"/>
            <a:chExt cx="302400" cy="302400"/>
          </a:xfrm>
        </p:grpSpPr>
        <p:sp>
          <p:nvSpPr>
            <p:cNvPr id="2249" name="Freeform 354"/>
            <p:cNvSpPr/>
            <p:nvPr/>
          </p:nvSpPr>
          <p:spPr>
            <a:xfrm>
              <a:off x="2168640" y="2916720"/>
              <a:ext cx="117360" cy="11952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19520"/>
                <a:gd name="textAreaBottom" fmla="*/ 119880 h 119520"/>
                <a:gd name="GluePoint1X" fmla="*/ 5 w 56"/>
                <a:gd name="GluePoint1Y" fmla="*/ 0 h 57"/>
                <a:gd name="GluePoint2X" fmla="*/ 0 w 56"/>
                <a:gd name="GluePoint2Y" fmla="*/ 0 h 57"/>
                <a:gd name="GluePoint3X" fmla="*/ 0 w 56"/>
                <a:gd name="GluePoint3Y" fmla="*/ 54 h 57"/>
                <a:gd name="GluePoint4X" fmla="*/ 2 w 56"/>
                <a:gd name="GluePoint4Y" fmla="*/ 57 h 57"/>
                <a:gd name="GluePoint5X" fmla="*/ 56 w 56"/>
                <a:gd name="GluePoint5Y" fmla="*/ 57 h 57"/>
                <a:gd name="GluePoint6X" fmla="*/ 56 w 56"/>
                <a:gd name="GluePoint6Y" fmla="*/ 52 h 57"/>
                <a:gd name="GluePoint7X" fmla="*/ 5 w 56"/>
                <a:gd name="GluePoint7Y" fmla="*/ 52 h 57"/>
                <a:gd name="GluePoint8X" fmla="*/ 5 w 56"/>
                <a:gd name="GluePoint8Y" fmla="*/ 0 h 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6" h="57">
                  <a:moveTo>
                    <a:pt x="5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2" y="57"/>
                  </a:lnTo>
                  <a:lnTo>
                    <a:pt x="56" y="57"/>
                  </a:lnTo>
                  <a:lnTo>
                    <a:pt x="56" y="52"/>
                  </a:lnTo>
                  <a:lnTo>
                    <a:pt x="5" y="5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50" name="Freeform 355"/>
            <p:cNvSpPr/>
            <p:nvPr/>
          </p:nvSpPr>
          <p:spPr>
            <a:xfrm>
              <a:off x="2065680" y="2836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0 w 144"/>
                <a:gd name="GluePoint1Y" fmla="*/ 144 h 144"/>
                <a:gd name="GluePoint2X" fmla="*/ 144 w 144"/>
                <a:gd name="GluePoint2Y" fmla="*/ 144 h 144"/>
                <a:gd name="GluePoint3X" fmla="*/ 144 w 144"/>
                <a:gd name="GluePoint3Y" fmla="*/ 0 h 144"/>
                <a:gd name="GluePoint4X" fmla="*/ 0 w 144"/>
                <a:gd name="GluePoint4Y" fmla="*/ 0 h 144"/>
                <a:gd name="GluePoint5X" fmla="*/ 0 w 144"/>
                <a:gd name="GluePoint5Y" fmla="*/ 144 h 144"/>
                <a:gd name="GluePoint6X" fmla="*/ 4 w 144"/>
                <a:gd name="GluePoint6Y" fmla="*/ 5 h 144"/>
                <a:gd name="GluePoint7X" fmla="*/ 139 w 144"/>
                <a:gd name="GluePoint7Y" fmla="*/ 5 h 144"/>
                <a:gd name="GluePoint8X" fmla="*/ 139 w 144"/>
                <a:gd name="GluePoint8Y" fmla="*/ 140 h 144"/>
                <a:gd name="GluePoint9X" fmla="*/ 4 w 144"/>
                <a:gd name="GluePoint9Y" fmla="*/ 140 h 144"/>
                <a:gd name="GluePoint10X" fmla="*/ 4 w 144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4" y="5"/>
                  </a:moveTo>
                  <a:lnTo>
                    <a:pt x="139" y="5"/>
                  </a:lnTo>
                  <a:lnTo>
                    <a:pt x="139" y="140"/>
                  </a:lnTo>
                  <a:lnTo>
                    <a:pt x="4" y="140"/>
                  </a:lnTo>
                  <a:lnTo>
                    <a:pt x="4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51" name="Группа 424"/>
          <p:cNvGrpSpPr/>
          <p:nvPr/>
        </p:nvGrpSpPr>
        <p:grpSpPr>
          <a:xfrm>
            <a:off x="6783480" y="3229560"/>
            <a:ext cx="304200" cy="302400"/>
            <a:chOff x="6783480" y="3229560"/>
            <a:chExt cx="304200" cy="302400"/>
          </a:xfrm>
        </p:grpSpPr>
        <p:sp>
          <p:nvSpPr>
            <p:cNvPr id="2252" name="Freeform 356"/>
            <p:cNvSpPr/>
            <p:nvPr/>
          </p:nvSpPr>
          <p:spPr>
            <a:xfrm>
              <a:off x="6865560" y="3309480"/>
              <a:ext cx="117360" cy="11952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19520"/>
                <a:gd name="textAreaBottom" fmla="*/ 119880 h 119520"/>
                <a:gd name="GluePoint1X" fmla="*/ 51 w 56"/>
                <a:gd name="GluePoint1Y" fmla="*/ 52 h 57"/>
                <a:gd name="GluePoint2X" fmla="*/ 0 w 56"/>
                <a:gd name="GluePoint2Y" fmla="*/ 52 h 57"/>
                <a:gd name="GluePoint3X" fmla="*/ 0 w 56"/>
                <a:gd name="GluePoint3Y" fmla="*/ 57 h 57"/>
                <a:gd name="GluePoint4X" fmla="*/ 54 w 56"/>
                <a:gd name="GluePoint4Y" fmla="*/ 57 h 57"/>
                <a:gd name="GluePoint5X" fmla="*/ 56 w 56"/>
                <a:gd name="GluePoint5Y" fmla="*/ 54 h 57"/>
                <a:gd name="GluePoint6X" fmla="*/ 56 w 56"/>
                <a:gd name="GluePoint6Y" fmla="*/ 0 h 57"/>
                <a:gd name="GluePoint7X" fmla="*/ 51 w 56"/>
                <a:gd name="GluePoint7Y" fmla="*/ 0 h 57"/>
                <a:gd name="GluePoint8X" fmla="*/ 51 w 56"/>
                <a:gd name="GluePoint8Y" fmla="*/ 52 h 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6" h="57">
                  <a:moveTo>
                    <a:pt x="51" y="52"/>
                  </a:moveTo>
                  <a:lnTo>
                    <a:pt x="0" y="52"/>
                  </a:lnTo>
                  <a:lnTo>
                    <a:pt x="0" y="57"/>
                  </a:lnTo>
                  <a:lnTo>
                    <a:pt x="54" y="57"/>
                  </a:lnTo>
                  <a:lnTo>
                    <a:pt x="56" y="54"/>
                  </a:lnTo>
                  <a:lnTo>
                    <a:pt x="56" y="0"/>
                  </a:lnTo>
                  <a:lnTo>
                    <a:pt x="51" y="0"/>
                  </a:lnTo>
                  <a:lnTo>
                    <a:pt x="51" y="5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53" name="Freeform 357"/>
            <p:cNvSpPr/>
            <p:nvPr/>
          </p:nvSpPr>
          <p:spPr>
            <a:xfrm>
              <a:off x="6783480" y="322956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0 w 145"/>
                <a:gd name="GluePoint1Y" fmla="*/ 144 h 144"/>
                <a:gd name="GluePoint2X" fmla="*/ 145 w 145"/>
                <a:gd name="GluePoint2Y" fmla="*/ 144 h 144"/>
                <a:gd name="GluePoint3X" fmla="*/ 145 w 145"/>
                <a:gd name="GluePoint3Y" fmla="*/ 0 h 144"/>
                <a:gd name="GluePoint4X" fmla="*/ 0 w 145"/>
                <a:gd name="GluePoint4Y" fmla="*/ 0 h 144"/>
                <a:gd name="GluePoint5X" fmla="*/ 0 w 145"/>
                <a:gd name="GluePoint5Y" fmla="*/ 144 h 144"/>
                <a:gd name="GluePoint6X" fmla="*/ 5 w 145"/>
                <a:gd name="GluePoint6Y" fmla="*/ 5 h 144"/>
                <a:gd name="GluePoint7X" fmla="*/ 140 w 145"/>
                <a:gd name="GluePoint7Y" fmla="*/ 5 h 144"/>
                <a:gd name="GluePoint8X" fmla="*/ 140 w 145"/>
                <a:gd name="GluePoint8Y" fmla="*/ 140 h 144"/>
                <a:gd name="GluePoint9X" fmla="*/ 5 w 145"/>
                <a:gd name="GluePoint9Y" fmla="*/ 140 h 144"/>
                <a:gd name="GluePoint10X" fmla="*/ 5 w 145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54" name="Группа 423"/>
          <p:cNvGrpSpPr/>
          <p:nvPr/>
        </p:nvGrpSpPr>
        <p:grpSpPr>
          <a:xfrm>
            <a:off x="6390720" y="3229560"/>
            <a:ext cx="302400" cy="302400"/>
            <a:chOff x="6390720" y="3229560"/>
            <a:chExt cx="302400" cy="302400"/>
          </a:xfrm>
        </p:grpSpPr>
        <p:sp>
          <p:nvSpPr>
            <p:cNvPr id="2255" name="Freeform 358"/>
            <p:cNvSpPr/>
            <p:nvPr/>
          </p:nvSpPr>
          <p:spPr>
            <a:xfrm>
              <a:off x="6481080" y="3296880"/>
              <a:ext cx="87840" cy="16776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67760"/>
                <a:gd name="textAreaBottom" fmla="*/ 168120 h 167760"/>
                <a:gd name="GluePoint1X" fmla="*/ 38 w 42"/>
                <a:gd name="GluePoint1Y" fmla="*/ 0 h 80"/>
                <a:gd name="GluePoint2X" fmla="*/ 0 w 42"/>
                <a:gd name="GluePoint2Y" fmla="*/ 38 h 80"/>
                <a:gd name="GluePoint3X" fmla="*/ 0 w 42"/>
                <a:gd name="GluePoint3Y" fmla="*/ 42 h 80"/>
                <a:gd name="GluePoint4X" fmla="*/ 38 w 42"/>
                <a:gd name="GluePoint4Y" fmla="*/ 80 h 80"/>
                <a:gd name="GluePoint5X" fmla="*/ 42 w 42"/>
                <a:gd name="GluePoint5Y" fmla="*/ 77 h 80"/>
                <a:gd name="GluePoint6X" fmla="*/ 5 w 42"/>
                <a:gd name="GluePoint6Y" fmla="*/ 40 h 80"/>
                <a:gd name="GluePoint7X" fmla="*/ 42 w 42"/>
                <a:gd name="GluePoint7Y" fmla="*/ 4 h 80"/>
                <a:gd name="GluePoint8X" fmla="*/ 38 w 42"/>
                <a:gd name="GluePoint8Y" fmla="*/ 0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2" h="80">
                  <a:moveTo>
                    <a:pt x="38" y="0"/>
                  </a:moveTo>
                  <a:lnTo>
                    <a:pt x="0" y="38"/>
                  </a:lnTo>
                  <a:lnTo>
                    <a:pt x="0" y="42"/>
                  </a:lnTo>
                  <a:lnTo>
                    <a:pt x="38" y="80"/>
                  </a:lnTo>
                  <a:lnTo>
                    <a:pt x="42" y="77"/>
                  </a:lnTo>
                  <a:lnTo>
                    <a:pt x="5" y="40"/>
                  </a:lnTo>
                  <a:lnTo>
                    <a:pt x="42" y="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56" name="Freeform 359"/>
            <p:cNvSpPr/>
            <p:nvPr/>
          </p:nvSpPr>
          <p:spPr>
            <a:xfrm>
              <a:off x="6390720" y="322956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0 w 144"/>
                <a:gd name="GluePoint1Y" fmla="*/ 144 h 144"/>
                <a:gd name="GluePoint2X" fmla="*/ 144 w 144"/>
                <a:gd name="GluePoint2Y" fmla="*/ 144 h 144"/>
                <a:gd name="GluePoint3X" fmla="*/ 144 w 144"/>
                <a:gd name="GluePoint3Y" fmla="*/ 0 h 144"/>
                <a:gd name="GluePoint4X" fmla="*/ 0 w 144"/>
                <a:gd name="GluePoint4Y" fmla="*/ 0 h 144"/>
                <a:gd name="GluePoint5X" fmla="*/ 0 w 144"/>
                <a:gd name="GluePoint5Y" fmla="*/ 144 h 144"/>
                <a:gd name="GluePoint6X" fmla="*/ 5 w 144"/>
                <a:gd name="GluePoint6Y" fmla="*/ 5 h 144"/>
                <a:gd name="GluePoint7X" fmla="*/ 140 w 144"/>
                <a:gd name="GluePoint7Y" fmla="*/ 5 h 144"/>
                <a:gd name="GluePoint8X" fmla="*/ 140 w 144"/>
                <a:gd name="GluePoint8Y" fmla="*/ 140 h 144"/>
                <a:gd name="GluePoint9X" fmla="*/ 5 w 144"/>
                <a:gd name="GluePoint9Y" fmla="*/ 140 h 144"/>
                <a:gd name="GluePoint10X" fmla="*/ 5 w 144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57" name="Группа 422"/>
          <p:cNvGrpSpPr/>
          <p:nvPr/>
        </p:nvGrpSpPr>
        <p:grpSpPr>
          <a:xfrm>
            <a:off x="5997600" y="3229560"/>
            <a:ext cx="302400" cy="302400"/>
            <a:chOff x="5997600" y="3229560"/>
            <a:chExt cx="302400" cy="302400"/>
          </a:xfrm>
        </p:grpSpPr>
        <p:sp>
          <p:nvSpPr>
            <p:cNvPr id="2258" name="Rectangle 360"/>
            <p:cNvSpPr/>
            <p:nvPr/>
          </p:nvSpPr>
          <p:spPr>
            <a:xfrm>
              <a:off x="6062760" y="3372480"/>
              <a:ext cx="1699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59" name="Freeform 361"/>
            <p:cNvSpPr/>
            <p:nvPr/>
          </p:nvSpPr>
          <p:spPr>
            <a:xfrm>
              <a:off x="5997600" y="322956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0 w 144"/>
                <a:gd name="GluePoint1Y" fmla="*/ 144 h 144"/>
                <a:gd name="GluePoint2X" fmla="*/ 144 w 144"/>
                <a:gd name="GluePoint2Y" fmla="*/ 144 h 144"/>
                <a:gd name="GluePoint3X" fmla="*/ 144 w 144"/>
                <a:gd name="GluePoint3Y" fmla="*/ 0 h 144"/>
                <a:gd name="GluePoint4X" fmla="*/ 0 w 144"/>
                <a:gd name="GluePoint4Y" fmla="*/ 0 h 144"/>
                <a:gd name="GluePoint5X" fmla="*/ 0 w 144"/>
                <a:gd name="GluePoint5Y" fmla="*/ 144 h 144"/>
                <a:gd name="GluePoint6X" fmla="*/ 4 w 144"/>
                <a:gd name="GluePoint6Y" fmla="*/ 5 h 144"/>
                <a:gd name="GluePoint7X" fmla="*/ 139 w 144"/>
                <a:gd name="GluePoint7Y" fmla="*/ 5 h 144"/>
                <a:gd name="GluePoint8X" fmla="*/ 139 w 144"/>
                <a:gd name="GluePoint8Y" fmla="*/ 140 h 144"/>
                <a:gd name="GluePoint9X" fmla="*/ 4 w 144"/>
                <a:gd name="GluePoint9Y" fmla="*/ 140 h 144"/>
                <a:gd name="GluePoint10X" fmla="*/ 4 w 144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4" y="5"/>
                  </a:moveTo>
                  <a:lnTo>
                    <a:pt x="139" y="5"/>
                  </a:lnTo>
                  <a:lnTo>
                    <a:pt x="139" y="140"/>
                  </a:lnTo>
                  <a:lnTo>
                    <a:pt x="4" y="140"/>
                  </a:lnTo>
                  <a:lnTo>
                    <a:pt x="4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60" name="Группа 421"/>
          <p:cNvGrpSpPr/>
          <p:nvPr/>
        </p:nvGrpSpPr>
        <p:grpSpPr>
          <a:xfrm>
            <a:off x="5604480" y="3229560"/>
            <a:ext cx="302400" cy="302400"/>
            <a:chOff x="5604480" y="3229560"/>
            <a:chExt cx="302400" cy="302400"/>
          </a:xfrm>
        </p:grpSpPr>
        <p:sp>
          <p:nvSpPr>
            <p:cNvPr id="2261" name="Freeform 362"/>
            <p:cNvSpPr/>
            <p:nvPr/>
          </p:nvSpPr>
          <p:spPr>
            <a:xfrm>
              <a:off x="5669640" y="3296880"/>
              <a:ext cx="169920" cy="16992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169920"/>
                <a:gd name="textAreaBottom" fmla="*/ 170280 h 169920"/>
                <a:gd name="GluePoint1X" fmla="*/ 38 w 81"/>
                <a:gd name="GluePoint1Y" fmla="*/ 81 h 81"/>
                <a:gd name="GluePoint2X" fmla="*/ 43 w 81"/>
                <a:gd name="GluePoint2Y" fmla="*/ 81 h 81"/>
                <a:gd name="GluePoint3X" fmla="*/ 43 w 81"/>
                <a:gd name="GluePoint3Y" fmla="*/ 42 h 81"/>
                <a:gd name="GluePoint4X" fmla="*/ 81 w 81"/>
                <a:gd name="GluePoint4Y" fmla="*/ 42 h 81"/>
                <a:gd name="GluePoint5X" fmla="*/ 81 w 81"/>
                <a:gd name="GluePoint5Y" fmla="*/ 38 h 81"/>
                <a:gd name="GluePoint6X" fmla="*/ 43 w 81"/>
                <a:gd name="GluePoint6Y" fmla="*/ 38 h 81"/>
                <a:gd name="GluePoint7X" fmla="*/ 43 w 81"/>
                <a:gd name="GluePoint7Y" fmla="*/ 0 h 81"/>
                <a:gd name="GluePoint8X" fmla="*/ 38 w 81"/>
                <a:gd name="GluePoint8Y" fmla="*/ 0 h 81"/>
                <a:gd name="GluePoint9X" fmla="*/ 38 w 81"/>
                <a:gd name="GluePoint9Y" fmla="*/ 38 h 81"/>
                <a:gd name="GluePoint10X" fmla="*/ 0 w 81"/>
                <a:gd name="GluePoint10Y" fmla="*/ 38 h 81"/>
                <a:gd name="GluePoint11X" fmla="*/ 0 w 81"/>
                <a:gd name="GluePoint11Y" fmla="*/ 42 h 81"/>
                <a:gd name="GluePoint12X" fmla="*/ 38 w 81"/>
                <a:gd name="GluePoint12Y" fmla="*/ 42 h 81"/>
                <a:gd name="GluePoint13X" fmla="*/ 38 w 81"/>
                <a:gd name="GluePoint13Y" fmla="*/ 81 h 8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81" h="81">
                  <a:moveTo>
                    <a:pt x="38" y="81"/>
                  </a:moveTo>
                  <a:lnTo>
                    <a:pt x="43" y="81"/>
                  </a:lnTo>
                  <a:lnTo>
                    <a:pt x="43" y="42"/>
                  </a:lnTo>
                  <a:lnTo>
                    <a:pt x="81" y="42"/>
                  </a:lnTo>
                  <a:lnTo>
                    <a:pt x="81" y="38"/>
                  </a:lnTo>
                  <a:lnTo>
                    <a:pt x="43" y="38"/>
                  </a:lnTo>
                  <a:lnTo>
                    <a:pt x="43" y="0"/>
                  </a:lnTo>
                  <a:lnTo>
                    <a:pt x="38" y="0"/>
                  </a:lnTo>
                  <a:lnTo>
                    <a:pt x="38" y="38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38" y="42"/>
                  </a:lnTo>
                  <a:lnTo>
                    <a:pt x="38" y="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62" name="Freeform 363"/>
            <p:cNvSpPr/>
            <p:nvPr/>
          </p:nvSpPr>
          <p:spPr>
            <a:xfrm>
              <a:off x="5604480" y="322956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0 w 144"/>
                <a:gd name="GluePoint1Y" fmla="*/ 0 h 144"/>
                <a:gd name="GluePoint2X" fmla="*/ 0 w 144"/>
                <a:gd name="GluePoint2Y" fmla="*/ 144 h 144"/>
                <a:gd name="GluePoint3X" fmla="*/ 144 w 144"/>
                <a:gd name="GluePoint3Y" fmla="*/ 144 h 144"/>
                <a:gd name="GluePoint4X" fmla="*/ 144 w 144"/>
                <a:gd name="GluePoint4Y" fmla="*/ 0 h 144"/>
                <a:gd name="GluePoint5X" fmla="*/ 0 w 144"/>
                <a:gd name="GluePoint5Y" fmla="*/ 0 h 144"/>
                <a:gd name="GluePoint6X" fmla="*/ 139 w 144"/>
                <a:gd name="GluePoint6Y" fmla="*/ 140 h 144"/>
                <a:gd name="GluePoint7X" fmla="*/ 4 w 144"/>
                <a:gd name="GluePoint7Y" fmla="*/ 140 h 144"/>
                <a:gd name="GluePoint8X" fmla="*/ 4 w 144"/>
                <a:gd name="GluePoint8Y" fmla="*/ 5 h 144"/>
                <a:gd name="GluePoint9X" fmla="*/ 139 w 144"/>
                <a:gd name="GluePoint9Y" fmla="*/ 5 h 144"/>
                <a:gd name="GluePoint10X" fmla="*/ 139 w 144"/>
                <a:gd name="GluePoint10Y" fmla="*/ 140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4" h="144">
                  <a:moveTo>
                    <a:pt x="0" y="0"/>
                  </a:moveTo>
                  <a:lnTo>
                    <a:pt x="0" y="144"/>
                  </a:ln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close/>
                  <a:moveTo>
                    <a:pt x="139" y="140"/>
                  </a:moveTo>
                  <a:lnTo>
                    <a:pt x="4" y="140"/>
                  </a:lnTo>
                  <a:lnTo>
                    <a:pt x="4" y="5"/>
                  </a:lnTo>
                  <a:lnTo>
                    <a:pt x="139" y="5"/>
                  </a:lnTo>
                  <a:lnTo>
                    <a:pt x="139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63" name="Группа 420"/>
          <p:cNvGrpSpPr/>
          <p:nvPr/>
        </p:nvGrpSpPr>
        <p:grpSpPr>
          <a:xfrm>
            <a:off x="5211720" y="3229560"/>
            <a:ext cx="302400" cy="302400"/>
            <a:chOff x="5211720" y="3229560"/>
            <a:chExt cx="302400" cy="302400"/>
          </a:xfrm>
        </p:grpSpPr>
        <p:sp>
          <p:nvSpPr>
            <p:cNvPr id="2264" name="Freeform 364"/>
            <p:cNvSpPr/>
            <p:nvPr/>
          </p:nvSpPr>
          <p:spPr>
            <a:xfrm>
              <a:off x="5297760" y="3307320"/>
              <a:ext cx="129960" cy="12996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29960"/>
                <a:gd name="textAreaBottom" fmla="*/ 130320 h 129960"/>
                <a:gd name="GluePoint1X" fmla="*/ 62 w 62"/>
                <a:gd name="GluePoint1Y" fmla="*/ 3 h 62"/>
                <a:gd name="GluePoint2X" fmla="*/ 58 w 62"/>
                <a:gd name="GluePoint2Y" fmla="*/ 0 h 62"/>
                <a:gd name="GluePoint3X" fmla="*/ 31 w 62"/>
                <a:gd name="GluePoint3Y" fmla="*/ 28 h 62"/>
                <a:gd name="GluePoint4X" fmla="*/ 3 w 62"/>
                <a:gd name="GluePoint4Y" fmla="*/ 0 h 62"/>
                <a:gd name="GluePoint5X" fmla="*/ 0 w 62"/>
                <a:gd name="GluePoint5Y" fmla="*/ 4 h 62"/>
                <a:gd name="GluePoint6X" fmla="*/ 28 w 62"/>
                <a:gd name="GluePoint6Y" fmla="*/ 31 h 62"/>
                <a:gd name="GluePoint7X" fmla="*/ 0 w 62"/>
                <a:gd name="GluePoint7Y" fmla="*/ 59 h 62"/>
                <a:gd name="GluePoint8X" fmla="*/ 3 w 62"/>
                <a:gd name="GluePoint8Y" fmla="*/ 62 h 62"/>
                <a:gd name="GluePoint9X" fmla="*/ 31 w 62"/>
                <a:gd name="GluePoint9Y" fmla="*/ 34 h 62"/>
                <a:gd name="GluePoint10X" fmla="*/ 59 w 62"/>
                <a:gd name="GluePoint10Y" fmla="*/ 62 h 62"/>
                <a:gd name="GluePoint11X" fmla="*/ 62 w 62"/>
                <a:gd name="GluePoint11Y" fmla="*/ 59 h 62"/>
                <a:gd name="GluePoint12X" fmla="*/ 34 w 62"/>
                <a:gd name="GluePoint12Y" fmla="*/ 31 h 62"/>
                <a:gd name="GluePoint13X" fmla="*/ 62 w 62"/>
                <a:gd name="GluePoint13Y" fmla="*/ 3 h 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2" h="62">
                  <a:moveTo>
                    <a:pt x="62" y="3"/>
                  </a:moveTo>
                  <a:lnTo>
                    <a:pt x="58" y="0"/>
                  </a:lnTo>
                  <a:lnTo>
                    <a:pt x="31" y="28"/>
                  </a:lnTo>
                  <a:lnTo>
                    <a:pt x="3" y="0"/>
                  </a:lnTo>
                  <a:lnTo>
                    <a:pt x="0" y="4"/>
                  </a:lnTo>
                  <a:lnTo>
                    <a:pt x="28" y="31"/>
                  </a:lnTo>
                  <a:lnTo>
                    <a:pt x="0" y="59"/>
                  </a:lnTo>
                  <a:lnTo>
                    <a:pt x="3" y="62"/>
                  </a:lnTo>
                  <a:lnTo>
                    <a:pt x="31" y="34"/>
                  </a:lnTo>
                  <a:lnTo>
                    <a:pt x="59" y="62"/>
                  </a:lnTo>
                  <a:lnTo>
                    <a:pt x="62" y="59"/>
                  </a:lnTo>
                  <a:lnTo>
                    <a:pt x="34" y="31"/>
                  </a:lnTo>
                  <a:lnTo>
                    <a:pt x="62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65" name="Freeform 365"/>
            <p:cNvSpPr/>
            <p:nvPr/>
          </p:nvSpPr>
          <p:spPr>
            <a:xfrm>
              <a:off x="5211720" y="322956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0 w 144"/>
                <a:gd name="GluePoint1Y" fmla="*/ 144 h 144"/>
                <a:gd name="GluePoint2X" fmla="*/ 144 w 144"/>
                <a:gd name="GluePoint2Y" fmla="*/ 144 h 144"/>
                <a:gd name="GluePoint3X" fmla="*/ 144 w 144"/>
                <a:gd name="GluePoint3Y" fmla="*/ 0 h 144"/>
                <a:gd name="GluePoint4X" fmla="*/ 0 w 144"/>
                <a:gd name="GluePoint4Y" fmla="*/ 0 h 144"/>
                <a:gd name="GluePoint5X" fmla="*/ 0 w 144"/>
                <a:gd name="GluePoint5Y" fmla="*/ 144 h 144"/>
                <a:gd name="GluePoint6X" fmla="*/ 4 w 144"/>
                <a:gd name="GluePoint6Y" fmla="*/ 5 h 144"/>
                <a:gd name="GluePoint7X" fmla="*/ 139 w 144"/>
                <a:gd name="GluePoint7Y" fmla="*/ 5 h 144"/>
                <a:gd name="GluePoint8X" fmla="*/ 139 w 144"/>
                <a:gd name="GluePoint8Y" fmla="*/ 140 h 144"/>
                <a:gd name="GluePoint9X" fmla="*/ 4 w 144"/>
                <a:gd name="GluePoint9Y" fmla="*/ 140 h 144"/>
                <a:gd name="GluePoint10X" fmla="*/ 4 w 144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4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4" y="5"/>
                  </a:moveTo>
                  <a:lnTo>
                    <a:pt x="139" y="5"/>
                  </a:lnTo>
                  <a:lnTo>
                    <a:pt x="139" y="140"/>
                  </a:lnTo>
                  <a:lnTo>
                    <a:pt x="4" y="140"/>
                  </a:lnTo>
                  <a:lnTo>
                    <a:pt x="4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66" name="Группа 419"/>
          <p:cNvGrpSpPr/>
          <p:nvPr/>
        </p:nvGrpSpPr>
        <p:grpSpPr>
          <a:xfrm>
            <a:off x="4816440" y="3229560"/>
            <a:ext cx="304200" cy="302400"/>
            <a:chOff x="4816440" y="3229560"/>
            <a:chExt cx="304200" cy="302400"/>
          </a:xfrm>
        </p:grpSpPr>
        <p:sp>
          <p:nvSpPr>
            <p:cNvPr id="2267" name="Freeform 366"/>
            <p:cNvSpPr/>
            <p:nvPr/>
          </p:nvSpPr>
          <p:spPr>
            <a:xfrm>
              <a:off x="4942800" y="3296880"/>
              <a:ext cx="87840" cy="16776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67760"/>
                <a:gd name="textAreaBottom" fmla="*/ 168120 h 167760"/>
                <a:gd name="GluePoint1X" fmla="*/ 0 w 42"/>
                <a:gd name="GluePoint1Y" fmla="*/ 4 h 80"/>
                <a:gd name="GluePoint2X" fmla="*/ 36 w 42"/>
                <a:gd name="GluePoint2Y" fmla="*/ 40 h 80"/>
                <a:gd name="GluePoint3X" fmla="*/ 0 w 42"/>
                <a:gd name="GluePoint3Y" fmla="*/ 77 h 80"/>
                <a:gd name="GluePoint4X" fmla="*/ 3 w 42"/>
                <a:gd name="GluePoint4Y" fmla="*/ 80 h 80"/>
                <a:gd name="GluePoint5X" fmla="*/ 42 w 42"/>
                <a:gd name="GluePoint5Y" fmla="*/ 42 h 80"/>
                <a:gd name="GluePoint6X" fmla="*/ 42 w 42"/>
                <a:gd name="GluePoint6Y" fmla="*/ 38 h 80"/>
                <a:gd name="GluePoint7X" fmla="*/ 3 w 42"/>
                <a:gd name="GluePoint7Y" fmla="*/ 0 h 80"/>
                <a:gd name="GluePoint8X" fmla="*/ 0 w 42"/>
                <a:gd name="GluePoint8Y" fmla="*/ 4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2" h="80">
                  <a:moveTo>
                    <a:pt x="0" y="4"/>
                  </a:moveTo>
                  <a:lnTo>
                    <a:pt x="36" y="40"/>
                  </a:lnTo>
                  <a:lnTo>
                    <a:pt x="0" y="77"/>
                  </a:lnTo>
                  <a:lnTo>
                    <a:pt x="3" y="80"/>
                  </a:lnTo>
                  <a:lnTo>
                    <a:pt x="42" y="42"/>
                  </a:lnTo>
                  <a:lnTo>
                    <a:pt x="42" y="38"/>
                  </a:lnTo>
                  <a:lnTo>
                    <a:pt x="3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68" name="Freeform 367"/>
            <p:cNvSpPr/>
            <p:nvPr/>
          </p:nvSpPr>
          <p:spPr>
            <a:xfrm>
              <a:off x="4816440" y="322956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0 w 145"/>
                <a:gd name="GluePoint1Y" fmla="*/ 144 h 144"/>
                <a:gd name="GluePoint2X" fmla="*/ 145 w 145"/>
                <a:gd name="GluePoint2Y" fmla="*/ 144 h 144"/>
                <a:gd name="GluePoint3X" fmla="*/ 145 w 145"/>
                <a:gd name="GluePoint3Y" fmla="*/ 0 h 144"/>
                <a:gd name="GluePoint4X" fmla="*/ 0 w 145"/>
                <a:gd name="GluePoint4Y" fmla="*/ 0 h 144"/>
                <a:gd name="GluePoint5X" fmla="*/ 0 w 145"/>
                <a:gd name="GluePoint5Y" fmla="*/ 144 h 144"/>
                <a:gd name="GluePoint6X" fmla="*/ 5 w 145"/>
                <a:gd name="GluePoint6Y" fmla="*/ 5 h 144"/>
                <a:gd name="GluePoint7X" fmla="*/ 140 w 145"/>
                <a:gd name="GluePoint7Y" fmla="*/ 5 h 144"/>
                <a:gd name="GluePoint8X" fmla="*/ 140 w 145"/>
                <a:gd name="GluePoint8Y" fmla="*/ 140 h 144"/>
                <a:gd name="GluePoint9X" fmla="*/ 5 w 145"/>
                <a:gd name="GluePoint9Y" fmla="*/ 140 h 144"/>
                <a:gd name="GluePoint10X" fmla="*/ 5 w 145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69" name="Группа 418"/>
          <p:cNvGrpSpPr/>
          <p:nvPr/>
        </p:nvGrpSpPr>
        <p:grpSpPr>
          <a:xfrm>
            <a:off x="4423680" y="3229560"/>
            <a:ext cx="304200" cy="302400"/>
            <a:chOff x="4423680" y="3229560"/>
            <a:chExt cx="304200" cy="302400"/>
          </a:xfrm>
        </p:grpSpPr>
        <p:sp>
          <p:nvSpPr>
            <p:cNvPr id="2270" name="Freeform 368"/>
            <p:cNvSpPr/>
            <p:nvPr/>
          </p:nvSpPr>
          <p:spPr>
            <a:xfrm>
              <a:off x="4493160" y="3334680"/>
              <a:ext cx="167760" cy="8784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87840"/>
                <a:gd name="textAreaBottom" fmla="*/ 88200 h 87840"/>
                <a:gd name="GluePoint1X" fmla="*/ 38 w 80"/>
                <a:gd name="GluePoint1Y" fmla="*/ 0 h 42"/>
                <a:gd name="GluePoint2X" fmla="*/ 0 w 80"/>
                <a:gd name="GluePoint2Y" fmla="*/ 39 h 42"/>
                <a:gd name="GluePoint3X" fmla="*/ 3 w 80"/>
                <a:gd name="GluePoint3Y" fmla="*/ 42 h 42"/>
                <a:gd name="GluePoint4X" fmla="*/ 40 w 80"/>
                <a:gd name="GluePoint4Y" fmla="*/ 5 h 42"/>
                <a:gd name="GluePoint5X" fmla="*/ 76 w 80"/>
                <a:gd name="GluePoint5Y" fmla="*/ 42 h 42"/>
                <a:gd name="GluePoint6X" fmla="*/ 80 w 80"/>
                <a:gd name="GluePoint6Y" fmla="*/ 39 h 42"/>
                <a:gd name="GluePoint7X" fmla="*/ 41 w 80"/>
                <a:gd name="GluePoint7Y" fmla="*/ 0 h 42"/>
                <a:gd name="GluePoint8X" fmla="*/ 38 w 80"/>
                <a:gd name="GluePoint8Y" fmla="*/ 0 h 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2">
                  <a:moveTo>
                    <a:pt x="38" y="0"/>
                  </a:moveTo>
                  <a:lnTo>
                    <a:pt x="0" y="39"/>
                  </a:lnTo>
                  <a:lnTo>
                    <a:pt x="3" y="42"/>
                  </a:lnTo>
                  <a:lnTo>
                    <a:pt x="40" y="5"/>
                  </a:lnTo>
                  <a:lnTo>
                    <a:pt x="76" y="42"/>
                  </a:lnTo>
                  <a:lnTo>
                    <a:pt x="80" y="39"/>
                  </a:lnTo>
                  <a:lnTo>
                    <a:pt x="41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920" bIns="43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71" name="Freeform 369"/>
            <p:cNvSpPr/>
            <p:nvPr/>
          </p:nvSpPr>
          <p:spPr>
            <a:xfrm>
              <a:off x="4423680" y="322956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0 w 145"/>
                <a:gd name="GluePoint1Y" fmla="*/ 144 h 144"/>
                <a:gd name="GluePoint2X" fmla="*/ 145 w 145"/>
                <a:gd name="GluePoint2Y" fmla="*/ 144 h 144"/>
                <a:gd name="GluePoint3X" fmla="*/ 145 w 145"/>
                <a:gd name="GluePoint3Y" fmla="*/ 0 h 144"/>
                <a:gd name="GluePoint4X" fmla="*/ 0 w 145"/>
                <a:gd name="GluePoint4Y" fmla="*/ 0 h 144"/>
                <a:gd name="GluePoint5X" fmla="*/ 0 w 145"/>
                <a:gd name="GluePoint5Y" fmla="*/ 144 h 144"/>
                <a:gd name="GluePoint6X" fmla="*/ 5 w 145"/>
                <a:gd name="GluePoint6Y" fmla="*/ 5 h 144"/>
                <a:gd name="GluePoint7X" fmla="*/ 140 w 145"/>
                <a:gd name="GluePoint7Y" fmla="*/ 5 h 144"/>
                <a:gd name="GluePoint8X" fmla="*/ 140 w 145"/>
                <a:gd name="GluePoint8Y" fmla="*/ 140 h 144"/>
                <a:gd name="GluePoint9X" fmla="*/ 5 w 145"/>
                <a:gd name="GluePoint9Y" fmla="*/ 140 h 144"/>
                <a:gd name="GluePoint10X" fmla="*/ 5 w 145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72" name="Группа 417"/>
          <p:cNvGrpSpPr/>
          <p:nvPr/>
        </p:nvGrpSpPr>
        <p:grpSpPr>
          <a:xfrm>
            <a:off x="4030560" y="3229560"/>
            <a:ext cx="304200" cy="302400"/>
            <a:chOff x="4030560" y="3229560"/>
            <a:chExt cx="304200" cy="302400"/>
          </a:xfrm>
        </p:grpSpPr>
        <p:sp>
          <p:nvSpPr>
            <p:cNvPr id="2273" name="Freeform 370"/>
            <p:cNvSpPr/>
            <p:nvPr/>
          </p:nvSpPr>
          <p:spPr>
            <a:xfrm>
              <a:off x="4135680" y="3334680"/>
              <a:ext cx="117360" cy="11736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17360"/>
                <a:gd name="textAreaBottom" fmla="*/ 117720 h 117360"/>
                <a:gd name="GluePoint1X" fmla="*/ 0 w 56"/>
                <a:gd name="GluePoint1Y" fmla="*/ 2 h 56"/>
                <a:gd name="GluePoint2X" fmla="*/ 0 w 56"/>
                <a:gd name="GluePoint2Y" fmla="*/ 56 h 56"/>
                <a:gd name="GluePoint3X" fmla="*/ 4 w 56"/>
                <a:gd name="GluePoint3Y" fmla="*/ 56 h 56"/>
                <a:gd name="GluePoint4X" fmla="*/ 4 w 56"/>
                <a:gd name="GluePoint4Y" fmla="*/ 4 h 56"/>
                <a:gd name="GluePoint5X" fmla="*/ 56 w 56"/>
                <a:gd name="GluePoint5Y" fmla="*/ 4 h 56"/>
                <a:gd name="GluePoint6X" fmla="*/ 56 w 56"/>
                <a:gd name="GluePoint6Y" fmla="*/ 0 h 56"/>
                <a:gd name="GluePoint7X" fmla="*/ 2 w 56"/>
                <a:gd name="GluePoint7Y" fmla="*/ 0 h 56"/>
                <a:gd name="GluePoint8X" fmla="*/ 0 w 56"/>
                <a:gd name="GluePoint8Y" fmla="*/ 2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6" h="56">
                  <a:moveTo>
                    <a:pt x="0" y="2"/>
                  </a:moveTo>
                  <a:lnTo>
                    <a:pt x="0" y="56"/>
                  </a:lnTo>
                  <a:lnTo>
                    <a:pt x="4" y="56"/>
                  </a:lnTo>
                  <a:lnTo>
                    <a:pt x="4" y="4"/>
                  </a:lnTo>
                  <a:lnTo>
                    <a:pt x="56" y="4"/>
                  </a:lnTo>
                  <a:lnTo>
                    <a:pt x="56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74" name="Freeform 371"/>
            <p:cNvSpPr/>
            <p:nvPr/>
          </p:nvSpPr>
          <p:spPr>
            <a:xfrm>
              <a:off x="4030560" y="322956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0 w 145"/>
                <a:gd name="GluePoint1Y" fmla="*/ 144 h 144"/>
                <a:gd name="GluePoint2X" fmla="*/ 145 w 145"/>
                <a:gd name="GluePoint2Y" fmla="*/ 144 h 144"/>
                <a:gd name="GluePoint3X" fmla="*/ 145 w 145"/>
                <a:gd name="GluePoint3Y" fmla="*/ 0 h 144"/>
                <a:gd name="GluePoint4X" fmla="*/ 0 w 145"/>
                <a:gd name="GluePoint4Y" fmla="*/ 0 h 144"/>
                <a:gd name="GluePoint5X" fmla="*/ 0 w 145"/>
                <a:gd name="GluePoint5Y" fmla="*/ 144 h 144"/>
                <a:gd name="GluePoint6X" fmla="*/ 5 w 145"/>
                <a:gd name="GluePoint6Y" fmla="*/ 5 h 144"/>
                <a:gd name="GluePoint7X" fmla="*/ 140 w 145"/>
                <a:gd name="GluePoint7Y" fmla="*/ 5 h 144"/>
                <a:gd name="GluePoint8X" fmla="*/ 140 w 145"/>
                <a:gd name="GluePoint8Y" fmla="*/ 140 h 144"/>
                <a:gd name="GluePoint9X" fmla="*/ 5 w 145"/>
                <a:gd name="GluePoint9Y" fmla="*/ 140 h 144"/>
                <a:gd name="GluePoint10X" fmla="*/ 5 w 145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75" name="Группа 416"/>
          <p:cNvGrpSpPr/>
          <p:nvPr/>
        </p:nvGrpSpPr>
        <p:grpSpPr>
          <a:xfrm>
            <a:off x="3637800" y="3229560"/>
            <a:ext cx="304200" cy="302400"/>
            <a:chOff x="3637800" y="3229560"/>
            <a:chExt cx="304200" cy="302400"/>
          </a:xfrm>
        </p:grpSpPr>
        <p:sp>
          <p:nvSpPr>
            <p:cNvPr id="2276" name="Freeform 372"/>
            <p:cNvSpPr/>
            <p:nvPr/>
          </p:nvSpPr>
          <p:spPr>
            <a:xfrm>
              <a:off x="3719520" y="3334680"/>
              <a:ext cx="117360" cy="11736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17360"/>
                <a:gd name="textAreaBottom" fmla="*/ 117720 h 117360"/>
                <a:gd name="GluePoint1X" fmla="*/ 0 w 56"/>
                <a:gd name="GluePoint1Y" fmla="*/ 0 h 56"/>
                <a:gd name="GluePoint2X" fmla="*/ 0 w 56"/>
                <a:gd name="GluePoint2Y" fmla="*/ 4 h 56"/>
                <a:gd name="GluePoint3X" fmla="*/ 51 w 56"/>
                <a:gd name="GluePoint3Y" fmla="*/ 4 h 56"/>
                <a:gd name="GluePoint4X" fmla="*/ 51 w 56"/>
                <a:gd name="GluePoint4Y" fmla="*/ 56 h 56"/>
                <a:gd name="GluePoint5X" fmla="*/ 56 w 56"/>
                <a:gd name="GluePoint5Y" fmla="*/ 56 h 56"/>
                <a:gd name="GluePoint6X" fmla="*/ 56 w 56"/>
                <a:gd name="GluePoint6Y" fmla="*/ 2 h 56"/>
                <a:gd name="GluePoint7X" fmla="*/ 54 w 56"/>
                <a:gd name="GluePoint7Y" fmla="*/ 0 h 56"/>
                <a:gd name="GluePoint8X" fmla="*/ 0 w 56"/>
                <a:gd name="GluePoint8Y" fmla="*/ 0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6" h="56">
                  <a:moveTo>
                    <a:pt x="0" y="0"/>
                  </a:moveTo>
                  <a:lnTo>
                    <a:pt x="0" y="4"/>
                  </a:lnTo>
                  <a:lnTo>
                    <a:pt x="51" y="4"/>
                  </a:lnTo>
                  <a:lnTo>
                    <a:pt x="51" y="56"/>
                  </a:lnTo>
                  <a:lnTo>
                    <a:pt x="56" y="56"/>
                  </a:lnTo>
                  <a:lnTo>
                    <a:pt x="56" y="2"/>
                  </a:lnTo>
                  <a:lnTo>
                    <a:pt x="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77" name="Freeform 373"/>
            <p:cNvSpPr/>
            <p:nvPr/>
          </p:nvSpPr>
          <p:spPr>
            <a:xfrm>
              <a:off x="3637800" y="3229560"/>
              <a:ext cx="304200" cy="30240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302400"/>
                <a:gd name="textAreaBottom" fmla="*/ 302760 h 302400"/>
                <a:gd name="GluePoint1X" fmla="*/ 0 w 145"/>
                <a:gd name="GluePoint1Y" fmla="*/ 144 h 144"/>
                <a:gd name="GluePoint2X" fmla="*/ 145 w 145"/>
                <a:gd name="GluePoint2Y" fmla="*/ 144 h 144"/>
                <a:gd name="GluePoint3X" fmla="*/ 145 w 145"/>
                <a:gd name="GluePoint3Y" fmla="*/ 0 h 144"/>
                <a:gd name="GluePoint4X" fmla="*/ 0 w 145"/>
                <a:gd name="GluePoint4Y" fmla="*/ 0 h 144"/>
                <a:gd name="GluePoint5X" fmla="*/ 0 w 145"/>
                <a:gd name="GluePoint5Y" fmla="*/ 144 h 144"/>
                <a:gd name="GluePoint6X" fmla="*/ 5 w 145"/>
                <a:gd name="GluePoint6Y" fmla="*/ 5 h 144"/>
                <a:gd name="GluePoint7X" fmla="*/ 140 w 145"/>
                <a:gd name="GluePoint7Y" fmla="*/ 5 h 144"/>
                <a:gd name="GluePoint8X" fmla="*/ 140 w 145"/>
                <a:gd name="GluePoint8Y" fmla="*/ 140 h 144"/>
                <a:gd name="GluePoint9X" fmla="*/ 5 w 145"/>
                <a:gd name="GluePoint9Y" fmla="*/ 140 h 144"/>
                <a:gd name="GluePoint10X" fmla="*/ 5 w 145"/>
                <a:gd name="GluePoint10Y" fmla="*/ 5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45" h="144">
                  <a:moveTo>
                    <a:pt x="0" y="144"/>
                  </a:moveTo>
                  <a:lnTo>
                    <a:pt x="145" y="144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144"/>
                  </a:lnTo>
                  <a:close/>
                  <a:moveTo>
                    <a:pt x="5" y="5"/>
                  </a:moveTo>
                  <a:lnTo>
                    <a:pt x="140" y="5"/>
                  </a:lnTo>
                  <a:lnTo>
                    <a:pt x="140" y="140"/>
                  </a:lnTo>
                  <a:lnTo>
                    <a:pt x="5" y="14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278" name="Группа 415"/>
          <p:cNvGrpSpPr/>
          <p:nvPr/>
        </p:nvGrpSpPr>
        <p:grpSpPr>
          <a:xfrm>
            <a:off x="3244680" y="3229560"/>
            <a:ext cx="304200" cy="302400"/>
            <a:chOff x="3244680" y="3229560"/>
            <a:chExt cx="304200" cy="302400"/>
          </a:xfrm>
        </p:grpSpPr>
        <p:sp>
          <p:nvSpPr>
            <p:cNvPr id="2279" name="Freeform 374"/>
            <p:cNvSpPr/>
            <p:nvPr/>
          </p:nvSpPr>
          <p:spPr>
            <a:xfrm>
              <a:off x="3244680" y="3229560"/>
              <a:ext cx="138240" cy="13608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136080"/>
                <a:gd name="textAreaBottom" fmla="*/ 136440 h 136080"/>
                <a:gd name="GluePoint1X" fmla="*/ 66 w 66"/>
                <a:gd name="GluePoint1Y" fmla="*/ 0 h 65"/>
                <a:gd name="GluePoint2X" fmla="*/ 0 w 66"/>
                <a:gd name="GluePoint2Y" fmla="*/ 0 h 65"/>
                <a:gd name="GluePoint3X" fmla="*/ 0 w 66"/>
                <a:gd name="GluePoint3Y" fmla="*/ 65 h 65"/>
                <a:gd name="GluePoint4X" fmla="*/ 66 w 66"/>
                <a:gd name="GluePoint4Y" fmla="*/ 65 h 65"/>
                <a:gd name="GluePoint5X" fmla="*/ 66 w 66"/>
                <a:gd name="GluePoint5Y" fmla="*/ 0 h 65"/>
                <a:gd name="GluePoint6X" fmla="*/ 61 w 66"/>
                <a:gd name="GluePoint6Y" fmla="*/ 61 h 65"/>
                <a:gd name="GluePoint7X" fmla="*/ 5 w 66"/>
                <a:gd name="GluePoint7Y" fmla="*/ 61 h 65"/>
                <a:gd name="GluePoint8X" fmla="*/ 5 w 66"/>
                <a:gd name="GluePoint8Y" fmla="*/ 5 h 65"/>
                <a:gd name="GluePoint9X" fmla="*/ 61 w 66"/>
                <a:gd name="GluePoint9Y" fmla="*/ 5 h 65"/>
                <a:gd name="GluePoint10X" fmla="*/ 61 w 66"/>
                <a:gd name="GluePoint10Y" fmla="*/ 61 h 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66" h="65">
                  <a:moveTo>
                    <a:pt x="66" y="0"/>
                  </a:moveTo>
                  <a:lnTo>
                    <a:pt x="0" y="0"/>
                  </a:lnTo>
                  <a:lnTo>
                    <a:pt x="0" y="65"/>
                  </a:lnTo>
                  <a:lnTo>
                    <a:pt x="66" y="65"/>
                  </a:lnTo>
                  <a:lnTo>
                    <a:pt x="66" y="0"/>
                  </a:lnTo>
                  <a:close/>
                  <a:moveTo>
                    <a:pt x="61" y="61"/>
                  </a:moveTo>
                  <a:lnTo>
                    <a:pt x="5" y="61"/>
                  </a:lnTo>
                  <a:lnTo>
                    <a:pt x="5" y="5"/>
                  </a:lnTo>
                  <a:lnTo>
                    <a:pt x="61" y="5"/>
                  </a:lnTo>
                  <a:lnTo>
                    <a:pt x="61" y="6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80" name="Freeform 375"/>
            <p:cNvSpPr/>
            <p:nvPr/>
          </p:nvSpPr>
          <p:spPr>
            <a:xfrm>
              <a:off x="3410640" y="3229560"/>
              <a:ext cx="138240" cy="13608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136080"/>
                <a:gd name="textAreaBottom" fmla="*/ 136440 h 136080"/>
                <a:gd name="GluePoint1X" fmla="*/ 0 w 66"/>
                <a:gd name="GluePoint1Y" fmla="*/ 65 h 65"/>
                <a:gd name="GluePoint2X" fmla="*/ 66 w 66"/>
                <a:gd name="GluePoint2Y" fmla="*/ 65 h 65"/>
                <a:gd name="GluePoint3X" fmla="*/ 66 w 66"/>
                <a:gd name="GluePoint3Y" fmla="*/ 0 h 65"/>
                <a:gd name="GluePoint4X" fmla="*/ 0 w 66"/>
                <a:gd name="GluePoint4Y" fmla="*/ 0 h 65"/>
                <a:gd name="GluePoint5X" fmla="*/ 0 w 66"/>
                <a:gd name="GluePoint5Y" fmla="*/ 65 h 65"/>
                <a:gd name="GluePoint6X" fmla="*/ 5 w 66"/>
                <a:gd name="GluePoint6Y" fmla="*/ 5 h 65"/>
                <a:gd name="GluePoint7X" fmla="*/ 61 w 66"/>
                <a:gd name="GluePoint7Y" fmla="*/ 5 h 65"/>
                <a:gd name="GluePoint8X" fmla="*/ 61 w 66"/>
                <a:gd name="GluePoint8Y" fmla="*/ 61 h 65"/>
                <a:gd name="GluePoint9X" fmla="*/ 5 w 66"/>
                <a:gd name="GluePoint9Y" fmla="*/ 61 h 65"/>
                <a:gd name="GluePoint10X" fmla="*/ 5 w 66"/>
                <a:gd name="GluePoint10Y" fmla="*/ 5 h 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66" h="65">
                  <a:moveTo>
                    <a:pt x="0" y="65"/>
                  </a:moveTo>
                  <a:lnTo>
                    <a:pt x="66" y="65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65"/>
                  </a:lnTo>
                  <a:close/>
                  <a:moveTo>
                    <a:pt x="5" y="5"/>
                  </a:moveTo>
                  <a:lnTo>
                    <a:pt x="61" y="5"/>
                  </a:lnTo>
                  <a:lnTo>
                    <a:pt x="61" y="61"/>
                  </a:lnTo>
                  <a:lnTo>
                    <a:pt x="5" y="61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81" name="Freeform 376"/>
            <p:cNvSpPr/>
            <p:nvPr/>
          </p:nvSpPr>
          <p:spPr>
            <a:xfrm>
              <a:off x="3244680" y="3395880"/>
              <a:ext cx="138240" cy="13608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136080"/>
                <a:gd name="textAreaBottom" fmla="*/ 136440 h 136080"/>
                <a:gd name="GluePoint1X" fmla="*/ 66 w 66"/>
                <a:gd name="GluePoint1Y" fmla="*/ 0 h 65"/>
                <a:gd name="GluePoint2X" fmla="*/ 0 w 66"/>
                <a:gd name="GluePoint2Y" fmla="*/ 0 h 65"/>
                <a:gd name="GluePoint3X" fmla="*/ 0 w 66"/>
                <a:gd name="GluePoint3Y" fmla="*/ 65 h 65"/>
                <a:gd name="GluePoint4X" fmla="*/ 66 w 66"/>
                <a:gd name="GluePoint4Y" fmla="*/ 65 h 65"/>
                <a:gd name="GluePoint5X" fmla="*/ 66 w 66"/>
                <a:gd name="GluePoint5Y" fmla="*/ 0 h 65"/>
                <a:gd name="GluePoint6X" fmla="*/ 61 w 66"/>
                <a:gd name="GluePoint6Y" fmla="*/ 61 h 65"/>
                <a:gd name="GluePoint7X" fmla="*/ 5 w 66"/>
                <a:gd name="GluePoint7Y" fmla="*/ 61 h 65"/>
                <a:gd name="GluePoint8X" fmla="*/ 5 w 66"/>
                <a:gd name="GluePoint8Y" fmla="*/ 4 h 65"/>
                <a:gd name="GluePoint9X" fmla="*/ 61 w 66"/>
                <a:gd name="GluePoint9Y" fmla="*/ 4 h 65"/>
                <a:gd name="GluePoint10X" fmla="*/ 61 w 66"/>
                <a:gd name="GluePoint10Y" fmla="*/ 61 h 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66" h="65">
                  <a:moveTo>
                    <a:pt x="66" y="0"/>
                  </a:moveTo>
                  <a:lnTo>
                    <a:pt x="0" y="0"/>
                  </a:lnTo>
                  <a:lnTo>
                    <a:pt x="0" y="65"/>
                  </a:lnTo>
                  <a:lnTo>
                    <a:pt x="66" y="65"/>
                  </a:lnTo>
                  <a:lnTo>
                    <a:pt x="66" y="0"/>
                  </a:lnTo>
                  <a:close/>
                  <a:moveTo>
                    <a:pt x="61" y="61"/>
                  </a:moveTo>
                  <a:lnTo>
                    <a:pt x="5" y="61"/>
                  </a:lnTo>
                  <a:lnTo>
                    <a:pt x="5" y="4"/>
                  </a:lnTo>
                  <a:lnTo>
                    <a:pt x="61" y="4"/>
                  </a:lnTo>
                  <a:lnTo>
                    <a:pt x="61" y="6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82" name="Freeform 377"/>
            <p:cNvSpPr/>
            <p:nvPr/>
          </p:nvSpPr>
          <p:spPr>
            <a:xfrm>
              <a:off x="3410640" y="3395880"/>
              <a:ext cx="138240" cy="13608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136080"/>
                <a:gd name="textAreaBottom" fmla="*/ 136440 h 136080"/>
                <a:gd name="GluePoint1X" fmla="*/ 0 w 66"/>
                <a:gd name="GluePoint1Y" fmla="*/ 65 h 65"/>
                <a:gd name="GluePoint2X" fmla="*/ 66 w 66"/>
                <a:gd name="GluePoint2Y" fmla="*/ 65 h 65"/>
                <a:gd name="GluePoint3X" fmla="*/ 66 w 66"/>
                <a:gd name="GluePoint3Y" fmla="*/ 0 h 65"/>
                <a:gd name="GluePoint4X" fmla="*/ 0 w 66"/>
                <a:gd name="GluePoint4Y" fmla="*/ 0 h 65"/>
                <a:gd name="GluePoint5X" fmla="*/ 0 w 66"/>
                <a:gd name="GluePoint5Y" fmla="*/ 65 h 65"/>
                <a:gd name="GluePoint6X" fmla="*/ 5 w 66"/>
                <a:gd name="GluePoint6Y" fmla="*/ 4 h 65"/>
                <a:gd name="GluePoint7X" fmla="*/ 61 w 66"/>
                <a:gd name="GluePoint7Y" fmla="*/ 4 h 65"/>
                <a:gd name="GluePoint8X" fmla="*/ 61 w 66"/>
                <a:gd name="GluePoint8Y" fmla="*/ 61 h 65"/>
                <a:gd name="GluePoint9X" fmla="*/ 5 w 66"/>
                <a:gd name="GluePoint9Y" fmla="*/ 61 h 65"/>
                <a:gd name="GluePoint10X" fmla="*/ 5 w 66"/>
                <a:gd name="GluePoint10Y" fmla="*/ 4 h 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66" h="65">
                  <a:moveTo>
                    <a:pt x="0" y="65"/>
                  </a:moveTo>
                  <a:lnTo>
                    <a:pt x="66" y="65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65"/>
                  </a:lnTo>
                  <a:close/>
                  <a:moveTo>
                    <a:pt x="5" y="4"/>
                  </a:moveTo>
                  <a:lnTo>
                    <a:pt x="61" y="4"/>
                  </a:lnTo>
                  <a:lnTo>
                    <a:pt x="61" y="61"/>
                  </a:lnTo>
                  <a:lnTo>
                    <a:pt x="5" y="61"/>
                  </a:lnTo>
                  <a:lnTo>
                    <a:pt x="5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283" name="Freeform 401"/>
          <p:cNvSpPr/>
          <p:nvPr/>
        </p:nvSpPr>
        <p:spPr>
          <a:xfrm>
            <a:off x="3337200" y="3715200"/>
            <a:ext cx="119520" cy="117360"/>
          </a:xfrm>
          <a:custGeom>
            <a:avLst/>
            <a:gdLst>
              <a:gd name="textAreaLeft" fmla="*/ 0 w 119520"/>
              <a:gd name="textAreaRight" fmla="*/ 119880 w 119520"/>
              <a:gd name="textAreaTop" fmla="*/ 0 h 117360"/>
              <a:gd name="textAreaBottom" fmla="*/ 117720 h 117360"/>
              <a:gd name="GluePoint1X" fmla="*/ 5 w 57"/>
              <a:gd name="GluePoint1Y" fmla="*/ 5 h 56"/>
              <a:gd name="GluePoint2X" fmla="*/ 57 w 57"/>
              <a:gd name="GluePoint2Y" fmla="*/ 5 h 56"/>
              <a:gd name="GluePoint3X" fmla="*/ 57 w 57"/>
              <a:gd name="GluePoint3Y" fmla="*/ 0 h 56"/>
              <a:gd name="GluePoint4X" fmla="*/ 2 w 57"/>
              <a:gd name="GluePoint4Y" fmla="*/ 0 h 56"/>
              <a:gd name="GluePoint5X" fmla="*/ 0 w 57"/>
              <a:gd name="GluePoint5Y" fmla="*/ 2 h 56"/>
              <a:gd name="GluePoint6X" fmla="*/ 0 w 57"/>
              <a:gd name="GluePoint6Y" fmla="*/ 56 h 56"/>
              <a:gd name="GluePoint7X" fmla="*/ 5 w 57"/>
              <a:gd name="GluePoint7Y" fmla="*/ 56 h 56"/>
              <a:gd name="GluePoint8X" fmla="*/ 5 w 57"/>
              <a:gd name="GluePoint8Y" fmla="*/ 5 h 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7" h="56">
                <a:moveTo>
                  <a:pt x="5" y="5"/>
                </a:moveTo>
                <a:lnTo>
                  <a:pt x="57" y="5"/>
                </a:lnTo>
                <a:lnTo>
                  <a:pt x="57" y="0"/>
                </a:lnTo>
                <a:lnTo>
                  <a:pt x="2" y="0"/>
                </a:lnTo>
                <a:lnTo>
                  <a:pt x="0" y="2"/>
                </a:lnTo>
                <a:lnTo>
                  <a:pt x="0" y="56"/>
                </a:lnTo>
                <a:lnTo>
                  <a:pt x="5" y="56"/>
                </a:lnTo>
                <a:lnTo>
                  <a:pt x="5" y="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84" name="Freeform 402"/>
          <p:cNvSpPr/>
          <p:nvPr/>
        </p:nvSpPr>
        <p:spPr>
          <a:xfrm>
            <a:off x="3730320" y="3715200"/>
            <a:ext cx="119520" cy="117360"/>
          </a:xfrm>
          <a:custGeom>
            <a:avLst/>
            <a:gdLst>
              <a:gd name="textAreaLeft" fmla="*/ 0 w 119520"/>
              <a:gd name="textAreaRight" fmla="*/ 119880 w 119520"/>
              <a:gd name="textAreaTop" fmla="*/ 0 h 117360"/>
              <a:gd name="textAreaBottom" fmla="*/ 117720 h 117360"/>
              <a:gd name="GluePoint1X" fmla="*/ 57 w 57"/>
              <a:gd name="GluePoint1Y" fmla="*/ 56 h 56"/>
              <a:gd name="GluePoint2X" fmla="*/ 57 w 57"/>
              <a:gd name="GluePoint2Y" fmla="*/ 2 h 56"/>
              <a:gd name="GluePoint3X" fmla="*/ 54 w 57"/>
              <a:gd name="GluePoint3Y" fmla="*/ 0 h 56"/>
              <a:gd name="GluePoint4X" fmla="*/ 0 w 57"/>
              <a:gd name="GluePoint4Y" fmla="*/ 0 h 56"/>
              <a:gd name="GluePoint5X" fmla="*/ 0 w 57"/>
              <a:gd name="GluePoint5Y" fmla="*/ 5 h 56"/>
              <a:gd name="GluePoint6X" fmla="*/ 52 w 57"/>
              <a:gd name="GluePoint6Y" fmla="*/ 5 h 56"/>
              <a:gd name="GluePoint7X" fmla="*/ 52 w 57"/>
              <a:gd name="GluePoint7Y" fmla="*/ 56 h 56"/>
              <a:gd name="GluePoint8X" fmla="*/ 57 w 57"/>
              <a:gd name="GluePoint8Y" fmla="*/ 56 h 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7" h="56">
                <a:moveTo>
                  <a:pt x="57" y="56"/>
                </a:moveTo>
                <a:lnTo>
                  <a:pt x="57" y="2"/>
                </a:lnTo>
                <a:lnTo>
                  <a:pt x="54" y="0"/>
                </a:lnTo>
                <a:lnTo>
                  <a:pt x="0" y="0"/>
                </a:lnTo>
                <a:lnTo>
                  <a:pt x="0" y="5"/>
                </a:lnTo>
                <a:lnTo>
                  <a:pt x="52" y="5"/>
                </a:lnTo>
                <a:lnTo>
                  <a:pt x="52" y="56"/>
                </a:lnTo>
                <a:lnTo>
                  <a:pt x="57" y="5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85" name="Freeform 403"/>
          <p:cNvSpPr/>
          <p:nvPr/>
        </p:nvSpPr>
        <p:spPr>
          <a:xfrm>
            <a:off x="2967480" y="3622680"/>
            <a:ext cx="70920" cy="302400"/>
          </a:xfrm>
          <a:custGeom>
            <a:avLst/>
            <a:gdLst>
              <a:gd name="textAreaLeft" fmla="*/ 0 w 70920"/>
              <a:gd name="textAreaRight" fmla="*/ 71280 w 70920"/>
              <a:gd name="textAreaTop" fmla="*/ 0 h 302400"/>
              <a:gd name="textAreaBottom" fmla="*/ 302760 h 302400"/>
              <a:gd name="GluePoint1X" fmla="*/ 3 w 34"/>
              <a:gd name="GluePoint1Y" fmla="*/ 125 h 144"/>
              <a:gd name="GluePoint2X" fmla="*/ 0 w 34"/>
              <a:gd name="GluePoint2Y" fmla="*/ 129 h 144"/>
              <a:gd name="GluePoint3X" fmla="*/ 16 w 34"/>
              <a:gd name="GluePoint3Y" fmla="*/ 144 h 144"/>
              <a:gd name="GluePoint4X" fmla="*/ 18 w 34"/>
              <a:gd name="GluePoint4Y" fmla="*/ 144 h 144"/>
              <a:gd name="GluePoint5X" fmla="*/ 34 w 34"/>
              <a:gd name="GluePoint5Y" fmla="*/ 129 h 144"/>
              <a:gd name="GluePoint6X" fmla="*/ 31 w 34"/>
              <a:gd name="GluePoint6Y" fmla="*/ 125 h 144"/>
              <a:gd name="GluePoint7X" fmla="*/ 19 w 34"/>
              <a:gd name="GluePoint7Y" fmla="*/ 137 h 144"/>
              <a:gd name="GluePoint8X" fmla="*/ 19 w 34"/>
              <a:gd name="GluePoint8Y" fmla="*/ 8 h 144"/>
              <a:gd name="GluePoint9X" fmla="*/ 31 w 34"/>
              <a:gd name="GluePoint9Y" fmla="*/ 20 h 144"/>
              <a:gd name="GluePoint10X" fmla="*/ 34 w 34"/>
              <a:gd name="GluePoint10Y" fmla="*/ 16 h 144"/>
              <a:gd name="GluePoint11X" fmla="*/ 18 w 34"/>
              <a:gd name="GluePoint11Y" fmla="*/ 0 h 144"/>
              <a:gd name="GluePoint12X" fmla="*/ 16 w 34"/>
              <a:gd name="GluePoint12Y" fmla="*/ 0 h 144"/>
              <a:gd name="GluePoint13X" fmla="*/ 0 w 34"/>
              <a:gd name="GluePoint13Y" fmla="*/ 16 h 144"/>
              <a:gd name="GluePoint14X" fmla="*/ 3 w 34"/>
              <a:gd name="GluePoint14Y" fmla="*/ 20 h 144"/>
              <a:gd name="GluePoint15X" fmla="*/ 15 w 34"/>
              <a:gd name="GluePoint15Y" fmla="*/ 8 h 144"/>
              <a:gd name="GluePoint16X" fmla="*/ 15 w 34"/>
              <a:gd name="GluePoint16Y" fmla="*/ 137 h 144"/>
              <a:gd name="GluePoint17X" fmla="*/ 3 w 34"/>
              <a:gd name="GluePoint17Y" fmla="*/ 125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textAreaLeft" t="textAreaTop" r="textAreaRight" b="textAreaBottom"/>
            <a:pathLst>
              <a:path w="34" h="144">
                <a:moveTo>
                  <a:pt x="3" y="125"/>
                </a:moveTo>
                <a:lnTo>
                  <a:pt x="0" y="129"/>
                </a:lnTo>
                <a:lnTo>
                  <a:pt x="16" y="144"/>
                </a:lnTo>
                <a:lnTo>
                  <a:pt x="18" y="144"/>
                </a:lnTo>
                <a:lnTo>
                  <a:pt x="34" y="129"/>
                </a:lnTo>
                <a:lnTo>
                  <a:pt x="31" y="125"/>
                </a:lnTo>
                <a:lnTo>
                  <a:pt x="19" y="137"/>
                </a:lnTo>
                <a:lnTo>
                  <a:pt x="19" y="8"/>
                </a:lnTo>
                <a:lnTo>
                  <a:pt x="31" y="20"/>
                </a:lnTo>
                <a:lnTo>
                  <a:pt x="34" y="16"/>
                </a:lnTo>
                <a:lnTo>
                  <a:pt x="18" y="0"/>
                </a:lnTo>
                <a:lnTo>
                  <a:pt x="16" y="0"/>
                </a:lnTo>
                <a:lnTo>
                  <a:pt x="0" y="16"/>
                </a:lnTo>
                <a:lnTo>
                  <a:pt x="3" y="20"/>
                </a:lnTo>
                <a:lnTo>
                  <a:pt x="15" y="8"/>
                </a:lnTo>
                <a:lnTo>
                  <a:pt x="15" y="137"/>
                </a:lnTo>
                <a:lnTo>
                  <a:pt x="3" y="12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86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Arrows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Freeform 37"/>
          <p:cNvSpPr/>
          <p:nvPr/>
        </p:nvSpPr>
        <p:spPr>
          <a:xfrm>
            <a:off x="6846480" y="2153880"/>
            <a:ext cx="178200" cy="121680"/>
          </a:xfrm>
          <a:custGeom>
            <a:avLst/>
            <a:gdLst>
              <a:gd name="textAreaLeft" fmla="*/ 0 w 178200"/>
              <a:gd name="textAreaRight" fmla="*/ 178560 w 178200"/>
              <a:gd name="textAreaTop" fmla="*/ 0 h 121680"/>
              <a:gd name="textAreaBottom" fmla="*/ 122040 h 121680"/>
              <a:gd name="GluePoint1X" fmla="*/ 4 w 85"/>
              <a:gd name="GluePoint1Y" fmla="*/ 27 h 58"/>
              <a:gd name="GluePoint2X" fmla="*/ 0 w 85"/>
              <a:gd name="GluePoint2Y" fmla="*/ 30 h 58"/>
              <a:gd name="GluePoint3X" fmla="*/ 27 w 85"/>
              <a:gd name="GluePoint3Y" fmla="*/ 58 h 58"/>
              <a:gd name="GluePoint4X" fmla="*/ 31 w 85"/>
              <a:gd name="GluePoint4Y" fmla="*/ 58 h 58"/>
              <a:gd name="GluePoint5X" fmla="*/ 85 w 85"/>
              <a:gd name="GluePoint5Y" fmla="*/ 3 h 58"/>
              <a:gd name="GluePoint6X" fmla="*/ 81 w 85"/>
              <a:gd name="GluePoint6Y" fmla="*/ 0 h 58"/>
              <a:gd name="GluePoint7X" fmla="*/ 29 w 85"/>
              <a:gd name="GluePoint7Y" fmla="*/ 52 h 58"/>
              <a:gd name="GluePoint8X" fmla="*/ 4 w 85"/>
              <a:gd name="GluePoint8Y" fmla="*/ 27 h 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85" h="58">
                <a:moveTo>
                  <a:pt x="4" y="27"/>
                </a:moveTo>
                <a:lnTo>
                  <a:pt x="0" y="30"/>
                </a:lnTo>
                <a:lnTo>
                  <a:pt x="27" y="58"/>
                </a:lnTo>
                <a:lnTo>
                  <a:pt x="31" y="58"/>
                </a:lnTo>
                <a:lnTo>
                  <a:pt x="85" y="3"/>
                </a:lnTo>
                <a:lnTo>
                  <a:pt x="81" y="0"/>
                </a:lnTo>
                <a:lnTo>
                  <a:pt x="29" y="52"/>
                </a:lnTo>
                <a:lnTo>
                  <a:pt x="4" y="27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88" name="Freeform 87"/>
          <p:cNvSpPr/>
          <p:nvPr/>
        </p:nvSpPr>
        <p:spPr>
          <a:xfrm>
            <a:off x="2526120" y="2168640"/>
            <a:ext cx="167760" cy="90000"/>
          </a:xfrm>
          <a:custGeom>
            <a:avLst/>
            <a:gdLst>
              <a:gd name="textAreaLeft" fmla="*/ 0 w 167760"/>
              <a:gd name="textAreaRight" fmla="*/ 168120 w 167760"/>
              <a:gd name="textAreaTop" fmla="*/ 0 h 90000"/>
              <a:gd name="textAreaBottom" fmla="*/ 90360 h 90000"/>
              <a:gd name="GluePoint1X" fmla="*/ 77 w 80"/>
              <a:gd name="GluePoint1Y" fmla="*/ 0 h 43"/>
              <a:gd name="GluePoint2X" fmla="*/ 40 w 80"/>
              <a:gd name="GluePoint2Y" fmla="*/ 37 h 43"/>
              <a:gd name="GluePoint3X" fmla="*/ 3 w 80"/>
              <a:gd name="GluePoint3Y" fmla="*/ 0 h 43"/>
              <a:gd name="GluePoint4X" fmla="*/ 0 w 80"/>
              <a:gd name="GluePoint4Y" fmla="*/ 4 h 43"/>
              <a:gd name="GluePoint5X" fmla="*/ 39 w 80"/>
              <a:gd name="GluePoint5Y" fmla="*/ 43 h 43"/>
              <a:gd name="GluePoint6X" fmla="*/ 41 w 80"/>
              <a:gd name="GluePoint6Y" fmla="*/ 43 h 43"/>
              <a:gd name="GluePoint7X" fmla="*/ 80 w 80"/>
              <a:gd name="GluePoint7Y" fmla="*/ 4 h 43"/>
              <a:gd name="GluePoint8X" fmla="*/ 77 w 80"/>
              <a:gd name="GluePoint8Y" fmla="*/ 0 h 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80" h="43">
                <a:moveTo>
                  <a:pt x="77" y="0"/>
                </a:moveTo>
                <a:lnTo>
                  <a:pt x="40" y="37"/>
                </a:lnTo>
                <a:lnTo>
                  <a:pt x="3" y="0"/>
                </a:lnTo>
                <a:lnTo>
                  <a:pt x="0" y="4"/>
                </a:lnTo>
                <a:lnTo>
                  <a:pt x="39" y="43"/>
                </a:lnTo>
                <a:lnTo>
                  <a:pt x="41" y="43"/>
                </a:lnTo>
                <a:lnTo>
                  <a:pt x="80" y="4"/>
                </a:lnTo>
                <a:lnTo>
                  <a:pt x="7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289" name="Группа 109"/>
          <p:cNvGrpSpPr/>
          <p:nvPr/>
        </p:nvGrpSpPr>
        <p:grpSpPr>
          <a:xfrm>
            <a:off x="4100040" y="2135160"/>
            <a:ext cx="167760" cy="159120"/>
            <a:chOff x="4100040" y="2135160"/>
            <a:chExt cx="167760" cy="159120"/>
          </a:xfrm>
        </p:grpSpPr>
        <p:sp>
          <p:nvSpPr>
            <p:cNvPr id="2290" name="Freeform 88"/>
            <p:cNvSpPr/>
            <p:nvPr/>
          </p:nvSpPr>
          <p:spPr>
            <a:xfrm>
              <a:off x="4100040" y="2204280"/>
              <a:ext cx="167760" cy="9000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90000"/>
                <a:gd name="textAreaBottom" fmla="*/ 90360 h 90000"/>
                <a:gd name="GluePoint1X" fmla="*/ 40 w 80"/>
                <a:gd name="GluePoint1Y" fmla="*/ 37 h 43"/>
                <a:gd name="GluePoint2X" fmla="*/ 3 w 80"/>
                <a:gd name="GluePoint2Y" fmla="*/ 0 h 43"/>
                <a:gd name="GluePoint3X" fmla="*/ 0 w 80"/>
                <a:gd name="GluePoint3Y" fmla="*/ 4 h 43"/>
                <a:gd name="GluePoint4X" fmla="*/ 38 w 80"/>
                <a:gd name="GluePoint4Y" fmla="*/ 43 h 43"/>
                <a:gd name="GluePoint5X" fmla="*/ 41 w 80"/>
                <a:gd name="GluePoint5Y" fmla="*/ 43 h 43"/>
                <a:gd name="GluePoint6X" fmla="*/ 80 w 80"/>
                <a:gd name="GluePoint6Y" fmla="*/ 4 h 43"/>
                <a:gd name="GluePoint7X" fmla="*/ 76 w 80"/>
                <a:gd name="GluePoint7Y" fmla="*/ 1 h 43"/>
                <a:gd name="GluePoint8X" fmla="*/ 40 w 80"/>
                <a:gd name="GluePoint8Y" fmla="*/ 37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3">
                  <a:moveTo>
                    <a:pt x="40" y="37"/>
                  </a:moveTo>
                  <a:lnTo>
                    <a:pt x="3" y="0"/>
                  </a:lnTo>
                  <a:lnTo>
                    <a:pt x="0" y="4"/>
                  </a:lnTo>
                  <a:lnTo>
                    <a:pt x="38" y="43"/>
                  </a:lnTo>
                  <a:lnTo>
                    <a:pt x="41" y="43"/>
                  </a:lnTo>
                  <a:lnTo>
                    <a:pt x="80" y="4"/>
                  </a:lnTo>
                  <a:lnTo>
                    <a:pt x="76" y="1"/>
                  </a:lnTo>
                  <a:lnTo>
                    <a:pt x="40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91" name="Freeform 89"/>
            <p:cNvSpPr/>
            <p:nvPr/>
          </p:nvSpPr>
          <p:spPr>
            <a:xfrm>
              <a:off x="4100040" y="2135160"/>
              <a:ext cx="167760" cy="8784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87840"/>
                <a:gd name="textAreaBottom" fmla="*/ 88200 h 87840"/>
                <a:gd name="GluePoint1X" fmla="*/ 40 w 80"/>
                <a:gd name="GluePoint1Y" fmla="*/ 36 h 42"/>
                <a:gd name="GluePoint2X" fmla="*/ 3 w 80"/>
                <a:gd name="GluePoint2Y" fmla="*/ 0 h 42"/>
                <a:gd name="GluePoint3X" fmla="*/ 0 w 80"/>
                <a:gd name="GluePoint3Y" fmla="*/ 3 h 42"/>
                <a:gd name="GluePoint4X" fmla="*/ 38 w 80"/>
                <a:gd name="GluePoint4Y" fmla="*/ 42 h 42"/>
                <a:gd name="GluePoint5X" fmla="*/ 41 w 80"/>
                <a:gd name="GluePoint5Y" fmla="*/ 42 h 42"/>
                <a:gd name="GluePoint6X" fmla="*/ 80 w 80"/>
                <a:gd name="GluePoint6Y" fmla="*/ 3 h 42"/>
                <a:gd name="GluePoint7X" fmla="*/ 76 w 80"/>
                <a:gd name="GluePoint7Y" fmla="*/ 0 h 42"/>
                <a:gd name="GluePoint8X" fmla="*/ 40 w 80"/>
                <a:gd name="GluePoint8Y" fmla="*/ 36 h 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2">
                  <a:moveTo>
                    <a:pt x="40" y="36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38" y="42"/>
                  </a:lnTo>
                  <a:lnTo>
                    <a:pt x="41" y="42"/>
                  </a:lnTo>
                  <a:lnTo>
                    <a:pt x="80" y="3"/>
                  </a:lnTo>
                  <a:lnTo>
                    <a:pt x="76" y="0"/>
                  </a:lnTo>
                  <a:lnTo>
                    <a:pt x="40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920" bIns="43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292" name="Freeform 90"/>
          <p:cNvSpPr/>
          <p:nvPr/>
        </p:nvSpPr>
        <p:spPr>
          <a:xfrm>
            <a:off x="2944080" y="2156040"/>
            <a:ext cx="117360" cy="117360"/>
          </a:xfrm>
          <a:custGeom>
            <a:avLst/>
            <a:gdLst>
              <a:gd name="textAreaLeft" fmla="*/ 0 w 117360"/>
              <a:gd name="textAreaRight" fmla="*/ 117720 w 117360"/>
              <a:gd name="textAreaTop" fmla="*/ 0 h 117360"/>
              <a:gd name="textAreaBottom" fmla="*/ 117720 h 117360"/>
              <a:gd name="GluePoint1X" fmla="*/ 0 w 56"/>
              <a:gd name="GluePoint1Y" fmla="*/ 0 h 56"/>
              <a:gd name="GluePoint2X" fmla="*/ 0 w 56"/>
              <a:gd name="GluePoint2Y" fmla="*/ 54 h 56"/>
              <a:gd name="GluePoint3X" fmla="*/ 2 w 56"/>
              <a:gd name="GluePoint3Y" fmla="*/ 56 h 56"/>
              <a:gd name="GluePoint4X" fmla="*/ 56 w 56"/>
              <a:gd name="GluePoint4Y" fmla="*/ 56 h 56"/>
              <a:gd name="GluePoint5X" fmla="*/ 56 w 56"/>
              <a:gd name="GluePoint5Y" fmla="*/ 52 h 56"/>
              <a:gd name="GluePoint6X" fmla="*/ 4 w 56"/>
              <a:gd name="GluePoint6Y" fmla="*/ 52 h 56"/>
              <a:gd name="GluePoint7X" fmla="*/ 4 w 56"/>
              <a:gd name="GluePoint7Y" fmla="*/ 0 h 56"/>
              <a:gd name="GluePoint8X" fmla="*/ 0 w 56"/>
              <a:gd name="GluePoint8Y" fmla="*/ 0 h 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6" h="56">
                <a:moveTo>
                  <a:pt x="0" y="0"/>
                </a:moveTo>
                <a:lnTo>
                  <a:pt x="0" y="54"/>
                </a:lnTo>
                <a:lnTo>
                  <a:pt x="2" y="56"/>
                </a:lnTo>
                <a:lnTo>
                  <a:pt x="56" y="56"/>
                </a:lnTo>
                <a:lnTo>
                  <a:pt x="56" y="52"/>
                </a:lnTo>
                <a:lnTo>
                  <a:pt x="4" y="52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93" name="Freeform 91"/>
          <p:cNvSpPr/>
          <p:nvPr/>
        </p:nvSpPr>
        <p:spPr>
          <a:xfrm>
            <a:off x="3337200" y="2156040"/>
            <a:ext cx="119520" cy="117360"/>
          </a:xfrm>
          <a:custGeom>
            <a:avLst/>
            <a:gdLst>
              <a:gd name="textAreaLeft" fmla="*/ 0 w 119520"/>
              <a:gd name="textAreaRight" fmla="*/ 119880 w 119520"/>
              <a:gd name="textAreaTop" fmla="*/ 0 h 117360"/>
              <a:gd name="textAreaBottom" fmla="*/ 117720 h 117360"/>
              <a:gd name="GluePoint1X" fmla="*/ 0 w 57"/>
              <a:gd name="GluePoint1Y" fmla="*/ 52 h 56"/>
              <a:gd name="GluePoint2X" fmla="*/ 0 w 57"/>
              <a:gd name="GluePoint2Y" fmla="*/ 56 h 56"/>
              <a:gd name="GluePoint3X" fmla="*/ 54 w 57"/>
              <a:gd name="GluePoint3Y" fmla="*/ 56 h 56"/>
              <a:gd name="GluePoint4X" fmla="*/ 57 w 57"/>
              <a:gd name="GluePoint4Y" fmla="*/ 54 h 56"/>
              <a:gd name="GluePoint5X" fmla="*/ 57 w 57"/>
              <a:gd name="GluePoint5Y" fmla="*/ 0 h 56"/>
              <a:gd name="GluePoint6X" fmla="*/ 52 w 57"/>
              <a:gd name="GluePoint6Y" fmla="*/ 0 h 56"/>
              <a:gd name="GluePoint7X" fmla="*/ 52 w 57"/>
              <a:gd name="GluePoint7Y" fmla="*/ 52 h 56"/>
              <a:gd name="GluePoint8X" fmla="*/ 0 w 57"/>
              <a:gd name="GluePoint8Y" fmla="*/ 52 h 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7" h="56">
                <a:moveTo>
                  <a:pt x="0" y="52"/>
                </a:moveTo>
                <a:lnTo>
                  <a:pt x="0" y="56"/>
                </a:lnTo>
                <a:lnTo>
                  <a:pt x="54" y="56"/>
                </a:lnTo>
                <a:lnTo>
                  <a:pt x="57" y="54"/>
                </a:lnTo>
                <a:lnTo>
                  <a:pt x="57" y="0"/>
                </a:lnTo>
                <a:lnTo>
                  <a:pt x="52" y="0"/>
                </a:lnTo>
                <a:lnTo>
                  <a:pt x="52" y="52"/>
                </a:lnTo>
                <a:lnTo>
                  <a:pt x="0" y="52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94" name="Freeform 192"/>
          <p:cNvSpPr/>
          <p:nvPr/>
        </p:nvSpPr>
        <p:spPr>
          <a:xfrm>
            <a:off x="2172960" y="2130840"/>
            <a:ext cx="87840" cy="167760"/>
          </a:xfrm>
          <a:custGeom>
            <a:avLst/>
            <a:gdLst>
              <a:gd name="textAreaLeft" fmla="*/ 0 w 87840"/>
              <a:gd name="textAreaRight" fmla="*/ 88200 w 87840"/>
              <a:gd name="textAreaTop" fmla="*/ 0 h 167760"/>
              <a:gd name="textAreaBottom" fmla="*/ 168120 h 167760"/>
              <a:gd name="GluePoint1X" fmla="*/ 39 w 42"/>
              <a:gd name="GluePoint1Y" fmla="*/ 0 h 80"/>
              <a:gd name="GluePoint2X" fmla="*/ 0 w 42"/>
              <a:gd name="GluePoint2Y" fmla="*/ 38 h 80"/>
              <a:gd name="GluePoint3X" fmla="*/ 0 w 42"/>
              <a:gd name="GluePoint3Y" fmla="*/ 42 h 80"/>
              <a:gd name="GluePoint4X" fmla="*/ 39 w 42"/>
              <a:gd name="GluePoint4Y" fmla="*/ 80 h 80"/>
              <a:gd name="GluePoint5X" fmla="*/ 42 w 42"/>
              <a:gd name="GluePoint5Y" fmla="*/ 76 h 80"/>
              <a:gd name="GluePoint6X" fmla="*/ 5 w 42"/>
              <a:gd name="GluePoint6Y" fmla="*/ 40 h 80"/>
              <a:gd name="GluePoint7X" fmla="*/ 42 w 42"/>
              <a:gd name="GluePoint7Y" fmla="*/ 3 h 80"/>
              <a:gd name="GluePoint8X" fmla="*/ 39 w 42"/>
              <a:gd name="GluePoint8Y" fmla="*/ 0 h 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42" h="80">
                <a:moveTo>
                  <a:pt x="39" y="0"/>
                </a:moveTo>
                <a:lnTo>
                  <a:pt x="0" y="38"/>
                </a:lnTo>
                <a:lnTo>
                  <a:pt x="0" y="42"/>
                </a:lnTo>
                <a:lnTo>
                  <a:pt x="39" y="80"/>
                </a:lnTo>
                <a:lnTo>
                  <a:pt x="42" y="76"/>
                </a:lnTo>
                <a:lnTo>
                  <a:pt x="5" y="40"/>
                </a:lnTo>
                <a:lnTo>
                  <a:pt x="42" y="3"/>
                </a:lnTo>
                <a:lnTo>
                  <a:pt x="3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295" name="Группа 110"/>
          <p:cNvGrpSpPr/>
          <p:nvPr/>
        </p:nvGrpSpPr>
        <p:grpSpPr>
          <a:xfrm>
            <a:off x="3711240" y="2130840"/>
            <a:ext cx="157320" cy="167760"/>
            <a:chOff x="3711240" y="2130840"/>
            <a:chExt cx="157320" cy="167760"/>
          </a:xfrm>
        </p:grpSpPr>
        <p:sp>
          <p:nvSpPr>
            <p:cNvPr id="2296" name="Freeform 193"/>
            <p:cNvSpPr/>
            <p:nvPr/>
          </p:nvSpPr>
          <p:spPr>
            <a:xfrm>
              <a:off x="3711240" y="2130840"/>
              <a:ext cx="85680" cy="16776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67760"/>
                <a:gd name="textAreaBottom" fmla="*/ 168120 h 167760"/>
                <a:gd name="GluePoint1X" fmla="*/ 41 w 41"/>
                <a:gd name="GluePoint1Y" fmla="*/ 3 h 80"/>
                <a:gd name="GluePoint2X" fmla="*/ 38 w 41"/>
                <a:gd name="GluePoint2Y" fmla="*/ 0 h 80"/>
                <a:gd name="GluePoint3X" fmla="*/ 0 w 41"/>
                <a:gd name="GluePoint3Y" fmla="*/ 38 h 80"/>
                <a:gd name="GluePoint4X" fmla="*/ 0 w 41"/>
                <a:gd name="GluePoint4Y" fmla="*/ 42 h 80"/>
                <a:gd name="GluePoint5X" fmla="*/ 38 w 41"/>
                <a:gd name="GluePoint5Y" fmla="*/ 80 h 80"/>
                <a:gd name="GluePoint6X" fmla="*/ 41 w 41"/>
                <a:gd name="GluePoint6Y" fmla="*/ 76 h 80"/>
                <a:gd name="GluePoint7X" fmla="*/ 5 w 41"/>
                <a:gd name="GluePoint7Y" fmla="*/ 40 h 80"/>
                <a:gd name="GluePoint8X" fmla="*/ 41 w 41"/>
                <a:gd name="GluePoint8Y" fmla="*/ 3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1" h="80">
                  <a:moveTo>
                    <a:pt x="41" y="3"/>
                  </a:moveTo>
                  <a:lnTo>
                    <a:pt x="38" y="0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38" y="80"/>
                  </a:lnTo>
                  <a:lnTo>
                    <a:pt x="41" y="76"/>
                  </a:lnTo>
                  <a:lnTo>
                    <a:pt x="5" y="40"/>
                  </a:lnTo>
                  <a:lnTo>
                    <a:pt x="41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297" name="Freeform 194"/>
            <p:cNvSpPr/>
            <p:nvPr/>
          </p:nvSpPr>
          <p:spPr>
            <a:xfrm>
              <a:off x="3782880" y="2130840"/>
              <a:ext cx="85680" cy="16776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67760"/>
                <a:gd name="textAreaBottom" fmla="*/ 168120 h 167760"/>
                <a:gd name="GluePoint1X" fmla="*/ 38 w 41"/>
                <a:gd name="GluePoint1Y" fmla="*/ 0 h 80"/>
                <a:gd name="GluePoint2X" fmla="*/ 0 w 41"/>
                <a:gd name="GluePoint2Y" fmla="*/ 38 h 80"/>
                <a:gd name="GluePoint3X" fmla="*/ 0 w 41"/>
                <a:gd name="GluePoint3Y" fmla="*/ 42 h 80"/>
                <a:gd name="GluePoint4X" fmla="*/ 38 w 41"/>
                <a:gd name="GluePoint4Y" fmla="*/ 80 h 80"/>
                <a:gd name="GluePoint5X" fmla="*/ 41 w 41"/>
                <a:gd name="GluePoint5Y" fmla="*/ 76 h 80"/>
                <a:gd name="GluePoint6X" fmla="*/ 5 w 41"/>
                <a:gd name="GluePoint6Y" fmla="*/ 40 h 80"/>
                <a:gd name="GluePoint7X" fmla="*/ 41 w 41"/>
                <a:gd name="GluePoint7Y" fmla="*/ 3 h 80"/>
                <a:gd name="GluePoint8X" fmla="*/ 38 w 41"/>
                <a:gd name="GluePoint8Y" fmla="*/ 0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1" h="80">
                  <a:moveTo>
                    <a:pt x="38" y="0"/>
                  </a:moveTo>
                  <a:lnTo>
                    <a:pt x="0" y="38"/>
                  </a:lnTo>
                  <a:lnTo>
                    <a:pt x="0" y="42"/>
                  </a:lnTo>
                  <a:lnTo>
                    <a:pt x="38" y="80"/>
                  </a:lnTo>
                  <a:lnTo>
                    <a:pt x="41" y="76"/>
                  </a:lnTo>
                  <a:lnTo>
                    <a:pt x="5" y="40"/>
                  </a:lnTo>
                  <a:lnTo>
                    <a:pt x="41" y="3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298" name="Rectangle 195"/>
          <p:cNvSpPr/>
          <p:nvPr/>
        </p:nvSpPr>
        <p:spPr>
          <a:xfrm>
            <a:off x="5276880" y="2210760"/>
            <a:ext cx="169920" cy="792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3960" bIns="396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299" name="Freeform 210"/>
          <p:cNvSpPr/>
          <p:nvPr/>
        </p:nvSpPr>
        <p:spPr>
          <a:xfrm>
            <a:off x="5669640" y="2128680"/>
            <a:ext cx="169920" cy="169920"/>
          </a:xfrm>
          <a:custGeom>
            <a:avLst/>
            <a:gdLst>
              <a:gd name="textAreaLeft" fmla="*/ 0 w 169920"/>
              <a:gd name="textAreaRight" fmla="*/ 170280 w 169920"/>
              <a:gd name="textAreaTop" fmla="*/ 0 h 169920"/>
              <a:gd name="textAreaBottom" fmla="*/ 170280 h 169920"/>
              <a:gd name="GluePoint1X" fmla="*/ 38 w 81"/>
              <a:gd name="GluePoint1Y" fmla="*/ 0 h 81"/>
              <a:gd name="GluePoint2X" fmla="*/ 38 w 81"/>
              <a:gd name="GluePoint2Y" fmla="*/ 39 h 81"/>
              <a:gd name="GluePoint3X" fmla="*/ 0 w 81"/>
              <a:gd name="GluePoint3Y" fmla="*/ 39 h 81"/>
              <a:gd name="GluePoint4X" fmla="*/ 0 w 81"/>
              <a:gd name="GluePoint4Y" fmla="*/ 43 h 81"/>
              <a:gd name="GluePoint5X" fmla="*/ 38 w 81"/>
              <a:gd name="GluePoint5Y" fmla="*/ 43 h 81"/>
              <a:gd name="GluePoint6X" fmla="*/ 38 w 81"/>
              <a:gd name="GluePoint6Y" fmla="*/ 81 h 81"/>
              <a:gd name="GluePoint7X" fmla="*/ 43 w 81"/>
              <a:gd name="GluePoint7Y" fmla="*/ 81 h 81"/>
              <a:gd name="GluePoint8X" fmla="*/ 43 w 81"/>
              <a:gd name="GluePoint8Y" fmla="*/ 43 h 81"/>
              <a:gd name="GluePoint9X" fmla="*/ 81 w 81"/>
              <a:gd name="GluePoint9Y" fmla="*/ 43 h 81"/>
              <a:gd name="GluePoint10X" fmla="*/ 81 w 81"/>
              <a:gd name="GluePoint10Y" fmla="*/ 39 h 81"/>
              <a:gd name="GluePoint11X" fmla="*/ 43 w 81"/>
              <a:gd name="GluePoint11Y" fmla="*/ 39 h 81"/>
              <a:gd name="GluePoint12X" fmla="*/ 43 w 81"/>
              <a:gd name="GluePoint12Y" fmla="*/ 0 h 81"/>
              <a:gd name="GluePoint13X" fmla="*/ 38 w 81"/>
              <a:gd name="GluePoint13Y" fmla="*/ 0 h 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81" h="81">
                <a:moveTo>
                  <a:pt x="38" y="0"/>
                </a:moveTo>
                <a:lnTo>
                  <a:pt x="38" y="39"/>
                </a:lnTo>
                <a:lnTo>
                  <a:pt x="0" y="39"/>
                </a:lnTo>
                <a:lnTo>
                  <a:pt x="0" y="43"/>
                </a:lnTo>
                <a:lnTo>
                  <a:pt x="38" y="43"/>
                </a:lnTo>
                <a:lnTo>
                  <a:pt x="38" y="81"/>
                </a:lnTo>
                <a:lnTo>
                  <a:pt x="43" y="81"/>
                </a:lnTo>
                <a:lnTo>
                  <a:pt x="43" y="43"/>
                </a:lnTo>
                <a:lnTo>
                  <a:pt x="81" y="43"/>
                </a:lnTo>
                <a:lnTo>
                  <a:pt x="81" y="39"/>
                </a:lnTo>
                <a:lnTo>
                  <a:pt x="43" y="39"/>
                </a:lnTo>
                <a:lnTo>
                  <a:pt x="43" y="0"/>
                </a:lnTo>
                <a:lnTo>
                  <a:pt x="3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00" name="Freeform 214"/>
          <p:cNvSpPr/>
          <p:nvPr/>
        </p:nvSpPr>
        <p:spPr>
          <a:xfrm>
            <a:off x="6083640" y="2149920"/>
            <a:ext cx="129960" cy="129960"/>
          </a:xfrm>
          <a:custGeom>
            <a:avLst/>
            <a:gdLst>
              <a:gd name="textAreaLeft" fmla="*/ 0 w 129960"/>
              <a:gd name="textAreaRight" fmla="*/ 130320 w 129960"/>
              <a:gd name="textAreaTop" fmla="*/ 0 h 129960"/>
              <a:gd name="textAreaBottom" fmla="*/ 130320 h 129960"/>
              <a:gd name="GluePoint1X" fmla="*/ 58 w 62"/>
              <a:gd name="GluePoint1Y" fmla="*/ 0 h 62"/>
              <a:gd name="GluePoint2X" fmla="*/ 31 w 62"/>
              <a:gd name="GluePoint2Y" fmla="*/ 27 h 62"/>
              <a:gd name="GluePoint3X" fmla="*/ 3 w 62"/>
              <a:gd name="GluePoint3Y" fmla="*/ 0 h 62"/>
              <a:gd name="GluePoint4X" fmla="*/ 0 w 62"/>
              <a:gd name="GluePoint4Y" fmla="*/ 3 h 62"/>
              <a:gd name="GluePoint5X" fmla="*/ 28 w 62"/>
              <a:gd name="GluePoint5Y" fmla="*/ 31 h 62"/>
              <a:gd name="GluePoint6X" fmla="*/ 0 w 62"/>
              <a:gd name="GluePoint6Y" fmla="*/ 58 h 62"/>
              <a:gd name="GluePoint7X" fmla="*/ 3 w 62"/>
              <a:gd name="GluePoint7Y" fmla="*/ 62 h 62"/>
              <a:gd name="GluePoint8X" fmla="*/ 31 w 62"/>
              <a:gd name="GluePoint8Y" fmla="*/ 34 h 62"/>
              <a:gd name="GluePoint9X" fmla="*/ 59 w 62"/>
              <a:gd name="GluePoint9Y" fmla="*/ 61 h 62"/>
              <a:gd name="GluePoint10X" fmla="*/ 62 w 62"/>
              <a:gd name="GluePoint10Y" fmla="*/ 58 h 62"/>
              <a:gd name="GluePoint11X" fmla="*/ 34 w 62"/>
              <a:gd name="GluePoint11Y" fmla="*/ 31 h 62"/>
              <a:gd name="GluePoint12X" fmla="*/ 62 w 62"/>
              <a:gd name="GluePoint12Y" fmla="*/ 3 h 62"/>
              <a:gd name="GluePoint13X" fmla="*/ 58 w 62"/>
              <a:gd name="GluePoint13Y" fmla="*/ 0 h 6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2" h="62">
                <a:moveTo>
                  <a:pt x="58" y="0"/>
                </a:moveTo>
                <a:lnTo>
                  <a:pt x="31" y="27"/>
                </a:lnTo>
                <a:lnTo>
                  <a:pt x="3" y="0"/>
                </a:lnTo>
                <a:lnTo>
                  <a:pt x="0" y="3"/>
                </a:lnTo>
                <a:lnTo>
                  <a:pt x="28" y="31"/>
                </a:lnTo>
                <a:lnTo>
                  <a:pt x="0" y="58"/>
                </a:lnTo>
                <a:lnTo>
                  <a:pt x="3" y="62"/>
                </a:lnTo>
                <a:lnTo>
                  <a:pt x="31" y="34"/>
                </a:lnTo>
                <a:lnTo>
                  <a:pt x="59" y="61"/>
                </a:lnTo>
                <a:lnTo>
                  <a:pt x="62" y="58"/>
                </a:lnTo>
                <a:lnTo>
                  <a:pt x="34" y="31"/>
                </a:lnTo>
                <a:lnTo>
                  <a:pt x="62" y="3"/>
                </a:lnTo>
                <a:lnTo>
                  <a:pt x="58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01" name="Freeform 215"/>
          <p:cNvSpPr/>
          <p:nvPr/>
        </p:nvSpPr>
        <p:spPr>
          <a:xfrm>
            <a:off x="6497640" y="2130840"/>
            <a:ext cx="87840" cy="167760"/>
          </a:xfrm>
          <a:custGeom>
            <a:avLst/>
            <a:gdLst>
              <a:gd name="textAreaLeft" fmla="*/ 0 w 87840"/>
              <a:gd name="textAreaRight" fmla="*/ 88200 w 87840"/>
              <a:gd name="textAreaTop" fmla="*/ 0 h 167760"/>
              <a:gd name="textAreaBottom" fmla="*/ 168120 h 167760"/>
              <a:gd name="GluePoint1X" fmla="*/ 42 w 42"/>
              <a:gd name="GluePoint1Y" fmla="*/ 38 h 80"/>
              <a:gd name="GluePoint2X" fmla="*/ 3 w 42"/>
              <a:gd name="GluePoint2Y" fmla="*/ 0 h 80"/>
              <a:gd name="GluePoint3X" fmla="*/ 0 w 42"/>
              <a:gd name="GluePoint3Y" fmla="*/ 3 h 80"/>
              <a:gd name="GluePoint4X" fmla="*/ 37 w 42"/>
              <a:gd name="GluePoint4Y" fmla="*/ 40 h 80"/>
              <a:gd name="GluePoint5X" fmla="*/ 0 w 42"/>
              <a:gd name="GluePoint5Y" fmla="*/ 76 h 80"/>
              <a:gd name="GluePoint6X" fmla="*/ 3 w 42"/>
              <a:gd name="GluePoint6Y" fmla="*/ 80 h 80"/>
              <a:gd name="GluePoint7X" fmla="*/ 42 w 42"/>
              <a:gd name="GluePoint7Y" fmla="*/ 42 h 80"/>
              <a:gd name="GluePoint8X" fmla="*/ 42 w 42"/>
              <a:gd name="GluePoint8Y" fmla="*/ 38 h 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42" h="80">
                <a:moveTo>
                  <a:pt x="42" y="38"/>
                </a:moveTo>
                <a:lnTo>
                  <a:pt x="3" y="0"/>
                </a:lnTo>
                <a:lnTo>
                  <a:pt x="0" y="3"/>
                </a:lnTo>
                <a:lnTo>
                  <a:pt x="37" y="40"/>
                </a:lnTo>
                <a:lnTo>
                  <a:pt x="0" y="76"/>
                </a:lnTo>
                <a:lnTo>
                  <a:pt x="3" y="80"/>
                </a:lnTo>
                <a:lnTo>
                  <a:pt x="42" y="42"/>
                </a:lnTo>
                <a:lnTo>
                  <a:pt x="42" y="3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302" name="Группа 111"/>
          <p:cNvGrpSpPr/>
          <p:nvPr/>
        </p:nvGrpSpPr>
        <p:grpSpPr>
          <a:xfrm>
            <a:off x="4497120" y="2130840"/>
            <a:ext cx="157320" cy="167760"/>
            <a:chOff x="4497120" y="2130840"/>
            <a:chExt cx="157320" cy="167760"/>
          </a:xfrm>
        </p:grpSpPr>
        <p:sp>
          <p:nvSpPr>
            <p:cNvPr id="2303" name="Freeform 216"/>
            <p:cNvSpPr/>
            <p:nvPr/>
          </p:nvSpPr>
          <p:spPr>
            <a:xfrm>
              <a:off x="4566600" y="2130840"/>
              <a:ext cx="87840" cy="16776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67760"/>
                <a:gd name="textAreaBottom" fmla="*/ 168120 h 167760"/>
                <a:gd name="GluePoint1X" fmla="*/ 0 w 42"/>
                <a:gd name="GluePoint1Y" fmla="*/ 3 h 80"/>
                <a:gd name="GluePoint2X" fmla="*/ 37 w 42"/>
                <a:gd name="GluePoint2Y" fmla="*/ 40 h 80"/>
                <a:gd name="GluePoint3X" fmla="*/ 0 w 42"/>
                <a:gd name="GluePoint3Y" fmla="*/ 76 h 80"/>
                <a:gd name="GluePoint4X" fmla="*/ 4 w 42"/>
                <a:gd name="GluePoint4Y" fmla="*/ 80 h 80"/>
                <a:gd name="GluePoint5X" fmla="*/ 42 w 42"/>
                <a:gd name="GluePoint5Y" fmla="*/ 42 h 80"/>
                <a:gd name="GluePoint6X" fmla="*/ 42 w 42"/>
                <a:gd name="GluePoint6Y" fmla="*/ 38 h 80"/>
                <a:gd name="GluePoint7X" fmla="*/ 4 w 42"/>
                <a:gd name="GluePoint7Y" fmla="*/ 0 h 80"/>
                <a:gd name="GluePoint8X" fmla="*/ 0 w 42"/>
                <a:gd name="GluePoint8Y" fmla="*/ 3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2" h="80">
                  <a:moveTo>
                    <a:pt x="0" y="3"/>
                  </a:moveTo>
                  <a:lnTo>
                    <a:pt x="37" y="40"/>
                  </a:lnTo>
                  <a:lnTo>
                    <a:pt x="0" y="76"/>
                  </a:lnTo>
                  <a:lnTo>
                    <a:pt x="4" y="80"/>
                  </a:lnTo>
                  <a:lnTo>
                    <a:pt x="42" y="42"/>
                  </a:lnTo>
                  <a:lnTo>
                    <a:pt x="42" y="38"/>
                  </a:lnTo>
                  <a:lnTo>
                    <a:pt x="4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04" name="Freeform 217"/>
            <p:cNvSpPr/>
            <p:nvPr/>
          </p:nvSpPr>
          <p:spPr>
            <a:xfrm>
              <a:off x="4497120" y="2130840"/>
              <a:ext cx="87840" cy="16776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167760"/>
                <a:gd name="textAreaBottom" fmla="*/ 168120 h 167760"/>
                <a:gd name="GluePoint1X" fmla="*/ 42 w 42"/>
                <a:gd name="GluePoint1Y" fmla="*/ 38 h 80"/>
                <a:gd name="GluePoint2X" fmla="*/ 3 w 42"/>
                <a:gd name="GluePoint2Y" fmla="*/ 0 h 80"/>
                <a:gd name="GluePoint3X" fmla="*/ 0 w 42"/>
                <a:gd name="GluePoint3Y" fmla="*/ 3 h 80"/>
                <a:gd name="GluePoint4X" fmla="*/ 36 w 42"/>
                <a:gd name="GluePoint4Y" fmla="*/ 40 h 80"/>
                <a:gd name="GluePoint5X" fmla="*/ 0 w 42"/>
                <a:gd name="GluePoint5Y" fmla="*/ 76 h 80"/>
                <a:gd name="GluePoint6X" fmla="*/ 3 w 42"/>
                <a:gd name="GluePoint6Y" fmla="*/ 80 h 80"/>
                <a:gd name="GluePoint7X" fmla="*/ 42 w 42"/>
                <a:gd name="GluePoint7Y" fmla="*/ 42 h 80"/>
                <a:gd name="GluePoint8X" fmla="*/ 42 w 42"/>
                <a:gd name="GluePoint8Y" fmla="*/ 38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2" h="80">
                  <a:moveTo>
                    <a:pt x="42" y="38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36" y="40"/>
                  </a:lnTo>
                  <a:lnTo>
                    <a:pt x="0" y="76"/>
                  </a:lnTo>
                  <a:lnTo>
                    <a:pt x="3" y="80"/>
                  </a:lnTo>
                  <a:lnTo>
                    <a:pt x="42" y="42"/>
                  </a:lnTo>
                  <a:lnTo>
                    <a:pt x="42" y="3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305" name="Группа 116"/>
          <p:cNvGrpSpPr/>
          <p:nvPr/>
        </p:nvGrpSpPr>
        <p:grpSpPr>
          <a:xfrm>
            <a:off x="3639960" y="2456640"/>
            <a:ext cx="299880" cy="300240"/>
            <a:chOff x="3639960" y="2456640"/>
            <a:chExt cx="299880" cy="300240"/>
          </a:xfrm>
        </p:grpSpPr>
        <p:sp>
          <p:nvSpPr>
            <p:cNvPr id="2306" name="Freeform 280"/>
            <p:cNvSpPr/>
            <p:nvPr/>
          </p:nvSpPr>
          <p:spPr>
            <a:xfrm>
              <a:off x="3799440" y="2456640"/>
              <a:ext cx="140400" cy="14040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140400"/>
                <a:gd name="textAreaBottom" fmla="*/ 140760 h 140400"/>
                <a:gd name="GluePoint1X" fmla="*/ 27 w 67"/>
                <a:gd name="GluePoint1Y" fmla="*/ 67 h 67"/>
                <a:gd name="GluePoint2X" fmla="*/ 27 w 67"/>
                <a:gd name="GluePoint2Y" fmla="*/ 63 h 67"/>
                <a:gd name="GluePoint3X" fmla="*/ 7 w 67"/>
                <a:gd name="GluePoint3Y" fmla="*/ 63 h 67"/>
                <a:gd name="GluePoint4X" fmla="*/ 67 w 67"/>
                <a:gd name="GluePoint4Y" fmla="*/ 4 h 67"/>
                <a:gd name="GluePoint5X" fmla="*/ 64 w 67"/>
                <a:gd name="GluePoint5Y" fmla="*/ 0 h 67"/>
                <a:gd name="GluePoint6X" fmla="*/ 4 w 67"/>
                <a:gd name="GluePoint6Y" fmla="*/ 59 h 67"/>
                <a:gd name="GluePoint7X" fmla="*/ 4 w 67"/>
                <a:gd name="GluePoint7Y" fmla="*/ 40 h 67"/>
                <a:gd name="GluePoint8X" fmla="*/ 0 w 67"/>
                <a:gd name="GluePoint8Y" fmla="*/ 40 h 67"/>
                <a:gd name="GluePoint9X" fmla="*/ 0 w 67"/>
                <a:gd name="GluePoint9Y" fmla="*/ 65 h 67"/>
                <a:gd name="GluePoint10X" fmla="*/ 2 w 67"/>
                <a:gd name="GluePoint10Y" fmla="*/ 67 h 67"/>
                <a:gd name="GluePoint11X" fmla="*/ 27 w 67"/>
                <a:gd name="GluePoint11Y" fmla="*/ 67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7" h="67">
                  <a:moveTo>
                    <a:pt x="27" y="67"/>
                  </a:moveTo>
                  <a:lnTo>
                    <a:pt x="27" y="63"/>
                  </a:lnTo>
                  <a:lnTo>
                    <a:pt x="7" y="63"/>
                  </a:lnTo>
                  <a:lnTo>
                    <a:pt x="67" y="4"/>
                  </a:lnTo>
                  <a:lnTo>
                    <a:pt x="64" y="0"/>
                  </a:lnTo>
                  <a:lnTo>
                    <a:pt x="4" y="59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0" y="65"/>
                  </a:lnTo>
                  <a:lnTo>
                    <a:pt x="2" y="67"/>
                  </a:lnTo>
                  <a:lnTo>
                    <a:pt x="27" y="6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07" name="Freeform 281"/>
            <p:cNvSpPr/>
            <p:nvPr/>
          </p:nvSpPr>
          <p:spPr>
            <a:xfrm>
              <a:off x="3639960" y="2616480"/>
              <a:ext cx="140400" cy="14040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140400"/>
                <a:gd name="textAreaBottom" fmla="*/ 140760 h 140400"/>
                <a:gd name="GluePoint1X" fmla="*/ 3 w 67"/>
                <a:gd name="GluePoint1Y" fmla="*/ 67 h 67"/>
                <a:gd name="GluePoint2X" fmla="*/ 62 w 67"/>
                <a:gd name="GluePoint2Y" fmla="*/ 8 h 67"/>
                <a:gd name="GluePoint3X" fmla="*/ 62 w 67"/>
                <a:gd name="GluePoint3Y" fmla="*/ 27 h 67"/>
                <a:gd name="GluePoint4X" fmla="*/ 67 w 67"/>
                <a:gd name="GluePoint4Y" fmla="*/ 27 h 67"/>
                <a:gd name="GluePoint5X" fmla="*/ 67 w 67"/>
                <a:gd name="GluePoint5Y" fmla="*/ 3 h 67"/>
                <a:gd name="GluePoint6X" fmla="*/ 65 w 67"/>
                <a:gd name="GluePoint6Y" fmla="*/ 0 h 67"/>
                <a:gd name="GluePoint7X" fmla="*/ 40 w 67"/>
                <a:gd name="GluePoint7Y" fmla="*/ 0 h 67"/>
                <a:gd name="GluePoint8X" fmla="*/ 40 w 67"/>
                <a:gd name="GluePoint8Y" fmla="*/ 5 h 67"/>
                <a:gd name="GluePoint9X" fmla="*/ 59 w 67"/>
                <a:gd name="GluePoint9Y" fmla="*/ 5 h 67"/>
                <a:gd name="GluePoint10X" fmla="*/ 0 w 67"/>
                <a:gd name="GluePoint10Y" fmla="*/ 64 h 67"/>
                <a:gd name="GluePoint11X" fmla="*/ 3 w 67"/>
                <a:gd name="GluePoint11Y" fmla="*/ 67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7" h="67">
                  <a:moveTo>
                    <a:pt x="3" y="67"/>
                  </a:moveTo>
                  <a:lnTo>
                    <a:pt x="62" y="8"/>
                  </a:lnTo>
                  <a:lnTo>
                    <a:pt x="62" y="27"/>
                  </a:lnTo>
                  <a:lnTo>
                    <a:pt x="67" y="27"/>
                  </a:lnTo>
                  <a:lnTo>
                    <a:pt x="67" y="3"/>
                  </a:lnTo>
                  <a:lnTo>
                    <a:pt x="65" y="0"/>
                  </a:lnTo>
                  <a:lnTo>
                    <a:pt x="40" y="0"/>
                  </a:lnTo>
                  <a:lnTo>
                    <a:pt x="40" y="5"/>
                  </a:lnTo>
                  <a:lnTo>
                    <a:pt x="59" y="5"/>
                  </a:lnTo>
                  <a:lnTo>
                    <a:pt x="0" y="64"/>
                  </a:lnTo>
                  <a:lnTo>
                    <a:pt x="3" y="6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308" name="Freeform 290"/>
          <p:cNvSpPr/>
          <p:nvPr/>
        </p:nvSpPr>
        <p:spPr>
          <a:xfrm>
            <a:off x="2523960" y="1275480"/>
            <a:ext cx="169920" cy="304200"/>
          </a:xfrm>
          <a:custGeom>
            <a:avLst/>
            <a:gdLst>
              <a:gd name="textAreaLeft" fmla="*/ 0 w 169920"/>
              <a:gd name="textAreaRight" fmla="*/ 170280 w 169920"/>
              <a:gd name="textAreaTop" fmla="*/ 0 h 304200"/>
              <a:gd name="textAreaBottom" fmla="*/ 304560 h 304200"/>
              <a:gd name="GluePoint1X" fmla="*/ 0 w 81"/>
              <a:gd name="GluePoint1Y" fmla="*/ 102 h 145"/>
              <a:gd name="GluePoint2X" fmla="*/ 41 w 81"/>
              <a:gd name="GluePoint2Y" fmla="*/ 145 h 145"/>
              <a:gd name="GluePoint3X" fmla="*/ 81 w 81"/>
              <a:gd name="GluePoint3Y" fmla="*/ 102 h 145"/>
              <a:gd name="GluePoint4X" fmla="*/ 81 w 81"/>
              <a:gd name="GluePoint4Y" fmla="*/ 0 h 145"/>
              <a:gd name="GluePoint5X" fmla="*/ 0 w 81"/>
              <a:gd name="GluePoint5Y" fmla="*/ 0 h 145"/>
              <a:gd name="GluePoint6X" fmla="*/ 0 w 81"/>
              <a:gd name="GluePoint6Y" fmla="*/ 102 h 145"/>
              <a:gd name="GluePoint7X" fmla="*/ 5 w 81"/>
              <a:gd name="GluePoint7Y" fmla="*/ 5 h 145"/>
              <a:gd name="GluePoint8X" fmla="*/ 77 w 81"/>
              <a:gd name="GluePoint8Y" fmla="*/ 5 h 145"/>
              <a:gd name="GluePoint9X" fmla="*/ 77 w 81"/>
              <a:gd name="GluePoint9Y" fmla="*/ 100 h 145"/>
              <a:gd name="GluePoint10X" fmla="*/ 41 w 81"/>
              <a:gd name="GluePoint10Y" fmla="*/ 139 h 145"/>
              <a:gd name="GluePoint11X" fmla="*/ 5 w 81"/>
              <a:gd name="GluePoint11Y" fmla="*/ 100 h 145"/>
              <a:gd name="GluePoint12X" fmla="*/ 5 w 81"/>
              <a:gd name="GluePoint12Y" fmla="*/ 5 h 1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81" h="145">
                <a:moveTo>
                  <a:pt x="0" y="102"/>
                </a:moveTo>
                <a:lnTo>
                  <a:pt x="41" y="145"/>
                </a:lnTo>
                <a:lnTo>
                  <a:pt x="81" y="102"/>
                </a:lnTo>
                <a:lnTo>
                  <a:pt x="81" y="0"/>
                </a:lnTo>
                <a:lnTo>
                  <a:pt x="0" y="0"/>
                </a:lnTo>
                <a:lnTo>
                  <a:pt x="0" y="102"/>
                </a:lnTo>
                <a:close/>
                <a:moveTo>
                  <a:pt x="5" y="5"/>
                </a:moveTo>
                <a:lnTo>
                  <a:pt x="77" y="5"/>
                </a:lnTo>
                <a:lnTo>
                  <a:pt x="77" y="100"/>
                </a:lnTo>
                <a:lnTo>
                  <a:pt x="41" y="139"/>
                </a:lnTo>
                <a:lnTo>
                  <a:pt x="5" y="100"/>
                </a:lnTo>
                <a:lnTo>
                  <a:pt x="5" y="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09" name="Freeform 291"/>
          <p:cNvSpPr/>
          <p:nvPr/>
        </p:nvSpPr>
        <p:spPr>
          <a:xfrm>
            <a:off x="2851920" y="1342800"/>
            <a:ext cx="302400" cy="169920"/>
          </a:xfrm>
          <a:custGeom>
            <a:avLst/>
            <a:gdLst>
              <a:gd name="textAreaLeft" fmla="*/ 0 w 302400"/>
              <a:gd name="textAreaRight" fmla="*/ 302760 w 302400"/>
              <a:gd name="textAreaTop" fmla="*/ 0 h 169920"/>
              <a:gd name="textAreaBottom" fmla="*/ 170280 h 169920"/>
              <a:gd name="GluePoint1X" fmla="*/ 42 w 144"/>
              <a:gd name="GluePoint1Y" fmla="*/ 0 h 81"/>
              <a:gd name="GluePoint2X" fmla="*/ 0 w 144"/>
              <a:gd name="GluePoint2Y" fmla="*/ 40 h 81"/>
              <a:gd name="GluePoint3X" fmla="*/ 42 w 144"/>
              <a:gd name="GluePoint3Y" fmla="*/ 81 h 81"/>
              <a:gd name="GluePoint4X" fmla="*/ 144 w 144"/>
              <a:gd name="GluePoint4Y" fmla="*/ 81 h 81"/>
              <a:gd name="GluePoint5X" fmla="*/ 144 w 144"/>
              <a:gd name="GluePoint5Y" fmla="*/ 0 h 81"/>
              <a:gd name="GluePoint6X" fmla="*/ 42 w 144"/>
              <a:gd name="GluePoint6Y" fmla="*/ 0 h 81"/>
              <a:gd name="GluePoint7X" fmla="*/ 140 w 144"/>
              <a:gd name="GluePoint7Y" fmla="*/ 76 h 81"/>
              <a:gd name="GluePoint8X" fmla="*/ 44 w 144"/>
              <a:gd name="GluePoint8Y" fmla="*/ 76 h 81"/>
              <a:gd name="GluePoint9X" fmla="*/ 6 w 144"/>
              <a:gd name="GluePoint9Y" fmla="*/ 40 h 81"/>
              <a:gd name="GluePoint10X" fmla="*/ 44 w 144"/>
              <a:gd name="GluePoint10Y" fmla="*/ 4 h 81"/>
              <a:gd name="GluePoint11X" fmla="*/ 140 w 144"/>
              <a:gd name="GluePoint11Y" fmla="*/ 4 h 81"/>
              <a:gd name="GluePoint12X" fmla="*/ 140 w 144"/>
              <a:gd name="GluePoint12Y" fmla="*/ 76 h 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144" h="81">
                <a:moveTo>
                  <a:pt x="42" y="0"/>
                </a:moveTo>
                <a:lnTo>
                  <a:pt x="0" y="40"/>
                </a:lnTo>
                <a:lnTo>
                  <a:pt x="42" y="81"/>
                </a:lnTo>
                <a:lnTo>
                  <a:pt x="144" y="81"/>
                </a:lnTo>
                <a:lnTo>
                  <a:pt x="144" y="0"/>
                </a:lnTo>
                <a:lnTo>
                  <a:pt x="42" y="0"/>
                </a:lnTo>
                <a:close/>
                <a:moveTo>
                  <a:pt x="140" y="76"/>
                </a:moveTo>
                <a:lnTo>
                  <a:pt x="44" y="76"/>
                </a:lnTo>
                <a:lnTo>
                  <a:pt x="6" y="40"/>
                </a:lnTo>
                <a:lnTo>
                  <a:pt x="44" y="4"/>
                </a:lnTo>
                <a:lnTo>
                  <a:pt x="140" y="4"/>
                </a:lnTo>
                <a:lnTo>
                  <a:pt x="140" y="7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0" name="Freeform 292"/>
          <p:cNvSpPr/>
          <p:nvPr/>
        </p:nvSpPr>
        <p:spPr>
          <a:xfrm>
            <a:off x="2063880" y="1342800"/>
            <a:ext cx="304200" cy="169920"/>
          </a:xfrm>
          <a:custGeom>
            <a:avLst/>
            <a:gdLst>
              <a:gd name="textAreaLeft" fmla="*/ 0 w 304200"/>
              <a:gd name="textAreaRight" fmla="*/ 304560 w 304200"/>
              <a:gd name="textAreaTop" fmla="*/ 0 h 169920"/>
              <a:gd name="textAreaBottom" fmla="*/ 170280 h 169920"/>
              <a:gd name="GluePoint1X" fmla="*/ 0 w 145"/>
              <a:gd name="GluePoint1Y" fmla="*/ 0 h 81"/>
              <a:gd name="GluePoint2X" fmla="*/ 0 w 145"/>
              <a:gd name="GluePoint2Y" fmla="*/ 81 h 81"/>
              <a:gd name="GluePoint3X" fmla="*/ 103 w 145"/>
              <a:gd name="GluePoint3Y" fmla="*/ 81 h 81"/>
              <a:gd name="GluePoint4X" fmla="*/ 145 w 145"/>
              <a:gd name="GluePoint4Y" fmla="*/ 40 h 81"/>
              <a:gd name="GluePoint5X" fmla="*/ 103 w 145"/>
              <a:gd name="GluePoint5Y" fmla="*/ 0 h 81"/>
              <a:gd name="GluePoint6X" fmla="*/ 0 w 145"/>
              <a:gd name="GluePoint6Y" fmla="*/ 0 h 81"/>
              <a:gd name="GluePoint7X" fmla="*/ 101 w 145"/>
              <a:gd name="GluePoint7Y" fmla="*/ 76 h 81"/>
              <a:gd name="GluePoint8X" fmla="*/ 5 w 145"/>
              <a:gd name="GluePoint8Y" fmla="*/ 76 h 81"/>
              <a:gd name="GluePoint9X" fmla="*/ 5 w 145"/>
              <a:gd name="GluePoint9Y" fmla="*/ 4 h 81"/>
              <a:gd name="GluePoint10X" fmla="*/ 101 w 145"/>
              <a:gd name="GluePoint10Y" fmla="*/ 4 h 81"/>
              <a:gd name="GluePoint11X" fmla="*/ 139 w 145"/>
              <a:gd name="GluePoint11Y" fmla="*/ 40 h 81"/>
              <a:gd name="GluePoint12X" fmla="*/ 101 w 145"/>
              <a:gd name="GluePoint12Y" fmla="*/ 76 h 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145" h="81">
                <a:moveTo>
                  <a:pt x="0" y="0"/>
                </a:moveTo>
                <a:lnTo>
                  <a:pt x="0" y="81"/>
                </a:lnTo>
                <a:lnTo>
                  <a:pt x="103" y="81"/>
                </a:lnTo>
                <a:lnTo>
                  <a:pt x="145" y="40"/>
                </a:lnTo>
                <a:lnTo>
                  <a:pt x="103" y="0"/>
                </a:lnTo>
                <a:lnTo>
                  <a:pt x="0" y="0"/>
                </a:lnTo>
                <a:close/>
                <a:moveTo>
                  <a:pt x="101" y="76"/>
                </a:moveTo>
                <a:lnTo>
                  <a:pt x="5" y="76"/>
                </a:lnTo>
                <a:lnTo>
                  <a:pt x="5" y="4"/>
                </a:lnTo>
                <a:lnTo>
                  <a:pt x="101" y="4"/>
                </a:lnTo>
                <a:lnTo>
                  <a:pt x="139" y="40"/>
                </a:lnTo>
                <a:lnTo>
                  <a:pt x="101" y="7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1" name="Freeform 293"/>
          <p:cNvSpPr/>
          <p:nvPr/>
        </p:nvSpPr>
        <p:spPr>
          <a:xfrm>
            <a:off x="3312000" y="1275480"/>
            <a:ext cx="169920" cy="304200"/>
          </a:xfrm>
          <a:custGeom>
            <a:avLst/>
            <a:gdLst>
              <a:gd name="textAreaLeft" fmla="*/ 0 w 169920"/>
              <a:gd name="textAreaRight" fmla="*/ 170280 w 169920"/>
              <a:gd name="textAreaTop" fmla="*/ 0 h 304200"/>
              <a:gd name="textAreaBottom" fmla="*/ 304560 h 304200"/>
              <a:gd name="GluePoint1X" fmla="*/ 40 w 81"/>
              <a:gd name="GluePoint1Y" fmla="*/ 0 h 145"/>
              <a:gd name="GluePoint2X" fmla="*/ 0 w 81"/>
              <a:gd name="GluePoint2Y" fmla="*/ 43 h 145"/>
              <a:gd name="GluePoint3X" fmla="*/ 0 w 81"/>
              <a:gd name="GluePoint3Y" fmla="*/ 145 h 145"/>
              <a:gd name="GluePoint4X" fmla="*/ 81 w 81"/>
              <a:gd name="GluePoint4Y" fmla="*/ 145 h 145"/>
              <a:gd name="GluePoint5X" fmla="*/ 81 w 81"/>
              <a:gd name="GluePoint5Y" fmla="*/ 43 h 145"/>
              <a:gd name="GluePoint6X" fmla="*/ 40 w 81"/>
              <a:gd name="GluePoint6Y" fmla="*/ 0 h 145"/>
              <a:gd name="GluePoint7X" fmla="*/ 76 w 81"/>
              <a:gd name="GluePoint7Y" fmla="*/ 140 h 145"/>
              <a:gd name="GluePoint8X" fmla="*/ 4 w 81"/>
              <a:gd name="GluePoint8Y" fmla="*/ 140 h 145"/>
              <a:gd name="GluePoint9X" fmla="*/ 4 w 81"/>
              <a:gd name="GluePoint9Y" fmla="*/ 45 h 145"/>
              <a:gd name="GluePoint10X" fmla="*/ 40 w 81"/>
              <a:gd name="GluePoint10Y" fmla="*/ 6 h 145"/>
              <a:gd name="GluePoint11X" fmla="*/ 76 w 81"/>
              <a:gd name="GluePoint11Y" fmla="*/ 45 h 145"/>
              <a:gd name="GluePoint12X" fmla="*/ 76 w 81"/>
              <a:gd name="GluePoint12Y" fmla="*/ 140 h 1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81" h="145">
                <a:moveTo>
                  <a:pt x="40" y="0"/>
                </a:moveTo>
                <a:lnTo>
                  <a:pt x="0" y="43"/>
                </a:lnTo>
                <a:lnTo>
                  <a:pt x="0" y="145"/>
                </a:lnTo>
                <a:lnTo>
                  <a:pt x="81" y="145"/>
                </a:lnTo>
                <a:lnTo>
                  <a:pt x="81" y="43"/>
                </a:lnTo>
                <a:lnTo>
                  <a:pt x="40" y="0"/>
                </a:lnTo>
                <a:close/>
                <a:moveTo>
                  <a:pt x="76" y="140"/>
                </a:moveTo>
                <a:lnTo>
                  <a:pt x="4" y="140"/>
                </a:lnTo>
                <a:lnTo>
                  <a:pt x="4" y="45"/>
                </a:lnTo>
                <a:lnTo>
                  <a:pt x="40" y="6"/>
                </a:lnTo>
                <a:lnTo>
                  <a:pt x="76" y="45"/>
                </a:lnTo>
                <a:lnTo>
                  <a:pt x="76" y="14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2" name="Freeform 294"/>
          <p:cNvSpPr/>
          <p:nvPr/>
        </p:nvSpPr>
        <p:spPr>
          <a:xfrm>
            <a:off x="3721680" y="1275480"/>
            <a:ext cx="136080" cy="302400"/>
          </a:xfrm>
          <a:custGeom>
            <a:avLst/>
            <a:gdLst>
              <a:gd name="textAreaLeft" fmla="*/ 0 w 136080"/>
              <a:gd name="textAreaRight" fmla="*/ 136440 w 136080"/>
              <a:gd name="textAreaTop" fmla="*/ 0 h 302400"/>
              <a:gd name="textAreaBottom" fmla="*/ 302760 h 302400"/>
              <a:gd name="GluePoint1X" fmla="*/ 65 w 65"/>
              <a:gd name="GluePoint1Y" fmla="*/ 5 h 144"/>
              <a:gd name="GluePoint2X" fmla="*/ 65 w 65"/>
              <a:gd name="GluePoint2Y" fmla="*/ 0 h 144"/>
              <a:gd name="GluePoint3X" fmla="*/ 19 w 65"/>
              <a:gd name="GluePoint3Y" fmla="*/ 0 h 144"/>
              <a:gd name="GluePoint4X" fmla="*/ 19 w 65"/>
              <a:gd name="GluePoint4Y" fmla="*/ 137 h 144"/>
              <a:gd name="GluePoint5X" fmla="*/ 3 w 65"/>
              <a:gd name="GluePoint5Y" fmla="*/ 121 h 144"/>
              <a:gd name="GluePoint6X" fmla="*/ 0 w 65"/>
              <a:gd name="GluePoint6Y" fmla="*/ 124 h 144"/>
              <a:gd name="GluePoint7X" fmla="*/ 20 w 65"/>
              <a:gd name="GluePoint7Y" fmla="*/ 144 h 144"/>
              <a:gd name="GluePoint8X" fmla="*/ 23 w 65"/>
              <a:gd name="GluePoint8Y" fmla="*/ 144 h 144"/>
              <a:gd name="GluePoint9X" fmla="*/ 44 w 65"/>
              <a:gd name="GluePoint9Y" fmla="*/ 124 h 144"/>
              <a:gd name="GluePoint10X" fmla="*/ 40 w 65"/>
              <a:gd name="GluePoint10Y" fmla="*/ 121 h 144"/>
              <a:gd name="GluePoint11X" fmla="*/ 24 w 65"/>
              <a:gd name="GluePoint11Y" fmla="*/ 137 h 144"/>
              <a:gd name="GluePoint12X" fmla="*/ 24 w 65"/>
              <a:gd name="GluePoint12Y" fmla="*/ 5 h 144"/>
              <a:gd name="GluePoint13X" fmla="*/ 65 w 65"/>
              <a:gd name="GluePoint13Y" fmla="*/ 5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5" h="144">
                <a:moveTo>
                  <a:pt x="65" y="5"/>
                </a:moveTo>
                <a:lnTo>
                  <a:pt x="65" y="0"/>
                </a:lnTo>
                <a:lnTo>
                  <a:pt x="19" y="0"/>
                </a:lnTo>
                <a:lnTo>
                  <a:pt x="19" y="137"/>
                </a:lnTo>
                <a:lnTo>
                  <a:pt x="3" y="121"/>
                </a:lnTo>
                <a:lnTo>
                  <a:pt x="0" y="124"/>
                </a:lnTo>
                <a:lnTo>
                  <a:pt x="20" y="144"/>
                </a:lnTo>
                <a:lnTo>
                  <a:pt x="23" y="144"/>
                </a:lnTo>
                <a:lnTo>
                  <a:pt x="44" y="124"/>
                </a:lnTo>
                <a:lnTo>
                  <a:pt x="40" y="121"/>
                </a:lnTo>
                <a:lnTo>
                  <a:pt x="24" y="137"/>
                </a:lnTo>
                <a:lnTo>
                  <a:pt x="24" y="5"/>
                </a:lnTo>
                <a:lnTo>
                  <a:pt x="65" y="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3" name="Freeform 295"/>
          <p:cNvSpPr/>
          <p:nvPr/>
        </p:nvSpPr>
        <p:spPr>
          <a:xfrm>
            <a:off x="4114800" y="1275480"/>
            <a:ext cx="136080" cy="302400"/>
          </a:xfrm>
          <a:custGeom>
            <a:avLst/>
            <a:gdLst>
              <a:gd name="textAreaLeft" fmla="*/ 0 w 136080"/>
              <a:gd name="textAreaRight" fmla="*/ 136440 w 136080"/>
              <a:gd name="textAreaTop" fmla="*/ 0 h 302400"/>
              <a:gd name="textAreaBottom" fmla="*/ 302760 h 302400"/>
              <a:gd name="GluePoint1X" fmla="*/ 0 w 65"/>
              <a:gd name="GluePoint1Y" fmla="*/ 5 h 144"/>
              <a:gd name="GluePoint2X" fmla="*/ 40 w 65"/>
              <a:gd name="GluePoint2Y" fmla="*/ 5 h 144"/>
              <a:gd name="GluePoint3X" fmla="*/ 40 w 65"/>
              <a:gd name="GluePoint3Y" fmla="*/ 137 h 144"/>
              <a:gd name="GluePoint4X" fmla="*/ 24 w 65"/>
              <a:gd name="GluePoint4Y" fmla="*/ 121 h 144"/>
              <a:gd name="GluePoint5X" fmla="*/ 21 w 65"/>
              <a:gd name="GluePoint5Y" fmla="*/ 124 h 144"/>
              <a:gd name="GluePoint6X" fmla="*/ 42 w 65"/>
              <a:gd name="GluePoint6Y" fmla="*/ 144 h 144"/>
              <a:gd name="GluePoint7X" fmla="*/ 44 w 65"/>
              <a:gd name="GluePoint7Y" fmla="*/ 144 h 144"/>
              <a:gd name="GluePoint8X" fmla="*/ 65 w 65"/>
              <a:gd name="GluePoint8Y" fmla="*/ 124 h 144"/>
              <a:gd name="GluePoint9X" fmla="*/ 62 w 65"/>
              <a:gd name="GluePoint9Y" fmla="*/ 121 h 144"/>
              <a:gd name="GluePoint10X" fmla="*/ 45 w 65"/>
              <a:gd name="GluePoint10Y" fmla="*/ 137 h 144"/>
              <a:gd name="GluePoint11X" fmla="*/ 45 w 65"/>
              <a:gd name="GluePoint11Y" fmla="*/ 0 h 144"/>
              <a:gd name="GluePoint12X" fmla="*/ 0 w 65"/>
              <a:gd name="GluePoint12Y" fmla="*/ 0 h 144"/>
              <a:gd name="GluePoint13X" fmla="*/ 0 w 65"/>
              <a:gd name="GluePoint13Y" fmla="*/ 5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5" h="144">
                <a:moveTo>
                  <a:pt x="0" y="5"/>
                </a:moveTo>
                <a:lnTo>
                  <a:pt x="40" y="5"/>
                </a:lnTo>
                <a:lnTo>
                  <a:pt x="40" y="137"/>
                </a:lnTo>
                <a:lnTo>
                  <a:pt x="24" y="121"/>
                </a:lnTo>
                <a:lnTo>
                  <a:pt x="21" y="124"/>
                </a:lnTo>
                <a:lnTo>
                  <a:pt x="42" y="144"/>
                </a:lnTo>
                <a:lnTo>
                  <a:pt x="44" y="144"/>
                </a:lnTo>
                <a:lnTo>
                  <a:pt x="65" y="124"/>
                </a:lnTo>
                <a:lnTo>
                  <a:pt x="62" y="121"/>
                </a:lnTo>
                <a:lnTo>
                  <a:pt x="45" y="137"/>
                </a:lnTo>
                <a:lnTo>
                  <a:pt x="45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4" name="Freeform 296"/>
          <p:cNvSpPr/>
          <p:nvPr/>
        </p:nvSpPr>
        <p:spPr>
          <a:xfrm>
            <a:off x="4423680" y="1359720"/>
            <a:ext cx="304200" cy="136080"/>
          </a:xfrm>
          <a:custGeom>
            <a:avLst/>
            <a:gdLst>
              <a:gd name="textAreaLeft" fmla="*/ 0 w 304200"/>
              <a:gd name="textAreaRight" fmla="*/ 304560 w 304200"/>
              <a:gd name="textAreaTop" fmla="*/ 0 h 136080"/>
              <a:gd name="textAreaBottom" fmla="*/ 136440 h 136080"/>
              <a:gd name="GluePoint1X" fmla="*/ 25 w 145"/>
              <a:gd name="GluePoint1Y" fmla="*/ 3 h 65"/>
              <a:gd name="GluePoint2X" fmla="*/ 21 w 145"/>
              <a:gd name="GluePoint2Y" fmla="*/ 0 h 65"/>
              <a:gd name="GluePoint3X" fmla="*/ 0 w 145"/>
              <a:gd name="GluePoint3Y" fmla="*/ 20 h 65"/>
              <a:gd name="GluePoint4X" fmla="*/ 0 w 145"/>
              <a:gd name="GluePoint4Y" fmla="*/ 24 h 65"/>
              <a:gd name="GluePoint5X" fmla="*/ 21 w 145"/>
              <a:gd name="GluePoint5Y" fmla="*/ 44 h 65"/>
              <a:gd name="GluePoint6X" fmla="*/ 24 w 145"/>
              <a:gd name="GluePoint6Y" fmla="*/ 41 h 65"/>
              <a:gd name="GluePoint7X" fmla="*/ 8 w 145"/>
              <a:gd name="GluePoint7Y" fmla="*/ 24 h 65"/>
              <a:gd name="GluePoint8X" fmla="*/ 140 w 145"/>
              <a:gd name="GluePoint8Y" fmla="*/ 24 h 65"/>
              <a:gd name="GluePoint9X" fmla="*/ 140 w 145"/>
              <a:gd name="GluePoint9Y" fmla="*/ 65 h 65"/>
              <a:gd name="GluePoint10X" fmla="*/ 145 w 145"/>
              <a:gd name="GluePoint10Y" fmla="*/ 65 h 65"/>
              <a:gd name="GluePoint11X" fmla="*/ 145 w 145"/>
              <a:gd name="GluePoint11Y" fmla="*/ 20 h 65"/>
              <a:gd name="GluePoint12X" fmla="*/ 8 w 145"/>
              <a:gd name="GluePoint12Y" fmla="*/ 20 h 65"/>
              <a:gd name="GluePoint13X" fmla="*/ 25 w 145"/>
              <a:gd name="GluePoint13Y" fmla="*/ 3 h 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45" h="65">
                <a:moveTo>
                  <a:pt x="25" y="3"/>
                </a:moveTo>
                <a:lnTo>
                  <a:pt x="21" y="0"/>
                </a:lnTo>
                <a:lnTo>
                  <a:pt x="0" y="20"/>
                </a:lnTo>
                <a:lnTo>
                  <a:pt x="0" y="24"/>
                </a:lnTo>
                <a:lnTo>
                  <a:pt x="21" y="44"/>
                </a:lnTo>
                <a:lnTo>
                  <a:pt x="24" y="41"/>
                </a:lnTo>
                <a:lnTo>
                  <a:pt x="8" y="24"/>
                </a:lnTo>
                <a:lnTo>
                  <a:pt x="140" y="24"/>
                </a:lnTo>
                <a:lnTo>
                  <a:pt x="140" y="65"/>
                </a:lnTo>
                <a:lnTo>
                  <a:pt x="145" y="65"/>
                </a:lnTo>
                <a:lnTo>
                  <a:pt x="145" y="20"/>
                </a:lnTo>
                <a:lnTo>
                  <a:pt x="8" y="20"/>
                </a:lnTo>
                <a:lnTo>
                  <a:pt x="25" y="3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5" name="Freeform 297"/>
          <p:cNvSpPr/>
          <p:nvPr/>
        </p:nvSpPr>
        <p:spPr>
          <a:xfrm>
            <a:off x="4816440" y="1359720"/>
            <a:ext cx="304200" cy="136080"/>
          </a:xfrm>
          <a:custGeom>
            <a:avLst/>
            <a:gdLst>
              <a:gd name="textAreaLeft" fmla="*/ 0 w 304200"/>
              <a:gd name="textAreaRight" fmla="*/ 304560 w 304200"/>
              <a:gd name="textAreaTop" fmla="*/ 0 h 136080"/>
              <a:gd name="textAreaBottom" fmla="*/ 136440 h 136080"/>
              <a:gd name="GluePoint1X" fmla="*/ 140 w 145"/>
              <a:gd name="GluePoint1Y" fmla="*/ 41 h 65"/>
              <a:gd name="GluePoint2X" fmla="*/ 8 w 145"/>
              <a:gd name="GluePoint2Y" fmla="*/ 41 h 65"/>
              <a:gd name="GluePoint3X" fmla="*/ 25 w 145"/>
              <a:gd name="GluePoint3Y" fmla="*/ 24 h 65"/>
              <a:gd name="GluePoint4X" fmla="*/ 21 w 145"/>
              <a:gd name="GluePoint4Y" fmla="*/ 21 h 65"/>
              <a:gd name="GluePoint5X" fmla="*/ 0 w 145"/>
              <a:gd name="GluePoint5Y" fmla="*/ 41 h 65"/>
              <a:gd name="GluePoint6X" fmla="*/ 0 w 145"/>
              <a:gd name="GluePoint6Y" fmla="*/ 45 h 65"/>
              <a:gd name="GluePoint7X" fmla="*/ 21 w 145"/>
              <a:gd name="GluePoint7Y" fmla="*/ 65 h 65"/>
              <a:gd name="GluePoint8X" fmla="*/ 25 w 145"/>
              <a:gd name="GluePoint8Y" fmla="*/ 62 h 65"/>
              <a:gd name="GluePoint9X" fmla="*/ 8 w 145"/>
              <a:gd name="GluePoint9Y" fmla="*/ 45 h 65"/>
              <a:gd name="GluePoint10X" fmla="*/ 145 w 145"/>
              <a:gd name="GluePoint10Y" fmla="*/ 45 h 65"/>
              <a:gd name="GluePoint11X" fmla="*/ 145 w 145"/>
              <a:gd name="GluePoint11Y" fmla="*/ 0 h 65"/>
              <a:gd name="GluePoint12X" fmla="*/ 140 w 145"/>
              <a:gd name="GluePoint12Y" fmla="*/ 0 h 65"/>
              <a:gd name="GluePoint13X" fmla="*/ 140 w 145"/>
              <a:gd name="GluePoint13Y" fmla="*/ 41 h 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45" h="65">
                <a:moveTo>
                  <a:pt x="140" y="41"/>
                </a:moveTo>
                <a:lnTo>
                  <a:pt x="8" y="41"/>
                </a:lnTo>
                <a:lnTo>
                  <a:pt x="25" y="24"/>
                </a:lnTo>
                <a:lnTo>
                  <a:pt x="21" y="21"/>
                </a:lnTo>
                <a:lnTo>
                  <a:pt x="0" y="41"/>
                </a:lnTo>
                <a:lnTo>
                  <a:pt x="0" y="45"/>
                </a:lnTo>
                <a:lnTo>
                  <a:pt x="21" y="65"/>
                </a:lnTo>
                <a:lnTo>
                  <a:pt x="25" y="62"/>
                </a:lnTo>
                <a:lnTo>
                  <a:pt x="8" y="45"/>
                </a:lnTo>
                <a:lnTo>
                  <a:pt x="145" y="45"/>
                </a:lnTo>
                <a:lnTo>
                  <a:pt x="145" y="0"/>
                </a:lnTo>
                <a:lnTo>
                  <a:pt x="140" y="0"/>
                </a:lnTo>
                <a:lnTo>
                  <a:pt x="140" y="41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6" name="Freeform 298"/>
          <p:cNvSpPr/>
          <p:nvPr/>
        </p:nvSpPr>
        <p:spPr>
          <a:xfrm>
            <a:off x="5211720" y="1359720"/>
            <a:ext cx="302400" cy="136080"/>
          </a:xfrm>
          <a:custGeom>
            <a:avLst/>
            <a:gdLst>
              <a:gd name="textAreaLeft" fmla="*/ 0 w 302400"/>
              <a:gd name="textAreaRight" fmla="*/ 302760 w 302400"/>
              <a:gd name="textAreaTop" fmla="*/ 0 h 136080"/>
              <a:gd name="textAreaBottom" fmla="*/ 136440 h 136080"/>
              <a:gd name="GluePoint1X" fmla="*/ 4 w 144"/>
              <a:gd name="GluePoint1Y" fmla="*/ 24 h 65"/>
              <a:gd name="GluePoint2X" fmla="*/ 136 w 144"/>
              <a:gd name="GluePoint2Y" fmla="*/ 24 h 65"/>
              <a:gd name="GluePoint3X" fmla="*/ 120 w 144"/>
              <a:gd name="GluePoint3Y" fmla="*/ 41 h 65"/>
              <a:gd name="GluePoint4X" fmla="*/ 123 w 144"/>
              <a:gd name="GluePoint4Y" fmla="*/ 44 h 65"/>
              <a:gd name="GluePoint5X" fmla="*/ 144 w 144"/>
              <a:gd name="GluePoint5Y" fmla="*/ 24 h 65"/>
              <a:gd name="GluePoint6X" fmla="*/ 144 w 144"/>
              <a:gd name="GluePoint6Y" fmla="*/ 20 h 65"/>
              <a:gd name="GluePoint7X" fmla="*/ 123 w 144"/>
              <a:gd name="GluePoint7Y" fmla="*/ 0 h 65"/>
              <a:gd name="GluePoint8X" fmla="*/ 120 w 144"/>
              <a:gd name="GluePoint8Y" fmla="*/ 3 h 65"/>
              <a:gd name="GluePoint9X" fmla="*/ 136 w 144"/>
              <a:gd name="GluePoint9Y" fmla="*/ 20 h 65"/>
              <a:gd name="GluePoint10X" fmla="*/ 0 w 144"/>
              <a:gd name="GluePoint10Y" fmla="*/ 20 h 65"/>
              <a:gd name="GluePoint11X" fmla="*/ 0 w 144"/>
              <a:gd name="GluePoint11Y" fmla="*/ 65 h 65"/>
              <a:gd name="GluePoint12X" fmla="*/ 4 w 144"/>
              <a:gd name="GluePoint12Y" fmla="*/ 65 h 65"/>
              <a:gd name="GluePoint13X" fmla="*/ 4 w 144"/>
              <a:gd name="GluePoint13Y" fmla="*/ 24 h 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44" h="65">
                <a:moveTo>
                  <a:pt x="4" y="24"/>
                </a:moveTo>
                <a:lnTo>
                  <a:pt x="136" y="24"/>
                </a:lnTo>
                <a:lnTo>
                  <a:pt x="120" y="41"/>
                </a:lnTo>
                <a:lnTo>
                  <a:pt x="123" y="44"/>
                </a:lnTo>
                <a:lnTo>
                  <a:pt x="144" y="24"/>
                </a:lnTo>
                <a:lnTo>
                  <a:pt x="144" y="20"/>
                </a:lnTo>
                <a:lnTo>
                  <a:pt x="123" y="0"/>
                </a:lnTo>
                <a:lnTo>
                  <a:pt x="120" y="3"/>
                </a:lnTo>
                <a:lnTo>
                  <a:pt x="136" y="20"/>
                </a:lnTo>
                <a:lnTo>
                  <a:pt x="0" y="20"/>
                </a:lnTo>
                <a:lnTo>
                  <a:pt x="0" y="65"/>
                </a:lnTo>
                <a:lnTo>
                  <a:pt x="4" y="65"/>
                </a:lnTo>
                <a:lnTo>
                  <a:pt x="4" y="24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7" name="Freeform 299"/>
          <p:cNvSpPr/>
          <p:nvPr/>
        </p:nvSpPr>
        <p:spPr>
          <a:xfrm>
            <a:off x="5604480" y="1359720"/>
            <a:ext cx="302400" cy="136080"/>
          </a:xfrm>
          <a:custGeom>
            <a:avLst/>
            <a:gdLst>
              <a:gd name="textAreaLeft" fmla="*/ 0 w 302400"/>
              <a:gd name="textAreaRight" fmla="*/ 302760 w 302400"/>
              <a:gd name="textAreaTop" fmla="*/ 0 h 136080"/>
              <a:gd name="textAreaBottom" fmla="*/ 136440 h 136080"/>
              <a:gd name="GluePoint1X" fmla="*/ 120 w 144"/>
              <a:gd name="GluePoint1Y" fmla="*/ 62 h 65"/>
              <a:gd name="GluePoint2X" fmla="*/ 124 w 144"/>
              <a:gd name="GluePoint2Y" fmla="*/ 65 h 65"/>
              <a:gd name="GluePoint3X" fmla="*/ 144 w 144"/>
              <a:gd name="GluePoint3Y" fmla="*/ 45 h 65"/>
              <a:gd name="GluePoint4X" fmla="*/ 144 w 144"/>
              <a:gd name="GluePoint4Y" fmla="*/ 41 h 65"/>
              <a:gd name="GluePoint5X" fmla="*/ 124 w 144"/>
              <a:gd name="GluePoint5Y" fmla="*/ 21 h 65"/>
              <a:gd name="GluePoint6X" fmla="*/ 120 w 144"/>
              <a:gd name="GluePoint6Y" fmla="*/ 24 h 65"/>
              <a:gd name="GluePoint7X" fmla="*/ 137 w 144"/>
              <a:gd name="GluePoint7Y" fmla="*/ 41 h 65"/>
              <a:gd name="GluePoint8X" fmla="*/ 4 w 144"/>
              <a:gd name="GluePoint8Y" fmla="*/ 41 h 65"/>
              <a:gd name="GluePoint9X" fmla="*/ 4 w 144"/>
              <a:gd name="GluePoint9Y" fmla="*/ 0 h 65"/>
              <a:gd name="GluePoint10X" fmla="*/ 0 w 144"/>
              <a:gd name="GluePoint10Y" fmla="*/ 0 h 65"/>
              <a:gd name="GluePoint11X" fmla="*/ 0 w 144"/>
              <a:gd name="GluePoint11Y" fmla="*/ 45 h 65"/>
              <a:gd name="GluePoint12X" fmla="*/ 137 w 144"/>
              <a:gd name="GluePoint12Y" fmla="*/ 45 h 65"/>
              <a:gd name="GluePoint13X" fmla="*/ 120 w 144"/>
              <a:gd name="GluePoint13Y" fmla="*/ 62 h 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44" h="65">
                <a:moveTo>
                  <a:pt x="120" y="62"/>
                </a:moveTo>
                <a:lnTo>
                  <a:pt x="124" y="65"/>
                </a:lnTo>
                <a:lnTo>
                  <a:pt x="144" y="45"/>
                </a:lnTo>
                <a:lnTo>
                  <a:pt x="144" y="41"/>
                </a:lnTo>
                <a:lnTo>
                  <a:pt x="124" y="21"/>
                </a:lnTo>
                <a:lnTo>
                  <a:pt x="120" y="24"/>
                </a:lnTo>
                <a:lnTo>
                  <a:pt x="137" y="41"/>
                </a:lnTo>
                <a:lnTo>
                  <a:pt x="4" y="41"/>
                </a:lnTo>
                <a:lnTo>
                  <a:pt x="4" y="0"/>
                </a:lnTo>
                <a:lnTo>
                  <a:pt x="0" y="0"/>
                </a:lnTo>
                <a:lnTo>
                  <a:pt x="0" y="45"/>
                </a:lnTo>
                <a:lnTo>
                  <a:pt x="137" y="45"/>
                </a:lnTo>
                <a:lnTo>
                  <a:pt x="120" y="62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8" name="Freeform 300"/>
          <p:cNvSpPr/>
          <p:nvPr/>
        </p:nvSpPr>
        <p:spPr>
          <a:xfrm>
            <a:off x="6081840" y="1275480"/>
            <a:ext cx="134280" cy="302400"/>
          </a:xfrm>
          <a:custGeom>
            <a:avLst/>
            <a:gdLst>
              <a:gd name="textAreaLeft" fmla="*/ 0 w 134280"/>
              <a:gd name="textAreaRight" fmla="*/ 134640 w 134280"/>
              <a:gd name="textAreaTop" fmla="*/ 0 h 302400"/>
              <a:gd name="textAreaBottom" fmla="*/ 302760 h 302400"/>
              <a:gd name="GluePoint1X" fmla="*/ 0 w 64"/>
              <a:gd name="GluePoint1Y" fmla="*/ 140 h 144"/>
              <a:gd name="GluePoint2X" fmla="*/ 0 w 64"/>
              <a:gd name="GluePoint2Y" fmla="*/ 144 h 144"/>
              <a:gd name="GluePoint3X" fmla="*/ 45 w 64"/>
              <a:gd name="GluePoint3Y" fmla="*/ 144 h 144"/>
              <a:gd name="GluePoint4X" fmla="*/ 45 w 64"/>
              <a:gd name="GluePoint4Y" fmla="*/ 8 h 144"/>
              <a:gd name="GluePoint5X" fmla="*/ 61 w 64"/>
              <a:gd name="GluePoint5Y" fmla="*/ 24 h 144"/>
              <a:gd name="GluePoint6X" fmla="*/ 64 w 64"/>
              <a:gd name="GluePoint6Y" fmla="*/ 21 h 144"/>
              <a:gd name="GluePoint7X" fmla="*/ 44 w 64"/>
              <a:gd name="GluePoint7Y" fmla="*/ 0 h 144"/>
              <a:gd name="GluePoint8X" fmla="*/ 41 w 64"/>
              <a:gd name="GluePoint8Y" fmla="*/ 0 h 144"/>
              <a:gd name="GluePoint9X" fmla="*/ 20 w 64"/>
              <a:gd name="GluePoint9Y" fmla="*/ 21 h 144"/>
              <a:gd name="GluePoint10X" fmla="*/ 24 w 64"/>
              <a:gd name="GluePoint10Y" fmla="*/ 24 h 144"/>
              <a:gd name="GluePoint11X" fmla="*/ 40 w 64"/>
              <a:gd name="GluePoint11Y" fmla="*/ 8 h 144"/>
              <a:gd name="GluePoint12X" fmla="*/ 40 w 64"/>
              <a:gd name="GluePoint12Y" fmla="*/ 140 h 144"/>
              <a:gd name="GluePoint13X" fmla="*/ 0 w 64"/>
              <a:gd name="GluePoint13Y" fmla="*/ 140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4" h="144">
                <a:moveTo>
                  <a:pt x="0" y="140"/>
                </a:moveTo>
                <a:lnTo>
                  <a:pt x="0" y="144"/>
                </a:lnTo>
                <a:lnTo>
                  <a:pt x="45" y="144"/>
                </a:lnTo>
                <a:lnTo>
                  <a:pt x="45" y="8"/>
                </a:lnTo>
                <a:lnTo>
                  <a:pt x="61" y="24"/>
                </a:lnTo>
                <a:lnTo>
                  <a:pt x="64" y="21"/>
                </a:lnTo>
                <a:lnTo>
                  <a:pt x="44" y="0"/>
                </a:lnTo>
                <a:lnTo>
                  <a:pt x="41" y="0"/>
                </a:lnTo>
                <a:lnTo>
                  <a:pt x="20" y="21"/>
                </a:lnTo>
                <a:lnTo>
                  <a:pt x="24" y="24"/>
                </a:lnTo>
                <a:lnTo>
                  <a:pt x="40" y="8"/>
                </a:lnTo>
                <a:lnTo>
                  <a:pt x="40" y="140"/>
                </a:lnTo>
                <a:lnTo>
                  <a:pt x="0" y="14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19" name="Freeform 301"/>
          <p:cNvSpPr/>
          <p:nvPr/>
        </p:nvSpPr>
        <p:spPr>
          <a:xfrm>
            <a:off x="6474600" y="1275480"/>
            <a:ext cx="134280" cy="302400"/>
          </a:xfrm>
          <a:custGeom>
            <a:avLst/>
            <a:gdLst>
              <a:gd name="textAreaLeft" fmla="*/ 0 w 134280"/>
              <a:gd name="textAreaRight" fmla="*/ 134640 w 134280"/>
              <a:gd name="textAreaTop" fmla="*/ 0 h 302400"/>
              <a:gd name="textAreaBottom" fmla="*/ 302760 h 302400"/>
              <a:gd name="GluePoint1X" fmla="*/ 64 w 64"/>
              <a:gd name="GluePoint1Y" fmla="*/ 144 h 144"/>
              <a:gd name="GluePoint2X" fmla="*/ 64 w 64"/>
              <a:gd name="GluePoint2Y" fmla="*/ 140 h 144"/>
              <a:gd name="GluePoint3X" fmla="*/ 24 w 64"/>
              <a:gd name="GluePoint3Y" fmla="*/ 140 h 144"/>
              <a:gd name="GluePoint4X" fmla="*/ 24 w 64"/>
              <a:gd name="GluePoint4Y" fmla="*/ 8 h 144"/>
              <a:gd name="GluePoint5X" fmla="*/ 40 w 64"/>
              <a:gd name="GluePoint5Y" fmla="*/ 24 h 144"/>
              <a:gd name="GluePoint6X" fmla="*/ 44 w 64"/>
              <a:gd name="GluePoint6Y" fmla="*/ 21 h 144"/>
              <a:gd name="GluePoint7X" fmla="*/ 23 w 64"/>
              <a:gd name="GluePoint7Y" fmla="*/ 0 h 144"/>
              <a:gd name="GluePoint8X" fmla="*/ 20 w 64"/>
              <a:gd name="GluePoint8Y" fmla="*/ 0 h 144"/>
              <a:gd name="GluePoint9X" fmla="*/ 0 w 64"/>
              <a:gd name="GluePoint9Y" fmla="*/ 21 h 144"/>
              <a:gd name="GluePoint10X" fmla="*/ 3 w 64"/>
              <a:gd name="GluePoint10Y" fmla="*/ 24 h 144"/>
              <a:gd name="GluePoint11X" fmla="*/ 19 w 64"/>
              <a:gd name="GluePoint11Y" fmla="*/ 8 h 144"/>
              <a:gd name="GluePoint12X" fmla="*/ 19 w 64"/>
              <a:gd name="GluePoint12Y" fmla="*/ 144 h 144"/>
              <a:gd name="GluePoint13X" fmla="*/ 64 w 64"/>
              <a:gd name="GluePoint13Y" fmla="*/ 144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4" h="144">
                <a:moveTo>
                  <a:pt x="64" y="144"/>
                </a:moveTo>
                <a:lnTo>
                  <a:pt x="64" y="140"/>
                </a:lnTo>
                <a:lnTo>
                  <a:pt x="24" y="140"/>
                </a:lnTo>
                <a:lnTo>
                  <a:pt x="24" y="8"/>
                </a:lnTo>
                <a:lnTo>
                  <a:pt x="40" y="24"/>
                </a:lnTo>
                <a:lnTo>
                  <a:pt x="44" y="21"/>
                </a:lnTo>
                <a:lnTo>
                  <a:pt x="23" y="0"/>
                </a:lnTo>
                <a:lnTo>
                  <a:pt x="20" y="0"/>
                </a:lnTo>
                <a:lnTo>
                  <a:pt x="0" y="21"/>
                </a:lnTo>
                <a:lnTo>
                  <a:pt x="3" y="24"/>
                </a:lnTo>
                <a:lnTo>
                  <a:pt x="19" y="8"/>
                </a:lnTo>
                <a:lnTo>
                  <a:pt x="19" y="144"/>
                </a:lnTo>
                <a:lnTo>
                  <a:pt x="64" y="144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20" name="Freeform 302"/>
          <p:cNvSpPr/>
          <p:nvPr/>
        </p:nvSpPr>
        <p:spPr>
          <a:xfrm>
            <a:off x="6888600" y="1275480"/>
            <a:ext cx="92160" cy="302400"/>
          </a:xfrm>
          <a:custGeom>
            <a:avLst/>
            <a:gdLst>
              <a:gd name="textAreaLeft" fmla="*/ 0 w 92160"/>
              <a:gd name="textAreaRight" fmla="*/ 92520 w 92160"/>
              <a:gd name="textAreaTop" fmla="*/ 0 h 302400"/>
              <a:gd name="textAreaBottom" fmla="*/ 302760 h 302400"/>
              <a:gd name="GluePoint1X" fmla="*/ 20 w 44"/>
              <a:gd name="GluePoint1Y" fmla="*/ 0 h 144"/>
              <a:gd name="GluePoint2X" fmla="*/ 20 w 44"/>
              <a:gd name="GluePoint2Y" fmla="*/ 137 h 144"/>
              <a:gd name="GluePoint3X" fmla="*/ 3 w 44"/>
              <a:gd name="GluePoint3Y" fmla="*/ 121 h 144"/>
              <a:gd name="GluePoint4X" fmla="*/ 0 w 44"/>
              <a:gd name="GluePoint4Y" fmla="*/ 124 h 144"/>
              <a:gd name="GluePoint5X" fmla="*/ 21 w 44"/>
              <a:gd name="GluePoint5Y" fmla="*/ 144 h 144"/>
              <a:gd name="GluePoint6X" fmla="*/ 24 w 44"/>
              <a:gd name="GluePoint6Y" fmla="*/ 144 h 144"/>
              <a:gd name="GluePoint7X" fmla="*/ 44 w 44"/>
              <a:gd name="GluePoint7Y" fmla="*/ 124 h 144"/>
              <a:gd name="GluePoint8X" fmla="*/ 41 w 44"/>
              <a:gd name="GluePoint8Y" fmla="*/ 121 h 144"/>
              <a:gd name="GluePoint9X" fmla="*/ 25 w 44"/>
              <a:gd name="GluePoint9Y" fmla="*/ 137 h 144"/>
              <a:gd name="GluePoint10X" fmla="*/ 25 w 44"/>
              <a:gd name="GluePoint10Y" fmla="*/ 0 h 144"/>
              <a:gd name="GluePoint11X" fmla="*/ 20 w 44"/>
              <a:gd name="GluePoint11Y" fmla="*/ 0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44" h="144">
                <a:moveTo>
                  <a:pt x="20" y="0"/>
                </a:moveTo>
                <a:lnTo>
                  <a:pt x="20" y="137"/>
                </a:lnTo>
                <a:lnTo>
                  <a:pt x="3" y="121"/>
                </a:lnTo>
                <a:lnTo>
                  <a:pt x="0" y="124"/>
                </a:lnTo>
                <a:lnTo>
                  <a:pt x="21" y="144"/>
                </a:lnTo>
                <a:lnTo>
                  <a:pt x="24" y="144"/>
                </a:lnTo>
                <a:lnTo>
                  <a:pt x="44" y="124"/>
                </a:lnTo>
                <a:lnTo>
                  <a:pt x="41" y="121"/>
                </a:lnTo>
                <a:lnTo>
                  <a:pt x="25" y="137"/>
                </a:lnTo>
                <a:lnTo>
                  <a:pt x="25" y="0"/>
                </a:lnTo>
                <a:lnTo>
                  <a:pt x="2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321" name="Группа 1"/>
          <p:cNvGrpSpPr/>
          <p:nvPr/>
        </p:nvGrpSpPr>
        <p:grpSpPr>
          <a:xfrm>
            <a:off x="2563920" y="1670760"/>
            <a:ext cx="92160" cy="302040"/>
            <a:chOff x="2563920" y="1670760"/>
            <a:chExt cx="92160" cy="302040"/>
          </a:xfrm>
        </p:grpSpPr>
        <p:sp>
          <p:nvSpPr>
            <p:cNvPr id="2322" name="Rectangle 303"/>
            <p:cNvSpPr/>
            <p:nvPr/>
          </p:nvSpPr>
          <p:spPr>
            <a:xfrm>
              <a:off x="2603880" y="184104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23" name="Rectangle 304"/>
            <p:cNvSpPr/>
            <p:nvPr/>
          </p:nvSpPr>
          <p:spPr>
            <a:xfrm>
              <a:off x="2603880" y="175464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24" name="Rectangle 305"/>
            <p:cNvSpPr/>
            <p:nvPr/>
          </p:nvSpPr>
          <p:spPr>
            <a:xfrm>
              <a:off x="2603880" y="181152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25" name="Rectangle 306"/>
            <p:cNvSpPr/>
            <p:nvPr/>
          </p:nvSpPr>
          <p:spPr>
            <a:xfrm>
              <a:off x="2603880" y="178416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26" name="Rectangle 307"/>
            <p:cNvSpPr/>
            <p:nvPr/>
          </p:nvSpPr>
          <p:spPr>
            <a:xfrm>
              <a:off x="2603880" y="172728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27" name="Rectangle 308"/>
            <p:cNvSpPr/>
            <p:nvPr/>
          </p:nvSpPr>
          <p:spPr>
            <a:xfrm>
              <a:off x="2603880" y="167076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28" name="Rectangle 309"/>
            <p:cNvSpPr/>
            <p:nvPr/>
          </p:nvSpPr>
          <p:spPr>
            <a:xfrm>
              <a:off x="2603880" y="169812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29" name="Rectangle 310"/>
            <p:cNvSpPr/>
            <p:nvPr/>
          </p:nvSpPr>
          <p:spPr>
            <a:xfrm>
              <a:off x="2603880" y="186804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30" name="Rectangle 311"/>
            <p:cNvSpPr/>
            <p:nvPr/>
          </p:nvSpPr>
          <p:spPr>
            <a:xfrm>
              <a:off x="2603880" y="189756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31" name="Rectangle 312"/>
            <p:cNvSpPr/>
            <p:nvPr/>
          </p:nvSpPr>
          <p:spPr>
            <a:xfrm>
              <a:off x="2603880" y="1924920"/>
              <a:ext cx="10080" cy="61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40" bIns="32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32" name="Freeform 313"/>
            <p:cNvSpPr/>
            <p:nvPr/>
          </p:nvSpPr>
          <p:spPr>
            <a:xfrm>
              <a:off x="2563920" y="1922760"/>
              <a:ext cx="92160" cy="5004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50040"/>
                <a:gd name="textAreaBottom" fmla="*/ 50400 h 50040"/>
                <a:gd name="GluePoint1X" fmla="*/ 21 w 44"/>
                <a:gd name="GluePoint1Y" fmla="*/ 24 h 24"/>
                <a:gd name="GluePoint2X" fmla="*/ 23 w 44"/>
                <a:gd name="GluePoint2Y" fmla="*/ 24 h 24"/>
                <a:gd name="GluePoint3X" fmla="*/ 44 w 44"/>
                <a:gd name="GluePoint3Y" fmla="*/ 3 h 24"/>
                <a:gd name="GluePoint4X" fmla="*/ 41 w 44"/>
                <a:gd name="GluePoint4Y" fmla="*/ 0 h 24"/>
                <a:gd name="GluePoint5X" fmla="*/ 22 w 44"/>
                <a:gd name="GluePoint5Y" fmla="*/ 18 h 24"/>
                <a:gd name="GluePoint6X" fmla="*/ 3 w 44"/>
                <a:gd name="GluePoint6Y" fmla="*/ 0 h 24"/>
                <a:gd name="GluePoint7X" fmla="*/ 0 w 44"/>
                <a:gd name="GluePoint7Y" fmla="*/ 3 h 24"/>
                <a:gd name="GluePoint8X" fmla="*/ 21 w 44"/>
                <a:gd name="GluePoint8Y" fmla="*/ 24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4" h="24">
                  <a:moveTo>
                    <a:pt x="21" y="24"/>
                  </a:moveTo>
                  <a:lnTo>
                    <a:pt x="23" y="24"/>
                  </a:lnTo>
                  <a:lnTo>
                    <a:pt x="44" y="3"/>
                  </a:lnTo>
                  <a:lnTo>
                    <a:pt x="41" y="0"/>
                  </a:lnTo>
                  <a:lnTo>
                    <a:pt x="22" y="18"/>
                  </a:lnTo>
                  <a:lnTo>
                    <a:pt x="3" y="0"/>
                  </a:lnTo>
                  <a:lnTo>
                    <a:pt x="0" y="3"/>
                  </a:lnTo>
                  <a:lnTo>
                    <a:pt x="21" y="2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200" bIns="25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333" name="Freeform 314"/>
          <p:cNvSpPr/>
          <p:nvPr/>
        </p:nvSpPr>
        <p:spPr>
          <a:xfrm>
            <a:off x="2065680" y="1775880"/>
            <a:ext cx="302400" cy="90000"/>
          </a:xfrm>
          <a:custGeom>
            <a:avLst/>
            <a:gdLst>
              <a:gd name="textAreaLeft" fmla="*/ 0 w 302400"/>
              <a:gd name="textAreaRight" fmla="*/ 302760 w 302400"/>
              <a:gd name="textAreaTop" fmla="*/ 0 h 90000"/>
              <a:gd name="textAreaBottom" fmla="*/ 90360 h 90000"/>
              <a:gd name="GluePoint1X" fmla="*/ 24 w 144"/>
              <a:gd name="GluePoint1Y" fmla="*/ 3 h 43"/>
              <a:gd name="GluePoint2X" fmla="*/ 20 w 144"/>
              <a:gd name="GluePoint2Y" fmla="*/ 0 h 43"/>
              <a:gd name="GluePoint3X" fmla="*/ 0 w 144"/>
              <a:gd name="GluePoint3Y" fmla="*/ 20 h 43"/>
              <a:gd name="GluePoint4X" fmla="*/ 0 w 144"/>
              <a:gd name="GluePoint4Y" fmla="*/ 23 h 43"/>
              <a:gd name="GluePoint5X" fmla="*/ 20 w 144"/>
              <a:gd name="GluePoint5Y" fmla="*/ 43 h 43"/>
              <a:gd name="GluePoint6X" fmla="*/ 24 w 144"/>
              <a:gd name="GluePoint6Y" fmla="*/ 40 h 43"/>
              <a:gd name="GluePoint7X" fmla="*/ 7 w 144"/>
              <a:gd name="GluePoint7Y" fmla="*/ 24 h 43"/>
              <a:gd name="GluePoint8X" fmla="*/ 144 w 144"/>
              <a:gd name="GluePoint8Y" fmla="*/ 24 h 43"/>
              <a:gd name="GluePoint9X" fmla="*/ 144 w 144"/>
              <a:gd name="GluePoint9Y" fmla="*/ 20 h 43"/>
              <a:gd name="GluePoint10X" fmla="*/ 7 w 144"/>
              <a:gd name="GluePoint10Y" fmla="*/ 20 h 43"/>
              <a:gd name="GluePoint11X" fmla="*/ 24 w 144"/>
              <a:gd name="GluePoint11Y" fmla="*/ 3 h 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44" h="43">
                <a:moveTo>
                  <a:pt x="24" y="3"/>
                </a:moveTo>
                <a:lnTo>
                  <a:pt x="20" y="0"/>
                </a:lnTo>
                <a:lnTo>
                  <a:pt x="0" y="20"/>
                </a:lnTo>
                <a:lnTo>
                  <a:pt x="0" y="23"/>
                </a:lnTo>
                <a:lnTo>
                  <a:pt x="20" y="43"/>
                </a:lnTo>
                <a:lnTo>
                  <a:pt x="24" y="40"/>
                </a:lnTo>
                <a:lnTo>
                  <a:pt x="7" y="24"/>
                </a:lnTo>
                <a:lnTo>
                  <a:pt x="144" y="24"/>
                </a:lnTo>
                <a:lnTo>
                  <a:pt x="144" y="20"/>
                </a:lnTo>
                <a:lnTo>
                  <a:pt x="7" y="20"/>
                </a:lnTo>
                <a:lnTo>
                  <a:pt x="24" y="3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334" name="Группа 2"/>
          <p:cNvGrpSpPr/>
          <p:nvPr/>
        </p:nvGrpSpPr>
        <p:grpSpPr>
          <a:xfrm>
            <a:off x="2851920" y="1775880"/>
            <a:ext cx="302400" cy="90000"/>
            <a:chOff x="2851920" y="1775880"/>
            <a:chExt cx="302400" cy="90000"/>
          </a:xfrm>
        </p:grpSpPr>
        <p:sp>
          <p:nvSpPr>
            <p:cNvPr id="2335" name="Rectangle 315"/>
            <p:cNvSpPr/>
            <p:nvPr/>
          </p:nvSpPr>
          <p:spPr>
            <a:xfrm>
              <a:off x="304920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36" name="Rectangle 316"/>
            <p:cNvSpPr/>
            <p:nvPr/>
          </p:nvSpPr>
          <p:spPr>
            <a:xfrm>
              <a:off x="302184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37" name="Rectangle 317"/>
            <p:cNvSpPr/>
            <p:nvPr/>
          </p:nvSpPr>
          <p:spPr>
            <a:xfrm>
              <a:off x="299268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38" name="Rectangle 318"/>
            <p:cNvSpPr/>
            <p:nvPr/>
          </p:nvSpPr>
          <p:spPr>
            <a:xfrm>
              <a:off x="307872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39" name="Rectangle 319"/>
            <p:cNvSpPr/>
            <p:nvPr/>
          </p:nvSpPr>
          <p:spPr>
            <a:xfrm>
              <a:off x="310608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40" name="Rectangle 320"/>
            <p:cNvSpPr/>
            <p:nvPr/>
          </p:nvSpPr>
          <p:spPr>
            <a:xfrm>
              <a:off x="313560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41" name="Rectangle 321"/>
            <p:cNvSpPr/>
            <p:nvPr/>
          </p:nvSpPr>
          <p:spPr>
            <a:xfrm>
              <a:off x="290844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42" name="Rectangle 322"/>
            <p:cNvSpPr/>
            <p:nvPr/>
          </p:nvSpPr>
          <p:spPr>
            <a:xfrm>
              <a:off x="293580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43" name="Rectangle 323"/>
            <p:cNvSpPr/>
            <p:nvPr/>
          </p:nvSpPr>
          <p:spPr>
            <a:xfrm>
              <a:off x="296532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44" name="Rectangle 324"/>
            <p:cNvSpPr/>
            <p:nvPr/>
          </p:nvSpPr>
          <p:spPr>
            <a:xfrm>
              <a:off x="287892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45" name="Freeform 325"/>
            <p:cNvSpPr/>
            <p:nvPr/>
          </p:nvSpPr>
          <p:spPr>
            <a:xfrm>
              <a:off x="2851920" y="1775880"/>
              <a:ext cx="50040" cy="9000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90000"/>
                <a:gd name="textAreaBottom" fmla="*/ 90360 h 90000"/>
                <a:gd name="GluePoint1X" fmla="*/ 21 w 24"/>
                <a:gd name="GluePoint1Y" fmla="*/ 0 h 43"/>
                <a:gd name="GluePoint2X" fmla="*/ 0 w 24"/>
                <a:gd name="GluePoint2Y" fmla="*/ 20 h 43"/>
                <a:gd name="GluePoint3X" fmla="*/ 0 w 24"/>
                <a:gd name="GluePoint3Y" fmla="*/ 23 h 43"/>
                <a:gd name="GluePoint4X" fmla="*/ 21 w 24"/>
                <a:gd name="GluePoint4Y" fmla="*/ 43 h 43"/>
                <a:gd name="GluePoint5X" fmla="*/ 24 w 24"/>
                <a:gd name="GluePoint5Y" fmla="*/ 40 h 43"/>
                <a:gd name="GluePoint6X" fmla="*/ 8 w 24"/>
                <a:gd name="GluePoint6Y" fmla="*/ 24 h 43"/>
                <a:gd name="GluePoint7X" fmla="*/ 9 w 24"/>
                <a:gd name="GluePoint7Y" fmla="*/ 24 h 43"/>
                <a:gd name="GluePoint8X" fmla="*/ 9 w 24"/>
                <a:gd name="GluePoint8Y" fmla="*/ 20 h 43"/>
                <a:gd name="GluePoint9X" fmla="*/ 8 w 24"/>
                <a:gd name="GluePoint9Y" fmla="*/ 20 h 43"/>
                <a:gd name="GluePoint10X" fmla="*/ 24 w 24"/>
                <a:gd name="GluePoint10Y" fmla="*/ 3 h 43"/>
                <a:gd name="GluePoint11X" fmla="*/ 21 w 24"/>
                <a:gd name="GluePoint11Y" fmla="*/ 0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4" h="43">
                  <a:moveTo>
                    <a:pt x="21" y="0"/>
                  </a:moveTo>
                  <a:lnTo>
                    <a:pt x="0" y="20"/>
                  </a:lnTo>
                  <a:lnTo>
                    <a:pt x="0" y="23"/>
                  </a:lnTo>
                  <a:lnTo>
                    <a:pt x="21" y="43"/>
                  </a:lnTo>
                  <a:lnTo>
                    <a:pt x="24" y="40"/>
                  </a:lnTo>
                  <a:lnTo>
                    <a:pt x="8" y="24"/>
                  </a:lnTo>
                  <a:lnTo>
                    <a:pt x="9" y="24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24" y="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346" name="Freeform 326"/>
          <p:cNvSpPr/>
          <p:nvPr/>
        </p:nvSpPr>
        <p:spPr>
          <a:xfrm>
            <a:off x="3244680" y="1775880"/>
            <a:ext cx="304200" cy="90000"/>
          </a:xfrm>
          <a:custGeom>
            <a:avLst/>
            <a:gdLst>
              <a:gd name="textAreaLeft" fmla="*/ 0 w 304200"/>
              <a:gd name="textAreaRight" fmla="*/ 304560 w 304200"/>
              <a:gd name="textAreaTop" fmla="*/ 0 h 90000"/>
              <a:gd name="textAreaBottom" fmla="*/ 90360 h 90000"/>
              <a:gd name="GluePoint1X" fmla="*/ 120 w 145"/>
              <a:gd name="GluePoint1Y" fmla="*/ 40 h 43"/>
              <a:gd name="GluePoint2X" fmla="*/ 124 w 145"/>
              <a:gd name="GluePoint2Y" fmla="*/ 43 h 43"/>
              <a:gd name="GluePoint3X" fmla="*/ 145 w 145"/>
              <a:gd name="GluePoint3Y" fmla="*/ 23 h 43"/>
              <a:gd name="GluePoint4X" fmla="*/ 145 w 145"/>
              <a:gd name="GluePoint4Y" fmla="*/ 20 h 43"/>
              <a:gd name="GluePoint5X" fmla="*/ 124 w 145"/>
              <a:gd name="GluePoint5Y" fmla="*/ 0 h 43"/>
              <a:gd name="GluePoint6X" fmla="*/ 120 w 145"/>
              <a:gd name="GluePoint6Y" fmla="*/ 3 h 43"/>
              <a:gd name="GluePoint7X" fmla="*/ 137 w 145"/>
              <a:gd name="GluePoint7Y" fmla="*/ 20 h 43"/>
              <a:gd name="GluePoint8X" fmla="*/ 0 w 145"/>
              <a:gd name="GluePoint8Y" fmla="*/ 20 h 43"/>
              <a:gd name="GluePoint9X" fmla="*/ 0 w 145"/>
              <a:gd name="GluePoint9Y" fmla="*/ 24 h 43"/>
              <a:gd name="GluePoint10X" fmla="*/ 137 w 145"/>
              <a:gd name="GluePoint10Y" fmla="*/ 24 h 43"/>
              <a:gd name="GluePoint11X" fmla="*/ 120 w 145"/>
              <a:gd name="GluePoint11Y" fmla="*/ 40 h 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45" h="43">
                <a:moveTo>
                  <a:pt x="120" y="40"/>
                </a:moveTo>
                <a:lnTo>
                  <a:pt x="124" y="43"/>
                </a:lnTo>
                <a:lnTo>
                  <a:pt x="145" y="23"/>
                </a:lnTo>
                <a:lnTo>
                  <a:pt x="145" y="20"/>
                </a:lnTo>
                <a:lnTo>
                  <a:pt x="124" y="0"/>
                </a:lnTo>
                <a:lnTo>
                  <a:pt x="120" y="3"/>
                </a:lnTo>
                <a:lnTo>
                  <a:pt x="137" y="20"/>
                </a:lnTo>
                <a:lnTo>
                  <a:pt x="0" y="20"/>
                </a:lnTo>
                <a:lnTo>
                  <a:pt x="0" y="24"/>
                </a:lnTo>
                <a:lnTo>
                  <a:pt x="137" y="24"/>
                </a:lnTo>
                <a:lnTo>
                  <a:pt x="120" y="4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347" name="Группа 104"/>
          <p:cNvGrpSpPr/>
          <p:nvPr/>
        </p:nvGrpSpPr>
        <p:grpSpPr>
          <a:xfrm>
            <a:off x="3637800" y="1775880"/>
            <a:ext cx="304200" cy="90000"/>
            <a:chOff x="3637800" y="1775880"/>
            <a:chExt cx="304200" cy="90000"/>
          </a:xfrm>
        </p:grpSpPr>
        <p:sp>
          <p:nvSpPr>
            <p:cNvPr id="2348" name="Rectangle 327"/>
            <p:cNvSpPr/>
            <p:nvPr/>
          </p:nvSpPr>
          <p:spPr>
            <a:xfrm>
              <a:off x="375120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49" name="Rectangle 328"/>
            <p:cNvSpPr/>
            <p:nvPr/>
          </p:nvSpPr>
          <p:spPr>
            <a:xfrm>
              <a:off x="366696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50" name="Rectangle 329"/>
            <p:cNvSpPr/>
            <p:nvPr/>
          </p:nvSpPr>
          <p:spPr>
            <a:xfrm>
              <a:off x="369432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51" name="Rectangle 330"/>
            <p:cNvSpPr/>
            <p:nvPr/>
          </p:nvSpPr>
          <p:spPr>
            <a:xfrm>
              <a:off x="372384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52" name="Rectangle 331"/>
            <p:cNvSpPr/>
            <p:nvPr/>
          </p:nvSpPr>
          <p:spPr>
            <a:xfrm>
              <a:off x="363780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53" name="Rectangle 332"/>
            <p:cNvSpPr/>
            <p:nvPr/>
          </p:nvSpPr>
          <p:spPr>
            <a:xfrm>
              <a:off x="389412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54" name="Rectangle 333"/>
            <p:cNvSpPr/>
            <p:nvPr/>
          </p:nvSpPr>
          <p:spPr>
            <a:xfrm>
              <a:off x="386676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55" name="Rectangle 334"/>
            <p:cNvSpPr/>
            <p:nvPr/>
          </p:nvSpPr>
          <p:spPr>
            <a:xfrm>
              <a:off x="383724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56" name="Rectangle 335"/>
            <p:cNvSpPr/>
            <p:nvPr/>
          </p:nvSpPr>
          <p:spPr>
            <a:xfrm>
              <a:off x="380808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57" name="Rectangle 336"/>
            <p:cNvSpPr/>
            <p:nvPr/>
          </p:nvSpPr>
          <p:spPr>
            <a:xfrm>
              <a:off x="3780720" y="1817640"/>
              <a:ext cx="18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58" name="Freeform 337"/>
            <p:cNvSpPr/>
            <p:nvPr/>
          </p:nvSpPr>
          <p:spPr>
            <a:xfrm>
              <a:off x="3889800" y="1775880"/>
              <a:ext cx="52200" cy="900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90000"/>
                <a:gd name="textAreaBottom" fmla="*/ 90360 h 90000"/>
                <a:gd name="GluePoint1X" fmla="*/ 4 w 25"/>
                <a:gd name="GluePoint1Y" fmla="*/ 43 h 43"/>
                <a:gd name="GluePoint2X" fmla="*/ 25 w 25"/>
                <a:gd name="GluePoint2Y" fmla="*/ 23 h 43"/>
                <a:gd name="GluePoint3X" fmla="*/ 25 w 25"/>
                <a:gd name="GluePoint3Y" fmla="*/ 20 h 43"/>
                <a:gd name="GluePoint4X" fmla="*/ 4 w 25"/>
                <a:gd name="GluePoint4Y" fmla="*/ 0 h 43"/>
                <a:gd name="GluePoint5X" fmla="*/ 0 w 25"/>
                <a:gd name="GluePoint5Y" fmla="*/ 3 h 43"/>
                <a:gd name="GluePoint6X" fmla="*/ 17 w 25"/>
                <a:gd name="GluePoint6Y" fmla="*/ 20 h 43"/>
                <a:gd name="GluePoint7X" fmla="*/ 16 w 25"/>
                <a:gd name="GluePoint7Y" fmla="*/ 20 h 43"/>
                <a:gd name="GluePoint8X" fmla="*/ 16 w 25"/>
                <a:gd name="GluePoint8Y" fmla="*/ 24 h 43"/>
                <a:gd name="GluePoint9X" fmla="*/ 17 w 25"/>
                <a:gd name="GluePoint9Y" fmla="*/ 24 h 43"/>
                <a:gd name="GluePoint10X" fmla="*/ 0 w 25"/>
                <a:gd name="GluePoint10Y" fmla="*/ 40 h 43"/>
                <a:gd name="GluePoint11X" fmla="*/ 4 w 25"/>
                <a:gd name="GluePoint11Y" fmla="*/ 43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5" h="43">
                  <a:moveTo>
                    <a:pt x="4" y="43"/>
                  </a:moveTo>
                  <a:lnTo>
                    <a:pt x="25" y="23"/>
                  </a:lnTo>
                  <a:lnTo>
                    <a:pt x="25" y="20"/>
                  </a:lnTo>
                  <a:lnTo>
                    <a:pt x="4" y="0"/>
                  </a:lnTo>
                  <a:lnTo>
                    <a:pt x="0" y="3"/>
                  </a:lnTo>
                  <a:lnTo>
                    <a:pt x="17" y="20"/>
                  </a:lnTo>
                  <a:lnTo>
                    <a:pt x="16" y="20"/>
                  </a:lnTo>
                  <a:lnTo>
                    <a:pt x="16" y="24"/>
                  </a:lnTo>
                  <a:lnTo>
                    <a:pt x="17" y="24"/>
                  </a:lnTo>
                  <a:lnTo>
                    <a:pt x="0" y="40"/>
                  </a:lnTo>
                  <a:lnTo>
                    <a:pt x="4" y="4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359" name="Freeform 338"/>
          <p:cNvSpPr/>
          <p:nvPr/>
        </p:nvSpPr>
        <p:spPr>
          <a:xfrm>
            <a:off x="4137840" y="1670760"/>
            <a:ext cx="90000" cy="302400"/>
          </a:xfrm>
          <a:custGeom>
            <a:avLst/>
            <a:gdLst>
              <a:gd name="textAreaLeft" fmla="*/ 0 w 90000"/>
              <a:gd name="textAreaRight" fmla="*/ 90360 w 90000"/>
              <a:gd name="textAreaTop" fmla="*/ 0 h 302400"/>
              <a:gd name="textAreaBottom" fmla="*/ 302760 h 302400"/>
              <a:gd name="GluePoint1X" fmla="*/ 24 w 43"/>
              <a:gd name="GluePoint1Y" fmla="*/ 144 h 144"/>
              <a:gd name="GluePoint2X" fmla="*/ 24 w 43"/>
              <a:gd name="GluePoint2Y" fmla="*/ 7 h 144"/>
              <a:gd name="GluePoint3X" fmla="*/ 40 w 43"/>
              <a:gd name="GluePoint3Y" fmla="*/ 23 h 144"/>
              <a:gd name="GluePoint4X" fmla="*/ 43 w 43"/>
              <a:gd name="GluePoint4Y" fmla="*/ 20 h 144"/>
              <a:gd name="GluePoint5X" fmla="*/ 23 w 43"/>
              <a:gd name="GluePoint5Y" fmla="*/ 0 h 144"/>
              <a:gd name="GluePoint6X" fmla="*/ 20 w 43"/>
              <a:gd name="GluePoint6Y" fmla="*/ 0 h 144"/>
              <a:gd name="GluePoint7X" fmla="*/ 0 w 43"/>
              <a:gd name="GluePoint7Y" fmla="*/ 20 h 144"/>
              <a:gd name="GluePoint8X" fmla="*/ 3 w 43"/>
              <a:gd name="GluePoint8Y" fmla="*/ 23 h 144"/>
              <a:gd name="GluePoint9X" fmla="*/ 19 w 43"/>
              <a:gd name="GluePoint9Y" fmla="*/ 7 h 144"/>
              <a:gd name="GluePoint10X" fmla="*/ 19 w 43"/>
              <a:gd name="GluePoint10Y" fmla="*/ 144 h 144"/>
              <a:gd name="GluePoint11X" fmla="*/ 24 w 43"/>
              <a:gd name="GluePoint11Y" fmla="*/ 144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43" h="144">
                <a:moveTo>
                  <a:pt x="24" y="144"/>
                </a:moveTo>
                <a:lnTo>
                  <a:pt x="24" y="7"/>
                </a:lnTo>
                <a:lnTo>
                  <a:pt x="40" y="23"/>
                </a:lnTo>
                <a:lnTo>
                  <a:pt x="43" y="20"/>
                </a:lnTo>
                <a:lnTo>
                  <a:pt x="23" y="0"/>
                </a:lnTo>
                <a:lnTo>
                  <a:pt x="20" y="0"/>
                </a:lnTo>
                <a:lnTo>
                  <a:pt x="0" y="20"/>
                </a:lnTo>
                <a:lnTo>
                  <a:pt x="3" y="23"/>
                </a:lnTo>
                <a:lnTo>
                  <a:pt x="19" y="7"/>
                </a:lnTo>
                <a:lnTo>
                  <a:pt x="19" y="144"/>
                </a:lnTo>
                <a:lnTo>
                  <a:pt x="24" y="144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360" name="Группа 105"/>
          <p:cNvGrpSpPr/>
          <p:nvPr/>
        </p:nvGrpSpPr>
        <p:grpSpPr>
          <a:xfrm>
            <a:off x="4530960" y="1670760"/>
            <a:ext cx="92160" cy="302400"/>
            <a:chOff x="4530960" y="1670760"/>
            <a:chExt cx="92160" cy="302400"/>
          </a:xfrm>
        </p:grpSpPr>
        <p:sp>
          <p:nvSpPr>
            <p:cNvPr id="2361" name="Rectangle 339"/>
            <p:cNvSpPr/>
            <p:nvPr/>
          </p:nvSpPr>
          <p:spPr>
            <a:xfrm>
              <a:off x="4570920" y="192492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62" name="Rectangle 340"/>
            <p:cNvSpPr/>
            <p:nvPr/>
          </p:nvSpPr>
          <p:spPr>
            <a:xfrm>
              <a:off x="4570920" y="175464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63" name="Rectangle 341"/>
            <p:cNvSpPr/>
            <p:nvPr/>
          </p:nvSpPr>
          <p:spPr>
            <a:xfrm>
              <a:off x="4570920" y="189756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64" name="Rectangle 342"/>
            <p:cNvSpPr/>
            <p:nvPr/>
          </p:nvSpPr>
          <p:spPr>
            <a:xfrm>
              <a:off x="4570920" y="184104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65" name="Rectangle 343"/>
            <p:cNvSpPr/>
            <p:nvPr/>
          </p:nvSpPr>
          <p:spPr>
            <a:xfrm>
              <a:off x="4570920" y="172728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66" name="Rectangle 344"/>
            <p:cNvSpPr/>
            <p:nvPr/>
          </p:nvSpPr>
          <p:spPr>
            <a:xfrm>
              <a:off x="4570920" y="186804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67" name="Rectangle 345"/>
            <p:cNvSpPr/>
            <p:nvPr/>
          </p:nvSpPr>
          <p:spPr>
            <a:xfrm>
              <a:off x="4570920" y="181152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68" name="Rectangle 346"/>
            <p:cNvSpPr/>
            <p:nvPr/>
          </p:nvSpPr>
          <p:spPr>
            <a:xfrm>
              <a:off x="4570920" y="169812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69" name="Rectangle 347"/>
            <p:cNvSpPr/>
            <p:nvPr/>
          </p:nvSpPr>
          <p:spPr>
            <a:xfrm>
              <a:off x="4570920" y="195444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70" name="Rectangle 348"/>
            <p:cNvSpPr/>
            <p:nvPr/>
          </p:nvSpPr>
          <p:spPr>
            <a:xfrm>
              <a:off x="4570920" y="1784160"/>
              <a:ext cx="1008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71" name="Freeform 349"/>
            <p:cNvSpPr/>
            <p:nvPr/>
          </p:nvSpPr>
          <p:spPr>
            <a:xfrm>
              <a:off x="4530960" y="1670760"/>
              <a:ext cx="92160" cy="47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47880"/>
                <a:gd name="textAreaBottom" fmla="*/ 48240 h 47880"/>
                <a:gd name="GluePoint1X" fmla="*/ 3 w 44"/>
                <a:gd name="GluePoint1Y" fmla="*/ 23 h 23"/>
                <a:gd name="GluePoint2X" fmla="*/ 19 w 44"/>
                <a:gd name="GluePoint2Y" fmla="*/ 7 h 23"/>
                <a:gd name="GluePoint3X" fmla="*/ 19 w 44"/>
                <a:gd name="GluePoint3Y" fmla="*/ 9 h 23"/>
                <a:gd name="GluePoint4X" fmla="*/ 24 w 44"/>
                <a:gd name="GluePoint4Y" fmla="*/ 9 h 23"/>
                <a:gd name="GluePoint5X" fmla="*/ 24 w 44"/>
                <a:gd name="GluePoint5Y" fmla="*/ 7 h 23"/>
                <a:gd name="GluePoint6X" fmla="*/ 40 w 44"/>
                <a:gd name="GluePoint6Y" fmla="*/ 23 h 23"/>
                <a:gd name="GluePoint7X" fmla="*/ 44 w 44"/>
                <a:gd name="GluePoint7Y" fmla="*/ 20 h 23"/>
                <a:gd name="GluePoint8X" fmla="*/ 23 w 44"/>
                <a:gd name="GluePoint8Y" fmla="*/ 0 h 23"/>
                <a:gd name="GluePoint9X" fmla="*/ 20 w 44"/>
                <a:gd name="GluePoint9Y" fmla="*/ 0 h 23"/>
                <a:gd name="GluePoint10X" fmla="*/ 0 w 44"/>
                <a:gd name="GluePoint10Y" fmla="*/ 20 h 23"/>
                <a:gd name="GluePoint11X" fmla="*/ 3 w 44"/>
                <a:gd name="GluePoint11Y" fmla="*/ 23 h 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4" h="23">
                  <a:moveTo>
                    <a:pt x="3" y="23"/>
                  </a:moveTo>
                  <a:lnTo>
                    <a:pt x="19" y="7"/>
                  </a:lnTo>
                  <a:lnTo>
                    <a:pt x="19" y="9"/>
                  </a:lnTo>
                  <a:lnTo>
                    <a:pt x="24" y="9"/>
                  </a:lnTo>
                  <a:lnTo>
                    <a:pt x="24" y="7"/>
                  </a:lnTo>
                  <a:lnTo>
                    <a:pt x="40" y="23"/>
                  </a:lnTo>
                  <a:lnTo>
                    <a:pt x="44" y="2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0" y="20"/>
                  </a:lnTo>
                  <a:lnTo>
                    <a:pt x="3" y="2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4120" bIns="24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372" name="Группа 107"/>
          <p:cNvGrpSpPr/>
          <p:nvPr/>
        </p:nvGrpSpPr>
        <p:grpSpPr>
          <a:xfrm>
            <a:off x="5211720" y="1670760"/>
            <a:ext cx="302040" cy="302040"/>
            <a:chOff x="5211720" y="1670760"/>
            <a:chExt cx="302040" cy="302040"/>
          </a:xfrm>
        </p:grpSpPr>
        <p:sp>
          <p:nvSpPr>
            <p:cNvPr id="2373" name="Freeform 378"/>
            <p:cNvSpPr/>
            <p:nvPr/>
          </p:nvSpPr>
          <p:spPr>
            <a:xfrm>
              <a:off x="5385960" y="1670760"/>
              <a:ext cx="127800" cy="1234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3480"/>
                <a:gd name="textAreaBottom" fmla="*/ 123840 h 123480"/>
                <a:gd name="GluePoint1X" fmla="*/ 34 w 61"/>
                <a:gd name="GluePoint1Y" fmla="*/ 0 h 59"/>
                <a:gd name="GluePoint2X" fmla="*/ 34 w 61"/>
                <a:gd name="GluePoint2Y" fmla="*/ 4 h 59"/>
                <a:gd name="GluePoint3X" fmla="*/ 53 w 61"/>
                <a:gd name="GluePoint3Y" fmla="*/ 4 h 59"/>
                <a:gd name="GluePoint4X" fmla="*/ 0 w 61"/>
                <a:gd name="GluePoint4Y" fmla="*/ 57 h 59"/>
                <a:gd name="GluePoint5X" fmla="*/ 4 w 61"/>
                <a:gd name="GluePoint5Y" fmla="*/ 59 h 59"/>
                <a:gd name="GluePoint6X" fmla="*/ 56 w 61"/>
                <a:gd name="GluePoint6Y" fmla="*/ 7 h 59"/>
                <a:gd name="GluePoint7X" fmla="*/ 56 w 61"/>
                <a:gd name="GluePoint7Y" fmla="*/ 27 h 59"/>
                <a:gd name="GluePoint8X" fmla="*/ 61 w 61"/>
                <a:gd name="GluePoint8Y" fmla="*/ 27 h 59"/>
                <a:gd name="GluePoint9X" fmla="*/ 61 w 61"/>
                <a:gd name="GluePoint9Y" fmla="*/ 2 h 59"/>
                <a:gd name="GluePoint10X" fmla="*/ 59 w 61"/>
                <a:gd name="GluePoint10Y" fmla="*/ 0 h 59"/>
                <a:gd name="GluePoint11X" fmla="*/ 34 w 61"/>
                <a:gd name="GluePoint11Y" fmla="*/ 0 h 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1" h="59">
                  <a:moveTo>
                    <a:pt x="34" y="0"/>
                  </a:moveTo>
                  <a:lnTo>
                    <a:pt x="34" y="4"/>
                  </a:lnTo>
                  <a:lnTo>
                    <a:pt x="53" y="4"/>
                  </a:lnTo>
                  <a:lnTo>
                    <a:pt x="0" y="57"/>
                  </a:lnTo>
                  <a:lnTo>
                    <a:pt x="4" y="59"/>
                  </a:lnTo>
                  <a:lnTo>
                    <a:pt x="56" y="7"/>
                  </a:lnTo>
                  <a:lnTo>
                    <a:pt x="56" y="27"/>
                  </a:lnTo>
                  <a:lnTo>
                    <a:pt x="61" y="27"/>
                  </a:lnTo>
                  <a:lnTo>
                    <a:pt x="61" y="2"/>
                  </a:lnTo>
                  <a:lnTo>
                    <a:pt x="59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74" name="Freeform 379"/>
            <p:cNvSpPr/>
            <p:nvPr/>
          </p:nvSpPr>
          <p:spPr>
            <a:xfrm>
              <a:off x="5211720" y="1847160"/>
              <a:ext cx="125640" cy="125640"/>
            </a:xfrm>
            <a:custGeom>
              <a:avLst/>
              <a:gdLst>
                <a:gd name="textAreaLeft" fmla="*/ 0 w 125640"/>
                <a:gd name="textAreaRight" fmla="*/ 126000 w 125640"/>
                <a:gd name="textAreaTop" fmla="*/ 0 h 125640"/>
                <a:gd name="textAreaBottom" fmla="*/ 126000 h 125640"/>
                <a:gd name="GluePoint1X" fmla="*/ 56 w 60"/>
                <a:gd name="GluePoint1Y" fmla="*/ 0 h 60"/>
                <a:gd name="GluePoint2X" fmla="*/ 4 w 60"/>
                <a:gd name="GluePoint2Y" fmla="*/ 52 h 60"/>
                <a:gd name="GluePoint3X" fmla="*/ 4 w 60"/>
                <a:gd name="GluePoint3Y" fmla="*/ 33 h 60"/>
                <a:gd name="GluePoint4X" fmla="*/ 0 w 60"/>
                <a:gd name="GluePoint4Y" fmla="*/ 33 h 60"/>
                <a:gd name="GluePoint5X" fmla="*/ 0 w 60"/>
                <a:gd name="GluePoint5Y" fmla="*/ 58 h 60"/>
                <a:gd name="GluePoint6X" fmla="*/ 2 w 60"/>
                <a:gd name="GluePoint6Y" fmla="*/ 60 h 60"/>
                <a:gd name="GluePoint7X" fmla="*/ 27 w 60"/>
                <a:gd name="GluePoint7Y" fmla="*/ 60 h 60"/>
                <a:gd name="GluePoint8X" fmla="*/ 27 w 60"/>
                <a:gd name="GluePoint8Y" fmla="*/ 55 h 60"/>
                <a:gd name="GluePoint9X" fmla="*/ 7 w 60"/>
                <a:gd name="GluePoint9Y" fmla="*/ 55 h 60"/>
                <a:gd name="GluePoint10X" fmla="*/ 60 w 60"/>
                <a:gd name="GluePoint10Y" fmla="*/ 2 h 60"/>
                <a:gd name="GluePoint11X" fmla="*/ 56 w 60"/>
                <a:gd name="GluePoint11Y" fmla="*/ 0 h 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0" h="60">
                  <a:moveTo>
                    <a:pt x="56" y="0"/>
                  </a:moveTo>
                  <a:lnTo>
                    <a:pt x="4" y="52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0" y="58"/>
                  </a:lnTo>
                  <a:lnTo>
                    <a:pt x="2" y="60"/>
                  </a:lnTo>
                  <a:lnTo>
                    <a:pt x="27" y="60"/>
                  </a:lnTo>
                  <a:lnTo>
                    <a:pt x="27" y="55"/>
                  </a:lnTo>
                  <a:lnTo>
                    <a:pt x="7" y="55"/>
                  </a:lnTo>
                  <a:lnTo>
                    <a:pt x="60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75" name="Freeform 380"/>
            <p:cNvSpPr/>
            <p:nvPr/>
          </p:nvSpPr>
          <p:spPr>
            <a:xfrm>
              <a:off x="5320800" y="1779840"/>
              <a:ext cx="81720" cy="8172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81720"/>
                <a:gd name="textAreaBottom" fmla="*/ 82080 h 81720"/>
                <a:gd name="GluePoint1X" fmla="*/ 36 w 39"/>
                <a:gd name="GluePoint1Y" fmla="*/ 39 h 39"/>
                <a:gd name="GluePoint2X" fmla="*/ 0 w 39"/>
                <a:gd name="GluePoint2Y" fmla="*/ 3 h 39"/>
                <a:gd name="GluePoint3X" fmla="*/ 3 w 39"/>
                <a:gd name="GluePoint3Y" fmla="*/ 0 h 39"/>
                <a:gd name="GluePoint4X" fmla="*/ 39 w 39"/>
                <a:gd name="GluePoint4Y" fmla="*/ 36 h 39"/>
                <a:gd name="GluePoint5X" fmla="*/ 36 w 39"/>
                <a:gd name="GluePoint5Y" fmla="*/ 39 h 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9" h="39">
                  <a:moveTo>
                    <a:pt x="36" y="39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39" y="36"/>
                  </a:lnTo>
                  <a:lnTo>
                    <a:pt x="36" y="3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040" bIns="41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376" name="Группа 106"/>
          <p:cNvGrpSpPr/>
          <p:nvPr/>
        </p:nvGrpSpPr>
        <p:grpSpPr>
          <a:xfrm>
            <a:off x="4816440" y="1670760"/>
            <a:ext cx="304560" cy="302040"/>
            <a:chOff x="4816440" y="1670760"/>
            <a:chExt cx="304560" cy="302040"/>
          </a:xfrm>
        </p:grpSpPr>
        <p:sp>
          <p:nvSpPr>
            <p:cNvPr id="2377" name="Freeform 381"/>
            <p:cNvSpPr/>
            <p:nvPr/>
          </p:nvSpPr>
          <p:spPr>
            <a:xfrm>
              <a:off x="4993200" y="1847160"/>
              <a:ext cx="127800" cy="1256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5640"/>
                <a:gd name="textAreaBottom" fmla="*/ 126000 h 125640"/>
                <a:gd name="GluePoint1X" fmla="*/ 56 w 61"/>
                <a:gd name="GluePoint1Y" fmla="*/ 52 h 60"/>
                <a:gd name="GluePoint2X" fmla="*/ 4 w 61"/>
                <a:gd name="GluePoint2Y" fmla="*/ 0 h 60"/>
                <a:gd name="GluePoint3X" fmla="*/ 0 w 61"/>
                <a:gd name="GluePoint3Y" fmla="*/ 2 h 60"/>
                <a:gd name="GluePoint4X" fmla="*/ 53 w 61"/>
                <a:gd name="GluePoint4Y" fmla="*/ 55 h 60"/>
                <a:gd name="GluePoint5X" fmla="*/ 34 w 61"/>
                <a:gd name="GluePoint5Y" fmla="*/ 55 h 60"/>
                <a:gd name="GluePoint6X" fmla="*/ 34 w 61"/>
                <a:gd name="GluePoint6Y" fmla="*/ 60 h 60"/>
                <a:gd name="GluePoint7X" fmla="*/ 58 w 61"/>
                <a:gd name="GluePoint7Y" fmla="*/ 60 h 60"/>
                <a:gd name="GluePoint8X" fmla="*/ 61 w 61"/>
                <a:gd name="GluePoint8Y" fmla="*/ 58 h 60"/>
                <a:gd name="GluePoint9X" fmla="*/ 61 w 61"/>
                <a:gd name="GluePoint9Y" fmla="*/ 33 h 60"/>
                <a:gd name="GluePoint10X" fmla="*/ 56 w 61"/>
                <a:gd name="GluePoint10Y" fmla="*/ 33 h 60"/>
                <a:gd name="GluePoint11X" fmla="*/ 56 w 61"/>
                <a:gd name="GluePoint11Y" fmla="*/ 52 h 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1" h="60">
                  <a:moveTo>
                    <a:pt x="56" y="5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53" y="55"/>
                  </a:lnTo>
                  <a:lnTo>
                    <a:pt x="34" y="55"/>
                  </a:lnTo>
                  <a:lnTo>
                    <a:pt x="34" y="60"/>
                  </a:lnTo>
                  <a:lnTo>
                    <a:pt x="58" y="60"/>
                  </a:lnTo>
                  <a:lnTo>
                    <a:pt x="61" y="58"/>
                  </a:lnTo>
                  <a:lnTo>
                    <a:pt x="61" y="33"/>
                  </a:lnTo>
                  <a:lnTo>
                    <a:pt x="56" y="33"/>
                  </a:lnTo>
                  <a:lnTo>
                    <a:pt x="56" y="5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78" name="Freeform 382"/>
            <p:cNvSpPr/>
            <p:nvPr/>
          </p:nvSpPr>
          <p:spPr>
            <a:xfrm>
              <a:off x="4816440" y="1670760"/>
              <a:ext cx="127800" cy="12348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3480"/>
                <a:gd name="textAreaBottom" fmla="*/ 123840 h 123480"/>
                <a:gd name="GluePoint1X" fmla="*/ 57 w 61"/>
                <a:gd name="GluePoint1Y" fmla="*/ 59 h 59"/>
                <a:gd name="GluePoint2X" fmla="*/ 61 w 61"/>
                <a:gd name="GluePoint2Y" fmla="*/ 57 h 59"/>
                <a:gd name="GluePoint3X" fmla="*/ 8 w 61"/>
                <a:gd name="GluePoint3Y" fmla="*/ 4 h 59"/>
                <a:gd name="GluePoint4X" fmla="*/ 28 w 61"/>
                <a:gd name="GluePoint4Y" fmla="*/ 4 h 59"/>
                <a:gd name="GluePoint5X" fmla="*/ 28 w 61"/>
                <a:gd name="GluePoint5Y" fmla="*/ 0 h 59"/>
                <a:gd name="GluePoint6X" fmla="*/ 3 w 61"/>
                <a:gd name="GluePoint6Y" fmla="*/ 0 h 59"/>
                <a:gd name="GluePoint7X" fmla="*/ 0 w 61"/>
                <a:gd name="GluePoint7Y" fmla="*/ 2 h 59"/>
                <a:gd name="GluePoint8X" fmla="*/ 0 w 61"/>
                <a:gd name="GluePoint8Y" fmla="*/ 27 h 59"/>
                <a:gd name="GluePoint9X" fmla="*/ 5 w 61"/>
                <a:gd name="GluePoint9Y" fmla="*/ 27 h 59"/>
                <a:gd name="GluePoint10X" fmla="*/ 5 w 61"/>
                <a:gd name="GluePoint10Y" fmla="*/ 7 h 59"/>
                <a:gd name="GluePoint11X" fmla="*/ 57 w 61"/>
                <a:gd name="GluePoint11Y" fmla="*/ 59 h 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1" h="59">
                  <a:moveTo>
                    <a:pt x="57" y="59"/>
                  </a:moveTo>
                  <a:lnTo>
                    <a:pt x="61" y="57"/>
                  </a:lnTo>
                  <a:lnTo>
                    <a:pt x="8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3" y="0"/>
                  </a:lnTo>
                  <a:lnTo>
                    <a:pt x="0" y="2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7"/>
                  </a:lnTo>
                  <a:lnTo>
                    <a:pt x="57" y="5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79" name="Freeform 383"/>
            <p:cNvSpPr/>
            <p:nvPr/>
          </p:nvSpPr>
          <p:spPr>
            <a:xfrm>
              <a:off x="4928040" y="1779840"/>
              <a:ext cx="81720" cy="8172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81720"/>
                <a:gd name="textAreaBottom" fmla="*/ 82080 h 81720"/>
                <a:gd name="GluePoint1X" fmla="*/ 0 w 39"/>
                <a:gd name="GluePoint1Y" fmla="*/ 36 h 39"/>
                <a:gd name="GluePoint2X" fmla="*/ 36 w 39"/>
                <a:gd name="GluePoint2Y" fmla="*/ 0 h 39"/>
                <a:gd name="GluePoint3X" fmla="*/ 39 w 39"/>
                <a:gd name="GluePoint3Y" fmla="*/ 3 h 39"/>
                <a:gd name="GluePoint4X" fmla="*/ 3 w 39"/>
                <a:gd name="GluePoint4Y" fmla="*/ 39 h 39"/>
                <a:gd name="GluePoint5X" fmla="*/ 0 w 39"/>
                <a:gd name="GluePoint5Y" fmla="*/ 36 h 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9" h="39">
                  <a:moveTo>
                    <a:pt x="0" y="36"/>
                  </a:moveTo>
                  <a:lnTo>
                    <a:pt x="36" y="0"/>
                  </a:lnTo>
                  <a:lnTo>
                    <a:pt x="39" y="3"/>
                  </a:lnTo>
                  <a:lnTo>
                    <a:pt x="3" y="39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040" bIns="41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380" name="Freeform 384"/>
          <p:cNvSpPr/>
          <p:nvPr/>
        </p:nvSpPr>
        <p:spPr>
          <a:xfrm>
            <a:off x="5604480" y="167076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17 w 144"/>
              <a:gd name="GluePoint1Y" fmla="*/ 0 h 144"/>
              <a:gd name="GluePoint2X" fmla="*/ 117 w 144"/>
              <a:gd name="GluePoint2Y" fmla="*/ 4 h 144"/>
              <a:gd name="GluePoint3X" fmla="*/ 137 w 144"/>
              <a:gd name="GluePoint3Y" fmla="*/ 4 h 144"/>
              <a:gd name="GluePoint4X" fmla="*/ 72 w 144"/>
              <a:gd name="GluePoint4Y" fmla="*/ 68 h 144"/>
              <a:gd name="GluePoint5X" fmla="*/ 4 w 144"/>
              <a:gd name="GluePoint5Y" fmla="*/ 0 h 144"/>
              <a:gd name="GluePoint6X" fmla="*/ 0 w 144"/>
              <a:gd name="GluePoint6Y" fmla="*/ 3 h 144"/>
              <a:gd name="GluePoint7X" fmla="*/ 69 w 144"/>
              <a:gd name="GluePoint7Y" fmla="*/ 72 h 144"/>
              <a:gd name="GluePoint8X" fmla="*/ 4 w 144"/>
              <a:gd name="GluePoint8Y" fmla="*/ 136 h 144"/>
              <a:gd name="GluePoint9X" fmla="*/ 4 w 144"/>
              <a:gd name="GluePoint9Y" fmla="*/ 117 h 144"/>
              <a:gd name="GluePoint10X" fmla="*/ 0 w 144"/>
              <a:gd name="GluePoint10Y" fmla="*/ 117 h 144"/>
              <a:gd name="GluePoint11X" fmla="*/ 0 w 144"/>
              <a:gd name="GluePoint11Y" fmla="*/ 142 h 144"/>
              <a:gd name="GluePoint12X" fmla="*/ 2 w 144"/>
              <a:gd name="GluePoint12Y" fmla="*/ 144 h 144"/>
              <a:gd name="GluePoint13X" fmla="*/ 27 w 144"/>
              <a:gd name="GluePoint13Y" fmla="*/ 144 h 144"/>
              <a:gd name="GluePoint14X" fmla="*/ 27 w 144"/>
              <a:gd name="GluePoint14Y" fmla="*/ 139 h 144"/>
              <a:gd name="GluePoint15X" fmla="*/ 7 w 144"/>
              <a:gd name="GluePoint15Y" fmla="*/ 139 h 144"/>
              <a:gd name="GluePoint16X" fmla="*/ 72 w 144"/>
              <a:gd name="GluePoint16Y" fmla="*/ 75 h 144"/>
              <a:gd name="GluePoint17X" fmla="*/ 140 w 144"/>
              <a:gd name="GluePoint17Y" fmla="*/ 143 h 144"/>
              <a:gd name="GluePoint18X" fmla="*/ 143 w 144"/>
              <a:gd name="GluePoint18Y" fmla="*/ 140 h 144"/>
              <a:gd name="GluePoint19X" fmla="*/ 75 w 144"/>
              <a:gd name="GluePoint19Y" fmla="*/ 72 h 144"/>
              <a:gd name="GluePoint20X" fmla="*/ 139 w 144"/>
              <a:gd name="GluePoint20Y" fmla="*/ 7 h 144"/>
              <a:gd name="GluePoint21X" fmla="*/ 139 w 144"/>
              <a:gd name="GluePoint21Y" fmla="*/ 27 h 144"/>
              <a:gd name="GluePoint22X" fmla="*/ 144 w 144"/>
              <a:gd name="GluePoint22Y" fmla="*/ 27 h 144"/>
              <a:gd name="GluePoint23X" fmla="*/ 144 w 144"/>
              <a:gd name="GluePoint23Y" fmla="*/ 2 h 144"/>
              <a:gd name="GluePoint24X" fmla="*/ 142 w 144"/>
              <a:gd name="GluePoint24Y" fmla="*/ 0 h 144"/>
              <a:gd name="GluePoint25X" fmla="*/ 117 w 144"/>
              <a:gd name="GluePoint25Y" fmla="*/ 0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</a:cxnLst>
            <a:rect l="textAreaLeft" t="textAreaTop" r="textAreaRight" b="textAreaBottom"/>
            <a:pathLst>
              <a:path w="144" h="144">
                <a:moveTo>
                  <a:pt x="117" y="0"/>
                </a:moveTo>
                <a:lnTo>
                  <a:pt x="117" y="4"/>
                </a:lnTo>
                <a:lnTo>
                  <a:pt x="137" y="4"/>
                </a:lnTo>
                <a:lnTo>
                  <a:pt x="72" y="68"/>
                </a:lnTo>
                <a:lnTo>
                  <a:pt x="4" y="0"/>
                </a:lnTo>
                <a:lnTo>
                  <a:pt x="0" y="3"/>
                </a:lnTo>
                <a:lnTo>
                  <a:pt x="69" y="72"/>
                </a:lnTo>
                <a:lnTo>
                  <a:pt x="4" y="136"/>
                </a:lnTo>
                <a:lnTo>
                  <a:pt x="4" y="117"/>
                </a:lnTo>
                <a:lnTo>
                  <a:pt x="0" y="117"/>
                </a:lnTo>
                <a:lnTo>
                  <a:pt x="0" y="142"/>
                </a:lnTo>
                <a:lnTo>
                  <a:pt x="2" y="144"/>
                </a:lnTo>
                <a:lnTo>
                  <a:pt x="27" y="144"/>
                </a:lnTo>
                <a:lnTo>
                  <a:pt x="27" y="139"/>
                </a:lnTo>
                <a:lnTo>
                  <a:pt x="7" y="139"/>
                </a:lnTo>
                <a:lnTo>
                  <a:pt x="72" y="75"/>
                </a:lnTo>
                <a:lnTo>
                  <a:pt x="140" y="143"/>
                </a:lnTo>
                <a:lnTo>
                  <a:pt x="143" y="140"/>
                </a:lnTo>
                <a:lnTo>
                  <a:pt x="75" y="72"/>
                </a:lnTo>
                <a:lnTo>
                  <a:pt x="139" y="7"/>
                </a:lnTo>
                <a:lnTo>
                  <a:pt x="139" y="27"/>
                </a:lnTo>
                <a:lnTo>
                  <a:pt x="144" y="27"/>
                </a:lnTo>
                <a:lnTo>
                  <a:pt x="144" y="2"/>
                </a:lnTo>
                <a:lnTo>
                  <a:pt x="142" y="0"/>
                </a:lnTo>
                <a:lnTo>
                  <a:pt x="117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381" name="Freeform 385"/>
          <p:cNvSpPr/>
          <p:nvPr/>
        </p:nvSpPr>
        <p:spPr>
          <a:xfrm>
            <a:off x="5997600" y="167076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39 w 144"/>
              <a:gd name="GluePoint1Y" fmla="*/ 136 h 144"/>
              <a:gd name="GluePoint2X" fmla="*/ 75 w 144"/>
              <a:gd name="GluePoint2Y" fmla="*/ 72 h 144"/>
              <a:gd name="GluePoint3X" fmla="*/ 143 w 144"/>
              <a:gd name="GluePoint3Y" fmla="*/ 3 h 144"/>
              <a:gd name="GluePoint4X" fmla="*/ 140 w 144"/>
              <a:gd name="GluePoint4Y" fmla="*/ 0 h 144"/>
              <a:gd name="GluePoint5X" fmla="*/ 72 w 144"/>
              <a:gd name="GluePoint5Y" fmla="*/ 68 h 144"/>
              <a:gd name="GluePoint6X" fmla="*/ 8 w 144"/>
              <a:gd name="GluePoint6Y" fmla="*/ 4 h 144"/>
              <a:gd name="GluePoint7X" fmla="*/ 27 w 144"/>
              <a:gd name="GluePoint7Y" fmla="*/ 4 h 144"/>
              <a:gd name="GluePoint8X" fmla="*/ 27 w 144"/>
              <a:gd name="GluePoint8Y" fmla="*/ 0 h 144"/>
              <a:gd name="GluePoint9X" fmla="*/ 2 w 144"/>
              <a:gd name="GluePoint9Y" fmla="*/ 0 h 144"/>
              <a:gd name="GluePoint10X" fmla="*/ 0 w 144"/>
              <a:gd name="GluePoint10Y" fmla="*/ 2 h 144"/>
              <a:gd name="GluePoint11X" fmla="*/ 0 w 144"/>
              <a:gd name="GluePoint11Y" fmla="*/ 27 h 144"/>
              <a:gd name="GluePoint12X" fmla="*/ 4 w 144"/>
              <a:gd name="GluePoint12Y" fmla="*/ 27 h 144"/>
              <a:gd name="GluePoint13X" fmla="*/ 4 w 144"/>
              <a:gd name="GluePoint13Y" fmla="*/ 7 h 144"/>
              <a:gd name="GluePoint14X" fmla="*/ 69 w 144"/>
              <a:gd name="GluePoint14Y" fmla="*/ 72 h 144"/>
              <a:gd name="GluePoint15X" fmla="*/ 1 w 144"/>
              <a:gd name="GluePoint15Y" fmla="*/ 140 h 144"/>
              <a:gd name="GluePoint16X" fmla="*/ 4 w 144"/>
              <a:gd name="GluePoint16Y" fmla="*/ 143 h 144"/>
              <a:gd name="GluePoint17X" fmla="*/ 72 w 144"/>
              <a:gd name="GluePoint17Y" fmla="*/ 75 h 144"/>
              <a:gd name="GluePoint18X" fmla="*/ 137 w 144"/>
              <a:gd name="GluePoint18Y" fmla="*/ 139 h 144"/>
              <a:gd name="GluePoint19X" fmla="*/ 117 w 144"/>
              <a:gd name="GluePoint19Y" fmla="*/ 139 h 144"/>
              <a:gd name="GluePoint20X" fmla="*/ 117 w 144"/>
              <a:gd name="GluePoint20Y" fmla="*/ 144 h 144"/>
              <a:gd name="GluePoint21X" fmla="*/ 142 w 144"/>
              <a:gd name="GluePoint21Y" fmla="*/ 144 h 144"/>
              <a:gd name="GluePoint22X" fmla="*/ 144 w 144"/>
              <a:gd name="GluePoint22Y" fmla="*/ 142 h 144"/>
              <a:gd name="GluePoint23X" fmla="*/ 144 w 144"/>
              <a:gd name="GluePoint23Y" fmla="*/ 117 h 144"/>
              <a:gd name="GluePoint24X" fmla="*/ 139 w 144"/>
              <a:gd name="GluePoint24Y" fmla="*/ 117 h 144"/>
              <a:gd name="GluePoint25X" fmla="*/ 139 w 144"/>
              <a:gd name="GluePoint25Y" fmla="*/ 136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</a:cxnLst>
            <a:rect l="textAreaLeft" t="textAreaTop" r="textAreaRight" b="textAreaBottom"/>
            <a:pathLst>
              <a:path w="144" h="144">
                <a:moveTo>
                  <a:pt x="139" y="136"/>
                </a:moveTo>
                <a:lnTo>
                  <a:pt x="75" y="72"/>
                </a:lnTo>
                <a:lnTo>
                  <a:pt x="143" y="3"/>
                </a:lnTo>
                <a:lnTo>
                  <a:pt x="140" y="0"/>
                </a:lnTo>
                <a:lnTo>
                  <a:pt x="72" y="68"/>
                </a:lnTo>
                <a:lnTo>
                  <a:pt x="8" y="4"/>
                </a:lnTo>
                <a:lnTo>
                  <a:pt x="27" y="4"/>
                </a:lnTo>
                <a:lnTo>
                  <a:pt x="27" y="0"/>
                </a:lnTo>
                <a:lnTo>
                  <a:pt x="2" y="0"/>
                </a:lnTo>
                <a:lnTo>
                  <a:pt x="0" y="2"/>
                </a:lnTo>
                <a:lnTo>
                  <a:pt x="0" y="27"/>
                </a:lnTo>
                <a:lnTo>
                  <a:pt x="4" y="27"/>
                </a:lnTo>
                <a:lnTo>
                  <a:pt x="4" y="7"/>
                </a:lnTo>
                <a:lnTo>
                  <a:pt x="69" y="72"/>
                </a:lnTo>
                <a:lnTo>
                  <a:pt x="1" y="140"/>
                </a:lnTo>
                <a:lnTo>
                  <a:pt x="4" y="143"/>
                </a:lnTo>
                <a:lnTo>
                  <a:pt x="72" y="75"/>
                </a:lnTo>
                <a:lnTo>
                  <a:pt x="137" y="139"/>
                </a:lnTo>
                <a:lnTo>
                  <a:pt x="117" y="139"/>
                </a:lnTo>
                <a:lnTo>
                  <a:pt x="117" y="144"/>
                </a:lnTo>
                <a:lnTo>
                  <a:pt x="142" y="144"/>
                </a:lnTo>
                <a:lnTo>
                  <a:pt x="144" y="142"/>
                </a:lnTo>
                <a:lnTo>
                  <a:pt x="144" y="117"/>
                </a:lnTo>
                <a:lnTo>
                  <a:pt x="139" y="117"/>
                </a:lnTo>
                <a:lnTo>
                  <a:pt x="139" y="13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382" name="Группа 108"/>
          <p:cNvGrpSpPr/>
          <p:nvPr/>
        </p:nvGrpSpPr>
        <p:grpSpPr>
          <a:xfrm>
            <a:off x="6390720" y="1769400"/>
            <a:ext cx="302400" cy="104760"/>
            <a:chOff x="6390720" y="1769400"/>
            <a:chExt cx="302400" cy="104760"/>
          </a:xfrm>
        </p:grpSpPr>
        <p:sp>
          <p:nvSpPr>
            <p:cNvPr id="2383" name="Freeform 386"/>
            <p:cNvSpPr/>
            <p:nvPr/>
          </p:nvSpPr>
          <p:spPr>
            <a:xfrm>
              <a:off x="6571440" y="1779840"/>
              <a:ext cx="121680" cy="8172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81720"/>
                <a:gd name="textAreaBottom" fmla="*/ 82080 h 81720"/>
                <a:gd name="GluePoint1X" fmla="*/ 37 w 58"/>
                <a:gd name="GluePoint1Y" fmla="*/ 3 h 39"/>
                <a:gd name="GluePoint2X" fmla="*/ 51 w 58"/>
                <a:gd name="GluePoint2Y" fmla="*/ 18 h 39"/>
                <a:gd name="GluePoint3X" fmla="*/ 0 w 58"/>
                <a:gd name="GluePoint3Y" fmla="*/ 18 h 39"/>
                <a:gd name="GluePoint4X" fmla="*/ 0 w 58"/>
                <a:gd name="GluePoint4Y" fmla="*/ 22 h 39"/>
                <a:gd name="GluePoint5X" fmla="*/ 51 w 58"/>
                <a:gd name="GluePoint5Y" fmla="*/ 22 h 39"/>
                <a:gd name="GluePoint6X" fmla="*/ 37 w 58"/>
                <a:gd name="GluePoint6Y" fmla="*/ 36 h 39"/>
                <a:gd name="GluePoint7X" fmla="*/ 40 w 58"/>
                <a:gd name="GluePoint7Y" fmla="*/ 39 h 39"/>
                <a:gd name="GluePoint8X" fmla="*/ 58 w 58"/>
                <a:gd name="GluePoint8Y" fmla="*/ 21 h 39"/>
                <a:gd name="GluePoint9X" fmla="*/ 58 w 58"/>
                <a:gd name="GluePoint9Y" fmla="*/ 18 h 39"/>
                <a:gd name="GluePoint10X" fmla="*/ 40 w 58"/>
                <a:gd name="GluePoint10Y" fmla="*/ 0 h 39"/>
                <a:gd name="GluePoint11X" fmla="*/ 37 w 58"/>
                <a:gd name="GluePoint11Y" fmla="*/ 3 h 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8" h="39">
                  <a:moveTo>
                    <a:pt x="37" y="3"/>
                  </a:moveTo>
                  <a:lnTo>
                    <a:pt x="51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51" y="22"/>
                  </a:lnTo>
                  <a:lnTo>
                    <a:pt x="37" y="36"/>
                  </a:lnTo>
                  <a:lnTo>
                    <a:pt x="40" y="39"/>
                  </a:lnTo>
                  <a:lnTo>
                    <a:pt x="58" y="21"/>
                  </a:lnTo>
                  <a:lnTo>
                    <a:pt x="58" y="18"/>
                  </a:lnTo>
                  <a:lnTo>
                    <a:pt x="40" y="0"/>
                  </a:lnTo>
                  <a:lnTo>
                    <a:pt x="37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040" bIns="41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84" name="Freeform 387"/>
            <p:cNvSpPr/>
            <p:nvPr/>
          </p:nvSpPr>
          <p:spPr>
            <a:xfrm>
              <a:off x="6390720" y="1779840"/>
              <a:ext cx="123480" cy="81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81720"/>
                <a:gd name="textAreaBottom" fmla="*/ 82080 h 81720"/>
                <a:gd name="GluePoint1X" fmla="*/ 22 w 59"/>
                <a:gd name="GluePoint1Y" fmla="*/ 3 h 39"/>
                <a:gd name="GluePoint2X" fmla="*/ 18 w 59"/>
                <a:gd name="GluePoint2Y" fmla="*/ 0 h 39"/>
                <a:gd name="GluePoint3X" fmla="*/ 0 w 59"/>
                <a:gd name="GluePoint3Y" fmla="*/ 18 h 39"/>
                <a:gd name="GluePoint4X" fmla="*/ 0 w 59"/>
                <a:gd name="GluePoint4Y" fmla="*/ 21 h 39"/>
                <a:gd name="GluePoint5X" fmla="*/ 18 w 59"/>
                <a:gd name="GluePoint5Y" fmla="*/ 39 h 39"/>
                <a:gd name="GluePoint6X" fmla="*/ 22 w 59"/>
                <a:gd name="GluePoint6Y" fmla="*/ 36 h 39"/>
                <a:gd name="GluePoint7X" fmla="*/ 8 w 59"/>
                <a:gd name="GluePoint7Y" fmla="*/ 22 h 39"/>
                <a:gd name="GluePoint8X" fmla="*/ 59 w 59"/>
                <a:gd name="GluePoint8Y" fmla="*/ 22 h 39"/>
                <a:gd name="GluePoint9X" fmla="*/ 59 w 59"/>
                <a:gd name="GluePoint9Y" fmla="*/ 18 h 39"/>
                <a:gd name="GluePoint10X" fmla="*/ 8 w 59"/>
                <a:gd name="GluePoint10Y" fmla="*/ 18 h 39"/>
                <a:gd name="GluePoint11X" fmla="*/ 22 w 59"/>
                <a:gd name="GluePoint11Y" fmla="*/ 3 h 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9" h="39">
                  <a:moveTo>
                    <a:pt x="22" y="3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8" y="22"/>
                  </a:lnTo>
                  <a:lnTo>
                    <a:pt x="59" y="22"/>
                  </a:lnTo>
                  <a:lnTo>
                    <a:pt x="59" y="18"/>
                  </a:lnTo>
                  <a:lnTo>
                    <a:pt x="8" y="18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1040" bIns="41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85" name="Rectangle 388"/>
            <p:cNvSpPr/>
            <p:nvPr/>
          </p:nvSpPr>
          <p:spPr>
            <a:xfrm>
              <a:off x="6537600" y="1769400"/>
              <a:ext cx="10080" cy="104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386" name="Freeform 389"/>
          <p:cNvSpPr/>
          <p:nvPr/>
        </p:nvSpPr>
        <p:spPr>
          <a:xfrm>
            <a:off x="6783480" y="1670760"/>
            <a:ext cx="304200" cy="302400"/>
          </a:xfrm>
          <a:custGeom>
            <a:avLst/>
            <a:gdLst>
              <a:gd name="textAreaLeft" fmla="*/ 0 w 304200"/>
              <a:gd name="textAreaRight" fmla="*/ 304560 w 304200"/>
              <a:gd name="textAreaTop" fmla="*/ 0 h 302400"/>
              <a:gd name="textAreaBottom" fmla="*/ 302760 h 302400"/>
              <a:gd name="GluePoint1X" fmla="*/ 123 w 145"/>
              <a:gd name="GluePoint1Y" fmla="*/ 55 h 144"/>
              <a:gd name="GluePoint2X" fmla="*/ 137 w 145"/>
              <a:gd name="GluePoint2Y" fmla="*/ 70 h 144"/>
              <a:gd name="GluePoint3X" fmla="*/ 75 w 145"/>
              <a:gd name="GluePoint3Y" fmla="*/ 70 h 144"/>
              <a:gd name="GluePoint4X" fmla="*/ 75 w 145"/>
              <a:gd name="GluePoint4Y" fmla="*/ 0 h 144"/>
              <a:gd name="GluePoint5X" fmla="*/ 70 w 145"/>
              <a:gd name="GluePoint5Y" fmla="*/ 0 h 144"/>
              <a:gd name="GluePoint6X" fmla="*/ 70 w 145"/>
              <a:gd name="GluePoint6Y" fmla="*/ 70 h 144"/>
              <a:gd name="GluePoint7X" fmla="*/ 8 w 145"/>
              <a:gd name="GluePoint7Y" fmla="*/ 70 h 144"/>
              <a:gd name="GluePoint8X" fmla="*/ 22 w 145"/>
              <a:gd name="GluePoint8Y" fmla="*/ 55 h 144"/>
              <a:gd name="GluePoint9X" fmla="*/ 18 w 145"/>
              <a:gd name="GluePoint9Y" fmla="*/ 52 h 144"/>
              <a:gd name="GluePoint10X" fmla="*/ 0 w 145"/>
              <a:gd name="GluePoint10Y" fmla="*/ 70 h 144"/>
              <a:gd name="GluePoint11X" fmla="*/ 0 w 145"/>
              <a:gd name="GluePoint11Y" fmla="*/ 73 h 144"/>
              <a:gd name="GluePoint12X" fmla="*/ 18 w 145"/>
              <a:gd name="GluePoint12Y" fmla="*/ 91 h 144"/>
              <a:gd name="GluePoint13X" fmla="*/ 22 w 145"/>
              <a:gd name="GluePoint13Y" fmla="*/ 88 h 144"/>
              <a:gd name="GluePoint14X" fmla="*/ 8 w 145"/>
              <a:gd name="GluePoint14Y" fmla="*/ 74 h 144"/>
              <a:gd name="GluePoint15X" fmla="*/ 70 w 145"/>
              <a:gd name="GluePoint15Y" fmla="*/ 74 h 144"/>
              <a:gd name="GluePoint16X" fmla="*/ 70 w 145"/>
              <a:gd name="GluePoint16Y" fmla="*/ 144 h 144"/>
              <a:gd name="GluePoint17X" fmla="*/ 75 w 145"/>
              <a:gd name="GluePoint17Y" fmla="*/ 144 h 144"/>
              <a:gd name="GluePoint18X" fmla="*/ 75 w 145"/>
              <a:gd name="GluePoint18Y" fmla="*/ 74 h 144"/>
              <a:gd name="GluePoint19X" fmla="*/ 137 w 145"/>
              <a:gd name="GluePoint19Y" fmla="*/ 74 h 144"/>
              <a:gd name="GluePoint20X" fmla="*/ 123 w 145"/>
              <a:gd name="GluePoint20Y" fmla="*/ 88 h 144"/>
              <a:gd name="GluePoint21X" fmla="*/ 126 w 145"/>
              <a:gd name="GluePoint21Y" fmla="*/ 91 h 144"/>
              <a:gd name="GluePoint22X" fmla="*/ 145 w 145"/>
              <a:gd name="GluePoint22Y" fmla="*/ 73 h 144"/>
              <a:gd name="GluePoint23X" fmla="*/ 145 w 145"/>
              <a:gd name="GluePoint23Y" fmla="*/ 70 h 144"/>
              <a:gd name="GluePoint24X" fmla="*/ 126 w 145"/>
              <a:gd name="GluePoint24Y" fmla="*/ 52 h 144"/>
              <a:gd name="GluePoint25X" fmla="*/ 123 w 145"/>
              <a:gd name="GluePoint25Y" fmla="*/ 55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</a:cxnLst>
            <a:rect l="textAreaLeft" t="textAreaTop" r="textAreaRight" b="textAreaBottom"/>
            <a:pathLst>
              <a:path w="145" h="144">
                <a:moveTo>
                  <a:pt x="123" y="55"/>
                </a:moveTo>
                <a:lnTo>
                  <a:pt x="137" y="70"/>
                </a:lnTo>
                <a:lnTo>
                  <a:pt x="75" y="70"/>
                </a:lnTo>
                <a:lnTo>
                  <a:pt x="75" y="0"/>
                </a:lnTo>
                <a:lnTo>
                  <a:pt x="70" y="0"/>
                </a:lnTo>
                <a:lnTo>
                  <a:pt x="70" y="70"/>
                </a:lnTo>
                <a:lnTo>
                  <a:pt x="8" y="70"/>
                </a:lnTo>
                <a:lnTo>
                  <a:pt x="22" y="55"/>
                </a:lnTo>
                <a:lnTo>
                  <a:pt x="18" y="52"/>
                </a:lnTo>
                <a:lnTo>
                  <a:pt x="0" y="70"/>
                </a:lnTo>
                <a:lnTo>
                  <a:pt x="0" y="73"/>
                </a:lnTo>
                <a:lnTo>
                  <a:pt x="18" y="91"/>
                </a:lnTo>
                <a:lnTo>
                  <a:pt x="22" y="88"/>
                </a:lnTo>
                <a:lnTo>
                  <a:pt x="8" y="74"/>
                </a:lnTo>
                <a:lnTo>
                  <a:pt x="70" y="74"/>
                </a:lnTo>
                <a:lnTo>
                  <a:pt x="70" y="144"/>
                </a:lnTo>
                <a:lnTo>
                  <a:pt x="75" y="144"/>
                </a:lnTo>
                <a:lnTo>
                  <a:pt x="75" y="74"/>
                </a:lnTo>
                <a:lnTo>
                  <a:pt x="137" y="74"/>
                </a:lnTo>
                <a:lnTo>
                  <a:pt x="123" y="88"/>
                </a:lnTo>
                <a:lnTo>
                  <a:pt x="126" y="91"/>
                </a:lnTo>
                <a:lnTo>
                  <a:pt x="145" y="73"/>
                </a:lnTo>
                <a:lnTo>
                  <a:pt x="145" y="70"/>
                </a:lnTo>
                <a:lnTo>
                  <a:pt x="126" y="52"/>
                </a:lnTo>
                <a:lnTo>
                  <a:pt x="123" y="5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387" name="Группа 115"/>
          <p:cNvGrpSpPr/>
          <p:nvPr/>
        </p:nvGrpSpPr>
        <p:grpSpPr>
          <a:xfrm>
            <a:off x="2950560" y="2456640"/>
            <a:ext cx="104760" cy="302040"/>
            <a:chOff x="2950560" y="2456640"/>
            <a:chExt cx="104760" cy="302040"/>
          </a:xfrm>
        </p:grpSpPr>
        <p:sp>
          <p:nvSpPr>
            <p:cNvPr id="2388" name="Freeform 390"/>
            <p:cNvSpPr/>
            <p:nvPr/>
          </p:nvSpPr>
          <p:spPr>
            <a:xfrm>
              <a:off x="2963160" y="2456640"/>
              <a:ext cx="81720" cy="12168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1680"/>
                <a:gd name="textAreaBottom" fmla="*/ 122040 h 121680"/>
                <a:gd name="GluePoint1X" fmla="*/ 18 w 39"/>
                <a:gd name="GluePoint1Y" fmla="*/ 0 h 58"/>
                <a:gd name="GluePoint2X" fmla="*/ 0 w 39"/>
                <a:gd name="GluePoint2Y" fmla="*/ 18 h 58"/>
                <a:gd name="GluePoint3X" fmla="*/ 2 w 39"/>
                <a:gd name="GluePoint3Y" fmla="*/ 21 h 58"/>
                <a:gd name="GluePoint4X" fmla="*/ 17 w 39"/>
                <a:gd name="GluePoint4Y" fmla="*/ 7 h 58"/>
                <a:gd name="GluePoint5X" fmla="*/ 17 w 39"/>
                <a:gd name="GluePoint5Y" fmla="*/ 58 h 58"/>
                <a:gd name="GluePoint6X" fmla="*/ 21 w 39"/>
                <a:gd name="GluePoint6Y" fmla="*/ 58 h 58"/>
                <a:gd name="GluePoint7X" fmla="*/ 21 w 39"/>
                <a:gd name="GluePoint7Y" fmla="*/ 7 h 58"/>
                <a:gd name="GluePoint8X" fmla="*/ 36 w 39"/>
                <a:gd name="GluePoint8Y" fmla="*/ 22 h 58"/>
                <a:gd name="GluePoint9X" fmla="*/ 39 w 39"/>
                <a:gd name="GluePoint9Y" fmla="*/ 18 h 58"/>
                <a:gd name="GluePoint10X" fmla="*/ 20 w 39"/>
                <a:gd name="GluePoint10Y" fmla="*/ 0 h 58"/>
                <a:gd name="GluePoint11X" fmla="*/ 18 w 39"/>
                <a:gd name="GluePoint11Y" fmla="*/ 0 h 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9" h="58">
                  <a:moveTo>
                    <a:pt x="18" y="0"/>
                  </a:moveTo>
                  <a:lnTo>
                    <a:pt x="0" y="18"/>
                  </a:lnTo>
                  <a:lnTo>
                    <a:pt x="2" y="21"/>
                  </a:lnTo>
                  <a:lnTo>
                    <a:pt x="17" y="7"/>
                  </a:lnTo>
                  <a:lnTo>
                    <a:pt x="17" y="58"/>
                  </a:lnTo>
                  <a:lnTo>
                    <a:pt x="21" y="58"/>
                  </a:lnTo>
                  <a:lnTo>
                    <a:pt x="21" y="7"/>
                  </a:lnTo>
                  <a:lnTo>
                    <a:pt x="36" y="22"/>
                  </a:lnTo>
                  <a:lnTo>
                    <a:pt x="39" y="18"/>
                  </a:lnTo>
                  <a:lnTo>
                    <a:pt x="2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89" name="Freeform 391"/>
            <p:cNvSpPr/>
            <p:nvPr/>
          </p:nvSpPr>
          <p:spPr>
            <a:xfrm>
              <a:off x="2963160" y="2635200"/>
              <a:ext cx="81720" cy="12348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3480"/>
                <a:gd name="textAreaBottom" fmla="*/ 123840 h 123480"/>
                <a:gd name="GluePoint1X" fmla="*/ 21 w 39"/>
                <a:gd name="GluePoint1Y" fmla="*/ 51 h 59"/>
                <a:gd name="GluePoint2X" fmla="*/ 21 w 39"/>
                <a:gd name="GluePoint2Y" fmla="*/ 0 h 59"/>
                <a:gd name="GluePoint3X" fmla="*/ 17 w 39"/>
                <a:gd name="GluePoint3Y" fmla="*/ 0 h 59"/>
                <a:gd name="GluePoint4X" fmla="*/ 17 w 39"/>
                <a:gd name="GluePoint4Y" fmla="*/ 51 h 59"/>
                <a:gd name="GluePoint5X" fmla="*/ 2 w 39"/>
                <a:gd name="GluePoint5Y" fmla="*/ 37 h 59"/>
                <a:gd name="GluePoint6X" fmla="*/ 0 w 39"/>
                <a:gd name="GluePoint6Y" fmla="*/ 40 h 59"/>
                <a:gd name="GluePoint7X" fmla="*/ 18 w 39"/>
                <a:gd name="GluePoint7Y" fmla="*/ 59 h 59"/>
                <a:gd name="GluePoint8X" fmla="*/ 20 w 39"/>
                <a:gd name="GluePoint8Y" fmla="*/ 59 h 59"/>
                <a:gd name="GluePoint9X" fmla="*/ 39 w 39"/>
                <a:gd name="GluePoint9Y" fmla="*/ 40 h 59"/>
                <a:gd name="GluePoint10X" fmla="*/ 36 w 39"/>
                <a:gd name="GluePoint10Y" fmla="*/ 37 h 59"/>
                <a:gd name="GluePoint11X" fmla="*/ 21 w 39"/>
                <a:gd name="GluePoint11Y" fmla="*/ 51 h 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39" h="59">
                  <a:moveTo>
                    <a:pt x="21" y="51"/>
                  </a:moveTo>
                  <a:lnTo>
                    <a:pt x="21" y="0"/>
                  </a:lnTo>
                  <a:lnTo>
                    <a:pt x="17" y="0"/>
                  </a:lnTo>
                  <a:lnTo>
                    <a:pt x="17" y="51"/>
                  </a:lnTo>
                  <a:lnTo>
                    <a:pt x="2" y="37"/>
                  </a:lnTo>
                  <a:lnTo>
                    <a:pt x="0" y="40"/>
                  </a:lnTo>
                  <a:lnTo>
                    <a:pt x="18" y="59"/>
                  </a:lnTo>
                  <a:lnTo>
                    <a:pt x="20" y="59"/>
                  </a:lnTo>
                  <a:lnTo>
                    <a:pt x="39" y="40"/>
                  </a:lnTo>
                  <a:lnTo>
                    <a:pt x="36" y="37"/>
                  </a:lnTo>
                  <a:lnTo>
                    <a:pt x="21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90" name="Rectangle 392"/>
            <p:cNvSpPr/>
            <p:nvPr/>
          </p:nvSpPr>
          <p:spPr>
            <a:xfrm>
              <a:off x="2950560" y="2603880"/>
              <a:ext cx="104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391" name="Freeform 393"/>
          <p:cNvSpPr/>
          <p:nvPr/>
        </p:nvSpPr>
        <p:spPr>
          <a:xfrm>
            <a:off x="3244680" y="2456640"/>
            <a:ext cx="304200" cy="302400"/>
          </a:xfrm>
          <a:custGeom>
            <a:avLst/>
            <a:gdLst>
              <a:gd name="textAreaLeft" fmla="*/ 0 w 304200"/>
              <a:gd name="textAreaRight" fmla="*/ 304560 w 304200"/>
              <a:gd name="textAreaTop" fmla="*/ 0 h 302400"/>
              <a:gd name="textAreaBottom" fmla="*/ 302760 h 302400"/>
              <a:gd name="GluePoint1X" fmla="*/ 75 w 145"/>
              <a:gd name="GluePoint1Y" fmla="*/ 7 h 144"/>
              <a:gd name="GluePoint2X" fmla="*/ 89 w 145"/>
              <a:gd name="GluePoint2Y" fmla="*/ 22 h 144"/>
              <a:gd name="GluePoint3X" fmla="*/ 92 w 145"/>
              <a:gd name="GluePoint3Y" fmla="*/ 18 h 144"/>
              <a:gd name="GluePoint4X" fmla="*/ 74 w 145"/>
              <a:gd name="GluePoint4Y" fmla="*/ 0 h 144"/>
              <a:gd name="GluePoint5X" fmla="*/ 71 w 145"/>
              <a:gd name="GluePoint5Y" fmla="*/ 0 h 144"/>
              <a:gd name="GluePoint6X" fmla="*/ 53 w 145"/>
              <a:gd name="GluePoint6Y" fmla="*/ 18 h 144"/>
              <a:gd name="GluePoint7X" fmla="*/ 56 w 145"/>
              <a:gd name="GluePoint7Y" fmla="*/ 21 h 144"/>
              <a:gd name="GluePoint8X" fmla="*/ 70 w 145"/>
              <a:gd name="GluePoint8Y" fmla="*/ 7 h 144"/>
              <a:gd name="GluePoint9X" fmla="*/ 70 w 145"/>
              <a:gd name="GluePoint9Y" fmla="*/ 70 h 144"/>
              <a:gd name="GluePoint10X" fmla="*/ 0 w 145"/>
              <a:gd name="GluePoint10Y" fmla="*/ 70 h 144"/>
              <a:gd name="GluePoint11X" fmla="*/ 0 w 145"/>
              <a:gd name="GluePoint11Y" fmla="*/ 74 h 144"/>
              <a:gd name="GluePoint12X" fmla="*/ 70 w 145"/>
              <a:gd name="GluePoint12Y" fmla="*/ 74 h 144"/>
              <a:gd name="GluePoint13X" fmla="*/ 70 w 145"/>
              <a:gd name="GluePoint13Y" fmla="*/ 136 h 144"/>
              <a:gd name="GluePoint14X" fmla="*/ 56 w 145"/>
              <a:gd name="GluePoint14Y" fmla="*/ 122 h 144"/>
              <a:gd name="GluePoint15X" fmla="*/ 53 w 145"/>
              <a:gd name="GluePoint15Y" fmla="*/ 125 h 144"/>
              <a:gd name="GluePoint16X" fmla="*/ 71 w 145"/>
              <a:gd name="GluePoint16Y" fmla="*/ 144 h 144"/>
              <a:gd name="GluePoint17X" fmla="*/ 74 w 145"/>
              <a:gd name="GluePoint17Y" fmla="*/ 144 h 144"/>
              <a:gd name="GluePoint18X" fmla="*/ 92 w 145"/>
              <a:gd name="GluePoint18Y" fmla="*/ 125 h 144"/>
              <a:gd name="GluePoint19X" fmla="*/ 89 w 145"/>
              <a:gd name="GluePoint19Y" fmla="*/ 122 h 144"/>
              <a:gd name="GluePoint20X" fmla="*/ 75 w 145"/>
              <a:gd name="GluePoint20Y" fmla="*/ 136 h 144"/>
              <a:gd name="GluePoint21X" fmla="*/ 75 w 145"/>
              <a:gd name="GluePoint21Y" fmla="*/ 74 h 144"/>
              <a:gd name="GluePoint22X" fmla="*/ 145 w 145"/>
              <a:gd name="GluePoint22Y" fmla="*/ 74 h 144"/>
              <a:gd name="GluePoint23X" fmla="*/ 145 w 145"/>
              <a:gd name="GluePoint23Y" fmla="*/ 70 h 144"/>
              <a:gd name="GluePoint24X" fmla="*/ 75 w 145"/>
              <a:gd name="GluePoint24Y" fmla="*/ 70 h 144"/>
              <a:gd name="GluePoint25X" fmla="*/ 75 w 145"/>
              <a:gd name="GluePoint25Y" fmla="*/ 7 h 1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</a:cxnLst>
            <a:rect l="textAreaLeft" t="textAreaTop" r="textAreaRight" b="textAreaBottom"/>
            <a:pathLst>
              <a:path w="145" h="144">
                <a:moveTo>
                  <a:pt x="75" y="7"/>
                </a:moveTo>
                <a:lnTo>
                  <a:pt x="89" y="22"/>
                </a:lnTo>
                <a:lnTo>
                  <a:pt x="92" y="18"/>
                </a:lnTo>
                <a:lnTo>
                  <a:pt x="74" y="0"/>
                </a:lnTo>
                <a:lnTo>
                  <a:pt x="71" y="0"/>
                </a:lnTo>
                <a:lnTo>
                  <a:pt x="53" y="18"/>
                </a:lnTo>
                <a:lnTo>
                  <a:pt x="56" y="21"/>
                </a:lnTo>
                <a:lnTo>
                  <a:pt x="70" y="7"/>
                </a:lnTo>
                <a:lnTo>
                  <a:pt x="70" y="70"/>
                </a:lnTo>
                <a:lnTo>
                  <a:pt x="0" y="70"/>
                </a:lnTo>
                <a:lnTo>
                  <a:pt x="0" y="74"/>
                </a:lnTo>
                <a:lnTo>
                  <a:pt x="70" y="74"/>
                </a:lnTo>
                <a:lnTo>
                  <a:pt x="70" y="136"/>
                </a:lnTo>
                <a:lnTo>
                  <a:pt x="56" y="122"/>
                </a:lnTo>
                <a:lnTo>
                  <a:pt x="53" y="125"/>
                </a:lnTo>
                <a:lnTo>
                  <a:pt x="71" y="144"/>
                </a:lnTo>
                <a:lnTo>
                  <a:pt x="74" y="144"/>
                </a:lnTo>
                <a:lnTo>
                  <a:pt x="92" y="125"/>
                </a:lnTo>
                <a:lnTo>
                  <a:pt x="89" y="122"/>
                </a:lnTo>
                <a:lnTo>
                  <a:pt x="75" y="136"/>
                </a:lnTo>
                <a:lnTo>
                  <a:pt x="75" y="74"/>
                </a:lnTo>
                <a:lnTo>
                  <a:pt x="145" y="74"/>
                </a:lnTo>
                <a:lnTo>
                  <a:pt x="145" y="70"/>
                </a:lnTo>
                <a:lnTo>
                  <a:pt x="75" y="70"/>
                </a:lnTo>
                <a:lnTo>
                  <a:pt x="75" y="7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392" name="Группа 113"/>
          <p:cNvGrpSpPr/>
          <p:nvPr/>
        </p:nvGrpSpPr>
        <p:grpSpPr>
          <a:xfrm>
            <a:off x="2065680" y="2513520"/>
            <a:ext cx="302400" cy="186480"/>
            <a:chOff x="2065680" y="2513520"/>
            <a:chExt cx="302400" cy="186480"/>
          </a:xfrm>
        </p:grpSpPr>
        <p:sp>
          <p:nvSpPr>
            <p:cNvPr id="2393" name="Freeform 394"/>
            <p:cNvSpPr/>
            <p:nvPr/>
          </p:nvSpPr>
          <p:spPr>
            <a:xfrm>
              <a:off x="2107800" y="2607840"/>
              <a:ext cx="260280" cy="92160"/>
            </a:xfrm>
            <a:custGeom>
              <a:avLst/>
              <a:gdLst>
                <a:gd name="textAreaLeft" fmla="*/ 0 w 260280"/>
                <a:gd name="textAreaRight" fmla="*/ 260640 w 260280"/>
                <a:gd name="textAreaTop" fmla="*/ 0 h 92160"/>
                <a:gd name="textAreaBottom" fmla="*/ 92520 h 92160"/>
                <a:gd name="GluePoint1X" fmla="*/ 104 w 124"/>
                <a:gd name="GluePoint1Y" fmla="*/ 44 h 44"/>
                <a:gd name="GluePoint2X" fmla="*/ 124 w 124"/>
                <a:gd name="GluePoint2Y" fmla="*/ 24 h 44"/>
                <a:gd name="GluePoint3X" fmla="*/ 124 w 124"/>
                <a:gd name="GluePoint3Y" fmla="*/ 21 h 44"/>
                <a:gd name="GluePoint4X" fmla="*/ 104 w 124"/>
                <a:gd name="GluePoint4Y" fmla="*/ 0 h 44"/>
                <a:gd name="GluePoint5X" fmla="*/ 100 w 124"/>
                <a:gd name="GluePoint5Y" fmla="*/ 4 h 44"/>
                <a:gd name="GluePoint6X" fmla="*/ 116 w 124"/>
                <a:gd name="GluePoint6Y" fmla="*/ 20 h 44"/>
                <a:gd name="GluePoint7X" fmla="*/ 0 w 124"/>
                <a:gd name="GluePoint7Y" fmla="*/ 20 h 44"/>
                <a:gd name="GluePoint8X" fmla="*/ 0 w 124"/>
                <a:gd name="GluePoint8Y" fmla="*/ 25 h 44"/>
                <a:gd name="GluePoint9X" fmla="*/ 116 w 124"/>
                <a:gd name="GluePoint9Y" fmla="*/ 25 h 44"/>
                <a:gd name="GluePoint10X" fmla="*/ 100 w 124"/>
                <a:gd name="GluePoint10Y" fmla="*/ 41 h 44"/>
                <a:gd name="GluePoint11X" fmla="*/ 104 w 124"/>
                <a:gd name="GluePoint11Y" fmla="*/ 44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24" h="44">
                  <a:moveTo>
                    <a:pt x="104" y="44"/>
                  </a:moveTo>
                  <a:lnTo>
                    <a:pt x="124" y="24"/>
                  </a:lnTo>
                  <a:lnTo>
                    <a:pt x="124" y="21"/>
                  </a:lnTo>
                  <a:lnTo>
                    <a:pt x="104" y="0"/>
                  </a:lnTo>
                  <a:lnTo>
                    <a:pt x="100" y="4"/>
                  </a:lnTo>
                  <a:lnTo>
                    <a:pt x="116" y="20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116" y="25"/>
                  </a:lnTo>
                  <a:lnTo>
                    <a:pt x="100" y="41"/>
                  </a:lnTo>
                  <a:lnTo>
                    <a:pt x="104" y="4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94" name="Freeform 395"/>
            <p:cNvSpPr/>
            <p:nvPr/>
          </p:nvSpPr>
          <p:spPr>
            <a:xfrm>
              <a:off x="2065680" y="2513520"/>
              <a:ext cx="260280" cy="92160"/>
            </a:xfrm>
            <a:custGeom>
              <a:avLst/>
              <a:gdLst>
                <a:gd name="textAreaLeft" fmla="*/ 0 w 260280"/>
                <a:gd name="textAreaRight" fmla="*/ 260640 w 260280"/>
                <a:gd name="textAreaTop" fmla="*/ 0 h 92160"/>
                <a:gd name="textAreaBottom" fmla="*/ 92520 h 92160"/>
                <a:gd name="GluePoint1X" fmla="*/ 20 w 124"/>
                <a:gd name="GluePoint1Y" fmla="*/ 0 h 44"/>
                <a:gd name="GluePoint2X" fmla="*/ 0 w 124"/>
                <a:gd name="GluePoint2Y" fmla="*/ 21 h 44"/>
                <a:gd name="GluePoint3X" fmla="*/ 0 w 124"/>
                <a:gd name="GluePoint3Y" fmla="*/ 24 h 44"/>
                <a:gd name="GluePoint4X" fmla="*/ 20 w 124"/>
                <a:gd name="GluePoint4Y" fmla="*/ 44 h 44"/>
                <a:gd name="GluePoint5X" fmla="*/ 24 w 124"/>
                <a:gd name="GluePoint5Y" fmla="*/ 41 h 44"/>
                <a:gd name="GluePoint6X" fmla="*/ 7 w 124"/>
                <a:gd name="GluePoint6Y" fmla="*/ 25 h 44"/>
                <a:gd name="GluePoint7X" fmla="*/ 124 w 124"/>
                <a:gd name="GluePoint7Y" fmla="*/ 25 h 44"/>
                <a:gd name="GluePoint8X" fmla="*/ 124 w 124"/>
                <a:gd name="GluePoint8Y" fmla="*/ 20 h 44"/>
                <a:gd name="GluePoint9X" fmla="*/ 7 w 124"/>
                <a:gd name="GluePoint9Y" fmla="*/ 20 h 44"/>
                <a:gd name="GluePoint10X" fmla="*/ 24 w 124"/>
                <a:gd name="GluePoint10Y" fmla="*/ 4 h 44"/>
                <a:gd name="GluePoint11X" fmla="*/ 20 w 124"/>
                <a:gd name="GluePoint11Y" fmla="*/ 0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24" h="44">
                  <a:moveTo>
                    <a:pt x="20" y="0"/>
                  </a:moveTo>
                  <a:lnTo>
                    <a:pt x="0" y="21"/>
                  </a:lnTo>
                  <a:lnTo>
                    <a:pt x="0" y="24"/>
                  </a:lnTo>
                  <a:lnTo>
                    <a:pt x="20" y="44"/>
                  </a:lnTo>
                  <a:lnTo>
                    <a:pt x="24" y="41"/>
                  </a:lnTo>
                  <a:lnTo>
                    <a:pt x="7" y="25"/>
                  </a:lnTo>
                  <a:lnTo>
                    <a:pt x="124" y="25"/>
                  </a:lnTo>
                  <a:lnTo>
                    <a:pt x="124" y="20"/>
                  </a:lnTo>
                  <a:lnTo>
                    <a:pt x="7" y="20"/>
                  </a:lnTo>
                  <a:lnTo>
                    <a:pt x="24" y="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395" name="Группа 114"/>
          <p:cNvGrpSpPr/>
          <p:nvPr/>
        </p:nvGrpSpPr>
        <p:grpSpPr>
          <a:xfrm>
            <a:off x="2517480" y="2456640"/>
            <a:ext cx="184680" cy="302400"/>
            <a:chOff x="2517480" y="2456640"/>
            <a:chExt cx="184680" cy="302400"/>
          </a:xfrm>
        </p:grpSpPr>
        <p:sp>
          <p:nvSpPr>
            <p:cNvPr id="2396" name="Freeform 396"/>
            <p:cNvSpPr/>
            <p:nvPr/>
          </p:nvSpPr>
          <p:spPr>
            <a:xfrm>
              <a:off x="2612160" y="2456640"/>
              <a:ext cx="90000" cy="26028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260280"/>
                <a:gd name="textAreaBottom" fmla="*/ 260640 h 260280"/>
                <a:gd name="GluePoint1X" fmla="*/ 24 w 43"/>
                <a:gd name="GluePoint1Y" fmla="*/ 124 h 124"/>
                <a:gd name="GluePoint2X" fmla="*/ 24 w 43"/>
                <a:gd name="GluePoint2Y" fmla="*/ 7 h 124"/>
                <a:gd name="GluePoint3X" fmla="*/ 40 w 43"/>
                <a:gd name="GluePoint3Y" fmla="*/ 24 h 124"/>
                <a:gd name="GluePoint4X" fmla="*/ 43 w 43"/>
                <a:gd name="GluePoint4Y" fmla="*/ 20 h 124"/>
                <a:gd name="GluePoint5X" fmla="*/ 23 w 43"/>
                <a:gd name="GluePoint5Y" fmla="*/ 0 h 124"/>
                <a:gd name="GluePoint6X" fmla="*/ 20 w 43"/>
                <a:gd name="GluePoint6Y" fmla="*/ 0 h 124"/>
                <a:gd name="GluePoint7X" fmla="*/ 0 w 43"/>
                <a:gd name="GluePoint7Y" fmla="*/ 20 h 124"/>
                <a:gd name="GluePoint8X" fmla="*/ 3 w 43"/>
                <a:gd name="GluePoint8Y" fmla="*/ 23 h 124"/>
                <a:gd name="GluePoint9X" fmla="*/ 19 w 43"/>
                <a:gd name="GluePoint9Y" fmla="*/ 7 h 124"/>
                <a:gd name="GluePoint10X" fmla="*/ 19 w 43"/>
                <a:gd name="GluePoint10Y" fmla="*/ 124 h 124"/>
                <a:gd name="GluePoint11X" fmla="*/ 24 w 43"/>
                <a:gd name="GluePoint11Y" fmla="*/ 124 h 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3" h="124">
                  <a:moveTo>
                    <a:pt x="24" y="124"/>
                  </a:moveTo>
                  <a:lnTo>
                    <a:pt x="24" y="7"/>
                  </a:lnTo>
                  <a:lnTo>
                    <a:pt x="40" y="24"/>
                  </a:lnTo>
                  <a:lnTo>
                    <a:pt x="43" y="2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19" y="7"/>
                  </a:lnTo>
                  <a:lnTo>
                    <a:pt x="19" y="124"/>
                  </a:lnTo>
                  <a:lnTo>
                    <a:pt x="24" y="12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397" name="Freeform 397"/>
            <p:cNvSpPr/>
            <p:nvPr/>
          </p:nvSpPr>
          <p:spPr>
            <a:xfrm>
              <a:off x="2517480" y="2498760"/>
              <a:ext cx="90000" cy="26028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260280"/>
                <a:gd name="textAreaBottom" fmla="*/ 260640 h 260280"/>
                <a:gd name="GluePoint1X" fmla="*/ 0 w 43"/>
                <a:gd name="GluePoint1Y" fmla="*/ 103 h 124"/>
                <a:gd name="GluePoint2X" fmla="*/ 20 w 43"/>
                <a:gd name="GluePoint2Y" fmla="*/ 124 h 124"/>
                <a:gd name="GluePoint3X" fmla="*/ 23 w 43"/>
                <a:gd name="GluePoint3Y" fmla="*/ 124 h 124"/>
                <a:gd name="GluePoint4X" fmla="*/ 43 w 43"/>
                <a:gd name="GluePoint4Y" fmla="*/ 103 h 124"/>
                <a:gd name="GluePoint5X" fmla="*/ 40 w 43"/>
                <a:gd name="GluePoint5Y" fmla="*/ 100 h 124"/>
                <a:gd name="GluePoint6X" fmla="*/ 23 w 43"/>
                <a:gd name="GluePoint6Y" fmla="*/ 116 h 124"/>
                <a:gd name="GluePoint7X" fmla="*/ 23 w 43"/>
                <a:gd name="GluePoint7Y" fmla="*/ 0 h 124"/>
                <a:gd name="GluePoint8X" fmla="*/ 19 w 43"/>
                <a:gd name="GluePoint8Y" fmla="*/ 0 h 124"/>
                <a:gd name="GluePoint9X" fmla="*/ 19 w 43"/>
                <a:gd name="GluePoint9Y" fmla="*/ 116 h 124"/>
                <a:gd name="GluePoint10X" fmla="*/ 3 w 43"/>
                <a:gd name="GluePoint10Y" fmla="*/ 100 h 124"/>
                <a:gd name="GluePoint11X" fmla="*/ 0 w 43"/>
                <a:gd name="GluePoint11Y" fmla="*/ 103 h 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3" h="124">
                  <a:moveTo>
                    <a:pt x="0" y="103"/>
                  </a:moveTo>
                  <a:lnTo>
                    <a:pt x="20" y="124"/>
                  </a:lnTo>
                  <a:lnTo>
                    <a:pt x="23" y="124"/>
                  </a:lnTo>
                  <a:lnTo>
                    <a:pt x="43" y="103"/>
                  </a:lnTo>
                  <a:lnTo>
                    <a:pt x="40" y="100"/>
                  </a:lnTo>
                  <a:lnTo>
                    <a:pt x="23" y="116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9" y="116"/>
                  </a:lnTo>
                  <a:lnTo>
                    <a:pt x="3" y="100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398" name="Freeform 398"/>
          <p:cNvSpPr/>
          <p:nvPr/>
        </p:nvSpPr>
        <p:spPr>
          <a:xfrm>
            <a:off x="4100040" y="2563920"/>
            <a:ext cx="167760" cy="87840"/>
          </a:xfrm>
          <a:custGeom>
            <a:avLst/>
            <a:gdLst>
              <a:gd name="textAreaLeft" fmla="*/ 0 w 167760"/>
              <a:gd name="textAreaRight" fmla="*/ 168120 w 167760"/>
              <a:gd name="textAreaTop" fmla="*/ 0 h 87840"/>
              <a:gd name="textAreaBottom" fmla="*/ 88200 h 87840"/>
              <a:gd name="GluePoint1X" fmla="*/ 80 w 80"/>
              <a:gd name="GluePoint1Y" fmla="*/ 38 h 42"/>
              <a:gd name="GluePoint2X" fmla="*/ 41 w 80"/>
              <a:gd name="GluePoint2Y" fmla="*/ 0 h 42"/>
              <a:gd name="GluePoint3X" fmla="*/ 38 w 80"/>
              <a:gd name="GluePoint3Y" fmla="*/ 0 h 42"/>
              <a:gd name="GluePoint4X" fmla="*/ 0 w 80"/>
              <a:gd name="GluePoint4Y" fmla="*/ 38 h 42"/>
              <a:gd name="GluePoint5X" fmla="*/ 3 w 80"/>
              <a:gd name="GluePoint5Y" fmla="*/ 42 h 42"/>
              <a:gd name="GluePoint6X" fmla="*/ 40 w 80"/>
              <a:gd name="GluePoint6Y" fmla="*/ 5 h 42"/>
              <a:gd name="GluePoint7X" fmla="*/ 76 w 80"/>
              <a:gd name="GluePoint7Y" fmla="*/ 42 h 42"/>
              <a:gd name="GluePoint8X" fmla="*/ 80 w 80"/>
              <a:gd name="GluePoint8Y" fmla="*/ 38 h 4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80" h="42">
                <a:moveTo>
                  <a:pt x="80" y="38"/>
                </a:moveTo>
                <a:lnTo>
                  <a:pt x="41" y="0"/>
                </a:lnTo>
                <a:lnTo>
                  <a:pt x="38" y="0"/>
                </a:lnTo>
                <a:lnTo>
                  <a:pt x="0" y="38"/>
                </a:lnTo>
                <a:lnTo>
                  <a:pt x="3" y="42"/>
                </a:lnTo>
                <a:lnTo>
                  <a:pt x="40" y="5"/>
                </a:lnTo>
                <a:lnTo>
                  <a:pt x="76" y="42"/>
                </a:lnTo>
                <a:lnTo>
                  <a:pt x="80" y="3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3920" bIns="4392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399" name="Группа 112"/>
          <p:cNvGrpSpPr/>
          <p:nvPr/>
        </p:nvGrpSpPr>
        <p:grpSpPr>
          <a:xfrm>
            <a:off x="4885920" y="2135160"/>
            <a:ext cx="167760" cy="159120"/>
            <a:chOff x="4885920" y="2135160"/>
            <a:chExt cx="167760" cy="159120"/>
          </a:xfrm>
        </p:grpSpPr>
        <p:sp>
          <p:nvSpPr>
            <p:cNvPr id="2400" name="Freeform 399"/>
            <p:cNvSpPr/>
            <p:nvPr/>
          </p:nvSpPr>
          <p:spPr>
            <a:xfrm>
              <a:off x="4885920" y="2135160"/>
              <a:ext cx="167760" cy="8784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87840"/>
                <a:gd name="textAreaBottom" fmla="*/ 88200 h 87840"/>
                <a:gd name="GluePoint1X" fmla="*/ 38 w 80"/>
                <a:gd name="GluePoint1Y" fmla="*/ 0 h 42"/>
                <a:gd name="GluePoint2X" fmla="*/ 0 w 80"/>
                <a:gd name="GluePoint2Y" fmla="*/ 38 h 42"/>
                <a:gd name="GluePoint3X" fmla="*/ 3 w 80"/>
                <a:gd name="GluePoint3Y" fmla="*/ 42 h 42"/>
                <a:gd name="GluePoint4X" fmla="*/ 40 w 80"/>
                <a:gd name="GluePoint4Y" fmla="*/ 5 h 42"/>
                <a:gd name="GluePoint5X" fmla="*/ 76 w 80"/>
                <a:gd name="GluePoint5Y" fmla="*/ 42 h 42"/>
                <a:gd name="GluePoint6X" fmla="*/ 80 w 80"/>
                <a:gd name="GluePoint6Y" fmla="*/ 38 h 42"/>
                <a:gd name="GluePoint7X" fmla="*/ 41 w 80"/>
                <a:gd name="GluePoint7Y" fmla="*/ 0 h 42"/>
                <a:gd name="GluePoint8X" fmla="*/ 38 w 80"/>
                <a:gd name="GluePoint8Y" fmla="*/ 0 h 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2">
                  <a:moveTo>
                    <a:pt x="38" y="0"/>
                  </a:moveTo>
                  <a:lnTo>
                    <a:pt x="0" y="38"/>
                  </a:lnTo>
                  <a:lnTo>
                    <a:pt x="3" y="42"/>
                  </a:lnTo>
                  <a:lnTo>
                    <a:pt x="40" y="5"/>
                  </a:lnTo>
                  <a:lnTo>
                    <a:pt x="76" y="42"/>
                  </a:lnTo>
                  <a:lnTo>
                    <a:pt x="80" y="38"/>
                  </a:lnTo>
                  <a:lnTo>
                    <a:pt x="41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920" bIns="43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01" name="Freeform 400"/>
            <p:cNvSpPr/>
            <p:nvPr/>
          </p:nvSpPr>
          <p:spPr>
            <a:xfrm>
              <a:off x="4885920" y="2204280"/>
              <a:ext cx="167760" cy="9000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90000"/>
                <a:gd name="textAreaBottom" fmla="*/ 90360 h 90000"/>
                <a:gd name="GluePoint1X" fmla="*/ 38 w 80"/>
                <a:gd name="GluePoint1Y" fmla="*/ 0 h 43"/>
                <a:gd name="GluePoint2X" fmla="*/ 0 w 80"/>
                <a:gd name="GluePoint2Y" fmla="*/ 39 h 43"/>
                <a:gd name="GluePoint3X" fmla="*/ 3 w 80"/>
                <a:gd name="GluePoint3Y" fmla="*/ 43 h 43"/>
                <a:gd name="GluePoint4X" fmla="*/ 40 w 80"/>
                <a:gd name="GluePoint4Y" fmla="*/ 6 h 43"/>
                <a:gd name="GluePoint5X" fmla="*/ 76 w 80"/>
                <a:gd name="GluePoint5Y" fmla="*/ 43 h 43"/>
                <a:gd name="GluePoint6X" fmla="*/ 80 w 80"/>
                <a:gd name="GluePoint6Y" fmla="*/ 39 h 43"/>
                <a:gd name="GluePoint7X" fmla="*/ 41 w 80"/>
                <a:gd name="GluePoint7Y" fmla="*/ 0 h 43"/>
                <a:gd name="GluePoint8X" fmla="*/ 38 w 80"/>
                <a:gd name="GluePoint8Y" fmla="*/ 0 h 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80" h="43">
                  <a:moveTo>
                    <a:pt x="38" y="0"/>
                  </a:moveTo>
                  <a:lnTo>
                    <a:pt x="0" y="39"/>
                  </a:lnTo>
                  <a:lnTo>
                    <a:pt x="3" y="43"/>
                  </a:lnTo>
                  <a:lnTo>
                    <a:pt x="40" y="6"/>
                  </a:lnTo>
                  <a:lnTo>
                    <a:pt x="76" y="43"/>
                  </a:lnTo>
                  <a:lnTo>
                    <a:pt x="80" y="39"/>
                  </a:lnTo>
                  <a:lnTo>
                    <a:pt x="41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402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Arrows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3" name="Группа 1"/>
          <p:cNvGrpSpPr/>
          <p:nvPr/>
        </p:nvGrpSpPr>
        <p:grpSpPr>
          <a:xfrm>
            <a:off x="2116800" y="1265400"/>
            <a:ext cx="217800" cy="302040"/>
            <a:chOff x="2116800" y="1265400"/>
            <a:chExt cx="217800" cy="302040"/>
          </a:xfrm>
        </p:grpSpPr>
        <p:sp>
          <p:nvSpPr>
            <p:cNvPr id="2404" name="Freeform 11"/>
            <p:cNvSpPr/>
            <p:nvPr/>
          </p:nvSpPr>
          <p:spPr>
            <a:xfrm>
              <a:off x="2116800" y="1345320"/>
              <a:ext cx="217800" cy="22212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222120"/>
                <a:gd name="textAreaBottom" fmla="*/ 222480 h 222120"/>
                <a:gd name="GluePoint1X" fmla="*/ 155 w 155"/>
                <a:gd name="GluePoint1Y" fmla="*/ 158 h 158"/>
                <a:gd name="GluePoint2X" fmla="*/ 0 w 155"/>
                <a:gd name="GluePoint2Y" fmla="*/ 158 h 158"/>
                <a:gd name="GluePoint3X" fmla="*/ 0 w 155"/>
                <a:gd name="GluePoint3Y" fmla="*/ 0 h 158"/>
                <a:gd name="GluePoint4X" fmla="*/ 155 w 155"/>
                <a:gd name="GluePoint4Y" fmla="*/ 0 h 158"/>
                <a:gd name="GluePoint5X" fmla="*/ 155 w 155"/>
                <a:gd name="GluePoint5Y" fmla="*/ 158 h 158"/>
                <a:gd name="GluePoint6X" fmla="*/ 7 w 155"/>
                <a:gd name="GluePoint6Y" fmla="*/ 151 h 158"/>
                <a:gd name="GluePoint7X" fmla="*/ 148 w 155"/>
                <a:gd name="GluePoint7Y" fmla="*/ 151 h 158"/>
                <a:gd name="GluePoint8X" fmla="*/ 148 w 155"/>
                <a:gd name="GluePoint8Y" fmla="*/ 7 h 158"/>
                <a:gd name="GluePoint9X" fmla="*/ 7 w 155"/>
                <a:gd name="GluePoint9Y" fmla="*/ 7 h 158"/>
                <a:gd name="GluePoint10X" fmla="*/ 7 w 155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05" name="Freeform 12"/>
            <p:cNvSpPr/>
            <p:nvPr/>
          </p:nvSpPr>
          <p:spPr>
            <a:xfrm>
              <a:off x="217332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06" name="Группа 2"/>
          <p:cNvGrpSpPr/>
          <p:nvPr/>
        </p:nvGrpSpPr>
        <p:grpSpPr>
          <a:xfrm>
            <a:off x="2509560" y="1265400"/>
            <a:ext cx="217800" cy="302040"/>
            <a:chOff x="2509560" y="1265400"/>
            <a:chExt cx="217800" cy="302040"/>
          </a:xfrm>
        </p:grpSpPr>
        <p:sp>
          <p:nvSpPr>
            <p:cNvPr id="2407" name="Freeform 13"/>
            <p:cNvSpPr/>
            <p:nvPr/>
          </p:nvSpPr>
          <p:spPr>
            <a:xfrm>
              <a:off x="2509560" y="1345320"/>
              <a:ext cx="217800" cy="22212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222120"/>
                <a:gd name="textAreaBottom" fmla="*/ 222480 h 222120"/>
                <a:gd name="GluePoint1X" fmla="*/ 155 w 155"/>
                <a:gd name="GluePoint1Y" fmla="*/ 158 h 158"/>
                <a:gd name="GluePoint2X" fmla="*/ 0 w 155"/>
                <a:gd name="GluePoint2Y" fmla="*/ 158 h 158"/>
                <a:gd name="GluePoint3X" fmla="*/ 0 w 155"/>
                <a:gd name="GluePoint3Y" fmla="*/ 0 h 158"/>
                <a:gd name="GluePoint4X" fmla="*/ 155 w 155"/>
                <a:gd name="GluePoint4Y" fmla="*/ 0 h 158"/>
                <a:gd name="GluePoint5X" fmla="*/ 155 w 155"/>
                <a:gd name="GluePoint5Y" fmla="*/ 158 h 158"/>
                <a:gd name="GluePoint6X" fmla="*/ 7 w 155"/>
                <a:gd name="GluePoint6Y" fmla="*/ 151 h 158"/>
                <a:gd name="GluePoint7X" fmla="*/ 148 w 155"/>
                <a:gd name="GluePoint7Y" fmla="*/ 151 h 158"/>
                <a:gd name="GluePoint8X" fmla="*/ 148 w 155"/>
                <a:gd name="GluePoint8Y" fmla="*/ 7 h 158"/>
                <a:gd name="GluePoint9X" fmla="*/ 7 w 155"/>
                <a:gd name="GluePoint9Y" fmla="*/ 7 h 158"/>
                <a:gd name="GluePoint10X" fmla="*/ 7 w 155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08" name="Freeform 14"/>
            <p:cNvSpPr/>
            <p:nvPr/>
          </p:nvSpPr>
          <p:spPr>
            <a:xfrm>
              <a:off x="2574360" y="1421280"/>
              <a:ext cx="99720" cy="6732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67320"/>
                <a:gd name="textAreaBottom" fmla="*/ 67680 h 67320"/>
                <a:gd name="GluePoint1X" fmla="*/ 27 w 71"/>
                <a:gd name="GluePoint1Y" fmla="*/ 48 h 48"/>
                <a:gd name="GluePoint2X" fmla="*/ 23 w 71"/>
                <a:gd name="GluePoint2Y" fmla="*/ 48 h 48"/>
                <a:gd name="GluePoint3X" fmla="*/ 0 w 71"/>
                <a:gd name="GluePoint3Y" fmla="*/ 25 h 48"/>
                <a:gd name="GluePoint4X" fmla="*/ 4 w 71"/>
                <a:gd name="GluePoint4Y" fmla="*/ 21 h 48"/>
                <a:gd name="GluePoint5X" fmla="*/ 25 w 71"/>
                <a:gd name="GluePoint5Y" fmla="*/ 42 h 48"/>
                <a:gd name="GluePoint6X" fmla="*/ 67 w 71"/>
                <a:gd name="GluePoint6Y" fmla="*/ 0 h 48"/>
                <a:gd name="GluePoint7X" fmla="*/ 71 w 71"/>
                <a:gd name="GluePoint7Y" fmla="*/ 5 h 48"/>
                <a:gd name="GluePoint8X" fmla="*/ 27 w 71"/>
                <a:gd name="GluePoint8Y" fmla="*/ 48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71" h="48">
                  <a:moveTo>
                    <a:pt x="27" y="48"/>
                  </a:moveTo>
                  <a:lnTo>
                    <a:pt x="23" y="48"/>
                  </a:lnTo>
                  <a:lnTo>
                    <a:pt x="0" y="25"/>
                  </a:lnTo>
                  <a:lnTo>
                    <a:pt x="4" y="21"/>
                  </a:lnTo>
                  <a:lnTo>
                    <a:pt x="25" y="42"/>
                  </a:lnTo>
                  <a:lnTo>
                    <a:pt x="67" y="0"/>
                  </a:lnTo>
                  <a:lnTo>
                    <a:pt x="71" y="5"/>
                  </a:lnTo>
                  <a:lnTo>
                    <a:pt x="27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840" bIns="33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09" name="Freeform 15"/>
            <p:cNvSpPr/>
            <p:nvPr/>
          </p:nvSpPr>
          <p:spPr>
            <a:xfrm>
              <a:off x="256716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9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10" name="Группа 3"/>
          <p:cNvGrpSpPr/>
          <p:nvPr/>
        </p:nvGrpSpPr>
        <p:grpSpPr>
          <a:xfrm>
            <a:off x="2902320" y="1265400"/>
            <a:ext cx="217800" cy="302040"/>
            <a:chOff x="2902320" y="1265400"/>
            <a:chExt cx="217800" cy="302040"/>
          </a:xfrm>
        </p:grpSpPr>
        <p:sp>
          <p:nvSpPr>
            <p:cNvPr id="2411" name="Freeform 16"/>
            <p:cNvSpPr/>
            <p:nvPr/>
          </p:nvSpPr>
          <p:spPr>
            <a:xfrm>
              <a:off x="2902320" y="1345320"/>
              <a:ext cx="217800" cy="22212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222120"/>
                <a:gd name="textAreaBottom" fmla="*/ 222480 h 222120"/>
                <a:gd name="GluePoint1X" fmla="*/ 155 w 155"/>
                <a:gd name="GluePoint1Y" fmla="*/ 158 h 158"/>
                <a:gd name="GluePoint2X" fmla="*/ 0 w 155"/>
                <a:gd name="GluePoint2Y" fmla="*/ 158 h 158"/>
                <a:gd name="GluePoint3X" fmla="*/ 0 w 155"/>
                <a:gd name="GluePoint3Y" fmla="*/ 0 h 158"/>
                <a:gd name="GluePoint4X" fmla="*/ 155 w 155"/>
                <a:gd name="GluePoint4Y" fmla="*/ 0 h 158"/>
                <a:gd name="GluePoint5X" fmla="*/ 155 w 155"/>
                <a:gd name="GluePoint5Y" fmla="*/ 158 h 158"/>
                <a:gd name="GluePoint6X" fmla="*/ 7 w 155"/>
                <a:gd name="GluePoint6Y" fmla="*/ 151 h 158"/>
                <a:gd name="GluePoint7X" fmla="*/ 148 w 155"/>
                <a:gd name="GluePoint7Y" fmla="*/ 151 h 158"/>
                <a:gd name="GluePoint8X" fmla="*/ 148 w 155"/>
                <a:gd name="GluePoint8Y" fmla="*/ 7 h 158"/>
                <a:gd name="GluePoint9X" fmla="*/ 7 w 155"/>
                <a:gd name="GluePoint9Y" fmla="*/ 7 h 158"/>
                <a:gd name="GluePoint10X" fmla="*/ 7 w 155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12" name="Freeform 17"/>
            <p:cNvSpPr/>
            <p:nvPr/>
          </p:nvSpPr>
          <p:spPr>
            <a:xfrm>
              <a:off x="295992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5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9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13" name="Freeform 18"/>
            <p:cNvSpPr/>
            <p:nvPr/>
          </p:nvSpPr>
          <p:spPr>
            <a:xfrm>
              <a:off x="2959920" y="1429920"/>
              <a:ext cx="103680" cy="6588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65880"/>
                <a:gd name="textAreaBottom" fmla="*/ 66240 h 65880"/>
                <a:gd name="GluePoint1X" fmla="*/ 72 w 88"/>
                <a:gd name="GluePoint1Y" fmla="*/ 56 h 56"/>
                <a:gd name="GluePoint2X" fmla="*/ 16 w 88"/>
                <a:gd name="GluePoint2Y" fmla="*/ 56 h 56"/>
                <a:gd name="GluePoint3X" fmla="*/ 0 w 88"/>
                <a:gd name="GluePoint3Y" fmla="*/ 40 h 56"/>
                <a:gd name="GluePoint4X" fmla="*/ 13 w 88"/>
                <a:gd name="GluePoint4Y" fmla="*/ 24 h 56"/>
                <a:gd name="GluePoint5X" fmla="*/ 44 w 88"/>
                <a:gd name="GluePoint5Y" fmla="*/ 0 h 56"/>
                <a:gd name="GluePoint6X" fmla="*/ 76 w 88"/>
                <a:gd name="GluePoint6Y" fmla="*/ 24 h 56"/>
                <a:gd name="GluePoint7X" fmla="*/ 88 w 88"/>
                <a:gd name="GluePoint7Y" fmla="*/ 40 h 56"/>
                <a:gd name="GluePoint8X" fmla="*/ 72 w 88"/>
                <a:gd name="GluePoint8Y" fmla="*/ 56 h 56"/>
                <a:gd name="GluePoint9X" fmla="*/ 16 w 88"/>
                <a:gd name="GluePoint9Y" fmla="*/ 32 h 56"/>
                <a:gd name="GluePoint10X" fmla="*/ 8 w 88"/>
                <a:gd name="GluePoint10Y" fmla="*/ 40 h 56"/>
                <a:gd name="GluePoint11X" fmla="*/ 16 w 88"/>
                <a:gd name="GluePoint11Y" fmla="*/ 48 h 56"/>
                <a:gd name="GluePoint12X" fmla="*/ 72 w 88"/>
                <a:gd name="GluePoint12Y" fmla="*/ 48 h 56"/>
                <a:gd name="GluePoint13X" fmla="*/ 80 w 88"/>
                <a:gd name="GluePoint13Y" fmla="*/ 40 h 56"/>
                <a:gd name="GluePoint14X" fmla="*/ 72 w 88"/>
                <a:gd name="GluePoint14Y" fmla="*/ 32 h 56"/>
                <a:gd name="GluePoint15X" fmla="*/ 68 w 88"/>
                <a:gd name="GluePoint15Y" fmla="*/ 32 h 56"/>
                <a:gd name="GluePoint16X" fmla="*/ 68 w 88"/>
                <a:gd name="GluePoint16Y" fmla="*/ 28 h 56"/>
                <a:gd name="GluePoint17X" fmla="*/ 44 w 88"/>
                <a:gd name="GluePoint17Y" fmla="*/ 8 h 56"/>
                <a:gd name="GluePoint18X" fmla="*/ 20 w 88"/>
                <a:gd name="GluePoint18Y" fmla="*/ 28 h 56"/>
                <a:gd name="GluePoint19X" fmla="*/ 20 w 88"/>
                <a:gd name="GluePoint19Y" fmla="*/ 32 h 56"/>
                <a:gd name="GluePoint20X" fmla="*/ 16 w 88"/>
                <a:gd name="GluePoint20Y" fmla="*/ 32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72" y="56"/>
                  </a:moveTo>
                  <a:cubicBezTo>
                    <a:pt x="16" y="56"/>
                    <a:pt x="16" y="56"/>
                    <a:pt x="16" y="56"/>
                  </a:cubicBezTo>
                  <a:cubicBezTo>
                    <a:pt x="6" y="56"/>
                    <a:pt x="0" y="50"/>
                    <a:pt x="0" y="40"/>
                  </a:cubicBezTo>
                  <a:cubicBezTo>
                    <a:pt x="0" y="34"/>
                    <a:pt x="5" y="26"/>
                    <a:pt x="13" y="24"/>
                  </a:cubicBezTo>
                  <a:cubicBezTo>
                    <a:pt x="17" y="12"/>
                    <a:pt x="30" y="0"/>
                    <a:pt x="44" y="0"/>
                  </a:cubicBezTo>
                  <a:cubicBezTo>
                    <a:pt x="61" y="0"/>
                    <a:pt x="74" y="10"/>
                    <a:pt x="76" y="24"/>
                  </a:cubicBezTo>
                  <a:cubicBezTo>
                    <a:pt x="84" y="26"/>
                    <a:pt x="88" y="35"/>
                    <a:pt x="88" y="40"/>
                  </a:cubicBezTo>
                  <a:cubicBezTo>
                    <a:pt x="88" y="50"/>
                    <a:pt x="82" y="56"/>
                    <a:pt x="72" y="56"/>
                  </a:cubicBezTo>
                  <a:close/>
                  <a:moveTo>
                    <a:pt x="16" y="32"/>
                  </a:moveTo>
                  <a:cubicBezTo>
                    <a:pt x="11" y="32"/>
                    <a:pt x="8" y="38"/>
                    <a:pt x="8" y="40"/>
                  </a:cubicBezTo>
                  <a:cubicBezTo>
                    <a:pt x="8" y="45"/>
                    <a:pt x="11" y="48"/>
                    <a:pt x="16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8" y="48"/>
                    <a:pt x="80" y="45"/>
                    <a:pt x="80" y="40"/>
                  </a:cubicBezTo>
                  <a:cubicBezTo>
                    <a:pt x="80" y="38"/>
                    <a:pt x="78" y="32"/>
                    <a:pt x="72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15"/>
                    <a:pt x="56" y="8"/>
                    <a:pt x="44" y="8"/>
                  </a:cubicBezTo>
                  <a:cubicBezTo>
                    <a:pt x="33" y="8"/>
                    <a:pt x="22" y="19"/>
                    <a:pt x="20" y="28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16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14" name="Группа 413"/>
          <p:cNvGrpSpPr/>
          <p:nvPr/>
        </p:nvGrpSpPr>
        <p:grpSpPr>
          <a:xfrm>
            <a:off x="3296160" y="1265400"/>
            <a:ext cx="217800" cy="302040"/>
            <a:chOff x="3296160" y="1265400"/>
            <a:chExt cx="217800" cy="302040"/>
          </a:xfrm>
        </p:grpSpPr>
        <p:sp>
          <p:nvSpPr>
            <p:cNvPr id="2415" name="Freeform 19"/>
            <p:cNvSpPr/>
            <p:nvPr/>
          </p:nvSpPr>
          <p:spPr>
            <a:xfrm>
              <a:off x="3363840" y="1465200"/>
              <a:ext cx="81360" cy="4320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43200"/>
                <a:gd name="textAreaBottom" fmla="*/ 43560 h 43200"/>
                <a:gd name="GluePoint1X" fmla="*/ 31 w 58"/>
                <a:gd name="GluePoint1Y" fmla="*/ 31 h 31"/>
                <a:gd name="GluePoint2X" fmla="*/ 27 w 58"/>
                <a:gd name="GluePoint2Y" fmla="*/ 31 h 31"/>
                <a:gd name="GluePoint3X" fmla="*/ 0 w 58"/>
                <a:gd name="GluePoint3Y" fmla="*/ 4 h 31"/>
                <a:gd name="GluePoint4X" fmla="*/ 4 w 58"/>
                <a:gd name="GluePoint4Y" fmla="*/ 0 h 31"/>
                <a:gd name="GluePoint5X" fmla="*/ 30 w 58"/>
                <a:gd name="GluePoint5Y" fmla="*/ 24 h 31"/>
                <a:gd name="GluePoint6X" fmla="*/ 54 w 58"/>
                <a:gd name="GluePoint6Y" fmla="*/ 0 h 31"/>
                <a:gd name="GluePoint7X" fmla="*/ 58 w 58"/>
                <a:gd name="GluePoint7Y" fmla="*/ 4 h 31"/>
                <a:gd name="GluePoint8X" fmla="*/ 31 w 58"/>
                <a:gd name="GluePoint8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8" h="31">
                  <a:moveTo>
                    <a:pt x="31" y="31"/>
                  </a:moveTo>
                  <a:lnTo>
                    <a:pt x="27" y="31"/>
                  </a:lnTo>
                  <a:lnTo>
                    <a:pt x="0" y="4"/>
                  </a:lnTo>
                  <a:lnTo>
                    <a:pt x="4" y="0"/>
                  </a:lnTo>
                  <a:lnTo>
                    <a:pt x="30" y="24"/>
                  </a:lnTo>
                  <a:lnTo>
                    <a:pt x="54" y="0"/>
                  </a:lnTo>
                  <a:lnTo>
                    <a:pt x="58" y="4"/>
                  </a:lnTo>
                  <a:lnTo>
                    <a:pt x="31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16" name="Rectangle 20"/>
            <p:cNvSpPr/>
            <p:nvPr/>
          </p:nvSpPr>
          <p:spPr>
            <a:xfrm>
              <a:off x="3400200" y="1411560"/>
              <a:ext cx="9360" cy="93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17" name="Freeform 21"/>
            <p:cNvSpPr/>
            <p:nvPr/>
          </p:nvSpPr>
          <p:spPr>
            <a:xfrm>
              <a:off x="3296160" y="1345320"/>
              <a:ext cx="217800" cy="22212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222120"/>
                <a:gd name="textAreaBottom" fmla="*/ 222480 h 222120"/>
                <a:gd name="GluePoint1X" fmla="*/ 155 w 155"/>
                <a:gd name="GluePoint1Y" fmla="*/ 158 h 158"/>
                <a:gd name="GluePoint2X" fmla="*/ 0 w 155"/>
                <a:gd name="GluePoint2Y" fmla="*/ 158 h 158"/>
                <a:gd name="GluePoint3X" fmla="*/ 0 w 155"/>
                <a:gd name="GluePoint3Y" fmla="*/ 0 h 158"/>
                <a:gd name="GluePoint4X" fmla="*/ 155 w 155"/>
                <a:gd name="GluePoint4Y" fmla="*/ 0 h 158"/>
                <a:gd name="GluePoint5X" fmla="*/ 155 w 155"/>
                <a:gd name="GluePoint5Y" fmla="*/ 158 h 158"/>
                <a:gd name="GluePoint6X" fmla="*/ 7 w 155"/>
                <a:gd name="GluePoint6Y" fmla="*/ 151 h 158"/>
                <a:gd name="GluePoint7X" fmla="*/ 148 w 155"/>
                <a:gd name="GluePoint7Y" fmla="*/ 151 h 158"/>
                <a:gd name="GluePoint8X" fmla="*/ 148 w 155"/>
                <a:gd name="GluePoint8Y" fmla="*/ 7 h 158"/>
                <a:gd name="GluePoint9X" fmla="*/ 7 w 155"/>
                <a:gd name="GluePoint9Y" fmla="*/ 7 h 158"/>
                <a:gd name="GluePoint10X" fmla="*/ 7 w 155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18" name="Freeform 22"/>
            <p:cNvSpPr/>
            <p:nvPr/>
          </p:nvSpPr>
          <p:spPr>
            <a:xfrm>
              <a:off x="335376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3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19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19" name="Группа 432"/>
          <p:cNvGrpSpPr/>
          <p:nvPr/>
        </p:nvGrpSpPr>
        <p:grpSpPr>
          <a:xfrm>
            <a:off x="3688920" y="1265400"/>
            <a:ext cx="217800" cy="302040"/>
            <a:chOff x="3688920" y="1265400"/>
            <a:chExt cx="217800" cy="302040"/>
          </a:xfrm>
        </p:grpSpPr>
        <p:sp>
          <p:nvSpPr>
            <p:cNvPr id="2420" name="Freeform 23"/>
            <p:cNvSpPr/>
            <p:nvPr/>
          </p:nvSpPr>
          <p:spPr>
            <a:xfrm>
              <a:off x="3688920" y="1345320"/>
              <a:ext cx="217800" cy="22212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222120"/>
                <a:gd name="textAreaBottom" fmla="*/ 222480 h 222120"/>
                <a:gd name="GluePoint1X" fmla="*/ 155 w 155"/>
                <a:gd name="GluePoint1Y" fmla="*/ 158 h 158"/>
                <a:gd name="GluePoint2X" fmla="*/ 0 w 155"/>
                <a:gd name="GluePoint2Y" fmla="*/ 158 h 158"/>
                <a:gd name="GluePoint3X" fmla="*/ 0 w 155"/>
                <a:gd name="GluePoint3Y" fmla="*/ 0 h 158"/>
                <a:gd name="GluePoint4X" fmla="*/ 155 w 155"/>
                <a:gd name="GluePoint4Y" fmla="*/ 0 h 158"/>
                <a:gd name="GluePoint5X" fmla="*/ 155 w 155"/>
                <a:gd name="GluePoint5Y" fmla="*/ 158 h 158"/>
                <a:gd name="GluePoint6X" fmla="*/ 7 w 155"/>
                <a:gd name="GluePoint6Y" fmla="*/ 151 h 158"/>
                <a:gd name="GluePoint7X" fmla="*/ 148 w 155"/>
                <a:gd name="GluePoint7Y" fmla="*/ 151 h 158"/>
                <a:gd name="GluePoint8X" fmla="*/ 148 w 155"/>
                <a:gd name="GluePoint8Y" fmla="*/ 7 h 158"/>
                <a:gd name="GluePoint9X" fmla="*/ 7 w 155"/>
                <a:gd name="GluePoint9Y" fmla="*/ 7 h 158"/>
                <a:gd name="GluePoint10X" fmla="*/ 7 w 155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21" name="Rectangle 24"/>
            <p:cNvSpPr/>
            <p:nvPr/>
          </p:nvSpPr>
          <p:spPr>
            <a:xfrm>
              <a:off x="3754800" y="1459440"/>
              <a:ext cx="853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22" name="Freeform 25"/>
            <p:cNvSpPr/>
            <p:nvPr/>
          </p:nvSpPr>
          <p:spPr>
            <a:xfrm>
              <a:off x="374652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19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23" name="Группа 433"/>
          <p:cNvGrpSpPr/>
          <p:nvPr/>
        </p:nvGrpSpPr>
        <p:grpSpPr>
          <a:xfrm>
            <a:off x="4081320" y="1265400"/>
            <a:ext cx="217800" cy="302040"/>
            <a:chOff x="4081320" y="1265400"/>
            <a:chExt cx="217800" cy="302040"/>
          </a:xfrm>
        </p:grpSpPr>
        <p:sp>
          <p:nvSpPr>
            <p:cNvPr id="2424" name="Rectangle 26"/>
            <p:cNvSpPr/>
            <p:nvPr/>
          </p:nvSpPr>
          <p:spPr>
            <a:xfrm>
              <a:off x="4185720" y="1421280"/>
              <a:ext cx="9360" cy="84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120" bIns="42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25" name="Rectangle 27"/>
            <p:cNvSpPr/>
            <p:nvPr/>
          </p:nvSpPr>
          <p:spPr>
            <a:xfrm>
              <a:off x="4147560" y="1459440"/>
              <a:ext cx="853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26" name="Freeform 28"/>
            <p:cNvSpPr/>
            <p:nvPr/>
          </p:nvSpPr>
          <p:spPr>
            <a:xfrm>
              <a:off x="4081320" y="1345320"/>
              <a:ext cx="217800" cy="22212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222120"/>
                <a:gd name="textAreaBottom" fmla="*/ 222480 h 222120"/>
                <a:gd name="GluePoint1X" fmla="*/ 155 w 155"/>
                <a:gd name="GluePoint1Y" fmla="*/ 158 h 158"/>
                <a:gd name="GluePoint2X" fmla="*/ 0 w 155"/>
                <a:gd name="GluePoint2Y" fmla="*/ 158 h 158"/>
                <a:gd name="GluePoint3X" fmla="*/ 0 w 155"/>
                <a:gd name="GluePoint3Y" fmla="*/ 0 h 158"/>
                <a:gd name="GluePoint4X" fmla="*/ 155 w 155"/>
                <a:gd name="GluePoint4Y" fmla="*/ 0 h 158"/>
                <a:gd name="GluePoint5X" fmla="*/ 155 w 155"/>
                <a:gd name="GluePoint5Y" fmla="*/ 158 h 158"/>
                <a:gd name="GluePoint6X" fmla="*/ 7 w 155"/>
                <a:gd name="GluePoint6Y" fmla="*/ 151 h 158"/>
                <a:gd name="GluePoint7X" fmla="*/ 148 w 155"/>
                <a:gd name="GluePoint7Y" fmla="*/ 151 h 158"/>
                <a:gd name="GluePoint8X" fmla="*/ 148 w 155"/>
                <a:gd name="GluePoint8Y" fmla="*/ 7 h 158"/>
                <a:gd name="GluePoint9X" fmla="*/ 7 w 155"/>
                <a:gd name="GluePoint9Y" fmla="*/ 7 h 158"/>
                <a:gd name="GluePoint10X" fmla="*/ 7 w 155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5" h="158">
                  <a:moveTo>
                    <a:pt x="155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5" y="0"/>
                  </a:lnTo>
                  <a:lnTo>
                    <a:pt x="155" y="158"/>
                  </a:lnTo>
                  <a:close/>
                  <a:moveTo>
                    <a:pt x="7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27" name="Freeform 29"/>
            <p:cNvSpPr/>
            <p:nvPr/>
          </p:nvSpPr>
          <p:spPr>
            <a:xfrm>
              <a:off x="413928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28" name="Группа 434"/>
          <p:cNvGrpSpPr/>
          <p:nvPr/>
        </p:nvGrpSpPr>
        <p:grpSpPr>
          <a:xfrm>
            <a:off x="4475520" y="1265400"/>
            <a:ext cx="216360" cy="302040"/>
            <a:chOff x="4475520" y="1265400"/>
            <a:chExt cx="216360" cy="302040"/>
          </a:xfrm>
        </p:grpSpPr>
        <p:sp>
          <p:nvSpPr>
            <p:cNvPr id="2429" name="Freeform 30"/>
            <p:cNvSpPr/>
            <p:nvPr/>
          </p:nvSpPr>
          <p:spPr>
            <a:xfrm>
              <a:off x="4541760" y="1463760"/>
              <a:ext cx="60120" cy="4752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47520"/>
                <a:gd name="textAreaBottom" fmla="*/ 47880 h 47520"/>
                <a:gd name="GluePoint1X" fmla="*/ 52 w 52"/>
                <a:gd name="GluePoint1Y" fmla="*/ 40 h 40"/>
                <a:gd name="GluePoint2X" fmla="*/ 36 w 52"/>
                <a:gd name="GluePoint2Y" fmla="*/ 40 h 40"/>
                <a:gd name="GluePoint3X" fmla="*/ 0 w 52"/>
                <a:gd name="GluePoint3Y" fmla="*/ 0 h 40"/>
                <a:gd name="GluePoint4X" fmla="*/ 8 w 52"/>
                <a:gd name="GluePoint4Y" fmla="*/ 0 h 40"/>
                <a:gd name="GluePoint5X" fmla="*/ 36 w 52"/>
                <a:gd name="GluePoint5Y" fmla="*/ 32 h 40"/>
                <a:gd name="GluePoint6X" fmla="*/ 52 w 52"/>
                <a:gd name="GluePoint6Y" fmla="*/ 32 h 40"/>
                <a:gd name="GluePoint7X" fmla="*/ 52 w 52"/>
                <a:gd name="GluePoint7Y" fmla="*/ 4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2" h="40">
                  <a:moveTo>
                    <a:pt x="52" y="40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15" y="40"/>
                    <a:pt x="0" y="18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20" y="32"/>
                    <a:pt x="36" y="32"/>
                  </a:cubicBezTo>
                  <a:cubicBezTo>
                    <a:pt x="52" y="32"/>
                    <a:pt x="52" y="32"/>
                    <a:pt x="52" y="32"/>
                  </a:cubicBezTo>
                  <a:lnTo>
                    <a:pt x="52" y="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30" name="Freeform 31"/>
            <p:cNvSpPr/>
            <p:nvPr/>
          </p:nvSpPr>
          <p:spPr>
            <a:xfrm>
              <a:off x="4585320" y="1483200"/>
              <a:ext cx="20880" cy="4320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43200"/>
                <a:gd name="textAreaBottom" fmla="*/ 43560 h 43200"/>
                <a:gd name="GluePoint1X" fmla="*/ 5 w 15"/>
                <a:gd name="GluePoint1Y" fmla="*/ 31 h 31"/>
                <a:gd name="GluePoint2X" fmla="*/ 0 w 15"/>
                <a:gd name="GluePoint2Y" fmla="*/ 27 h 31"/>
                <a:gd name="GluePoint3X" fmla="*/ 8 w 15"/>
                <a:gd name="GluePoint3Y" fmla="*/ 16 h 31"/>
                <a:gd name="GluePoint4X" fmla="*/ 0 w 15"/>
                <a:gd name="GluePoint4Y" fmla="*/ 4 h 31"/>
                <a:gd name="GluePoint5X" fmla="*/ 5 w 15"/>
                <a:gd name="GluePoint5Y" fmla="*/ 0 h 31"/>
                <a:gd name="GluePoint6X" fmla="*/ 15 w 15"/>
                <a:gd name="GluePoint6Y" fmla="*/ 14 h 31"/>
                <a:gd name="GluePoint7X" fmla="*/ 15 w 15"/>
                <a:gd name="GluePoint7Y" fmla="*/ 18 h 31"/>
                <a:gd name="GluePoint8X" fmla="*/ 5 w 15"/>
                <a:gd name="GluePoint8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5" h="31">
                  <a:moveTo>
                    <a:pt x="5" y="31"/>
                  </a:moveTo>
                  <a:lnTo>
                    <a:pt x="0" y="27"/>
                  </a:lnTo>
                  <a:lnTo>
                    <a:pt x="8" y="16"/>
                  </a:lnTo>
                  <a:lnTo>
                    <a:pt x="0" y="4"/>
                  </a:lnTo>
                  <a:lnTo>
                    <a:pt x="5" y="0"/>
                  </a:lnTo>
                  <a:lnTo>
                    <a:pt x="15" y="14"/>
                  </a:lnTo>
                  <a:lnTo>
                    <a:pt x="15" y="18"/>
                  </a:lnTo>
                  <a:lnTo>
                    <a:pt x="5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31" name="Freeform 32"/>
            <p:cNvSpPr/>
            <p:nvPr/>
          </p:nvSpPr>
          <p:spPr>
            <a:xfrm>
              <a:off x="4573800" y="1415880"/>
              <a:ext cx="61560" cy="475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47520"/>
                <a:gd name="textAreaBottom" fmla="*/ 47880 h 47520"/>
                <a:gd name="GluePoint1X" fmla="*/ 52 w 52"/>
                <a:gd name="GluePoint1Y" fmla="*/ 40 h 40"/>
                <a:gd name="GluePoint2X" fmla="*/ 44 w 52"/>
                <a:gd name="GluePoint2Y" fmla="*/ 40 h 40"/>
                <a:gd name="GluePoint3X" fmla="*/ 16 w 52"/>
                <a:gd name="GluePoint3Y" fmla="*/ 8 h 40"/>
                <a:gd name="GluePoint4X" fmla="*/ 0 w 52"/>
                <a:gd name="GluePoint4Y" fmla="*/ 8 h 40"/>
                <a:gd name="GluePoint5X" fmla="*/ 0 w 52"/>
                <a:gd name="GluePoint5Y" fmla="*/ 0 h 40"/>
                <a:gd name="GluePoint6X" fmla="*/ 16 w 52"/>
                <a:gd name="GluePoint6Y" fmla="*/ 0 h 40"/>
                <a:gd name="GluePoint7X" fmla="*/ 52 w 52"/>
                <a:gd name="GluePoint7Y" fmla="*/ 4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2" h="40">
                  <a:moveTo>
                    <a:pt x="52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25"/>
                    <a:pt x="32" y="8"/>
                    <a:pt x="1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37" y="0"/>
                    <a:pt x="52" y="21"/>
                    <a:pt x="52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32" name="Freeform 33"/>
            <p:cNvSpPr/>
            <p:nvPr/>
          </p:nvSpPr>
          <p:spPr>
            <a:xfrm>
              <a:off x="4571280" y="1398960"/>
              <a:ext cx="20880" cy="4320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43200"/>
                <a:gd name="textAreaBottom" fmla="*/ 43560 h 43200"/>
                <a:gd name="GluePoint1X" fmla="*/ 10 w 15"/>
                <a:gd name="GluePoint1Y" fmla="*/ 31 h 31"/>
                <a:gd name="GluePoint2X" fmla="*/ 0 w 15"/>
                <a:gd name="GluePoint2Y" fmla="*/ 17 h 31"/>
                <a:gd name="GluePoint3X" fmla="*/ 0 w 15"/>
                <a:gd name="GluePoint3Y" fmla="*/ 13 h 31"/>
                <a:gd name="GluePoint4X" fmla="*/ 10 w 15"/>
                <a:gd name="GluePoint4Y" fmla="*/ 0 h 31"/>
                <a:gd name="GluePoint5X" fmla="*/ 15 w 15"/>
                <a:gd name="GluePoint5Y" fmla="*/ 4 h 31"/>
                <a:gd name="GluePoint6X" fmla="*/ 6 w 15"/>
                <a:gd name="GluePoint6Y" fmla="*/ 16 h 31"/>
                <a:gd name="GluePoint7X" fmla="*/ 15 w 15"/>
                <a:gd name="GluePoint7Y" fmla="*/ 27 h 31"/>
                <a:gd name="GluePoint8X" fmla="*/ 10 w 15"/>
                <a:gd name="GluePoint8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5" h="31">
                  <a:moveTo>
                    <a:pt x="10" y="31"/>
                  </a:moveTo>
                  <a:lnTo>
                    <a:pt x="0" y="17"/>
                  </a:lnTo>
                  <a:lnTo>
                    <a:pt x="0" y="13"/>
                  </a:lnTo>
                  <a:lnTo>
                    <a:pt x="10" y="0"/>
                  </a:lnTo>
                  <a:lnTo>
                    <a:pt x="15" y="4"/>
                  </a:lnTo>
                  <a:lnTo>
                    <a:pt x="6" y="16"/>
                  </a:lnTo>
                  <a:lnTo>
                    <a:pt x="15" y="27"/>
                  </a:lnTo>
                  <a:lnTo>
                    <a:pt x="10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33" name="Freeform 34"/>
            <p:cNvSpPr/>
            <p:nvPr/>
          </p:nvSpPr>
          <p:spPr>
            <a:xfrm>
              <a:off x="4475520" y="1345320"/>
              <a:ext cx="216360" cy="22212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22120"/>
                <a:gd name="textAreaBottom" fmla="*/ 222480 h 222120"/>
                <a:gd name="GluePoint1X" fmla="*/ 154 w 154"/>
                <a:gd name="GluePoint1Y" fmla="*/ 158 h 158"/>
                <a:gd name="GluePoint2X" fmla="*/ 0 w 154"/>
                <a:gd name="GluePoint2Y" fmla="*/ 158 h 158"/>
                <a:gd name="GluePoint3X" fmla="*/ 0 w 154"/>
                <a:gd name="GluePoint3Y" fmla="*/ 0 h 158"/>
                <a:gd name="GluePoint4X" fmla="*/ 154 w 154"/>
                <a:gd name="GluePoint4Y" fmla="*/ 0 h 158"/>
                <a:gd name="GluePoint5X" fmla="*/ 154 w 154"/>
                <a:gd name="GluePoint5Y" fmla="*/ 158 h 158"/>
                <a:gd name="GluePoint6X" fmla="*/ 6 w 154"/>
                <a:gd name="GluePoint6Y" fmla="*/ 151 h 158"/>
                <a:gd name="GluePoint7X" fmla="*/ 147 w 154"/>
                <a:gd name="GluePoint7Y" fmla="*/ 151 h 158"/>
                <a:gd name="GluePoint8X" fmla="*/ 147 w 154"/>
                <a:gd name="GluePoint8Y" fmla="*/ 7 h 158"/>
                <a:gd name="GluePoint9X" fmla="*/ 6 w 154"/>
                <a:gd name="GluePoint9Y" fmla="*/ 7 h 158"/>
                <a:gd name="GluePoint10X" fmla="*/ 6 w 154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4" h="158">
                  <a:moveTo>
                    <a:pt x="154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4" y="0"/>
                  </a:lnTo>
                  <a:lnTo>
                    <a:pt x="154" y="158"/>
                  </a:lnTo>
                  <a:close/>
                  <a:moveTo>
                    <a:pt x="6" y="151"/>
                  </a:moveTo>
                  <a:lnTo>
                    <a:pt x="147" y="151"/>
                  </a:lnTo>
                  <a:lnTo>
                    <a:pt x="147" y="7"/>
                  </a:lnTo>
                  <a:lnTo>
                    <a:pt x="6" y="7"/>
                  </a:lnTo>
                  <a:lnTo>
                    <a:pt x="6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34" name="Freeform 35"/>
            <p:cNvSpPr/>
            <p:nvPr/>
          </p:nvSpPr>
          <p:spPr>
            <a:xfrm>
              <a:off x="453168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35" name="Группа 435"/>
          <p:cNvGrpSpPr/>
          <p:nvPr/>
        </p:nvGrpSpPr>
        <p:grpSpPr>
          <a:xfrm>
            <a:off x="4867920" y="1265400"/>
            <a:ext cx="216360" cy="302040"/>
            <a:chOff x="4867920" y="1265400"/>
            <a:chExt cx="216360" cy="302040"/>
          </a:xfrm>
        </p:grpSpPr>
        <p:sp>
          <p:nvSpPr>
            <p:cNvPr id="2436" name="Freeform 36"/>
            <p:cNvSpPr/>
            <p:nvPr/>
          </p:nvSpPr>
          <p:spPr>
            <a:xfrm>
              <a:off x="4867920" y="1345320"/>
              <a:ext cx="216360" cy="22212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22120"/>
                <a:gd name="textAreaBottom" fmla="*/ 222480 h 222120"/>
                <a:gd name="GluePoint1X" fmla="*/ 154 w 154"/>
                <a:gd name="GluePoint1Y" fmla="*/ 158 h 158"/>
                <a:gd name="GluePoint2X" fmla="*/ 0 w 154"/>
                <a:gd name="GluePoint2Y" fmla="*/ 158 h 158"/>
                <a:gd name="GluePoint3X" fmla="*/ 0 w 154"/>
                <a:gd name="GluePoint3Y" fmla="*/ 0 h 158"/>
                <a:gd name="GluePoint4X" fmla="*/ 154 w 154"/>
                <a:gd name="GluePoint4Y" fmla="*/ 0 h 158"/>
                <a:gd name="GluePoint5X" fmla="*/ 154 w 154"/>
                <a:gd name="GluePoint5Y" fmla="*/ 158 h 158"/>
                <a:gd name="GluePoint6X" fmla="*/ 6 w 154"/>
                <a:gd name="GluePoint6Y" fmla="*/ 151 h 158"/>
                <a:gd name="GluePoint7X" fmla="*/ 148 w 154"/>
                <a:gd name="GluePoint7Y" fmla="*/ 151 h 158"/>
                <a:gd name="GluePoint8X" fmla="*/ 148 w 154"/>
                <a:gd name="GluePoint8Y" fmla="*/ 7 h 158"/>
                <a:gd name="GluePoint9X" fmla="*/ 6 w 154"/>
                <a:gd name="GluePoint9Y" fmla="*/ 7 h 158"/>
                <a:gd name="GluePoint10X" fmla="*/ 6 w 154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4" h="158">
                  <a:moveTo>
                    <a:pt x="154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4" y="0"/>
                  </a:lnTo>
                  <a:lnTo>
                    <a:pt x="154" y="158"/>
                  </a:lnTo>
                  <a:close/>
                  <a:moveTo>
                    <a:pt x="6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6" y="7"/>
                  </a:lnTo>
                  <a:lnTo>
                    <a:pt x="6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37" name="Freeform 37"/>
            <p:cNvSpPr/>
            <p:nvPr/>
          </p:nvSpPr>
          <p:spPr>
            <a:xfrm>
              <a:off x="4939920" y="1427040"/>
              <a:ext cx="72720" cy="7128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71280"/>
                <a:gd name="textAreaBottom" fmla="*/ 71640 h 71280"/>
                <a:gd name="GluePoint1X" fmla="*/ 5 w 52"/>
                <a:gd name="GluePoint1Y" fmla="*/ 0 h 51"/>
                <a:gd name="GluePoint2X" fmla="*/ 52 w 52"/>
                <a:gd name="GluePoint2Y" fmla="*/ 47 h 51"/>
                <a:gd name="GluePoint3X" fmla="*/ 47 w 52"/>
                <a:gd name="GluePoint3Y" fmla="*/ 51 h 51"/>
                <a:gd name="GluePoint4X" fmla="*/ 0 w 52"/>
                <a:gd name="GluePoint4Y" fmla="*/ 4 h 51"/>
                <a:gd name="GluePoint5X" fmla="*/ 5 w 52"/>
                <a:gd name="GluePoint5Y" fmla="*/ 0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2" h="51">
                  <a:moveTo>
                    <a:pt x="5" y="0"/>
                  </a:moveTo>
                  <a:lnTo>
                    <a:pt x="52" y="47"/>
                  </a:lnTo>
                  <a:lnTo>
                    <a:pt x="47" y="51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38" name="Freeform 38"/>
            <p:cNvSpPr/>
            <p:nvPr/>
          </p:nvSpPr>
          <p:spPr>
            <a:xfrm>
              <a:off x="4939920" y="1427040"/>
              <a:ext cx="72720" cy="7128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71280"/>
                <a:gd name="textAreaBottom" fmla="*/ 71640 h 71280"/>
                <a:gd name="GluePoint1X" fmla="*/ 47 w 52"/>
                <a:gd name="GluePoint1Y" fmla="*/ 0 h 51"/>
                <a:gd name="GluePoint2X" fmla="*/ 52 w 52"/>
                <a:gd name="GluePoint2Y" fmla="*/ 4 h 51"/>
                <a:gd name="GluePoint3X" fmla="*/ 5 w 52"/>
                <a:gd name="GluePoint3Y" fmla="*/ 51 h 51"/>
                <a:gd name="GluePoint4X" fmla="*/ 0 w 52"/>
                <a:gd name="GluePoint4Y" fmla="*/ 47 h 51"/>
                <a:gd name="GluePoint5X" fmla="*/ 47 w 52"/>
                <a:gd name="GluePoint5Y" fmla="*/ 0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2" h="51">
                  <a:moveTo>
                    <a:pt x="47" y="0"/>
                  </a:moveTo>
                  <a:lnTo>
                    <a:pt x="52" y="4"/>
                  </a:lnTo>
                  <a:lnTo>
                    <a:pt x="5" y="51"/>
                  </a:lnTo>
                  <a:lnTo>
                    <a:pt x="0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39" name="Freeform 39"/>
            <p:cNvSpPr/>
            <p:nvPr/>
          </p:nvSpPr>
          <p:spPr>
            <a:xfrm>
              <a:off x="492444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40" name="Группа 436"/>
          <p:cNvGrpSpPr/>
          <p:nvPr/>
        </p:nvGrpSpPr>
        <p:grpSpPr>
          <a:xfrm>
            <a:off x="5260680" y="1265400"/>
            <a:ext cx="216360" cy="302040"/>
            <a:chOff x="5260680" y="1265400"/>
            <a:chExt cx="216360" cy="302040"/>
          </a:xfrm>
        </p:grpSpPr>
        <p:sp>
          <p:nvSpPr>
            <p:cNvPr id="2441" name="Freeform 40"/>
            <p:cNvSpPr/>
            <p:nvPr/>
          </p:nvSpPr>
          <p:spPr>
            <a:xfrm>
              <a:off x="5321160" y="141588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42" name="Freeform 41"/>
            <p:cNvSpPr/>
            <p:nvPr/>
          </p:nvSpPr>
          <p:spPr>
            <a:xfrm>
              <a:off x="5370480" y="1465200"/>
              <a:ext cx="44640" cy="4320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43200"/>
                <a:gd name="textAreaBottom" fmla="*/ 43560 h 43200"/>
                <a:gd name="GluePoint1X" fmla="*/ 5 w 32"/>
                <a:gd name="GluePoint1Y" fmla="*/ 0 h 31"/>
                <a:gd name="GluePoint2X" fmla="*/ 32 w 32"/>
                <a:gd name="GluePoint2Y" fmla="*/ 27 h 31"/>
                <a:gd name="GluePoint3X" fmla="*/ 27 w 32"/>
                <a:gd name="GluePoint3Y" fmla="*/ 31 h 31"/>
                <a:gd name="GluePoint4X" fmla="*/ 0 w 32"/>
                <a:gd name="GluePoint4Y" fmla="*/ 4 h 31"/>
                <a:gd name="GluePoint5X" fmla="*/ 5 w 32"/>
                <a:gd name="GluePoint5Y" fmla="*/ 0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31">
                  <a:moveTo>
                    <a:pt x="5" y="0"/>
                  </a:moveTo>
                  <a:lnTo>
                    <a:pt x="32" y="27"/>
                  </a:lnTo>
                  <a:lnTo>
                    <a:pt x="27" y="31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43" name="Freeform 42"/>
            <p:cNvSpPr/>
            <p:nvPr/>
          </p:nvSpPr>
          <p:spPr>
            <a:xfrm>
              <a:off x="5260680" y="1345320"/>
              <a:ext cx="216360" cy="22212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22120"/>
                <a:gd name="textAreaBottom" fmla="*/ 222480 h 222120"/>
                <a:gd name="GluePoint1X" fmla="*/ 154 w 154"/>
                <a:gd name="GluePoint1Y" fmla="*/ 158 h 158"/>
                <a:gd name="GluePoint2X" fmla="*/ 0 w 154"/>
                <a:gd name="GluePoint2Y" fmla="*/ 158 h 158"/>
                <a:gd name="GluePoint3X" fmla="*/ 0 w 154"/>
                <a:gd name="GluePoint3Y" fmla="*/ 0 h 158"/>
                <a:gd name="GluePoint4X" fmla="*/ 154 w 154"/>
                <a:gd name="GluePoint4Y" fmla="*/ 0 h 158"/>
                <a:gd name="GluePoint5X" fmla="*/ 154 w 154"/>
                <a:gd name="GluePoint5Y" fmla="*/ 158 h 158"/>
                <a:gd name="GluePoint6X" fmla="*/ 6 w 154"/>
                <a:gd name="GluePoint6Y" fmla="*/ 151 h 158"/>
                <a:gd name="GluePoint7X" fmla="*/ 148 w 154"/>
                <a:gd name="GluePoint7Y" fmla="*/ 151 h 158"/>
                <a:gd name="GluePoint8X" fmla="*/ 148 w 154"/>
                <a:gd name="GluePoint8Y" fmla="*/ 7 h 158"/>
                <a:gd name="GluePoint9X" fmla="*/ 6 w 154"/>
                <a:gd name="GluePoint9Y" fmla="*/ 7 h 158"/>
                <a:gd name="GluePoint10X" fmla="*/ 6 w 154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4" h="158">
                  <a:moveTo>
                    <a:pt x="154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4" y="0"/>
                  </a:lnTo>
                  <a:lnTo>
                    <a:pt x="154" y="158"/>
                  </a:lnTo>
                  <a:close/>
                  <a:moveTo>
                    <a:pt x="6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6" y="7"/>
                  </a:lnTo>
                  <a:lnTo>
                    <a:pt x="6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44" name="Freeform 43"/>
            <p:cNvSpPr/>
            <p:nvPr/>
          </p:nvSpPr>
          <p:spPr>
            <a:xfrm>
              <a:off x="531684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45" name="Группа 437"/>
          <p:cNvGrpSpPr/>
          <p:nvPr/>
        </p:nvGrpSpPr>
        <p:grpSpPr>
          <a:xfrm>
            <a:off x="5653440" y="1265400"/>
            <a:ext cx="216360" cy="302040"/>
            <a:chOff x="5653440" y="1265400"/>
            <a:chExt cx="216360" cy="302040"/>
          </a:xfrm>
        </p:grpSpPr>
        <p:sp>
          <p:nvSpPr>
            <p:cNvPr id="2446" name="Freeform 44"/>
            <p:cNvSpPr/>
            <p:nvPr/>
          </p:nvSpPr>
          <p:spPr>
            <a:xfrm>
              <a:off x="5720760" y="1413000"/>
              <a:ext cx="82800" cy="4320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43200"/>
                <a:gd name="textAreaBottom" fmla="*/ 43560 h 43200"/>
                <a:gd name="GluePoint1X" fmla="*/ 53 w 59"/>
                <a:gd name="GluePoint1Y" fmla="*/ 31 h 31"/>
                <a:gd name="GluePoint2X" fmla="*/ 29 w 59"/>
                <a:gd name="GluePoint2Y" fmla="*/ 6 h 31"/>
                <a:gd name="GluePoint3X" fmla="*/ 5 w 59"/>
                <a:gd name="GluePoint3Y" fmla="*/ 31 h 31"/>
                <a:gd name="GluePoint4X" fmla="*/ 0 w 59"/>
                <a:gd name="GluePoint4Y" fmla="*/ 27 h 31"/>
                <a:gd name="GluePoint5X" fmla="*/ 27 w 59"/>
                <a:gd name="GluePoint5Y" fmla="*/ 0 h 31"/>
                <a:gd name="GluePoint6X" fmla="*/ 32 w 59"/>
                <a:gd name="GluePoint6Y" fmla="*/ 0 h 31"/>
                <a:gd name="GluePoint7X" fmla="*/ 59 w 59"/>
                <a:gd name="GluePoint7Y" fmla="*/ 27 h 31"/>
                <a:gd name="GluePoint8X" fmla="*/ 53 w 59"/>
                <a:gd name="GluePoint8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9" h="31">
                  <a:moveTo>
                    <a:pt x="53" y="31"/>
                  </a:moveTo>
                  <a:lnTo>
                    <a:pt x="29" y="6"/>
                  </a:lnTo>
                  <a:lnTo>
                    <a:pt x="5" y="31"/>
                  </a:lnTo>
                  <a:lnTo>
                    <a:pt x="0" y="27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59" y="27"/>
                  </a:lnTo>
                  <a:lnTo>
                    <a:pt x="53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47" name="Rectangle 45"/>
            <p:cNvSpPr/>
            <p:nvPr/>
          </p:nvSpPr>
          <p:spPr>
            <a:xfrm>
              <a:off x="5757480" y="1415880"/>
              <a:ext cx="7920" cy="95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48" name="Freeform 46"/>
            <p:cNvSpPr/>
            <p:nvPr/>
          </p:nvSpPr>
          <p:spPr>
            <a:xfrm>
              <a:off x="5653440" y="1345320"/>
              <a:ext cx="216360" cy="22212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22120"/>
                <a:gd name="textAreaBottom" fmla="*/ 222480 h 222120"/>
                <a:gd name="GluePoint1X" fmla="*/ 154 w 154"/>
                <a:gd name="GluePoint1Y" fmla="*/ 158 h 158"/>
                <a:gd name="GluePoint2X" fmla="*/ 0 w 154"/>
                <a:gd name="GluePoint2Y" fmla="*/ 158 h 158"/>
                <a:gd name="GluePoint3X" fmla="*/ 0 w 154"/>
                <a:gd name="GluePoint3Y" fmla="*/ 0 h 158"/>
                <a:gd name="GluePoint4X" fmla="*/ 154 w 154"/>
                <a:gd name="GluePoint4Y" fmla="*/ 0 h 158"/>
                <a:gd name="GluePoint5X" fmla="*/ 154 w 154"/>
                <a:gd name="GluePoint5Y" fmla="*/ 158 h 158"/>
                <a:gd name="GluePoint6X" fmla="*/ 6 w 154"/>
                <a:gd name="GluePoint6Y" fmla="*/ 151 h 158"/>
                <a:gd name="GluePoint7X" fmla="*/ 148 w 154"/>
                <a:gd name="GluePoint7Y" fmla="*/ 151 h 158"/>
                <a:gd name="GluePoint8X" fmla="*/ 148 w 154"/>
                <a:gd name="GluePoint8Y" fmla="*/ 7 h 158"/>
                <a:gd name="GluePoint9X" fmla="*/ 6 w 154"/>
                <a:gd name="GluePoint9Y" fmla="*/ 7 h 158"/>
                <a:gd name="GluePoint10X" fmla="*/ 6 w 154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54" h="158">
                  <a:moveTo>
                    <a:pt x="154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154" y="0"/>
                  </a:lnTo>
                  <a:lnTo>
                    <a:pt x="154" y="158"/>
                  </a:lnTo>
                  <a:close/>
                  <a:moveTo>
                    <a:pt x="6" y="151"/>
                  </a:moveTo>
                  <a:lnTo>
                    <a:pt x="148" y="151"/>
                  </a:lnTo>
                  <a:lnTo>
                    <a:pt x="148" y="7"/>
                  </a:lnTo>
                  <a:lnTo>
                    <a:pt x="6" y="7"/>
                  </a:lnTo>
                  <a:lnTo>
                    <a:pt x="6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49" name="Freeform 47"/>
            <p:cNvSpPr/>
            <p:nvPr/>
          </p:nvSpPr>
          <p:spPr>
            <a:xfrm>
              <a:off x="5709600" y="1265400"/>
              <a:ext cx="103680" cy="11232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112320"/>
                <a:gd name="textAreaBottom" fmla="*/ 112680 h 112320"/>
                <a:gd name="GluePoint1X" fmla="*/ 88 w 88"/>
                <a:gd name="GluePoint1Y" fmla="*/ 96 h 96"/>
                <a:gd name="GluePoint2X" fmla="*/ 80 w 88"/>
                <a:gd name="GluePoint2Y" fmla="*/ 96 h 96"/>
                <a:gd name="GluePoint3X" fmla="*/ 80 w 88"/>
                <a:gd name="GluePoint3Y" fmla="*/ 44 h 96"/>
                <a:gd name="GluePoint4X" fmla="*/ 44 w 88"/>
                <a:gd name="GluePoint4Y" fmla="*/ 8 h 96"/>
                <a:gd name="GluePoint5X" fmla="*/ 8 w 88"/>
                <a:gd name="GluePoint5Y" fmla="*/ 44 h 96"/>
                <a:gd name="GluePoint6X" fmla="*/ 8 w 88"/>
                <a:gd name="GluePoint6Y" fmla="*/ 96 h 96"/>
                <a:gd name="GluePoint7X" fmla="*/ 0 w 88"/>
                <a:gd name="GluePoint7Y" fmla="*/ 96 h 96"/>
                <a:gd name="GluePoint8X" fmla="*/ 0 w 88"/>
                <a:gd name="GluePoint8Y" fmla="*/ 44 h 96"/>
                <a:gd name="GluePoint9X" fmla="*/ 44 w 88"/>
                <a:gd name="GluePoint9Y" fmla="*/ 0 h 96"/>
                <a:gd name="GluePoint10X" fmla="*/ 88 w 88"/>
                <a:gd name="GluePoint10Y" fmla="*/ 44 h 96"/>
                <a:gd name="GluePoint11X" fmla="*/ 88 w 88"/>
                <a:gd name="GluePoint11Y" fmla="*/ 96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8" h="96">
                  <a:moveTo>
                    <a:pt x="88" y="96"/>
                  </a:moveTo>
                  <a:cubicBezTo>
                    <a:pt x="80" y="96"/>
                    <a:pt x="80" y="96"/>
                    <a:pt x="80" y="9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24"/>
                    <a:pt x="64" y="8"/>
                    <a:pt x="44" y="8"/>
                  </a:cubicBezTo>
                  <a:cubicBezTo>
                    <a:pt x="24" y="8"/>
                    <a:pt x="8" y="24"/>
                    <a:pt x="8" y="44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9" y="0"/>
                    <a:pt x="88" y="19"/>
                    <a:pt x="88" y="44"/>
                  </a:cubicBezTo>
                  <a:lnTo>
                    <a:pt x="88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50" name="Группа 438"/>
          <p:cNvGrpSpPr/>
          <p:nvPr/>
        </p:nvGrpSpPr>
        <p:grpSpPr>
          <a:xfrm>
            <a:off x="6003720" y="1335600"/>
            <a:ext cx="302040" cy="160200"/>
            <a:chOff x="6003720" y="1335600"/>
            <a:chExt cx="302040" cy="160200"/>
          </a:xfrm>
        </p:grpSpPr>
        <p:sp>
          <p:nvSpPr>
            <p:cNvPr id="2451" name="Freeform 48"/>
            <p:cNvSpPr/>
            <p:nvPr/>
          </p:nvSpPr>
          <p:spPr>
            <a:xfrm>
              <a:off x="6003720" y="1335600"/>
              <a:ext cx="302040" cy="16020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160200"/>
                <a:gd name="textAreaBottom" fmla="*/ 160560 h 160200"/>
                <a:gd name="GluePoint1X" fmla="*/ 215 w 215"/>
                <a:gd name="GluePoint1Y" fmla="*/ 114 h 114"/>
                <a:gd name="GluePoint2X" fmla="*/ 0 w 215"/>
                <a:gd name="GluePoint2Y" fmla="*/ 114 h 114"/>
                <a:gd name="GluePoint3X" fmla="*/ 0 w 215"/>
                <a:gd name="GluePoint3Y" fmla="*/ 0 h 114"/>
                <a:gd name="GluePoint4X" fmla="*/ 215 w 215"/>
                <a:gd name="GluePoint4Y" fmla="*/ 0 h 114"/>
                <a:gd name="GluePoint5X" fmla="*/ 215 w 215"/>
                <a:gd name="GluePoint5Y" fmla="*/ 114 h 114"/>
                <a:gd name="GluePoint6X" fmla="*/ 6 w 215"/>
                <a:gd name="GluePoint6Y" fmla="*/ 108 h 114"/>
                <a:gd name="GluePoint7X" fmla="*/ 208 w 215"/>
                <a:gd name="GluePoint7Y" fmla="*/ 108 h 114"/>
                <a:gd name="GluePoint8X" fmla="*/ 208 w 215"/>
                <a:gd name="GluePoint8Y" fmla="*/ 7 h 114"/>
                <a:gd name="GluePoint9X" fmla="*/ 6 w 215"/>
                <a:gd name="GluePoint9Y" fmla="*/ 7 h 114"/>
                <a:gd name="GluePoint10X" fmla="*/ 6 w 215"/>
                <a:gd name="GluePoint10Y" fmla="*/ 108 h 1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5" h="114">
                  <a:moveTo>
                    <a:pt x="215" y="114"/>
                  </a:moveTo>
                  <a:lnTo>
                    <a:pt x="0" y="114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114"/>
                  </a:lnTo>
                  <a:close/>
                  <a:moveTo>
                    <a:pt x="6" y="108"/>
                  </a:moveTo>
                  <a:lnTo>
                    <a:pt x="208" y="108"/>
                  </a:lnTo>
                  <a:lnTo>
                    <a:pt x="208" y="7"/>
                  </a:lnTo>
                  <a:lnTo>
                    <a:pt x="6" y="7"/>
                  </a:lnTo>
                  <a:lnTo>
                    <a:pt x="6" y="10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52" name="Freeform 49"/>
            <p:cNvSpPr/>
            <p:nvPr/>
          </p:nvSpPr>
          <p:spPr>
            <a:xfrm>
              <a:off x="6022080" y="1355400"/>
              <a:ext cx="264240" cy="122040"/>
            </a:xfrm>
            <a:custGeom>
              <a:avLst/>
              <a:gdLst>
                <a:gd name="textAreaLeft" fmla="*/ 0 w 264240"/>
                <a:gd name="textAreaRight" fmla="*/ 264600 w 264240"/>
                <a:gd name="textAreaTop" fmla="*/ 0 h 122040"/>
                <a:gd name="textAreaBottom" fmla="*/ 122400 h 122040"/>
                <a:gd name="GluePoint1X" fmla="*/ 204 w 224"/>
                <a:gd name="GluePoint1Y" fmla="*/ 104 h 104"/>
                <a:gd name="GluePoint2X" fmla="*/ 20 w 224"/>
                <a:gd name="GluePoint2Y" fmla="*/ 104 h 104"/>
                <a:gd name="GluePoint3X" fmla="*/ 20 w 224"/>
                <a:gd name="GluePoint3Y" fmla="*/ 100 h 104"/>
                <a:gd name="GluePoint4X" fmla="*/ 4 w 224"/>
                <a:gd name="GluePoint4Y" fmla="*/ 84 h 104"/>
                <a:gd name="GluePoint5X" fmla="*/ 0 w 224"/>
                <a:gd name="GluePoint5Y" fmla="*/ 84 h 104"/>
                <a:gd name="GluePoint6X" fmla="*/ 0 w 224"/>
                <a:gd name="GluePoint6Y" fmla="*/ 20 h 104"/>
                <a:gd name="GluePoint7X" fmla="*/ 4 w 224"/>
                <a:gd name="GluePoint7Y" fmla="*/ 20 h 104"/>
                <a:gd name="GluePoint8X" fmla="*/ 20 w 224"/>
                <a:gd name="GluePoint8Y" fmla="*/ 4 h 104"/>
                <a:gd name="GluePoint9X" fmla="*/ 20 w 224"/>
                <a:gd name="GluePoint9Y" fmla="*/ 0 h 104"/>
                <a:gd name="GluePoint10X" fmla="*/ 204 w 224"/>
                <a:gd name="GluePoint10Y" fmla="*/ 0 h 104"/>
                <a:gd name="GluePoint11X" fmla="*/ 204 w 224"/>
                <a:gd name="GluePoint11Y" fmla="*/ 4 h 104"/>
                <a:gd name="GluePoint12X" fmla="*/ 220 w 224"/>
                <a:gd name="GluePoint12Y" fmla="*/ 20 h 104"/>
                <a:gd name="GluePoint13X" fmla="*/ 224 w 224"/>
                <a:gd name="GluePoint13Y" fmla="*/ 20 h 104"/>
                <a:gd name="GluePoint14X" fmla="*/ 224 w 224"/>
                <a:gd name="GluePoint14Y" fmla="*/ 84 h 104"/>
                <a:gd name="GluePoint15X" fmla="*/ 220 w 224"/>
                <a:gd name="GluePoint15Y" fmla="*/ 84 h 104"/>
                <a:gd name="GluePoint16X" fmla="*/ 204 w 224"/>
                <a:gd name="GluePoint16Y" fmla="*/ 100 h 104"/>
                <a:gd name="GluePoint17X" fmla="*/ 204 w 224"/>
                <a:gd name="GluePoint17Y" fmla="*/ 104 h 104"/>
                <a:gd name="GluePoint18X" fmla="*/ 28 w 224"/>
                <a:gd name="GluePoint18Y" fmla="*/ 96 h 104"/>
                <a:gd name="GluePoint19X" fmla="*/ 197 w 224"/>
                <a:gd name="GluePoint19Y" fmla="*/ 96 h 104"/>
                <a:gd name="GluePoint20X" fmla="*/ 216 w 224"/>
                <a:gd name="GluePoint20Y" fmla="*/ 76 h 104"/>
                <a:gd name="GluePoint21X" fmla="*/ 216 w 224"/>
                <a:gd name="GluePoint21Y" fmla="*/ 27 h 104"/>
                <a:gd name="GluePoint22X" fmla="*/ 197 w 224"/>
                <a:gd name="GluePoint22Y" fmla="*/ 8 h 104"/>
                <a:gd name="GluePoint23X" fmla="*/ 28 w 224"/>
                <a:gd name="GluePoint23Y" fmla="*/ 8 h 104"/>
                <a:gd name="GluePoint24X" fmla="*/ 8 w 224"/>
                <a:gd name="GluePoint24Y" fmla="*/ 27 h 104"/>
                <a:gd name="GluePoint25X" fmla="*/ 8 w 224"/>
                <a:gd name="GluePoint25Y" fmla="*/ 76 h 104"/>
                <a:gd name="GluePoint26X" fmla="*/ 28 w 224"/>
                <a:gd name="GluePoint26Y" fmla="*/ 96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</a:cxnLst>
              <a:rect l="textAreaLeft" t="textAreaTop" r="textAreaRight" b="textAreaBottom"/>
              <a:pathLst>
                <a:path w="224" h="104">
                  <a:moveTo>
                    <a:pt x="204" y="104"/>
                  </a:moveTo>
                  <a:cubicBezTo>
                    <a:pt x="20" y="104"/>
                    <a:pt x="20" y="104"/>
                    <a:pt x="20" y="104"/>
                  </a:cubicBezTo>
                  <a:cubicBezTo>
                    <a:pt x="20" y="100"/>
                    <a:pt x="20" y="100"/>
                    <a:pt x="20" y="100"/>
                  </a:cubicBezTo>
                  <a:cubicBezTo>
                    <a:pt x="20" y="91"/>
                    <a:pt x="13" y="84"/>
                    <a:pt x="4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13" y="20"/>
                    <a:pt x="20" y="12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04" y="4"/>
                    <a:pt x="204" y="4"/>
                    <a:pt x="204" y="4"/>
                  </a:cubicBezTo>
                  <a:cubicBezTo>
                    <a:pt x="204" y="12"/>
                    <a:pt x="212" y="20"/>
                    <a:pt x="220" y="20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4" y="84"/>
                    <a:pt x="224" y="84"/>
                    <a:pt x="224" y="84"/>
                  </a:cubicBezTo>
                  <a:cubicBezTo>
                    <a:pt x="220" y="84"/>
                    <a:pt x="220" y="84"/>
                    <a:pt x="220" y="84"/>
                  </a:cubicBezTo>
                  <a:cubicBezTo>
                    <a:pt x="212" y="84"/>
                    <a:pt x="204" y="91"/>
                    <a:pt x="204" y="100"/>
                  </a:cubicBezTo>
                  <a:lnTo>
                    <a:pt x="204" y="104"/>
                  </a:lnTo>
                  <a:close/>
                  <a:moveTo>
                    <a:pt x="28" y="96"/>
                  </a:moveTo>
                  <a:cubicBezTo>
                    <a:pt x="197" y="96"/>
                    <a:pt x="197" y="96"/>
                    <a:pt x="197" y="96"/>
                  </a:cubicBezTo>
                  <a:cubicBezTo>
                    <a:pt x="198" y="86"/>
                    <a:pt x="206" y="78"/>
                    <a:pt x="216" y="76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06" y="26"/>
                    <a:pt x="198" y="18"/>
                    <a:pt x="197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18"/>
                    <a:pt x="18" y="26"/>
                    <a:pt x="8" y="2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18" y="78"/>
                    <a:pt x="26" y="86"/>
                    <a:pt x="28" y="9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53" name="Freeform 50"/>
            <p:cNvSpPr/>
            <p:nvPr/>
          </p:nvSpPr>
          <p:spPr>
            <a:xfrm>
              <a:off x="6112080" y="1373760"/>
              <a:ext cx="84240" cy="8532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5320"/>
                <a:gd name="textAreaBottom" fmla="*/ 85680 h 85320"/>
                <a:gd name="GluePoint1X" fmla="*/ 36 w 72"/>
                <a:gd name="GluePoint1Y" fmla="*/ 72 h 72"/>
                <a:gd name="GluePoint2X" fmla="*/ 0 w 72"/>
                <a:gd name="GluePoint2Y" fmla="*/ 36 h 72"/>
                <a:gd name="GluePoint3X" fmla="*/ 36 w 72"/>
                <a:gd name="GluePoint3Y" fmla="*/ 0 h 72"/>
                <a:gd name="GluePoint4X" fmla="*/ 72 w 72"/>
                <a:gd name="GluePoint4Y" fmla="*/ 36 h 72"/>
                <a:gd name="GluePoint5X" fmla="*/ 36 w 72"/>
                <a:gd name="GluePoint5Y" fmla="*/ 72 h 72"/>
                <a:gd name="GluePoint6X" fmla="*/ 36 w 72"/>
                <a:gd name="GluePoint6Y" fmla="*/ 8 h 72"/>
                <a:gd name="GluePoint7X" fmla="*/ 8 w 72"/>
                <a:gd name="GluePoint7Y" fmla="*/ 36 h 72"/>
                <a:gd name="GluePoint8X" fmla="*/ 36 w 72"/>
                <a:gd name="GluePoint8Y" fmla="*/ 64 h 72"/>
                <a:gd name="GluePoint9X" fmla="*/ 64 w 72"/>
                <a:gd name="GluePoint9Y" fmla="*/ 36 h 72"/>
                <a:gd name="GluePoint10X" fmla="*/ 36 w 72"/>
                <a:gd name="GluePoint10Y" fmla="*/ 8 h 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72" h="72">
                  <a:moveTo>
                    <a:pt x="36" y="72"/>
                  </a:moveTo>
                  <a:cubicBezTo>
                    <a:pt x="17" y="72"/>
                    <a:pt x="0" y="55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8"/>
                  </a:moveTo>
                  <a:cubicBezTo>
                    <a:pt x="21" y="8"/>
                    <a:pt x="8" y="20"/>
                    <a:pt x="8" y="36"/>
                  </a:cubicBezTo>
                  <a:cubicBezTo>
                    <a:pt x="8" y="51"/>
                    <a:pt x="21" y="64"/>
                    <a:pt x="36" y="64"/>
                  </a:cubicBezTo>
                  <a:cubicBezTo>
                    <a:pt x="52" y="64"/>
                    <a:pt x="64" y="51"/>
                    <a:pt x="64" y="36"/>
                  </a:cubicBezTo>
                  <a:cubicBezTo>
                    <a:pt x="64" y="20"/>
                    <a:pt x="52" y="8"/>
                    <a:pt x="3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54" name="Группа 439"/>
          <p:cNvGrpSpPr/>
          <p:nvPr/>
        </p:nvGrpSpPr>
        <p:grpSpPr>
          <a:xfrm>
            <a:off x="6397920" y="1325880"/>
            <a:ext cx="302040" cy="179640"/>
            <a:chOff x="6397920" y="1325880"/>
            <a:chExt cx="302040" cy="179640"/>
          </a:xfrm>
        </p:grpSpPr>
        <p:sp>
          <p:nvSpPr>
            <p:cNvPr id="2455" name="Freeform 51"/>
            <p:cNvSpPr/>
            <p:nvPr/>
          </p:nvSpPr>
          <p:spPr>
            <a:xfrm>
              <a:off x="6397920" y="1373760"/>
              <a:ext cx="254520" cy="13176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31760"/>
                <a:gd name="textAreaBottom" fmla="*/ 132120 h 131760"/>
                <a:gd name="GluePoint1X" fmla="*/ 181 w 181"/>
                <a:gd name="GluePoint1Y" fmla="*/ 94 h 94"/>
                <a:gd name="GluePoint2X" fmla="*/ 0 w 181"/>
                <a:gd name="GluePoint2Y" fmla="*/ 94 h 94"/>
                <a:gd name="GluePoint3X" fmla="*/ 0 w 181"/>
                <a:gd name="GluePoint3Y" fmla="*/ 0 h 94"/>
                <a:gd name="GluePoint4X" fmla="*/ 181 w 181"/>
                <a:gd name="GluePoint4Y" fmla="*/ 0 h 94"/>
                <a:gd name="GluePoint5X" fmla="*/ 181 w 181"/>
                <a:gd name="GluePoint5Y" fmla="*/ 94 h 94"/>
                <a:gd name="GluePoint6X" fmla="*/ 6 w 181"/>
                <a:gd name="GluePoint6Y" fmla="*/ 87 h 94"/>
                <a:gd name="GluePoint7X" fmla="*/ 174 w 181"/>
                <a:gd name="GluePoint7Y" fmla="*/ 87 h 94"/>
                <a:gd name="GluePoint8X" fmla="*/ 174 w 181"/>
                <a:gd name="GluePoint8Y" fmla="*/ 7 h 94"/>
                <a:gd name="GluePoint9X" fmla="*/ 6 w 181"/>
                <a:gd name="GluePoint9Y" fmla="*/ 7 h 94"/>
                <a:gd name="GluePoint10X" fmla="*/ 6 w 181"/>
                <a:gd name="GluePoint10Y" fmla="*/ 87 h 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81" h="94">
                  <a:moveTo>
                    <a:pt x="181" y="94"/>
                  </a:moveTo>
                  <a:lnTo>
                    <a:pt x="0" y="94"/>
                  </a:lnTo>
                  <a:lnTo>
                    <a:pt x="0" y="0"/>
                  </a:lnTo>
                  <a:lnTo>
                    <a:pt x="181" y="0"/>
                  </a:lnTo>
                  <a:lnTo>
                    <a:pt x="181" y="94"/>
                  </a:lnTo>
                  <a:close/>
                  <a:moveTo>
                    <a:pt x="6" y="87"/>
                  </a:moveTo>
                  <a:lnTo>
                    <a:pt x="174" y="87"/>
                  </a:lnTo>
                  <a:lnTo>
                    <a:pt x="174" y="7"/>
                  </a:lnTo>
                  <a:lnTo>
                    <a:pt x="6" y="7"/>
                  </a:lnTo>
                  <a:lnTo>
                    <a:pt x="6" y="8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56" name="Freeform 52"/>
            <p:cNvSpPr/>
            <p:nvPr/>
          </p:nvSpPr>
          <p:spPr>
            <a:xfrm>
              <a:off x="6444360" y="1325880"/>
              <a:ext cx="255600" cy="133200"/>
            </a:xfrm>
            <a:custGeom>
              <a:avLst/>
              <a:gdLst>
                <a:gd name="textAreaLeft" fmla="*/ 0 w 255600"/>
                <a:gd name="textAreaRight" fmla="*/ 255960 w 255600"/>
                <a:gd name="textAreaTop" fmla="*/ 0 h 133200"/>
                <a:gd name="textAreaBottom" fmla="*/ 133560 h 133200"/>
                <a:gd name="GluePoint1X" fmla="*/ 182 w 182"/>
                <a:gd name="GluePoint1Y" fmla="*/ 95 h 95"/>
                <a:gd name="GluePoint2X" fmla="*/ 151 w 182"/>
                <a:gd name="GluePoint2Y" fmla="*/ 95 h 95"/>
                <a:gd name="GluePoint3X" fmla="*/ 151 w 182"/>
                <a:gd name="GluePoint3Y" fmla="*/ 88 h 95"/>
                <a:gd name="GluePoint4X" fmla="*/ 175 w 182"/>
                <a:gd name="GluePoint4Y" fmla="*/ 88 h 95"/>
                <a:gd name="GluePoint5X" fmla="*/ 175 w 182"/>
                <a:gd name="GluePoint5Y" fmla="*/ 7 h 95"/>
                <a:gd name="GluePoint6X" fmla="*/ 7 w 182"/>
                <a:gd name="GluePoint6Y" fmla="*/ 7 h 95"/>
                <a:gd name="GluePoint7X" fmla="*/ 7 w 182"/>
                <a:gd name="GluePoint7Y" fmla="*/ 31 h 95"/>
                <a:gd name="GluePoint8X" fmla="*/ 0 w 182"/>
                <a:gd name="GluePoint8Y" fmla="*/ 31 h 95"/>
                <a:gd name="GluePoint9X" fmla="*/ 0 w 182"/>
                <a:gd name="GluePoint9Y" fmla="*/ 0 h 95"/>
                <a:gd name="GluePoint10X" fmla="*/ 182 w 182"/>
                <a:gd name="GluePoint10Y" fmla="*/ 0 h 95"/>
                <a:gd name="GluePoint11X" fmla="*/ 182 w 182"/>
                <a:gd name="GluePoint11Y" fmla="*/ 95 h 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82" h="95">
                  <a:moveTo>
                    <a:pt x="182" y="95"/>
                  </a:moveTo>
                  <a:lnTo>
                    <a:pt x="151" y="95"/>
                  </a:lnTo>
                  <a:lnTo>
                    <a:pt x="151" y="88"/>
                  </a:lnTo>
                  <a:lnTo>
                    <a:pt x="175" y="88"/>
                  </a:lnTo>
                  <a:lnTo>
                    <a:pt x="175" y="7"/>
                  </a:lnTo>
                  <a:lnTo>
                    <a:pt x="7" y="7"/>
                  </a:lnTo>
                  <a:lnTo>
                    <a:pt x="7" y="31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82" y="0"/>
                  </a:lnTo>
                  <a:lnTo>
                    <a:pt x="182" y="9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57" name="Freeform 53"/>
            <p:cNvSpPr/>
            <p:nvPr/>
          </p:nvSpPr>
          <p:spPr>
            <a:xfrm>
              <a:off x="6415920" y="1391760"/>
              <a:ext cx="217800" cy="9540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95400"/>
                <a:gd name="textAreaBottom" fmla="*/ 95760 h 95400"/>
                <a:gd name="GluePoint1X" fmla="*/ 168 w 184"/>
                <a:gd name="GluePoint1Y" fmla="*/ 80 h 80"/>
                <a:gd name="GluePoint2X" fmla="*/ 20 w 184"/>
                <a:gd name="GluePoint2Y" fmla="*/ 80 h 80"/>
                <a:gd name="GluePoint3X" fmla="*/ 20 w 184"/>
                <a:gd name="GluePoint3Y" fmla="*/ 76 h 80"/>
                <a:gd name="GluePoint4X" fmla="*/ 4 w 184"/>
                <a:gd name="GluePoint4Y" fmla="*/ 64 h 80"/>
                <a:gd name="GluePoint5X" fmla="*/ 0 w 184"/>
                <a:gd name="GluePoint5Y" fmla="*/ 64 h 80"/>
                <a:gd name="GluePoint6X" fmla="*/ 0 w 184"/>
                <a:gd name="GluePoint6Y" fmla="*/ 16 h 80"/>
                <a:gd name="GluePoint7X" fmla="*/ 4 w 184"/>
                <a:gd name="GluePoint7Y" fmla="*/ 16 h 80"/>
                <a:gd name="GluePoint8X" fmla="*/ 20 w 184"/>
                <a:gd name="GluePoint8Y" fmla="*/ 4 h 80"/>
                <a:gd name="GluePoint9X" fmla="*/ 20 w 184"/>
                <a:gd name="GluePoint9Y" fmla="*/ 0 h 80"/>
                <a:gd name="GluePoint10X" fmla="*/ 168 w 184"/>
                <a:gd name="GluePoint10Y" fmla="*/ 0 h 80"/>
                <a:gd name="GluePoint11X" fmla="*/ 168 w 184"/>
                <a:gd name="GluePoint11Y" fmla="*/ 4 h 80"/>
                <a:gd name="GluePoint12X" fmla="*/ 180 w 184"/>
                <a:gd name="GluePoint12Y" fmla="*/ 16 h 80"/>
                <a:gd name="GluePoint13X" fmla="*/ 184 w 184"/>
                <a:gd name="GluePoint13Y" fmla="*/ 16 h 80"/>
                <a:gd name="GluePoint14X" fmla="*/ 184 w 184"/>
                <a:gd name="GluePoint14Y" fmla="*/ 64 h 80"/>
                <a:gd name="GluePoint15X" fmla="*/ 180 w 184"/>
                <a:gd name="GluePoint15Y" fmla="*/ 64 h 80"/>
                <a:gd name="GluePoint16X" fmla="*/ 168 w 184"/>
                <a:gd name="GluePoint16Y" fmla="*/ 76 h 80"/>
                <a:gd name="GluePoint17X" fmla="*/ 168 w 184"/>
                <a:gd name="GluePoint17Y" fmla="*/ 80 h 80"/>
                <a:gd name="GluePoint18X" fmla="*/ 27 w 184"/>
                <a:gd name="GluePoint18Y" fmla="*/ 72 h 80"/>
                <a:gd name="GluePoint19X" fmla="*/ 160 w 184"/>
                <a:gd name="GluePoint19Y" fmla="*/ 72 h 80"/>
                <a:gd name="GluePoint20X" fmla="*/ 176 w 184"/>
                <a:gd name="GluePoint20Y" fmla="*/ 56 h 80"/>
                <a:gd name="GluePoint21X" fmla="*/ 176 w 184"/>
                <a:gd name="GluePoint21Y" fmla="*/ 23 h 80"/>
                <a:gd name="GluePoint22X" fmla="*/ 160 w 184"/>
                <a:gd name="GluePoint22Y" fmla="*/ 8 h 80"/>
                <a:gd name="GluePoint23X" fmla="*/ 27 w 184"/>
                <a:gd name="GluePoint23Y" fmla="*/ 8 h 80"/>
                <a:gd name="GluePoint24X" fmla="*/ 8 w 184"/>
                <a:gd name="GluePoint24Y" fmla="*/ 23 h 80"/>
                <a:gd name="GluePoint25X" fmla="*/ 8 w 184"/>
                <a:gd name="GluePoint25Y" fmla="*/ 56 h 80"/>
                <a:gd name="GluePoint26X" fmla="*/ 27 w 184"/>
                <a:gd name="GluePoint26Y" fmla="*/ 72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</a:cxnLst>
              <a:rect l="textAreaLeft" t="textAreaTop" r="textAreaRight" b="textAreaBottom"/>
              <a:pathLst>
                <a:path w="184" h="80">
                  <a:moveTo>
                    <a:pt x="168" y="80"/>
                  </a:moveTo>
                  <a:cubicBezTo>
                    <a:pt x="20" y="80"/>
                    <a:pt x="20" y="80"/>
                    <a:pt x="20" y="80"/>
                  </a:cubicBezTo>
                  <a:cubicBezTo>
                    <a:pt x="20" y="76"/>
                    <a:pt x="20" y="76"/>
                    <a:pt x="20" y="76"/>
                  </a:cubicBezTo>
                  <a:cubicBezTo>
                    <a:pt x="20" y="69"/>
                    <a:pt x="18" y="64"/>
                    <a:pt x="4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8" y="16"/>
                    <a:pt x="20" y="10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4"/>
                    <a:pt x="168" y="4"/>
                    <a:pt x="168" y="4"/>
                  </a:cubicBezTo>
                  <a:cubicBezTo>
                    <a:pt x="168" y="14"/>
                    <a:pt x="174" y="16"/>
                    <a:pt x="180" y="16"/>
                  </a:cubicBezTo>
                  <a:cubicBezTo>
                    <a:pt x="184" y="16"/>
                    <a:pt x="184" y="16"/>
                    <a:pt x="184" y="16"/>
                  </a:cubicBezTo>
                  <a:cubicBezTo>
                    <a:pt x="184" y="64"/>
                    <a:pt x="184" y="64"/>
                    <a:pt x="184" y="64"/>
                  </a:cubicBezTo>
                  <a:cubicBezTo>
                    <a:pt x="180" y="64"/>
                    <a:pt x="180" y="64"/>
                    <a:pt x="180" y="64"/>
                  </a:cubicBezTo>
                  <a:cubicBezTo>
                    <a:pt x="174" y="64"/>
                    <a:pt x="168" y="66"/>
                    <a:pt x="168" y="76"/>
                  </a:cubicBezTo>
                  <a:lnTo>
                    <a:pt x="168" y="80"/>
                  </a:lnTo>
                  <a:close/>
                  <a:moveTo>
                    <a:pt x="27" y="72"/>
                  </a:moveTo>
                  <a:cubicBezTo>
                    <a:pt x="160" y="72"/>
                    <a:pt x="160" y="72"/>
                    <a:pt x="160" y="72"/>
                  </a:cubicBezTo>
                  <a:cubicBezTo>
                    <a:pt x="161" y="62"/>
                    <a:pt x="168" y="57"/>
                    <a:pt x="176" y="56"/>
                  </a:cubicBezTo>
                  <a:cubicBezTo>
                    <a:pt x="176" y="23"/>
                    <a:pt x="176" y="23"/>
                    <a:pt x="176" y="23"/>
                  </a:cubicBezTo>
                  <a:cubicBezTo>
                    <a:pt x="168" y="22"/>
                    <a:pt x="161" y="18"/>
                    <a:pt x="160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15"/>
                    <a:pt x="21" y="22"/>
                    <a:pt x="8" y="23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21" y="57"/>
                    <a:pt x="26" y="64"/>
                    <a:pt x="27" y="7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58" name="Freeform 54"/>
            <p:cNvSpPr/>
            <p:nvPr/>
          </p:nvSpPr>
          <p:spPr>
            <a:xfrm>
              <a:off x="6496200" y="1411560"/>
              <a:ext cx="55800" cy="5580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55800"/>
                <a:gd name="textAreaBottom" fmla="*/ 56160 h 55800"/>
                <a:gd name="GluePoint1X" fmla="*/ 24 w 48"/>
                <a:gd name="GluePoint1Y" fmla="*/ 48 h 48"/>
                <a:gd name="GluePoint2X" fmla="*/ 0 w 48"/>
                <a:gd name="GluePoint2Y" fmla="*/ 24 h 48"/>
                <a:gd name="GluePoint3X" fmla="*/ 24 w 48"/>
                <a:gd name="GluePoint3Y" fmla="*/ 0 h 48"/>
                <a:gd name="GluePoint4X" fmla="*/ 48 w 48"/>
                <a:gd name="GluePoint4Y" fmla="*/ 24 h 48"/>
                <a:gd name="GluePoint5X" fmla="*/ 24 w 48"/>
                <a:gd name="GluePoint5Y" fmla="*/ 48 h 48"/>
                <a:gd name="GluePoint6X" fmla="*/ 24 w 48"/>
                <a:gd name="GluePoint6Y" fmla="*/ 8 h 48"/>
                <a:gd name="GluePoint7X" fmla="*/ 8 w 48"/>
                <a:gd name="GluePoint7Y" fmla="*/ 24 h 48"/>
                <a:gd name="GluePoint8X" fmla="*/ 24 w 48"/>
                <a:gd name="GluePoint8Y" fmla="*/ 40 h 48"/>
                <a:gd name="GluePoint9X" fmla="*/ 40 w 48"/>
                <a:gd name="GluePoint9Y" fmla="*/ 24 h 48"/>
                <a:gd name="GluePoint10X" fmla="*/ 24 w 48"/>
                <a:gd name="GluePoint10Y" fmla="*/ 8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8" h="48">
                  <a:moveTo>
                    <a:pt x="24" y="48"/>
                  </a:moveTo>
                  <a:cubicBezTo>
                    <a:pt x="10" y="48"/>
                    <a:pt x="0" y="37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8"/>
                  </a:moveTo>
                  <a:cubicBezTo>
                    <a:pt x="15" y="8"/>
                    <a:pt x="8" y="15"/>
                    <a:pt x="8" y="24"/>
                  </a:cubicBezTo>
                  <a:cubicBezTo>
                    <a:pt x="8" y="32"/>
                    <a:pt x="15" y="40"/>
                    <a:pt x="24" y="40"/>
                  </a:cubicBezTo>
                  <a:cubicBezTo>
                    <a:pt x="32" y="40"/>
                    <a:pt x="40" y="32"/>
                    <a:pt x="40" y="24"/>
                  </a:cubicBezTo>
                  <a:cubicBezTo>
                    <a:pt x="40" y="15"/>
                    <a:pt x="32" y="8"/>
                    <a:pt x="2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59" name="Группа 441"/>
          <p:cNvGrpSpPr/>
          <p:nvPr/>
        </p:nvGrpSpPr>
        <p:grpSpPr>
          <a:xfrm>
            <a:off x="2073240" y="1677600"/>
            <a:ext cx="306360" cy="261360"/>
            <a:chOff x="2073240" y="1677600"/>
            <a:chExt cx="306360" cy="261360"/>
          </a:xfrm>
        </p:grpSpPr>
        <p:sp>
          <p:nvSpPr>
            <p:cNvPr id="2460" name="Freeform 55"/>
            <p:cNvSpPr/>
            <p:nvPr/>
          </p:nvSpPr>
          <p:spPr>
            <a:xfrm>
              <a:off x="2073240" y="1769040"/>
              <a:ext cx="306360" cy="1699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169920"/>
                <a:gd name="textAreaBottom" fmla="*/ 170280 h 169920"/>
                <a:gd name="GluePoint1X" fmla="*/ 178 w 218"/>
                <a:gd name="GluePoint1Y" fmla="*/ 121 h 121"/>
                <a:gd name="GluePoint2X" fmla="*/ 39 w 218"/>
                <a:gd name="GluePoint2Y" fmla="*/ 121 h 121"/>
                <a:gd name="GluePoint3X" fmla="*/ 0 w 218"/>
                <a:gd name="GluePoint3Y" fmla="*/ 0 h 121"/>
                <a:gd name="GluePoint4X" fmla="*/ 218 w 218"/>
                <a:gd name="GluePoint4Y" fmla="*/ 0 h 121"/>
                <a:gd name="GluePoint5X" fmla="*/ 178 w 218"/>
                <a:gd name="GluePoint5Y" fmla="*/ 121 h 121"/>
                <a:gd name="GluePoint6X" fmla="*/ 44 w 218"/>
                <a:gd name="GluePoint6Y" fmla="*/ 114 h 121"/>
                <a:gd name="GluePoint7X" fmla="*/ 173 w 218"/>
                <a:gd name="GluePoint7Y" fmla="*/ 114 h 121"/>
                <a:gd name="GluePoint8X" fmla="*/ 208 w 218"/>
                <a:gd name="GluePoint8Y" fmla="*/ 7 h 121"/>
                <a:gd name="GluePoint9X" fmla="*/ 9 w 218"/>
                <a:gd name="GluePoint9Y" fmla="*/ 7 h 121"/>
                <a:gd name="GluePoint10X" fmla="*/ 44 w 218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8" h="121">
                  <a:moveTo>
                    <a:pt x="178" y="121"/>
                  </a:moveTo>
                  <a:lnTo>
                    <a:pt x="39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8" y="121"/>
                  </a:lnTo>
                  <a:close/>
                  <a:moveTo>
                    <a:pt x="44" y="114"/>
                  </a:moveTo>
                  <a:lnTo>
                    <a:pt x="173" y="114"/>
                  </a:lnTo>
                  <a:lnTo>
                    <a:pt x="208" y="7"/>
                  </a:lnTo>
                  <a:lnTo>
                    <a:pt x="9" y="7"/>
                  </a:lnTo>
                  <a:lnTo>
                    <a:pt x="44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61" name="Freeform 56"/>
            <p:cNvSpPr/>
            <p:nvPr/>
          </p:nvSpPr>
          <p:spPr>
            <a:xfrm>
              <a:off x="2136600" y="1677600"/>
              <a:ext cx="46080" cy="98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98280"/>
                <a:gd name="textAreaBottom" fmla="*/ 98640 h 98280"/>
                <a:gd name="GluePoint1X" fmla="*/ 26 w 33"/>
                <a:gd name="GluePoint1Y" fmla="*/ 0 h 70"/>
                <a:gd name="GluePoint2X" fmla="*/ 33 w 33"/>
                <a:gd name="GluePoint2Y" fmla="*/ 3 h 70"/>
                <a:gd name="GluePoint3X" fmla="*/ 6 w 33"/>
                <a:gd name="GluePoint3Y" fmla="*/ 70 h 70"/>
                <a:gd name="GluePoint4X" fmla="*/ 0 w 33"/>
                <a:gd name="GluePoint4Y" fmla="*/ 67 h 70"/>
                <a:gd name="GluePoint5X" fmla="*/ 26 w 33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70">
                  <a:moveTo>
                    <a:pt x="26" y="0"/>
                  </a:moveTo>
                  <a:lnTo>
                    <a:pt x="33" y="3"/>
                  </a:lnTo>
                  <a:lnTo>
                    <a:pt x="6" y="70"/>
                  </a:lnTo>
                  <a:lnTo>
                    <a:pt x="0" y="6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62" name="Freeform 57"/>
            <p:cNvSpPr/>
            <p:nvPr/>
          </p:nvSpPr>
          <p:spPr>
            <a:xfrm>
              <a:off x="2268720" y="1677600"/>
              <a:ext cx="46080" cy="98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98280"/>
                <a:gd name="textAreaBottom" fmla="*/ 98640 h 98280"/>
                <a:gd name="GluePoint1X" fmla="*/ 6 w 33"/>
                <a:gd name="GluePoint1Y" fmla="*/ 0 h 70"/>
                <a:gd name="GluePoint2X" fmla="*/ 33 w 33"/>
                <a:gd name="GluePoint2Y" fmla="*/ 67 h 70"/>
                <a:gd name="GluePoint3X" fmla="*/ 27 w 33"/>
                <a:gd name="GluePoint3Y" fmla="*/ 70 h 70"/>
                <a:gd name="GluePoint4X" fmla="*/ 0 w 33"/>
                <a:gd name="GluePoint4Y" fmla="*/ 3 h 70"/>
                <a:gd name="GluePoint5X" fmla="*/ 6 w 33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63" name="Группа 442"/>
          <p:cNvGrpSpPr/>
          <p:nvPr/>
        </p:nvGrpSpPr>
        <p:grpSpPr>
          <a:xfrm>
            <a:off x="2466000" y="1677600"/>
            <a:ext cx="306360" cy="261360"/>
            <a:chOff x="2466000" y="1677600"/>
            <a:chExt cx="306360" cy="261360"/>
          </a:xfrm>
        </p:grpSpPr>
        <p:sp>
          <p:nvSpPr>
            <p:cNvPr id="2464" name="Freeform 58"/>
            <p:cNvSpPr/>
            <p:nvPr/>
          </p:nvSpPr>
          <p:spPr>
            <a:xfrm>
              <a:off x="2466000" y="1769040"/>
              <a:ext cx="306360" cy="1699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169920"/>
                <a:gd name="textAreaBottom" fmla="*/ 170280 h 169920"/>
                <a:gd name="GluePoint1X" fmla="*/ 178 w 218"/>
                <a:gd name="GluePoint1Y" fmla="*/ 121 h 121"/>
                <a:gd name="GluePoint2X" fmla="*/ 39 w 218"/>
                <a:gd name="GluePoint2Y" fmla="*/ 121 h 121"/>
                <a:gd name="GluePoint3X" fmla="*/ 0 w 218"/>
                <a:gd name="GluePoint3Y" fmla="*/ 0 h 121"/>
                <a:gd name="GluePoint4X" fmla="*/ 218 w 218"/>
                <a:gd name="GluePoint4Y" fmla="*/ 0 h 121"/>
                <a:gd name="GluePoint5X" fmla="*/ 178 w 218"/>
                <a:gd name="GluePoint5Y" fmla="*/ 121 h 121"/>
                <a:gd name="GluePoint6X" fmla="*/ 44 w 218"/>
                <a:gd name="GluePoint6Y" fmla="*/ 114 h 121"/>
                <a:gd name="GluePoint7X" fmla="*/ 173 w 218"/>
                <a:gd name="GluePoint7Y" fmla="*/ 114 h 121"/>
                <a:gd name="GluePoint8X" fmla="*/ 209 w 218"/>
                <a:gd name="GluePoint8Y" fmla="*/ 7 h 121"/>
                <a:gd name="GluePoint9X" fmla="*/ 9 w 218"/>
                <a:gd name="GluePoint9Y" fmla="*/ 7 h 121"/>
                <a:gd name="GluePoint10X" fmla="*/ 44 w 218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8" h="121">
                  <a:moveTo>
                    <a:pt x="178" y="121"/>
                  </a:moveTo>
                  <a:lnTo>
                    <a:pt x="39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8" y="121"/>
                  </a:lnTo>
                  <a:close/>
                  <a:moveTo>
                    <a:pt x="44" y="114"/>
                  </a:moveTo>
                  <a:lnTo>
                    <a:pt x="173" y="114"/>
                  </a:lnTo>
                  <a:lnTo>
                    <a:pt x="209" y="7"/>
                  </a:lnTo>
                  <a:lnTo>
                    <a:pt x="9" y="7"/>
                  </a:lnTo>
                  <a:lnTo>
                    <a:pt x="44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65" name="Freeform 59"/>
            <p:cNvSpPr/>
            <p:nvPr/>
          </p:nvSpPr>
          <p:spPr>
            <a:xfrm>
              <a:off x="2530800" y="1677600"/>
              <a:ext cx="44640" cy="9828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98280"/>
                <a:gd name="textAreaBottom" fmla="*/ 98640 h 98280"/>
                <a:gd name="GluePoint1X" fmla="*/ 26 w 32"/>
                <a:gd name="GluePoint1Y" fmla="*/ 0 h 70"/>
                <a:gd name="GluePoint2X" fmla="*/ 32 w 32"/>
                <a:gd name="GluePoint2Y" fmla="*/ 3 h 70"/>
                <a:gd name="GluePoint3X" fmla="*/ 5 w 32"/>
                <a:gd name="GluePoint3Y" fmla="*/ 70 h 70"/>
                <a:gd name="GluePoint4X" fmla="*/ 0 w 32"/>
                <a:gd name="GluePoint4Y" fmla="*/ 67 h 70"/>
                <a:gd name="GluePoint5X" fmla="*/ 26 w 32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70">
                  <a:moveTo>
                    <a:pt x="26" y="0"/>
                  </a:moveTo>
                  <a:lnTo>
                    <a:pt x="32" y="3"/>
                  </a:lnTo>
                  <a:lnTo>
                    <a:pt x="5" y="70"/>
                  </a:lnTo>
                  <a:lnTo>
                    <a:pt x="0" y="6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66" name="Freeform 60"/>
            <p:cNvSpPr/>
            <p:nvPr/>
          </p:nvSpPr>
          <p:spPr>
            <a:xfrm>
              <a:off x="2662920" y="1677600"/>
              <a:ext cx="44640" cy="9828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98280"/>
                <a:gd name="textAreaBottom" fmla="*/ 98640 h 98280"/>
                <a:gd name="GluePoint1X" fmla="*/ 6 w 32"/>
                <a:gd name="GluePoint1Y" fmla="*/ 0 h 70"/>
                <a:gd name="GluePoint2X" fmla="*/ 32 w 32"/>
                <a:gd name="GluePoint2Y" fmla="*/ 67 h 70"/>
                <a:gd name="GluePoint3X" fmla="*/ 27 w 32"/>
                <a:gd name="GluePoint3Y" fmla="*/ 70 h 70"/>
                <a:gd name="GluePoint4X" fmla="*/ 0 w 32"/>
                <a:gd name="GluePoint4Y" fmla="*/ 3 h 70"/>
                <a:gd name="GluePoint5X" fmla="*/ 6 w 32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70">
                  <a:moveTo>
                    <a:pt x="6" y="0"/>
                  </a:moveTo>
                  <a:lnTo>
                    <a:pt x="32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67" name="Freeform 61"/>
            <p:cNvSpPr/>
            <p:nvPr/>
          </p:nvSpPr>
          <p:spPr>
            <a:xfrm>
              <a:off x="2574360" y="1818360"/>
              <a:ext cx="99720" cy="6732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67320"/>
                <a:gd name="textAreaBottom" fmla="*/ 67680 h 67320"/>
                <a:gd name="GluePoint1X" fmla="*/ 27 w 71"/>
                <a:gd name="GluePoint1Y" fmla="*/ 48 h 48"/>
                <a:gd name="GluePoint2X" fmla="*/ 23 w 71"/>
                <a:gd name="GluePoint2Y" fmla="*/ 48 h 48"/>
                <a:gd name="GluePoint3X" fmla="*/ 0 w 71"/>
                <a:gd name="GluePoint3Y" fmla="*/ 25 h 48"/>
                <a:gd name="GluePoint4X" fmla="*/ 4 w 71"/>
                <a:gd name="GluePoint4Y" fmla="*/ 20 h 48"/>
                <a:gd name="GluePoint5X" fmla="*/ 25 w 71"/>
                <a:gd name="GluePoint5Y" fmla="*/ 41 h 48"/>
                <a:gd name="GluePoint6X" fmla="*/ 67 w 71"/>
                <a:gd name="GluePoint6Y" fmla="*/ 0 h 48"/>
                <a:gd name="GluePoint7X" fmla="*/ 71 w 71"/>
                <a:gd name="GluePoint7Y" fmla="*/ 4 h 48"/>
                <a:gd name="GluePoint8X" fmla="*/ 27 w 71"/>
                <a:gd name="GluePoint8Y" fmla="*/ 48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71" h="48">
                  <a:moveTo>
                    <a:pt x="27" y="48"/>
                  </a:moveTo>
                  <a:lnTo>
                    <a:pt x="23" y="48"/>
                  </a:lnTo>
                  <a:lnTo>
                    <a:pt x="0" y="25"/>
                  </a:lnTo>
                  <a:lnTo>
                    <a:pt x="4" y="20"/>
                  </a:lnTo>
                  <a:lnTo>
                    <a:pt x="25" y="41"/>
                  </a:lnTo>
                  <a:lnTo>
                    <a:pt x="67" y="0"/>
                  </a:lnTo>
                  <a:lnTo>
                    <a:pt x="71" y="4"/>
                  </a:lnTo>
                  <a:lnTo>
                    <a:pt x="27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840" bIns="33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68" name="Группа 443"/>
          <p:cNvGrpSpPr/>
          <p:nvPr/>
        </p:nvGrpSpPr>
        <p:grpSpPr>
          <a:xfrm>
            <a:off x="2858400" y="1677600"/>
            <a:ext cx="306360" cy="261360"/>
            <a:chOff x="2858400" y="1677600"/>
            <a:chExt cx="306360" cy="261360"/>
          </a:xfrm>
        </p:grpSpPr>
        <p:sp>
          <p:nvSpPr>
            <p:cNvPr id="2469" name="Freeform 62"/>
            <p:cNvSpPr/>
            <p:nvPr/>
          </p:nvSpPr>
          <p:spPr>
            <a:xfrm>
              <a:off x="2858400" y="1769040"/>
              <a:ext cx="306360" cy="1699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169920"/>
                <a:gd name="textAreaBottom" fmla="*/ 170280 h 169920"/>
                <a:gd name="GluePoint1X" fmla="*/ 178 w 218"/>
                <a:gd name="GluePoint1Y" fmla="*/ 121 h 121"/>
                <a:gd name="GluePoint2X" fmla="*/ 40 w 218"/>
                <a:gd name="GluePoint2Y" fmla="*/ 121 h 121"/>
                <a:gd name="GluePoint3X" fmla="*/ 0 w 218"/>
                <a:gd name="GluePoint3Y" fmla="*/ 0 h 121"/>
                <a:gd name="GluePoint4X" fmla="*/ 218 w 218"/>
                <a:gd name="GluePoint4Y" fmla="*/ 0 h 121"/>
                <a:gd name="GluePoint5X" fmla="*/ 178 w 218"/>
                <a:gd name="GluePoint5Y" fmla="*/ 121 h 121"/>
                <a:gd name="GluePoint6X" fmla="*/ 44 w 218"/>
                <a:gd name="GluePoint6Y" fmla="*/ 114 h 121"/>
                <a:gd name="GluePoint7X" fmla="*/ 174 w 218"/>
                <a:gd name="GluePoint7Y" fmla="*/ 114 h 121"/>
                <a:gd name="GluePoint8X" fmla="*/ 209 w 218"/>
                <a:gd name="GluePoint8Y" fmla="*/ 7 h 121"/>
                <a:gd name="GluePoint9X" fmla="*/ 9 w 218"/>
                <a:gd name="GluePoint9Y" fmla="*/ 7 h 121"/>
                <a:gd name="GluePoint10X" fmla="*/ 44 w 218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8" h="121">
                  <a:moveTo>
                    <a:pt x="178" y="121"/>
                  </a:moveTo>
                  <a:lnTo>
                    <a:pt x="40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8" y="121"/>
                  </a:lnTo>
                  <a:close/>
                  <a:moveTo>
                    <a:pt x="44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9" y="7"/>
                  </a:lnTo>
                  <a:lnTo>
                    <a:pt x="44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70" name="Freeform 63"/>
            <p:cNvSpPr/>
            <p:nvPr/>
          </p:nvSpPr>
          <p:spPr>
            <a:xfrm>
              <a:off x="2923200" y="1677600"/>
              <a:ext cx="44640" cy="9828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98280"/>
                <a:gd name="textAreaBottom" fmla="*/ 98640 h 98280"/>
                <a:gd name="GluePoint1X" fmla="*/ 26 w 32"/>
                <a:gd name="GluePoint1Y" fmla="*/ 0 h 70"/>
                <a:gd name="GluePoint2X" fmla="*/ 32 w 32"/>
                <a:gd name="GluePoint2Y" fmla="*/ 3 h 70"/>
                <a:gd name="GluePoint3X" fmla="*/ 5 w 32"/>
                <a:gd name="GluePoint3Y" fmla="*/ 70 h 70"/>
                <a:gd name="GluePoint4X" fmla="*/ 0 w 32"/>
                <a:gd name="GluePoint4Y" fmla="*/ 67 h 70"/>
                <a:gd name="GluePoint5X" fmla="*/ 26 w 32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70">
                  <a:moveTo>
                    <a:pt x="26" y="0"/>
                  </a:moveTo>
                  <a:lnTo>
                    <a:pt x="32" y="3"/>
                  </a:lnTo>
                  <a:lnTo>
                    <a:pt x="5" y="70"/>
                  </a:lnTo>
                  <a:lnTo>
                    <a:pt x="0" y="6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71" name="Freeform 64"/>
            <p:cNvSpPr/>
            <p:nvPr/>
          </p:nvSpPr>
          <p:spPr>
            <a:xfrm>
              <a:off x="3055680" y="1677600"/>
              <a:ext cx="46080" cy="98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98280"/>
                <a:gd name="textAreaBottom" fmla="*/ 98640 h 98280"/>
                <a:gd name="GluePoint1X" fmla="*/ 6 w 33"/>
                <a:gd name="GluePoint1Y" fmla="*/ 0 h 70"/>
                <a:gd name="GluePoint2X" fmla="*/ 33 w 33"/>
                <a:gd name="GluePoint2Y" fmla="*/ 67 h 70"/>
                <a:gd name="GluePoint3X" fmla="*/ 27 w 33"/>
                <a:gd name="GluePoint3Y" fmla="*/ 70 h 70"/>
                <a:gd name="GluePoint4X" fmla="*/ 0 w 33"/>
                <a:gd name="GluePoint4Y" fmla="*/ 3 h 70"/>
                <a:gd name="GluePoint5X" fmla="*/ 6 w 33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72" name="Freeform 65"/>
            <p:cNvSpPr/>
            <p:nvPr/>
          </p:nvSpPr>
          <p:spPr>
            <a:xfrm>
              <a:off x="2959920" y="1821240"/>
              <a:ext cx="103680" cy="6588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65880"/>
                <a:gd name="textAreaBottom" fmla="*/ 66240 h 65880"/>
                <a:gd name="GluePoint1X" fmla="*/ 72 w 88"/>
                <a:gd name="GluePoint1Y" fmla="*/ 56 h 56"/>
                <a:gd name="GluePoint2X" fmla="*/ 16 w 88"/>
                <a:gd name="GluePoint2Y" fmla="*/ 56 h 56"/>
                <a:gd name="GluePoint3X" fmla="*/ 0 w 88"/>
                <a:gd name="GluePoint3Y" fmla="*/ 40 h 56"/>
                <a:gd name="GluePoint4X" fmla="*/ 13 w 88"/>
                <a:gd name="GluePoint4Y" fmla="*/ 25 h 56"/>
                <a:gd name="GluePoint5X" fmla="*/ 44 w 88"/>
                <a:gd name="GluePoint5Y" fmla="*/ 0 h 56"/>
                <a:gd name="GluePoint6X" fmla="*/ 76 w 88"/>
                <a:gd name="GluePoint6Y" fmla="*/ 25 h 56"/>
                <a:gd name="GluePoint7X" fmla="*/ 88 w 88"/>
                <a:gd name="GluePoint7Y" fmla="*/ 40 h 56"/>
                <a:gd name="GluePoint8X" fmla="*/ 72 w 88"/>
                <a:gd name="GluePoint8Y" fmla="*/ 56 h 56"/>
                <a:gd name="GluePoint9X" fmla="*/ 16 w 88"/>
                <a:gd name="GluePoint9Y" fmla="*/ 32 h 56"/>
                <a:gd name="GluePoint10X" fmla="*/ 8 w 88"/>
                <a:gd name="GluePoint10Y" fmla="*/ 40 h 56"/>
                <a:gd name="GluePoint11X" fmla="*/ 16 w 88"/>
                <a:gd name="GluePoint11Y" fmla="*/ 48 h 56"/>
                <a:gd name="GluePoint12X" fmla="*/ 72 w 88"/>
                <a:gd name="GluePoint12Y" fmla="*/ 48 h 56"/>
                <a:gd name="GluePoint13X" fmla="*/ 80 w 88"/>
                <a:gd name="GluePoint13Y" fmla="*/ 40 h 56"/>
                <a:gd name="GluePoint14X" fmla="*/ 72 w 88"/>
                <a:gd name="GluePoint14Y" fmla="*/ 32 h 56"/>
                <a:gd name="GluePoint15X" fmla="*/ 68 w 88"/>
                <a:gd name="GluePoint15Y" fmla="*/ 32 h 56"/>
                <a:gd name="GluePoint16X" fmla="*/ 68 w 88"/>
                <a:gd name="GluePoint16Y" fmla="*/ 28 h 56"/>
                <a:gd name="GluePoint17X" fmla="*/ 44 w 88"/>
                <a:gd name="GluePoint17Y" fmla="*/ 8 h 56"/>
                <a:gd name="GluePoint18X" fmla="*/ 20 w 88"/>
                <a:gd name="GluePoint18Y" fmla="*/ 29 h 56"/>
                <a:gd name="GluePoint19X" fmla="*/ 20 w 88"/>
                <a:gd name="GluePoint19Y" fmla="*/ 32 h 56"/>
                <a:gd name="GluePoint20X" fmla="*/ 16 w 88"/>
                <a:gd name="GluePoint20Y" fmla="*/ 32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72" y="56"/>
                  </a:moveTo>
                  <a:cubicBezTo>
                    <a:pt x="16" y="56"/>
                    <a:pt x="16" y="56"/>
                    <a:pt x="16" y="56"/>
                  </a:cubicBezTo>
                  <a:cubicBezTo>
                    <a:pt x="6" y="56"/>
                    <a:pt x="0" y="51"/>
                    <a:pt x="0" y="40"/>
                  </a:cubicBezTo>
                  <a:cubicBezTo>
                    <a:pt x="0" y="35"/>
                    <a:pt x="5" y="27"/>
                    <a:pt x="13" y="25"/>
                  </a:cubicBezTo>
                  <a:cubicBezTo>
                    <a:pt x="17" y="13"/>
                    <a:pt x="30" y="0"/>
                    <a:pt x="44" y="0"/>
                  </a:cubicBezTo>
                  <a:cubicBezTo>
                    <a:pt x="61" y="0"/>
                    <a:pt x="74" y="11"/>
                    <a:pt x="76" y="25"/>
                  </a:cubicBezTo>
                  <a:cubicBezTo>
                    <a:pt x="84" y="27"/>
                    <a:pt x="88" y="35"/>
                    <a:pt x="88" y="40"/>
                  </a:cubicBezTo>
                  <a:cubicBezTo>
                    <a:pt x="88" y="50"/>
                    <a:pt x="82" y="56"/>
                    <a:pt x="72" y="56"/>
                  </a:cubicBezTo>
                  <a:close/>
                  <a:moveTo>
                    <a:pt x="16" y="32"/>
                  </a:moveTo>
                  <a:cubicBezTo>
                    <a:pt x="11" y="32"/>
                    <a:pt x="8" y="39"/>
                    <a:pt x="8" y="40"/>
                  </a:cubicBezTo>
                  <a:cubicBezTo>
                    <a:pt x="8" y="46"/>
                    <a:pt x="11" y="48"/>
                    <a:pt x="16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8" y="48"/>
                    <a:pt x="80" y="46"/>
                    <a:pt x="80" y="40"/>
                  </a:cubicBezTo>
                  <a:cubicBezTo>
                    <a:pt x="80" y="39"/>
                    <a:pt x="78" y="32"/>
                    <a:pt x="72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15"/>
                    <a:pt x="56" y="8"/>
                    <a:pt x="44" y="8"/>
                  </a:cubicBezTo>
                  <a:cubicBezTo>
                    <a:pt x="33" y="8"/>
                    <a:pt x="22" y="19"/>
                    <a:pt x="20" y="29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16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73" name="Группа 444"/>
          <p:cNvGrpSpPr/>
          <p:nvPr/>
        </p:nvGrpSpPr>
        <p:grpSpPr>
          <a:xfrm>
            <a:off x="3251160" y="1677600"/>
            <a:ext cx="306360" cy="261360"/>
            <a:chOff x="3251160" y="1677600"/>
            <a:chExt cx="306360" cy="261360"/>
          </a:xfrm>
        </p:grpSpPr>
        <p:sp>
          <p:nvSpPr>
            <p:cNvPr id="2474" name="Freeform 66"/>
            <p:cNvSpPr/>
            <p:nvPr/>
          </p:nvSpPr>
          <p:spPr>
            <a:xfrm>
              <a:off x="3251160" y="1769040"/>
              <a:ext cx="306360" cy="1699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169920"/>
                <a:gd name="textAreaBottom" fmla="*/ 170280 h 169920"/>
                <a:gd name="GluePoint1X" fmla="*/ 179 w 218"/>
                <a:gd name="GluePoint1Y" fmla="*/ 121 h 121"/>
                <a:gd name="GluePoint2X" fmla="*/ 40 w 218"/>
                <a:gd name="GluePoint2Y" fmla="*/ 121 h 121"/>
                <a:gd name="GluePoint3X" fmla="*/ 0 w 218"/>
                <a:gd name="GluePoint3Y" fmla="*/ 0 h 121"/>
                <a:gd name="GluePoint4X" fmla="*/ 218 w 218"/>
                <a:gd name="GluePoint4Y" fmla="*/ 0 h 121"/>
                <a:gd name="GluePoint5X" fmla="*/ 179 w 218"/>
                <a:gd name="GluePoint5Y" fmla="*/ 121 h 121"/>
                <a:gd name="GluePoint6X" fmla="*/ 44 w 218"/>
                <a:gd name="GluePoint6Y" fmla="*/ 114 h 121"/>
                <a:gd name="GluePoint7X" fmla="*/ 174 w 218"/>
                <a:gd name="GluePoint7Y" fmla="*/ 114 h 121"/>
                <a:gd name="GluePoint8X" fmla="*/ 209 w 218"/>
                <a:gd name="GluePoint8Y" fmla="*/ 7 h 121"/>
                <a:gd name="GluePoint9X" fmla="*/ 10 w 218"/>
                <a:gd name="GluePoint9Y" fmla="*/ 7 h 121"/>
                <a:gd name="GluePoint10X" fmla="*/ 44 w 218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8" h="121">
                  <a:moveTo>
                    <a:pt x="179" y="121"/>
                  </a:moveTo>
                  <a:lnTo>
                    <a:pt x="40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9" y="121"/>
                  </a:lnTo>
                  <a:close/>
                  <a:moveTo>
                    <a:pt x="44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10" y="7"/>
                  </a:lnTo>
                  <a:lnTo>
                    <a:pt x="44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75" name="Freeform 67"/>
            <p:cNvSpPr/>
            <p:nvPr/>
          </p:nvSpPr>
          <p:spPr>
            <a:xfrm>
              <a:off x="3315960" y="1677600"/>
              <a:ext cx="44640" cy="9828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98280"/>
                <a:gd name="textAreaBottom" fmla="*/ 98640 h 98280"/>
                <a:gd name="GluePoint1X" fmla="*/ 27 w 32"/>
                <a:gd name="GluePoint1Y" fmla="*/ 0 h 70"/>
                <a:gd name="GluePoint2X" fmla="*/ 32 w 32"/>
                <a:gd name="GluePoint2Y" fmla="*/ 3 h 70"/>
                <a:gd name="GluePoint3X" fmla="*/ 6 w 32"/>
                <a:gd name="GluePoint3Y" fmla="*/ 70 h 70"/>
                <a:gd name="GluePoint4X" fmla="*/ 0 w 32"/>
                <a:gd name="GluePoint4Y" fmla="*/ 67 h 70"/>
                <a:gd name="GluePoint5X" fmla="*/ 27 w 32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70">
                  <a:moveTo>
                    <a:pt x="27" y="0"/>
                  </a:moveTo>
                  <a:lnTo>
                    <a:pt x="32" y="3"/>
                  </a:lnTo>
                  <a:lnTo>
                    <a:pt x="6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76" name="Freeform 68"/>
            <p:cNvSpPr/>
            <p:nvPr/>
          </p:nvSpPr>
          <p:spPr>
            <a:xfrm>
              <a:off x="3448080" y="1677600"/>
              <a:ext cx="46080" cy="98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98280"/>
                <a:gd name="textAreaBottom" fmla="*/ 98640 h 98280"/>
                <a:gd name="GluePoint1X" fmla="*/ 6 w 33"/>
                <a:gd name="GluePoint1Y" fmla="*/ 0 h 70"/>
                <a:gd name="GluePoint2X" fmla="*/ 33 w 33"/>
                <a:gd name="GluePoint2Y" fmla="*/ 67 h 70"/>
                <a:gd name="GluePoint3X" fmla="*/ 27 w 33"/>
                <a:gd name="GluePoint3Y" fmla="*/ 70 h 70"/>
                <a:gd name="GluePoint4X" fmla="*/ 0 w 33"/>
                <a:gd name="GluePoint4Y" fmla="*/ 3 h 70"/>
                <a:gd name="GluePoint5X" fmla="*/ 6 w 33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77" name="Freeform 69"/>
            <p:cNvSpPr/>
            <p:nvPr/>
          </p:nvSpPr>
          <p:spPr>
            <a:xfrm>
              <a:off x="3363840" y="1860480"/>
              <a:ext cx="81360" cy="4464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44640"/>
                <a:gd name="textAreaBottom" fmla="*/ 45000 h 44640"/>
                <a:gd name="GluePoint1X" fmla="*/ 31 w 58"/>
                <a:gd name="GluePoint1Y" fmla="*/ 32 h 32"/>
                <a:gd name="GluePoint2X" fmla="*/ 27 w 58"/>
                <a:gd name="GluePoint2Y" fmla="*/ 32 h 32"/>
                <a:gd name="GluePoint3X" fmla="*/ 0 w 58"/>
                <a:gd name="GluePoint3Y" fmla="*/ 5 h 32"/>
                <a:gd name="GluePoint4X" fmla="*/ 4 w 58"/>
                <a:gd name="GluePoint4Y" fmla="*/ 0 h 32"/>
                <a:gd name="GluePoint5X" fmla="*/ 30 w 58"/>
                <a:gd name="GluePoint5Y" fmla="*/ 25 h 32"/>
                <a:gd name="GluePoint6X" fmla="*/ 54 w 58"/>
                <a:gd name="GluePoint6Y" fmla="*/ 0 h 32"/>
                <a:gd name="GluePoint7X" fmla="*/ 58 w 58"/>
                <a:gd name="GluePoint7Y" fmla="*/ 5 h 32"/>
                <a:gd name="GluePoint8X" fmla="*/ 31 w 58"/>
                <a:gd name="GluePoint8Y" fmla="*/ 32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8" h="32">
                  <a:moveTo>
                    <a:pt x="31" y="32"/>
                  </a:moveTo>
                  <a:lnTo>
                    <a:pt x="27" y="32"/>
                  </a:lnTo>
                  <a:lnTo>
                    <a:pt x="0" y="5"/>
                  </a:lnTo>
                  <a:lnTo>
                    <a:pt x="4" y="0"/>
                  </a:lnTo>
                  <a:lnTo>
                    <a:pt x="30" y="25"/>
                  </a:lnTo>
                  <a:lnTo>
                    <a:pt x="54" y="0"/>
                  </a:lnTo>
                  <a:lnTo>
                    <a:pt x="58" y="5"/>
                  </a:lnTo>
                  <a:lnTo>
                    <a:pt x="31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78" name="Rectangle 70"/>
            <p:cNvSpPr/>
            <p:nvPr/>
          </p:nvSpPr>
          <p:spPr>
            <a:xfrm>
              <a:off x="3400200" y="1807200"/>
              <a:ext cx="9360" cy="93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79" name="Группа 445"/>
          <p:cNvGrpSpPr/>
          <p:nvPr/>
        </p:nvGrpSpPr>
        <p:grpSpPr>
          <a:xfrm>
            <a:off x="3643920" y="1677600"/>
            <a:ext cx="306360" cy="261360"/>
            <a:chOff x="3643920" y="1677600"/>
            <a:chExt cx="306360" cy="261360"/>
          </a:xfrm>
        </p:grpSpPr>
        <p:sp>
          <p:nvSpPr>
            <p:cNvPr id="2480" name="Freeform 71"/>
            <p:cNvSpPr/>
            <p:nvPr/>
          </p:nvSpPr>
          <p:spPr>
            <a:xfrm>
              <a:off x="3643920" y="1769040"/>
              <a:ext cx="306360" cy="1699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169920"/>
                <a:gd name="textAreaBottom" fmla="*/ 170280 h 169920"/>
                <a:gd name="GluePoint1X" fmla="*/ 179 w 218"/>
                <a:gd name="GluePoint1Y" fmla="*/ 121 h 121"/>
                <a:gd name="GluePoint2X" fmla="*/ 40 w 218"/>
                <a:gd name="GluePoint2Y" fmla="*/ 121 h 121"/>
                <a:gd name="GluePoint3X" fmla="*/ 0 w 218"/>
                <a:gd name="GluePoint3Y" fmla="*/ 0 h 121"/>
                <a:gd name="GluePoint4X" fmla="*/ 218 w 218"/>
                <a:gd name="GluePoint4Y" fmla="*/ 0 h 121"/>
                <a:gd name="GluePoint5X" fmla="*/ 179 w 218"/>
                <a:gd name="GluePoint5Y" fmla="*/ 121 h 121"/>
                <a:gd name="GluePoint6X" fmla="*/ 45 w 218"/>
                <a:gd name="GluePoint6Y" fmla="*/ 114 h 121"/>
                <a:gd name="GluePoint7X" fmla="*/ 174 w 218"/>
                <a:gd name="GluePoint7Y" fmla="*/ 114 h 121"/>
                <a:gd name="GluePoint8X" fmla="*/ 209 w 218"/>
                <a:gd name="GluePoint8Y" fmla="*/ 7 h 121"/>
                <a:gd name="GluePoint9X" fmla="*/ 10 w 218"/>
                <a:gd name="GluePoint9Y" fmla="*/ 7 h 121"/>
                <a:gd name="GluePoint10X" fmla="*/ 45 w 218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8" h="121">
                  <a:moveTo>
                    <a:pt x="179" y="121"/>
                  </a:moveTo>
                  <a:lnTo>
                    <a:pt x="40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9" y="121"/>
                  </a:lnTo>
                  <a:close/>
                  <a:moveTo>
                    <a:pt x="45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10" y="7"/>
                  </a:lnTo>
                  <a:lnTo>
                    <a:pt x="45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81" name="Freeform 72"/>
            <p:cNvSpPr/>
            <p:nvPr/>
          </p:nvSpPr>
          <p:spPr>
            <a:xfrm>
              <a:off x="3708360" y="1677600"/>
              <a:ext cx="46080" cy="98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98280"/>
                <a:gd name="textAreaBottom" fmla="*/ 98640 h 98280"/>
                <a:gd name="GluePoint1X" fmla="*/ 27 w 33"/>
                <a:gd name="GluePoint1Y" fmla="*/ 0 h 70"/>
                <a:gd name="GluePoint2X" fmla="*/ 33 w 33"/>
                <a:gd name="GluePoint2Y" fmla="*/ 3 h 70"/>
                <a:gd name="GluePoint3X" fmla="*/ 6 w 33"/>
                <a:gd name="GluePoint3Y" fmla="*/ 70 h 70"/>
                <a:gd name="GluePoint4X" fmla="*/ 0 w 33"/>
                <a:gd name="GluePoint4Y" fmla="*/ 67 h 70"/>
                <a:gd name="GluePoint5X" fmla="*/ 27 w 33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70">
                  <a:moveTo>
                    <a:pt x="27" y="0"/>
                  </a:moveTo>
                  <a:lnTo>
                    <a:pt x="33" y="3"/>
                  </a:lnTo>
                  <a:lnTo>
                    <a:pt x="6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82" name="Freeform 73"/>
            <p:cNvSpPr/>
            <p:nvPr/>
          </p:nvSpPr>
          <p:spPr>
            <a:xfrm>
              <a:off x="3840840" y="1677600"/>
              <a:ext cx="46080" cy="98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98280"/>
                <a:gd name="textAreaBottom" fmla="*/ 98640 h 98280"/>
                <a:gd name="GluePoint1X" fmla="*/ 6 w 33"/>
                <a:gd name="GluePoint1Y" fmla="*/ 0 h 70"/>
                <a:gd name="GluePoint2X" fmla="*/ 33 w 33"/>
                <a:gd name="GluePoint2Y" fmla="*/ 67 h 70"/>
                <a:gd name="GluePoint3X" fmla="*/ 27 w 33"/>
                <a:gd name="GluePoint3Y" fmla="*/ 70 h 70"/>
                <a:gd name="GluePoint4X" fmla="*/ 0 w 33"/>
                <a:gd name="GluePoint4Y" fmla="*/ 3 h 70"/>
                <a:gd name="GluePoint5X" fmla="*/ 6 w 33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83" name="Rectangle 74"/>
            <p:cNvSpPr/>
            <p:nvPr/>
          </p:nvSpPr>
          <p:spPr>
            <a:xfrm>
              <a:off x="3754800" y="1853640"/>
              <a:ext cx="853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84" name="Группа 446"/>
          <p:cNvGrpSpPr/>
          <p:nvPr/>
        </p:nvGrpSpPr>
        <p:grpSpPr>
          <a:xfrm>
            <a:off x="4036320" y="1677600"/>
            <a:ext cx="306360" cy="261360"/>
            <a:chOff x="4036320" y="1677600"/>
            <a:chExt cx="306360" cy="261360"/>
          </a:xfrm>
        </p:grpSpPr>
        <p:sp>
          <p:nvSpPr>
            <p:cNvPr id="2485" name="Freeform 75"/>
            <p:cNvSpPr/>
            <p:nvPr/>
          </p:nvSpPr>
          <p:spPr>
            <a:xfrm>
              <a:off x="4036320" y="1769040"/>
              <a:ext cx="306360" cy="1699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169920"/>
                <a:gd name="textAreaBottom" fmla="*/ 170280 h 169920"/>
                <a:gd name="GluePoint1X" fmla="*/ 180 w 218"/>
                <a:gd name="GluePoint1Y" fmla="*/ 121 h 121"/>
                <a:gd name="GluePoint2X" fmla="*/ 40 w 218"/>
                <a:gd name="GluePoint2Y" fmla="*/ 121 h 121"/>
                <a:gd name="GluePoint3X" fmla="*/ 0 w 218"/>
                <a:gd name="GluePoint3Y" fmla="*/ 0 h 121"/>
                <a:gd name="GluePoint4X" fmla="*/ 218 w 218"/>
                <a:gd name="GluePoint4Y" fmla="*/ 0 h 121"/>
                <a:gd name="GluePoint5X" fmla="*/ 180 w 218"/>
                <a:gd name="GluePoint5Y" fmla="*/ 121 h 121"/>
                <a:gd name="GluePoint6X" fmla="*/ 45 w 218"/>
                <a:gd name="GluePoint6Y" fmla="*/ 114 h 121"/>
                <a:gd name="GluePoint7X" fmla="*/ 174 w 218"/>
                <a:gd name="GluePoint7Y" fmla="*/ 114 h 121"/>
                <a:gd name="GluePoint8X" fmla="*/ 209 w 218"/>
                <a:gd name="GluePoint8Y" fmla="*/ 7 h 121"/>
                <a:gd name="GluePoint9X" fmla="*/ 10 w 218"/>
                <a:gd name="GluePoint9Y" fmla="*/ 7 h 121"/>
                <a:gd name="GluePoint10X" fmla="*/ 45 w 218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8" h="121">
                  <a:moveTo>
                    <a:pt x="180" y="121"/>
                  </a:moveTo>
                  <a:lnTo>
                    <a:pt x="40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80" y="121"/>
                  </a:lnTo>
                  <a:close/>
                  <a:moveTo>
                    <a:pt x="45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10" y="7"/>
                  </a:lnTo>
                  <a:lnTo>
                    <a:pt x="45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86" name="Freeform 76"/>
            <p:cNvSpPr/>
            <p:nvPr/>
          </p:nvSpPr>
          <p:spPr>
            <a:xfrm>
              <a:off x="4101120" y="1677600"/>
              <a:ext cx="46080" cy="98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98280"/>
                <a:gd name="textAreaBottom" fmla="*/ 98640 h 98280"/>
                <a:gd name="GluePoint1X" fmla="*/ 27 w 33"/>
                <a:gd name="GluePoint1Y" fmla="*/ 0 h 70"/>
                <a:gd name="GluePoint2X" fmla="*/ 33 w 33"/>
                <a:gd name="GluePoint2Y" fmla="*/ 3 h 70"/>
                <a:gd name="GluePoint3X" fmla="*/ 7 w 33"/>
                <a:gd name="GluePoint3Y" fmla="*/ 70 h 70"/>
                <a:gd name="GluePoint4X" fmla="*/ 0 w 33"/>
                <a:gd name="GluePoint4Y" fmla="*/ 67 h 70"/>
                <a:gd name="GluePoint5X" fmla="*/ 27 w 33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70">
                  <a:moveTo>
                    <a:pt x="27" y="0"/>
                  </a:moveTo>
                  <a:lnTo>
                    <a:pt x="33" y="3"/>
                  </a:lnTo>
                  <a:lnTo>
                    <a:pt x="7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87" name="Freeform 77"/>
            <p:cNvSpPr/>
            <p:nvPr/>
          </p:nvSpPr>
          <p:spPr>
            <a:xfrm>
              <a:off x="4233240" y="1677600"/>
              <a:ext cx="47520" cy="98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98280"/>
                <a:gd name="textAreaBottom" fmla="*/ 98640 h 98280"/>
                <a:gd name="GluePoint1X" fmla="*/ 7 w 34"/>
                <a:gd name="GluePoint1Y" fmla="*/ 0 h 70"/>
                <a:gd name="GluePoint2X" fmla="*/ 34 w 34"/>
                <a:gd name="GluePoint2Y" fmla="*/ 67 h 70"/>
                <a:gd name="GluePoint3X" fmla="*/ 27 w 34"/>
                <a:gd name="GluePoint3Y" fmla="*/ 70 h 70"/>
                <a:gd name="GluePoint4X" fmla="*/ 0 w 34"/>
                <a:gd name="GluePoint4Y" fmla="*/ 3 h 70"/>
                <a:gd name="GluePoint5X" fmla="*/ 7 w 34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" h="70">
                  <a:moveTo>
                    <a:pt x="7" y="0"/>
                  </a:moveTo>
                  <a:lnTo>
                    <a:pt x="34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88" name="Rectangle 78"/>
            <p:cNvSpPr/>
            <p:nvPr/>
          </p:nvSpPr>
          <p:spPr>
            <a:xfrm>
              <a:off x="4185720" y="1815480"/>
              <a:ext cx="9360" cy="85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89" name="Rectangle 79"/>
            <p:cNvSpPr/>
            <p:nvPr/>
          </p:nvSpPr>
          <p:spPr>
            <a:xfrm>
              <a:off x="4147560" y="1853640"/>
              <a:ext cx="853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90" name="Группа 447"/>
          <p:cNvGrpSpPr/>
          <p:nvPr/>
        </p:nvGrpSpPr>
        <p:grpSpPr>
          <a:xfrm>
            <a:off x="4430520" y="1677600"/>
            <a:ext cx="304920" cy="261360"/>
            <a:chOff x="4430520" y="1677600"/>
            <a:chExt cx="304920" cy="261360"/>
          </a:xfrm>
        </p:grpSpPr>
        <p:sp>
          <p:nvSpPr>
            <p:cNvPr id="2491" name="Freeform 80"/>
            <p:cNvSpPr/>
            <p:nvPr/>
          </p:nvSpPr>
          <p:spPr>
            <a:xfrm>
              <a:off x="4430520" y="1769040"/>
              <a:ext cx="304920" cy="16992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169920"/>
                <a:gd name="textAreaBottom" fmla="*/ 170280 h 169920"/>
                <a:gd name="GluePoint1X" fmla="*/ 179 w 217"/>
                <a:gd name="GluePoint1Y" fmla="*/ 121 h 121"/>
                <a:gd name="GluePoint2X" fmla="*/ 39 w 217"/>
                <a:gd name="GluePoint2Y" fmla="*/ 121 h 121"/>
                <a:gd name="GluePoint3X" fmla="*/ 0 w 217"/>
                <a:gd name="GluePoint3Y" fmla="*/ 0 h 121"/>
                <a:gd name="GluePoint4X" fmla="*/ 217 w 217"/>
                <a:gd name="GluePoint4Y" fmla="*/ 0 h 121"/>
                <a:gd name="GluePoint5X" fmla="*/ 179 w 217"/>
                <a:gd name="GluePoint5Y" fmla="*/ 121 h 121"/>
                <a:gd name="GluePoint6X" fmla="*/ 44 w 217"/>
                <a:gd name="GluePoint6Y" fmla="*/ 114 h 121"/>
                <a:gd name="GluePoint7X" fmla="*/ 174 w 217"/>
                <a:gd name="GluePoint7Y" fmla="*/ 114 h 121"/>
                <a:gd name="GluePoint8X" fmla="*/ 208 w 217"/>
                <a:gd name="GluePoint8Y" fmla="*/ 7 h 121"/>
                <a:gd name="GluePoint9X" fmla="*/ 9 w 217"/>
                <a:gd name="GluePoint9Y" fmla="*/ 7 h 121"/>
                <a:gd name="GluePoint10X" fmla="*/ 44 w 217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7" h="121">
                  <a:moveTo>
                    <a:pt x="179" y="121"/>
                  </a:moveTo>
                  <a:lnTo>
                    <a:pt x="39" y="121"/>
                  </a:lnTo>
                  <a:lnTo>
                    <a:pt x="0" y="0"/>
                  </a:lnTo>
                  <a:lnTo>
                    <a:pt x="217" y="0"/>
                  </a:lnTo>
                  <a:lnTo>
                    <a:pt x="179" y="121"/>
                  </a:lnTo>
                  <a:close/>
                  <a:moveTo>
                    <a:pt x="44" y="114"/>
                  </a:moveTo>
                  <a:lnTo>
                    <a:pt x="174" y="114"/>
                  </a:lnTo>
                  <a:lnTo>
                    <a:pt x="208" y="7"/>
                  </a:lnTo>
                  <a:lnTo>
                    <a:pt x="9" y="7"/>
                  </a:lnTo>
                  <a:lnTo>
                    <a:pt x="44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92" name="Freeform 81"/>
            <p:cNvSpPr/>
            <p:nvPr/>
          </p:nvSpPr>
          <p:spPr>
            <a:xfrm>
              <a:off x="4493880" y="1677600"/>
              <a:ext cx="47520" cy="98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98280"/>
                <a:gd name="textAreaBottom" fmla="*/ 98640 h 98280"/>
                <a:gd name="GluePoint1X" fmla="*/ 27 w 34"/>
                <a:gd name="GluePoint1Y" fmla="*/ 0 h 70"/>
                <a:gd name="GluePoint2X" fmla="*/ 34 w 34"/>
                <a:gd name="GluePoint2Y" fmla="*/ 3 h 70"/>
                <a:gd name="GluePoint3X" fmla="*/ 7 w 34"/>
                <a:gd name="GluePoint3Y" fmla="*/ 70 h 70"/>
                <a:gd name="GluePoint4X" fmla="*/ 0 w 34"/>
                <a:gd name="GluePoint4Y" fmla="*/ 67 h 70"/>
                <a:gd name="GluePoint5X" fmla="*/ 27 w 34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" h="70">
                  <a:moveTo>
                    <a:pt x="27" y="0"/>
                  </a:moveTo>
                  <a:lnTo>
                    <a:pt x="34" y="3"/>
                  </a:lnTo>
                  <a:lnTo>
                    <a:pt x="7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93" name="Freeform 82"/>
            <p:cNvSpPr/>
            <p:nvPr/>
          </p:nvSpPr>
          <p:spPr>
            <a:xfrm>
              <a:off x="4626000" y="1677600"/>
              <a:ext cx="47520" cy="98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98280"/>
                <a:gd name="textAreaBottom" fmla="*/ 98640 h 98280"/>
                <a:gd name="GluePoint1X" fmla="*/ 7 w 34"/>
                <a:gd name="GluePoint1Y" fmla="*/ 0 h 70"/>
                <a:gd name="GluePoint2X" fmla="*/ 34 w 34"/>
                <a:gd name="GluePoint2Y" fmla="*/ 67 h 70"/>
                <a:gd name="GluePoint3X" fmla="*/ 27 w 34"/>
                <a:gd name="GluePoint3Y" fmla="*/ 70 h 70"/>
                <a:gd name="GluePoint4X" fmla="*/ 0 w 34"/>
                <a:gd name="GluePoint4Y" fmla="*/ 3 h 70"/>
                <a:gd name="GluePoint5X" fmla="*/ 7 w 34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" h="70">
                  <a:moveTo>
                    <a:pt x="7" y="0"/>
                  </a:moveTo>
                  <a:lnTo>
                    <a:pt x="34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94" name="Freeform 83"/>
            <p:cNvSpPr/>
            <p:nvPr/>
          </p:nvSpPr>
          <p:spPr>
            <a:xfrm>
              <a:off x="4536000" y="1853640"/>
              <a:ext cx="61560" cy="475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47520"/>
                <a:gd name="textAreaBottom" fmla="*/ 47880 h 47520"/>
                <a:gd name="GluePoint1X" fmla="*/ 52 w 52"/>
                <a:gd name="GluePoint1Y" fmla="*/ 40 h 40"/>
                <a:gd name="GluePoint2X" fmla="*/ 36 w 52"/>
                <a:gd name="GluePoint2Y" fmla="*/ 40 h 40"/>
                <a:gd name="GluePoint3X" fmla="*/ 0 w 52"/>
                <a:gd name="GluePoint3Y" fmla="*/ 0 h 40"/>
                <a:gd name="GluePoint4X" fmla="*/ 8 w 52"/>
                <a:gd name="GluePoint4Y" fmla="*/ 0 h 40"/>
                <a:gd name="GluePoint5X" fmla="*/ 36 w 52"/>
                <a:gd name="GluePoint5Y" fmla="*/ 32 h 40"/>
                <a:gd name="GluePoint6X" fmla="*/ 52 w 52"/>
                <a:gd name="GluePoint6Y" fmla="*/ 32 h 40"/>
                <a:gd name="GluePoint7X" fmla="*/ 52 w 52"/>
                <a:gd name="GluePoint7Y" fmla="*/ 4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2" h="40">
                  <a:moveTo>
                    <a:pt x="52" y="40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15" y="40"/>
                    <a:pt x="0" y="19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5"/>
                    <a:pt x="20" y="32"/>
                    <a:pt x="36" y="32"/>
                  </a:cubicBezTo>
                  <a:cubicBezTo>
                    <a:pt x="52" y="32"/>
                    <a:pt x="52" y="32"/>
                    <a:pt x="52" y="32"/>
                  </a:cubicBezTo>
                  <a:lnTo>
                    <a:pt x="52" y="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95" name="Freeform 84"/>
            <p:cNvSpPr/>
            <p:nvPr/>
          </p:nvSpPr>
          <p:spPr>
            <a:xfrm>
              <a:off x="4579560" y="1875960"/>
              <a:ext cx="20880" cy="4320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43200"/>
                <a:gd name="textAreaBottom" fmla="*/ 43560 h 43200"/>
                <a:gd name="GluePoint1X" fmla="*/ 5 w 15"/>
                <a:gd name="GluePoint1Y" fmla="*/ 31 h 31"/>
                <a:gd name="GluePoint2X" fmla="*/ 0 w 15"/>
                <a:gd name="GluePoint2Y" fmla="*/ 26 h 31"/>
                <a:gd name="GluePoint3X" fmla="*/ 9 w 15"/>
                <a:gd name="GluePoint3Y" fmla="*/ 15 h 31"/>
                <a:gd name="GluePoint4X" fmla="*/ 0 w 15"/>
                <a:gd name="GluePoint4Y" fmla="*/ 4 h 31"/>
                <a:gd name="GluePoint5X" fmla="*/ 5 w 15"/>
                <a:gd name="GluePoint5Y" fmla="*/ 0 h 31"/>
                <a:gd name="GluePoint6X" fmla="*/ 15 w 15"/>
                <a:gd name="GluePoint6Y" fmla="*/ 13 h 31"/>
                <a:gd name="GluePoint7X" fmla="*/ 15 w 15"/>
                <a:gd name="GluePoint7Y" fmla="*/ 17 h 31"/>
                <a:gd name="GluePoint8X" fmla="*/ 5 w 15"/>
                <a:gd name="GluePoint8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5" h="31">
                  <a:moveTo>
                    <a:pt x="5" y="31"/>
                  </a:moveTo>
                  <a:lnTo>
                    <a:pt x="0" y="26"/>
                  </a:lnTo>
                  <a:lnTo>
                    <a:pt x="9" y="15"/>
                  </a:lnTo>
                  <a:lnTo>
                    <a:pt x="0" y="4"/>
                  </a:lnTo>
                  <a:lnTo>
                    <a:pt x="5" y="0"/>
                  </a:lnTo>
                  <a:lnTo>
                    <a:pt x="15" y="13"/>
                  </a:lnTo>
                  <a:lnTo>
                    <a:pt x="15" y="17"/>
                  </a:lnTo>
                  <a:lnTo>
                    <a:pt x="5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96" name="Freeform 85"/>
            <p:cNvSpPr/>
            <p:nvPr/>
          </p:nvSpPr>
          <p:spPr>
            <a:xfrm>
              <a:off x="4569840" y="1807200"/>
              <a:ext cx="60120" cy="4608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46080"/>
                <a:gd name="textAreaBottom" fmla="*/ 46440 h 46080"/>
                <a:gd name="GluePoint1X" fmla="*/ 52 w 52"/>
                <a:gd name="GluePoint1Y" fmla="*/ 40 h 40"/>
                <a:gd name="GluePoint2X" fmla="*/ 44 w 52"/>
                <a:gd name="GluePoint2Y" fmla="*/ 40 h 40"/>
                <a:gd name="GluePoint3X" fmla="*/ 16 w 52"/>
                <a:gd name="GluePoint3Y" fmla="*/ 8 h 40"/>
                <a:gd name="GluePoint4X" fmla="*/ 0 w 52"/>
                <a:gd name="GluePoint4Y" fmla="*/ 8 h 40"/>
                <a:gd name="GluePoint5X" fmla="*/ 0 w 52"/>
                <a:gd name="GluePoint5Y" fmla="*/ 0 h 40"/>
                <a:gd name="GluePoint6X" fmla="*/ 16 w 52"/>
                <a:gd name="GluePoint6Y" fmla="*/ 0 h 40"/>
                <a:gd name="GluePoint7X" fmla="*/ 52 w 52"/>
                <a:gd name="GluePoint7Y" fmla="*/ 4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2" h="40">
                  <a:moveTo>
                    <a:pt x="52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26"/>
                    <a:pt x="32" y="8"/>
                    <a:pt x="1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37" y="0"/>
                    <a:pt x="52" y="22"/>
                    <a:pt x="52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497" name="Freeform 86"/>
            <p:cNvSpPr/>
            <p:nvPr/>
          </p:nvSpPr>
          <p:spPr>
            <a:xfrm>
              <a:off x="4565520" y="1790280"/>
              <a:ext cx="20880" cy="4320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43200"/>
                <a:gd name="textAreaBottom" fmla="*/ 43560 h 43200"/>
                <a:gd name="GluePoint1X" fmla="*/ 10 w 15"/>
                <a:gd name="GluePoint1Y" fmla="*/ 31 h 31"/>
                <a:gd name="GluePoint2X" fmla="*/ 0 w 15"/>
                <a:gd name="GluePoint2Y" fmla="*/ 18 h 31"/>
                <a:gd name="GluePoint3X" fmla="*/ 0 w 15"/>
                <a:gd name="GluePoint3Y" fmla="*/ 13 h 31"/>
                <a:gd name="GluePoint4X" fmla="*/ 10 w 15"/>
                <a:gd name="GluePoint4Y" fmla="*/ 0 h 31"/>
                <a:gd name="GluePoint5X" fmla="*/ 15 w 15"/>
                <a:gd name="GluePoint5Y" fmla="*/ 4 h 31"/>
                <a:gd name="GluePoint6X" fmla="*/ 7 w 15"/>
                <a:gd name="GluePoint6Y" fmla="*/ 15 h 31"/>
                <a:gd name="GluePoint7X" fmla="*/ 15 w 15"/>
                <a:gd name="GluePoint7Y" fmla="*/ 27 h 31"/>
                <a:gd name="GluePoint8X" fmla="*/ 10 w 15"/>
                <a:gd name="GluePoint8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5" h="31">
                  <a:moveTo>
                    <a:pt x="10" y="31"/>
                  </a:moveTo>
                  <a:lnTo>
                    <a:pt x="0" y="18"/>
                  </a:lnTo>
                  <a:lnTo>
                    <a:pt x="0" y="13"/>
                  </a:lnTo>
                  <a:lnTo>
                    <a:pt x="10" y="0"/>
                  </a:lnTo>
                  <a:lnTo>
                    <a:pt x="15" y="4"/>
                  </a:lnTo>
                  <a:lnTo>
                    <a:pt x="7" y="15"/>
                  </a:lnTo>
                  <a:lnTo>
                    <a:pt x="15" y="27"/>
                  </a:lnTo>
                  <a:lnTo>
                    <a:pt x="10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498" name="Группа 448"/>
          <p:cNvGrpSpPr/>
          <p:nvPr/>
        </p:nvGrpSpPr>
        <p:grpSpPr>
          <a:xfrm>
            <a:off x="4822920" y="1677600"/>
            <a:ext cx="306360" cy="261360"/>
            <a:chOff x="4822920" y="1677600"/>
            <a:chExt cx="306360" cy="261360"/>
          </a:xfrm>
        </p:grpSpPr>
        <p:sp>
          <p:nvSpPr>
            <p:cNvPr id="2499" name="Freeform 87"/>
            <p:cNvSpPr/>
            <p:nvPr/>
          </p:nvSpPr>
          <p:spPr>
            <a:xfrm>
              <a:off x="4822920" y="1769040"/>
              <a:ext cx="306360" cy="1699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169920"/>
                <a:gd name="textAreaBottom" fmla="*/ 170280 h 169920"/>
                <a:gd name="GluePoint1X" fmla="*/ 179 w 218"/>
                <a:gd name="GluePoint1Y" fmla="*/ 121 h 121"/>
                <a:gd name="GluePoint2X" fmla="*/ 39 w 218"/>
                <a:gd name="GluePoint2Y" fmla="*/ 121 h 121"/>
                <a:gd name="GluePoint3X" fmla="*/ 0 w 218"/>
                <a:gd name="GluePoint3Y" fmla="*/ 0 h 121"/>
                <a:gd name="GluePoint4X" fmla="*/ 218 w 218"/>
                <a:gd name="GluePoint4Y" fmla="*/ 0 h 121"/>
                <a:gd name="GluePoint5X" fmla="*/ 179 w 218"/>
                <a:gd name="GluePoint5Y" fmla="*/ 121 h 121"/>
                <a:gd name="GluePoint6X" fmla="*/ 44 w 218"/>
                <a:gd name="GluePoint6Y" fmla="*/ 114 h 121"/>
                <a:gd name="GluePoint7X" fmla="*/ 174 w 218"/>
                <a:gd name="GluePoint7Y" fmla="*/ 114 h 121"/>
                <a:gd name="GluePoint8X" fmla="*/ 209 w 218"/>
                <a:gd name="GluePoint8Y" fmla="*/ 7 h 121"/>
                <a:gd name="GluePoint9X" fmla="*/ 10 w 218"/>
                <a:gd name="GluePoint9Y" fmla="*/ 7 h 121"/>
                <a:gd name="GluePoint10X" fmla="*/ 44 w 218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8" h="121">
                  <a:moveTo>
                    <a:pt x="179" y="121"/>
                  </a:moveTo>
                  <a:lnTo>
                    <a:pt x="39" y="121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179" y="121"/>
                  </a:lnTo>
                  <a:close/>
                  <a:moveTo>
                    <a:pt x="44" y="114"/>
                  </a:moveTo>
                  <a:lnTo>
                    <a:pt x="174" y="114"/>
                  </a:lnTo>
                  <a:lnTo>
                    <a:pt x="209" y="7"/>
                  </a:lnTo>
                  <a:lnTo>
                    <a:pt x="10" y="7"/>
                  </a:lnTo>
                  <a:lnTo>
                    <a:pt x="44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00" name="Freeform 88"/>
            <p:cNvSpPr/>
            <p:nvPr/>
          </p:nvSpPr>
          <p:spPr>
            <a:xfrm>
              <a:off x="4886280" y="1677600"/>
              <a:ext cx="47520" cy="98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98280"/>
                <a:gd name="textAreaBottom" fmla="*/ 98640 h 98280"/>
                <a:gd name="GluePoint1X" fmla="*/ 27 w 34"/>
                <a:gd name="GluePoint1Y" fmla="*/ 0 h 70"/>
                <a:gd name="GluePoint2X" fmla="*/ 34 w 34"/>
                <a:gd name="GluePoint2Y" fmla="*/ 3 h 70"/>
                <a:gd name="GluePoint3X" fmla="*/ 7 w 34"/>
                <a:gd name="GluePoint3Y" fmla="*/ 70 h 70"/>
                <a:gd name="GluePoint4X" fmla="*/ 0 w 34"/>
                <a:gd name="GluePoint4Y" fmla="*/ 67 h 70"/>
                <a:gd name="GluePoint5X" fmla="*/ 27 w 34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" h="70">
                  <a:moveTo>
                    <a:pt x="27" y="0"/>
                  </a:moveTo>
                  <a:lnTo>
                    <a:pt x="34" y="3"/>
                  </a:lnTo>
                  <a:lnTo>
                    <a:pt x="7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01" name="Freeform 89"/>
            <p:cNvSpPr/>
            <p:nvPr/>
          </p:nvSpPr>
          <p:spPr>
            <a:xfrm>
              <a:off x="5018760" y="1677600"/>
              <a:ext cx="47520" cy="98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98280"/>
                <a:gd name="textAreaBottom" fmla="*/ 98640 h 98280"/>
                <a:gd name="GluePoint1X" fmla="*/ 7 w 34"/>
                <a:gd name="GluePoint1Y" fmla="*/ 0 h 70"/>
                <a:gd name="GluePoint2X" fmla="*/ 34 w 34"/>
                <a:gd name="GluePoint2Y" fmla="*/ 67 h 70"/>
                <a:gd name="GluePoint3X" fmla="*/ 27 w 34"/>
                <a:gd name="GluePoint3Y" fmla="*/ 70 h 70"/>
                <a:gd name="GluePoint4X" fmla="*/ 0 w 34"/>
                <a:gd name="GluePoint4Y" fmla="*/ 3 h 70"/>
                <a:gd name="GluePoint5X" fmla="*/ 7 w 34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" h="70">
                  <a:moveTo>
                    <a:pt x="7" y="0"/>
                  </a:moveTo>
                  <a:lnTo>
                    <a:pt x="34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02" name="Freeform 90"/>
            <p:cNvSpPr/>
            <p:nvPr/>
          </p:nvSpPr>
          <p:spPr>
            <a:xfrm>
              <a:off x="4939920" y="1823760"/>
              <a:ext cx="72720" cy="7128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71280"/>
                <a:gd name="textAreaBottom" fmla="*/ 71640 h 71280"/>
                <a:gd name="GluePoint1X" fmla="*/ 5 w 52"/>
                <a:gd name="GluePoint1Y" fmla="*/ 0 h 51"/>
                <a:gd name="GluePoint2X" fmla="*/ 52 w 52"/>
                <a:gd name="GluePoint2Y" fmla="*/ 47 h 51"/>
                <a:gd name="GluePoint3X" fmla="*/ 47 w 52"/>
                <a:gd name="GluePoint3Y" fmla="*/ 51 h 51"/>
                <a:gd name="GluePoint4X" fmla="*/ 0 w 52"/>
                <a:gd name="GluePoint4Y" fmla="*/ 4 h 51"/>
                <a:gd name="GluePoint5X" fmla="*/ 5 w 52"/>
                <a:gd name="GluePoint5Y" fmla="*/ 0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2" h="51">
                  <a:moveTo>
                    <a:pt x="5" y="0"/>
                  </a:moveTo>
                  <a:lnTo>
                    <a:pt x="52" y="47"/>
                  </a:lnTo>
                  <a:lnTo>
                    <a:pt x="47" y="51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03" name="Freeform 91"/>
            <p:cNvSpPr/>
            <p:nvPr/>
          </p:nvSpPr>
          <p:spPr>
            <a:xfrm>
              <a:off x="4939920" y="1823760"/>
              <a:ext cx="72720" cy="7128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71280"/>
                <a:gd name="textAreaBottom" fmla="*/ 71640 h 71280"/>
                <a:gd name="GluePoint1X" fmla="*/ 47 w 52"/>
                <a:gd name="GluePoint1Y" fmla="*/ 0 h 51"/>
                <a:gd name="GluePoint2X" fmla="*/ 52 w 52"/>
                <a:gd name="GluePoint2Y" fmla="*/ 4 h 51"/>
                <a:gd name="GluePoint3X" fmla="*/ 5 w 52"/>
                <a:gd name="GluePoint3Y" fmla="*/ 51 h 51"/>
                <a:gd name="GluePoint4X" fmla="*/ 0 w 52"/>
                <a:gd name="GluePoint4Y" fmla="*/ 47 h 51"/>
                <a:gd name="GluePoint5X" fmla="*/ 47 w 52"/>
                <a:gd name="GluePoint5Y" fmla="*/ 0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2" h="51">
                  <a:moveTo>
                    <a:pt x="47" y="0"/>
                  </a:moveTo>
                  <a:lnTo>
                    <a:pt x="52" y="4"/>
                  </a:lnTo>
                  <a:lnTo>
                    <a:pt x="5" y="51"/>
                  </a:lnTo>
                  <a:lnTo>
                    <a:pt x="0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04" name="Группа 449"/>
          <p:cNvGrpSpPr/>
          <p:nvPr/>
        </p:nvGrpSpPr>
        <p:grpSpPr>
          <a:xfrm>
            <a:off x="5217120" y="1677600"/>
            <a:ext cx="304920" cy="261360"/>
            <a:chOff x="5217120" y="1677600"/>
            <a:chExt cx="304920" cy="261360"/>
          </a:xfrm>
        </p:grpSpPr>
        <p:sp>
          <p:nvSpPr>
            <p:cNvPr id="2505" name="Freeform 92"/>
            <p:cNvSpPr/>
            <p:nvPr/>
          </p:nvSpPr>
          <p:spPr>
            <a:xfrm>
              <a:off x="5217120" y="1769040"/>
              <a:ext cx="304920" cy="16992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169920"/>
                <a:gd name="textAreaBottom" fmla="*/ 170280 h 169920"/>
                <a:gd name="GluePoint1X" fmla="*/ 178 w 217"/>
                <a:gd name="GluePoint1Y" fmla="*/ 121 h 121"/>
                <a:gd name="GluePoint2X" fmla="*/ 38 w 217"/>
                <a:gd name="GluePoint2Y" fmla="*/ 121 h 121"/>
                <a:gd name="GluePoint3X" fmla="*/ 0 w 217"/>
                <a:gd name="GluePoint3Y" fmla="*/ 0 h 121"/>
                <a:gd name="GluePoint4X" fmla="*/ 217 w 217"/>
                <a:gd name="GluePoint4Y" fmla="*/ 0 h 121"/>
                <a:gd name="GluePoint5X" fmla="*/ 178 w 217"/>
                <a:gd name="GluePoint5Y" fmla="*/ 121 h 121"/>
                <a:gd name="GluePoint6X" fmla="*/ 43 w 217"/>
                <a:gd name="GluePoint6Y" fmla="*/ 114 h 121"/>
                <a:gd name="GluePoint7X" fmla="*/ 173 w 217"/>
                <a:gd name="GluePoint7Y" fmla="*/ 114 h 121"/>
                <a:gd name="GluePoint8X" fmla="*/ 208 w 217"/>
                <a:gd name="GluePoint8Y" fmla="*/ 7 h 121"/>
                <a:gd name="GluePoint9X" fmla="*/ 9 w 217"/>
                <a:gd name="GluePoint9Y" fmla="*/ 7 h 121"/>
                <a:gd name="GluePoint10X" fmla="*/ 43 w 217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7" h="121">
                  <a:moveTo>
                    <a:pt x="178" y="121"/>
                  </a:moveTo>
                  <a:lnTo>
                    <a:pt x="38" y="121"/>
                  </a:lnTo>
                  <a:lnTo>
                    <a:pt x="0" y="0"/>
                  </a:lnTo>
                  <a:lnTo>
                    <a:pt x="217" y="0"/>
                  </a:lnTo>
                  <a:lnTo>
                    <a:pt x="178" y="121"/>
                  </a:lnTo>
                  <a:close/>
                  <a:moveTo>
                    <a:pt x="43" y="114"/>
                  </a:moveTo>
                  <a:lnTo>
                    <a:pt x="173" y="114"/>
                  </a:lnTo>
                  <a:lnTo>
                    <a:pt x="208" y="7"/>
                  </a:lnTo>
                  <a:lnTo>
                    <a:pt x="9" y="7"/>
                  </a:lnTo>
                  <a:lnTo>
                    <a:pt x="43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06" name="Freeform 93"/>
            <p:cNvSpPr/>
            <p:nvPr/>
          </p:nvSpPr>
          <p:spPr>
            <a:xfrm>
              <a:off x="5279040" y="1677600"/>
              <a:ext cx="47520" cy="98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98280"/>
                <a:gd name="textAreaBottom" fmla="*/ 98640 h 98280"/>
                <a:gd name="GluePoint1X" fmla="*/ 27 w 34"/>
                <a:gd name="GluePoint1Y" fmla="*/ 0 h 70"/>
                <a:gd name="GluePoint2X" fmla="*/ 34 w 34"/>
                <a:gd name="GluePoint2Y" fmla="*/ 3 h 70"/>
                <a:gd name="GluePoint3X" fmla="*/ 7 w 34"/>
                <a:gd name="GluePoint3Y" fmla="*/ 70 h 70"/>
                <a:gd name="GluePoint4X" fmla="*/ 0 w 34"/>
                <a:gd name="GluePoint4Y" fmla="*/ 67 h 70"/>
                <a:gd name="GluePoint5X" fmla="*/ 27 w 34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" h="70">
                  <a:moveTo>
                    <a:pt x="27" y="0"/>
                  </a:moveTo>
                  <a:lnTo>
                    <a:pt x="34" y="3"/>
                  </a:lnTo>
                  <a:lnTo>
                    <a:pt x="7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07" name="Freeform 94"/>
            <p:cNvSpPr/>
            <p:nvPr/>
          </p:nvSpPr>
          <p:spPr>
            <a:xfrm>
              <a:off x="5411160" y="1677600"/>
              <a:ext cx="47520" cy="98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98280"/>
                <a:gd name="textAreaBottom" fmla="*/ 98640 h 98280"/>
                <a:gd name="GluePoint1X" fmla="*/ 7 w 34"/>
                <a:gd name="GluePoint1Y" fmla="*/ 0 h 70"/>
                <a:gd name="GluePoint2X" fmla="*/ 34 w 34"/>
                <a:gd name="GluePoint2Y" fmla="*/ 67 h 70"/>
                <a:gd name="GluePoint3X" fmla="*/ 27 w 34"/>
                <a:gd name="GluePoint3Y" fmla="*/ 70 h 70"/>
                <a:gd name="GluePoint4X" fmla="*/ 0 w 34"/>
                <a:gd name="GluePoint4Y" fmla="*/ 3 h 70"/>
                <a:gd name="GluePoint5X" fmla="*/ 7 w 34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4" h="70">
                  <a:moveTo>
                    <a:pt x="7" y="0"/>
                  </a:moveTo>
                  <a:lnTo>
                    <a:pt x="34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08" name="Freeform 95"/>
            <p:cNvSpPr/>
            <p:nvPr/>
          </p:nvSpPr>
          <p:spPr>
            <a:xfrm>
              <a:off x="5321160" y="181116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4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ubicBezTo>
                    <a:pt x="56" y="44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09" name="Freeform 96"/>
            <p:cNvSpPr/>
            <p:nvPr/>
          </p:nvSpPr>
          <p:spPr>
            <a:xfrm>
              <a:off x="5370480" y="1860480"/>
              <a:ext cx="44640" cy="446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44640"/>
                <a:gd name="textAreaBottom" fmla="*/ 45000 h 44640"/>
                <a:gd name="GluePoint1X" fmla="*/ 5 w 32"/>
                <a:gd name="GluePoint1Y" fmla="*/ 0 h 32"/>
                <a:gd name="GluePoint2X" fmla="*/ 32 w 32"/>
                <a:gd name="GluePoint2Y" fmla="*/ 27 h 32"/>
                <a:gd name="GluePoint3X" fmla="*/ 27 w 32"/>
                <a:gd name="GluePoint3Y" fmla="*/ 32 h 32"/>
                <a:gd name="GluePoint4X" fmla="*/ 0 w 32"/>
                <a:gd name="GluePoint4Y" fmla="*/ 5 h 32"/>
                <a:gd name="GluePoint5X" fmla="*/ 5 w 32"/>
                <a:gd name="GluePoint5Y" fmla="*/ 0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32">
                  <a:moveTo>
                    <a:pt x="5" y="0"/>
                  </a:moveTo>
                  <a:lnTo>
                    <a:pt x="32" y="27"/>
                  </a:ln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10" name="Группа 450"/>
          <p:cNvGrpSpPr/>
          <p:nvPr/>
        </p:nvGrpSpPr>
        <p:grpSpPr>
          <a:xfrm>
            <a:off x="5609880" y="1677600"/>
            <a:ext cx="304920" cy="261360"/>
            <a:chOff x="5609880" y="1677600"/>
            <a:chExt cx="304920" cy="261360"/>
          </a:xfrm>
        </p:grpSpPr>
        <p:sp>
          <p:nvSpPr>
            <p:cNvPr id="2511" name="Freeform 97"/>
            <p:cNvSpPr/>
            <p:nvPr/>
          </p:nvSpPr>
          <p:spPr>
            <a:xfrm>
              <a:off x="5609880" y="1769040"/>
              <a:ext cx="304920" cy="16992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169920"/>
                <a:gd name="textAreaBottom" fmla="*/ 170280 h 169920"/>
                <a:gd name="GluePoint1X" fmla="*/ 178 w 217"/>
                <a:gd name="GluePoint1Y" fmla="*/ 121 h 121"/>
                <a:gd name="GluePoint2X" fmla="*/ 38 w 217"/>
                <a:gd name="GluePoint2Y" fmla="*/ 121 h 121"/>
                <a:gd name="GluePoint3X" fmla="*/ 0 w 217"/>
                <a:gd name="GluePoint3Y" fmla="*/ 0 h 121"/>
                <a:gd name="GluePoint4X" fmla="*/ 217 w 217"/>
                <a:gd name="GluePoint4Y" fmla="*/ 0 h 121"/>
                <a:gd name="GluePoint5X" fmla="*/ 178 w 217"/>
                <a:gd name="GluePoint5Y" fmla="*/ 121 h 121"/>
                <a:gd name="GluePoint6X" fmla="*/ 43 w 217"/>
                <a:gd name="GluePoint6Y" fmla="*/ 114 h 121"/>
                <a:gd name="GluePoint7X" fmla="*/ 173 w 217"/>
                <a:gd name="GluePoint7Y" fmla="*/ 114 h 121"/>
                <a:gd name="GluePoint8X" fmla="*/ 208 w 217"/>
                <a:gd name="GluePoint8Y" fmla="*/ 7 h 121"/>
                <a:gd name="GluePoint9X" fmla="*/ 9 w 217"/>
                <a:gd name="GluePoint9Y" fmla="*/ 7 h 121"/>
                <a:gd name="GluePoint10X" fmla="*/ 43 w 217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7" h="121">
                  <a:moveTo>
                    <a:pt x="178" y="121"/>
                  </a:moveTo>
                  <a:lnTo>
                    <a:pt x="38" y="121"/>
                  </a:lnTo>
                  <a:lnTo>
                    <a:pt x="0" y="0"/>
                  </a:lnTo>
                  <a:lnTo>
                    <a:pt x="217" y="0"/>
                  </a:lnTo>
                  <a:lnTo>
                    <a:pt x="178" y="121"/>
                  </a:lnTo>
                  <a:close/>
                  <a:moveTo>
                    <a:pt x="43" y="114"/>
                  </a:moveTo>
                  <a:lnTo>
                    <a:pt x="173" y="114"/>
                  </a:lnTo>
                  <a:lnTo>
                    <a:pt x="208" y="7"/>
                  </a:lnTo>
                  <a:lnTo>
                    <a:pt x="9" y="7"/>
                  </a:lnTo>
                  <a:lnTo>
                    <a:pt x="43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12" name="Freeform 98"/>
            <p:cNvSpPr/>
            <p:nvPr/>
          </p:nvSpPr>
          <p:spPr>
            <a:xfrm>
              <a:off x="5672880" y="1677600"/>
              <a:ext cx="46080" cy="98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98280"/>
                <a:gd name="textAreaBottom" fmla="*/ 98640 h 98280"/>
                <a:gd name="GluePoint1X" fmla="*/ 27 w 33"/>
                <a:gd name="GluePoint1Y" fmla="*/ 0 h 70"/>
                <a:gd name="GluePoint2X" fmla="*/ 33 w 33"/>
                <a:gd name="GluePoint2Y" fmla="*/ 3 h 70"/>
                <a:gd name="GluePoint3X" fmla="*/ 6 w 33"/>
                <a:gd name="GluePoint3Y" fmla="*/ 70 h 70"/>
                <a:gd name="GluePoint4X" fmla="*/ 0 w 33"/>
                <a:gd name="GluePoint4Y" fmla="*/ 67 h 70"/>
                <a:gd name="GluePoint5X" fmla="*/ 27 w 33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70">
                  <a:moveTo>
                    <a:pt x="27" y="0"/>
                  </a:moveTo>
                  <a:lnTo>
                    <a:pt x="33" y="3"/>
                  </a:lnTo>
                  <a:lnTo>
                    <a:pt x="6" y="70"/>
                  </a:lnTo>
                  <a:lnTo>
                    <a:pt x="0" y="6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13" name="Freeform 99"/>
            <p:cNvSpPr/>
            <p:nvPr/>
          </p:nvSpPr>
          <p:spPr>
            <a:xfrm>
              <a:off x="5805360" y="1677600"/>
              <a:ext cx="46080" cy="982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98280"/>
                <a:gd name="textAreaBottom" fmla="*/ 98640 h 98280"/>
                <a:gd name="GluePoint1X" fmla="*/ 6 w 33"/>
                <a:gd name="GluePoint1Y" fmla="*/ 0 h 70"/>
                <a:gd name="GluePoint2X" fmla="*/ 33 w 33"/>
                <a:gd name="GluePoint2Y" fmla="*/ 67 h 70"/>
                <a:gd name="GluePoint3X" fmla="*/ 27 w 33"/>
                <a:gd name="GluePoint3Y" fmla="*/ 70 h 70"/>
                <a:gd name="GluePoint4X" fmla="*/ 0 w 33"/>
                <a:gd name="GluePoint4Y" fmla="*/ 3 h 70"/>
                <a:gd name="GluePoint5X" fmla="*/ 6 w 33"/>
                <a:gd name="GluePoint5Y" fmla="*/ 0 h 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70">
                  <a:moveTo>
                    <a:pt x="6" y="0"/>
                  </a:moveTo>
                  <a:lnTo>
                    <a:pt x="33" y="67"/>
                  </a:lnTo>
                  <a:lnTo>
                    <a:pt x="27" y="70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14" name="Freeform 100"/>
            <p:cNvSpPr/>
            <p:nvPr/>
          </p:nvSpPr>
          <p:spPr>
            <a:xfrm>
              <a:off x="5720760" y="1808280"/>
              <a:ext cx="82800" cy="4464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44640"/>
                <a:gd name="textAreaBottom" fmla="*/ 45000 h 44640"/>
                <a:gd name="GluePoint1X" fmla="*/ 53 w 59"/>
                <a:gd name="GluePoint1Y" fmla="*/ 32 h 32"/>
                <a:gd name="GluePoint2X" fmla="*/ 29 w 59"/>
                <a:gd name="GluePoint2Y" fmla="*/ 7 h 32"/>
                <a:gd name="GluePoint3X" fmla="*/ 5 w 59"/>
                <a:gd name="GluePoint3Y" fmla="*/ 32 h 32"/>
                <a:gd name="GluePoint4X" fmla="*/ 0 w 59"/>
                <a:gd name="GluePoint4Y" fmla="*/ 27 h 32"/>
                <a:gd name="GluePoint5X" fmla="*/ 27 w 59"/>
                <a:gd name="GluePoint5Y" fmla="*/ 0 h 32"/>
                <a:gd name="GluePoint6X" fmla="*/ 32 w 59"/>
                <a:gd name="GluePoint6Y" fmla="*/ 0 h 32"/>
                <a:gd name="GluePoint7X" fmla="*/ 59 w 59"/>
                <a:gd name="GluePoint7Y" fmla="*/ 27 h 32"/>
                <a:gd name="GluePoint8X" fmla="*/ 53 w 59"/>
                <a:gd name="GluePoint8Y" fmla="*/ 32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9" h="32">
                  <a:moveTo>
                    <a:pt x="53" y="32"/>
                  </a:moveTo>
                  <a:lnTo>
                    <a:pt x="29" y="7"/>
                  </a:lnTo>
                  <a:lnTo>
                    <a:pt x="5" y="32"/>
                  </a:lnTo>
                  <a:lnTo>
                    <a:pt x="0" y="27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59" y="27"/>
                  </a:lnTo>
                  <a:lnTo>
                    <a:pt x="53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15" name="Rectangle 101"/>
            <p:cNvSpPr/>
            <p:nvPr/>
          </p:nvSpPr>
          <p:spPr>
            <a:xfrm>
              <a:off x="5757480" y="1811160"/>
              <a:ext cx="7920" cy="93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16" name="Группа 478"/>
          <p:cNvGrpSpPr/>
          <p:nvPr/>
        </p:nvGrpSpPr>
        <p:grpSpPr>
          <a:xfrm>
            <a:off x="6397920" y="2442960"/>
            <a:ext cx="302040" cy="302040"/>
            <a:chOff x="6397920" y="2442960"/>
            <a:chExt cx="302040" cy="302040"/>
          </a:xfrm>
        </p:grpSpPr>
        <p:sp>
          <p:nvSpPr>
            <p:cNvPr id="2517" name="Freeform 102"/>
            <p:cNvSpPr/>
            <p:nvPr/>
          </p:nvSpPr>
          <p:spPr>
            <a:xfrm>
              <a:off x="639792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7 w 256"/>
                <a:gd name="GluePoint2Y" fmla="*/ 218 h 256"/>
                <a:gd name="GluePoint3X" fmla="*/ 0 w 256"/>
                <a:gd name="GluePoint3Y" fmla="*/ 128 h 256"/>
                <a:gd name="GluePoint4X" fmla="*/ 37 w 256"/>
                <a:gd name="GluePoint4Y" fmla="*/ 37 h 256"/>
                <a:gd name="GluePoint5X" fmla="*/ 128 w 256"/>
                <a:gd name="GluePoint5Y" fmla="*/ 0 h 256"/>
                <a:gd name="GluePoint6X" fmla="*/ 218 w 256"/>
                <a:gd name="GluePoint6Y" fmla="*/ 37 h 256"/>
                <a:gd name="GluePoint7X" fmla="*/ 256 w 256"/>
                <a:gd name="GluePoint7Y" fmla="*/ 128 h 256"/>
                <a:gd name="GluePoint8X" fmla="*/ 218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2 w 256"/>
                <a:gd name="GluePoint15Y" fmla="*/ 213 h 256"/>
                <a:gd name="GluePoint16X" fmla="*/ 248 w 256"/>
                <a:gd name="GluePoint16Y" fmla="*/ 128 h 256"/>
                <a:gd name="GluePoint17X" fmla="*/ 212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3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3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2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5" y="8"/>
                    <a:pt x="65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5" y="235"/>
                    <a:pt x="95" y="248"/>
                    <a:pt x="128" y="248"/>
                  </a:cubicBezTo>
                  <a:cubicBezTo>
                    <a:pt x="160" y="248"/>
                    <a:pt x="190" y="235"/>
                    <a:pt x="212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2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18" name="Rectangle 103"/>
            <p:cNvSpPr/>
            <p:nvPr/>
          </p:nvSpPr>
          <p:spPr>
            <a:xfrm>
              <a:off x="6506280" y="2519280"/>
              <a:ext cx="9360" cy="1515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19" name="Freeform 104"/>
            <p:cNvSpPr/>
            <p:nvPr/>
          </p:nvSpPr>
          <p:spPr>
            <a:xfrm>
              <a:off x="6510240" y="2516400"/>
              <a:ext cx="71280" cy="7848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78480"/>
                <a:gd name="textAreaBottom" fmla="*/ 78840 h 78480"/>
                <a:gd name="GluePoint1X" fmla="*/ 24 w 60"/>
                <a:gd name="GluePoint1Y" fmla="*/ 66 h 66"/>
                <a:gd name="GluePoint2X" fmla="*/ 21 w 60"/>
                <a:gd name="GluePoint2Y" fmla="*/ 66 h 66"/>
                <a:gd name="GluePoint3X" fmla="*/ 0 w 60"/>
                <a:gd name="GluePoint3Y" fmla="*/ 66 h 66"/>
                <a:gd name="GluePoint4X" fmla="*/ 0 w 60"/>
                <a:gd name="GluePoint4Y" fmla="*/ 58 h 66"/>
                <a:gd name="GluePoint5X" fmla="*/ 21 w 60"/>
                <a:gd name="GluePoint5Y" fmla="*/ 58 h 66"/>
                <a:gd name="GluePoint6X" fmla="*/ 45 w 60"/>
                <a:gd name="GluePoint6Y" fmla="*/ 51 h 66"/>
                <a:gd name="GluePoint7X" fmla="*/ 52 w 60"/>
                <a:gd name="GluePoint7Y" fmla="*/ 34 h 66"/>
                <a:gd name="GluePoint8X" fmla="*/ 45 w 60"/>
                <a:gd name="GluePoint8Y" fmla="*/ 17 h 66"/>
                <a:gd name="GluePoint9X" fmla="*/ 22 w 60"/>
                <a:gd name="GluePoint9Y" fmla="*/ 10 h 66"/>
                <a:gd name="GluePoint10X" fmla="*/ 0 w 60"/>
                <a:gd name="GluePoint10Y" fmla="*/ 10 h 66"/>
                <a:gd name="GluePoint11X" fmla="*/ 0 w 60"/>
                <a:gd name="GluePoint11Y" fmla="*/ 2 h 66"/>
                <a:gd name="GluePoint12X" fmla="*/ 21 w 60"/>
                <a:gd name="GluePoint12Y" fmla="*/ 2 h 66"/>
                <a:gd name="GluePoint13X" fmla="*/ 50 w 60"/>
                <a:gd name="GluePoint13Y" fmla="*/ 11 h 66"/>
                <a:gd name="GluePoint14X" fmla="*/ 60 w 60"/>
                <a:gd name="GluePoint14Y" fmla="*/ 34 h 66"/>
                <a:gd name="GluePoint15X" fmla="*/ 50 w 60"/>
                <a:gd name="GluePoint15Y" fmla="*/ 57 h 66"/>
                <a:gd name="GluePoint16X" fmla="*/ 24 w 60"/>
                <a:gd name="GluePoint16Y" fmla="*/ 66 h 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60" h="66">
                  <a:moveTo>
                    <a:pt x="24" y="66"/>
                  </a:moveTo>
                  <a:cubicBezTo>
                    <a:pt x="22" y="66"/>
                    <a:pt x="21" y="66"/>
                    <a:pt x="21" y="6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2" y="58"/>
                    <a:pt x="36" y="59"/>
                    <a:pt x="45" y="51"/>
                  </a:cubicBezTo>
                  <a:cubicBezTo>
                    <a:pt x="49" y="47"/>
                    <a:pt x="52" y="41"/>
                    <a:pt x="52" y="34"/>
                  </a:cubicBezTo>
                  <a:cubicBezTo>
                    <a:pt x="52" y="26"/>
                    <a:pt x="49" y="21"/>
                    <a:pt x="45" y="17"/>
                  </a:cubicBezTo>
                  <a:cubicBezTo>
                    <a:pt x="36" y="9"/>
                    <a:pt x="22" y="10"/>
                    <a:pt x="22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2" y="2"/>
                    <a:pt x="39" y="0"/>
                    <a:pt x="50" y="11"/>
                  </a:cubicBezTo>
                  <a:cubicBezTo>
                    <a:pt x="56" y="16"/>
                    <a:pt x="60" y="24"/>
                    <a:pt x="60" y="34"/>
                  </a:cubicBezTo>
                  <a:cubicBezTo>
                    <a:pt x="60" y="44"/>
                    <a:pt x="56" y="52"/>
                    <a:pt x="50" y="57"/>
                  </a:cubicBezTo>
                  <a:cubicBezTo>
                    <a:pt x="42" y="65"/>
                    <a:pt x="29" y="66"/>
                    <a:pt x="24" y="6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240" bIns="392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20" name="Freeform 105"/>
            <p:cNvSpPr/>
            <p:nvPr/>
          </p:nvSpPr>
          <p:spPr>
            <a:xfrm>
              <a:off x="6510240" y="2582280"/>
              <a:ext cx="79920" cy="8820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88200"/>
                <a:gd name="textAreaBottom" fmla="*/ 88560 h 88200"/>
                <a:gd name="GluePoint1X" fmla="*/ 27 w 68"/>
                <a:gd name="GluePoint1Y" fmla="*/ 74 h 74"/>
                <a:gd name="GluePoint2X" fmla="*/ 24 w 68"/>
                <a:gd name="GluePoint2Y" fmla="*/ 74 h 74"/>
                <a:gd name="GluePoint3X" fmla="*/ 0 w 68"/>
                <a:gd name="GluePoint3Y" fmla="*/ 74 h 74"/>
                <a:gd name="GluePoint4X" fmla="*/ 0 w 68"/>
                <a:gd name="GluePoint4Y" fmla="*/ 66 h 74"/>
                <a:gd name="GluePoint5X" fmla="*/ 24 w 68"/>
                <a:gd name="GluePoint5Y" fmla="*/ 66 h 74"/>
                <a:gd name="GluePoint6X" fmla="*/ 52 w 68"/>
                <a:gd name="GluePoint6Y" fmla="*/ 58 h 74"/>
                <a:gd name="GluePoint7X" fmla="*/ 60 w 68"/>
                <a:gd name="GluePoint7Y" fmla="*/ 38 h 74"/>
                <a:gd name="GluePoint8X" fmla="*/ 52 w 68"/>
                <a:gd name="GluePoint8Y" fmla="*/ 18 h 74"/>
                <a:gd name="GluePoint9X" fmla="*/ 25 w 68"/>
                <a:gd name="GluePoint9Y" fmla="*/ 10 h 74"/>
                <a:gd name="GluePoint10X" fmla="*/ 0 w 68"/>
                <a:gd name="GluePoint10Y" fmla="*/ 10 h 74"/>
                <a:gd name="GluePoint11X" fmla="*/ 0 w 68"/>
                <a:gd name="GluePoint11Y" fmla="*/ 2 h 74"/>
                <a:gd name="GluePoint12X" fmla="*/ 24 w 68"/>
                <a:gd name="GluePoint12Y" fmla="*/ 2 h 74"/>
                <a:gd name="GluePoint13X" fmla="*/ 57 w 68"/>
                <a:gd name="GluePoint13Y" fmla="*/ 12 h 74"/>
                <a:gd name="GluePoint14X" fmla="*/ 68 w 68"/>
                <a:gd name="GluePoint14Y" fmla="*/ 38 h 74"/>
                <a:gd name="GluePoint15X" fmla="*/ 57 w 68"/>
                <a:gd name="GluePoint15Y" fmla="*/ 64 h 74"/>
                <a:gd name="GluePoint16X" fmla="*/ 27 w 68"/>
                <a:gd name="GluePoint16Y" fmla="*/ 74 h 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68" h="74">
                  <a:moveTo>
                    <a:pt x="27" y="74"/>
                  </a:moveTo>
                  <a:cubicBezTo>
                    <a:pt x="25" y="74"/>
                    <a:pt x="24" y="74"/>
                    <a:pt x="2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6"/>
                    <a:pt x="42" y="67"/>
                    <a:pt x="52" y="58"/>
                  </a:cubicBezTo>
                  <a:cubicBezTo>
                    <a:pt x="57" y="53"/>
                    <a:pt x="60" y="47"/>
                    <a:pt x="60" y="38"/>
                  </a:cubicBezTo>
                  <a:cubicBezTo>
                    <a:pt x="60" y="29"/>
                    <a:pt x="57" y="22"/>
                    <a:pt x="52" y="18"/>
                  </a:cubicBezTo>
                  <a:cubicBezTo>
                    <a:pt x="42" y="9"/>
                    <a:pt x="25" y="10"/>
                    <a:pt x="25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2"/>
                    <a:pt x="45" y="0"/>
                    <a:pt x="57" y="12"/>
                  </a:cubicBezTo>
                  <a:cubicBezTo>
                    <a:pt x="64" y="18"/>
                    <a:pt x="68" y="27"/>
                    <a:pt x="68" y="38"/>
                  </a:cubicBezTo>
                  <a:cubicBezTo>
                    <a:pt x="68" y="49"/>
                    <a:pt x="64" y="58"/>
                    <a:pt x="57" y="64"/>
                  </a:cubicBezTo>
                  <a:cubicBezTo>
                    <a:pt x="47" y="73"/>
                    <a:pt x="34" y="74"/>
                    <a:pt x="27" y="7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4280" bIns="44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21" name="Rectangle 106"/>
            <p:cNvSpPr/>
            <p:nvPr/>
          </p:nvSpPr>
          <p:spPr>
            <a:xfrm>
              <a:off x="6534360" y="2504880"/>
              <a:ext cx="9360" cy="183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22" name="Группа 454"/>
          <p:cNvGrpSpPr/>
          <p:nvPr/>
        </p:nvGrpSpPr>
        <p:grpSpPr>
          <a:xfrm>
            <a:off x="2074680" y="2050560"/>
            <a:ext cx="303840" cy="302400"/>
            <a:chOff x="2074680" y="2050560"/>
            <a:chExt cx="303840" cy="302400"/>
          </a:xfrm>
        </p:grpSpPr>
        <p:sp>
          <p:nvSpPr>
            <p:cNvPr id="2523" name="Freeform 107"/>
            <p:cNvSpPr/>
            <p:nvPr/>
          </p:nvSpPr>
          <p:spPr>
            <a:xfrm>
              <a:off x="2136600" y="228708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24" name="Freeform 108"/>
            <p:cNvSpPr/>
            <p:nvPr/>
          </p:nvSpPr>
          <p:spPr>
            <a:xfrm>
              <a:off x="2249280" y="228708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25" name="Rectangle 109"/>
            <p:cNvSpPr/>
            <p:nvPr/>
          </p:nvSpPr>
          <p:spPr>
            <a:xfrm>
              <a:off x="2197080" y="2315160"/>
              <a:ext cx="572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26" name="Freeform 110"/>
            <p:cNvSpPr/>
            <p:nvPr/>
          </p:nvSpPr>
          <p:spPr>
            <a:xfrm>
              <a:off x="2074680" y="2054880"/>
              <a:ext cx="69840" cy="26568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65680"/>
                <a:gd name="textAreaBottom" fmla="*/ 266040 h 265680"/>
                <a:gd name="GluePoint1X" fmla="*/ 44 w 50"/>
                <a:gd name="GluePoint1Y" fmla="*/ 189 h 189"/>
                <a:gd name="GluePoint2X" fmla="*/ 30 w 50"/>
                <a:gd name="GluePoint2Y" fmla="*/ 7 h 189"/>
                <a:gd name="GluePoint3X" fmla="*/ 0 w 50"/>
                <a:gd name="GluePoint3Y" fmla="*/ 7 h 189"/>
                <a:gd name="GluePoint4X" fmla="*/ 0 w 50"/>
                <a:gd name="GluePoint4Y" fmla="*/ 0 h 189"/>
                <a:gd name="GluePoint5X" fmla="*/ 36 w 50"/>
                <a:gd name="GluePoint5Y" fmla="*/ 0 h 189"/>
                <a:gd name="GluePoint6X" fmla="*/ 50 w 50"/>
                <a:gd name="GluePoint6Y" fmla="*/ 189 h 189"/>
                <a:gd name="GluePoint7X" fmla="*/ 44 w 50"/>
                <a:gd name="GluePoint7Y" fmla="*/ 189 h 1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189">
                  <a:moveTo>
                    <a:pt x="44" y="189"/>
                  </a:moveTo>
                  <a:lnTo>
                    <a:pt x="3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36" y="0"/>
                  </a:lnTo>
                  <a:lnTo>
                    <a:pt x="50" y="189"/>
                  </a:lnTo>
                  <a:lnTo>
                    <a:pt x="44" y="18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27" name="Freeform 111"/>
            <p:cNvSpPr/>
            <p:nvPr/>
          </p:nvSpPr>
          <p:spPr>
            <a:xfrm>
              <a:off x="2126880" y="2092680"/>
              <a:ext cx="251640" cy="16560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5600"/>
                <a:gd name="textAreaBottom" fmla="*/ 165960 h 165600"/>
                <a:gd name="GluePoint1X" fmla="*/ 7 w 179"/>
                <a:gd name="GluePoint1Y" fmla="*/ 118 h 118"/>
                <a:gd name="GluePoint2X" fmla="*/ 6 w 179"/>
                <a:gd name="GluePoint2Y" fmla="*/ 111 h 118"/>
                <a:gd name="GluePoint3X" fmla="*/ 148 w 179"/>
                <a:gd name="GluePoint3Y" fmla="*/ 101 h 118"/>
                <a:gd name="GluePoint4X" fmla="*/ 170 w 179"/>
                <a:gd name="GluePoint4Y" fmla="*/ 7 h 118"/>
                <a:gd name="GluePoint5X" fmla="*/ 0 w 179"/>
                <a:gd name="GluePoint5Y" fmla="*/ 7 h 118"/>
                <a:gd name="GluePoint6X" fmla="*/ 0 w 179"/>
                <a:gd name="GluePoint6Y" fmla="*/ 0 h 118"/>
                <a:gd name="GluePoint7X" fmla="*/ 179 w 179"/>
                <a:gd name="GluePoint7Y" fmla="*/ 0 h 118"/>
                <a:gd name="GluePoint8X" fmla="*/ 154 w 179"/>
                <a:gd name="GluePoint8Y" fmla="*/ 108 h 118"/>
                <a:gd name="GluePoint9X" fmla="*/ 7 w 179"/>
                <a:gd name="GluePoint9Y" fmla="*/ 118 h 1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8">
                  <a:moveTo>
                    <a:pt x="7" y="118"/>
                  </a:moveTo>
                  <a:lnTo>
                    <a:pt x="6" y="111"/>
                  </a:lnTo>
                  <a:lnTo>
                    <a:pt x="148" y="101"/>
                  </a:lnTo>
                  <a:lnTo>
                    <a:pt x="17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8"/>
                  </a:lnTo>
                  <a:lnTo>
                    <a:pt x="7" y="1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28" name="Freeform 112"/>
            <p:cNvSpPr/>
            <p:nvPr/>
          </p:nvSpPr>
          <p:spPr>
            <a:xfrm>
              <a:off x="2164680" y="2064600"/>
              <a:ext cx="74160" cy="3348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33480"/>
                <a:gd name="textAreaBottom" fmla="*/ 33840 h 33480"/>
                <a:gd name="GluePoint1X" fmla="*/ 47 w 53"/>
                <a:gd name="GluePoint1Y" fmla="*/ 24 h 24"/>
                <a:gd name="GluePoint2X" fmla="*/ 41 w 53"/>
                <a:gd name="GluePoint2Y" fmla="*/ 7 h 24"/>
                <a:gd name="GluePoint3X" fmla="*/ 12 w 53"/>
                <a:gd name="GluePoint3Y" fmla="*/ 7 h 24"/>
                <a:gd name="GluePoint4X" fmla="*/ 6 w 53"/>
                <a:gd name="GluePoint4Y" fmla="*/ 24 h 24"/>
                <a:gd name="GluePoint5X" fmla="*/ 0 w 53"/>
                <a:gd name="GluePoint5Y" fmla="*/ 23 h 24"/>
                <a:gd name="GluePoint6X" fmla="*/ 7 w 53"/>
                <a:gd name="GluePoint6Y" fmla="*/ 0 h 24"/>
                <a:gd name="GluePoint7X" fmla="*/ 46 w 53"/>
                <a:gd name="GluePoint7Y" fmla="*/ 0 h 24"/>
                <a:gd name="GluePoint8X" fmla="*/ 53 w 53"/>
                <a:gd name="GluePoint8Y" fmla="*/ 23 h 24"/>
                <a:gd name="GluePoint9X" fmla="*/ 47 w 53"/>
                <a:gd name="GluePoint9Y" fmla="*/ 24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3" h="24">
                  <a:moveTo>
                    <a:pt x="47" y="24"/>
                  </a:moveTo>
                  <a:lnTo>
                    <a:pt x="41" y="7"/>
                  </a:lnTo>
                  <a:lnTo>
                    <a:pt x="12" y="7"/>
                  </a:lnTo>
                  <a:lnTo>
                    <a:pt x="6" y="24"/>
                  </a:lnTo>
                  <a:lnTo>
                    <a:pt x="0" y="23"/>
                  </a:lnTo>
                  <a:lnTo>
                    <a:pt x="7" y="0"/>
                  </a:lnTo>
                  <a:lnTo>
                    <a:pt x="46" y="0"/>
                  </a:lnTo>
                  <a:lnTo>
                    <a:pt x="53" y="23"/>
                  </a:lnTo>
                  <a:lnTo>
                    <a:pt x="47" y="2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920" bIns="16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29" name="Freeform 113"/>
            <p:cNvSpPr/>
            <p:nvPr/>
          </p:nvSpPr>
          <p:spPr>
            <a:xfrm>
              <a:off x="2223720" y="2050560"/>
              <a:ext cx="119160" cy="4752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47520"/>
                <a:gd name="textAreaBottom" fmla="*/ 47880 h 47520"/>
                <a:gd name="GluePoint1X" fmla="*/ 79 w 85"/>
                <a:gd name="GluePoint1Y" fmla="*/ 34 h 34"/>
                <a:gd name="GluePoint2X" fmla="*/ 70 w 85"/>
                <a:gd name="GluePoint2Y" fmla="*/ 7 h 34"/>
                <a:gd name="GluePoint3X" fmla="*/ 19 w 85"/>
                <a:gd name="GluePoint3Y" fmla="*/ 7 h 34"/>
                <a:gd name="GluePoint4X" fmla="*/ 3 w 85"/>
                <a:gd name="GluePoint4Y" fmla="*/ 16 h 34"/>
                <a:gd name="GluePoint5X" fmla="*/ 0 w 85"/>
                <a:gd name="GluePoint5Y" fmla="*/ 10 h 34"/>
                <a:gd name="GluePoint6X" fmla="*/ 17 w 85"/>
                <a:gd name="GluePoint6Y" fmla="*/ 0 h 34"/>
                <a:gd name="GluePoint7X" fmla="*/ 75 w 85"/>
                <a:gd name="GluePoint7Y" fmla="*/ 0 h 34"/>
                <a:gd name="GluePoint8X" fmla="*/ 85 w 85"/>
                <a:gd name="GluePoint8Y" fmla="*/ 33 h 34"/>
                <a:gd name="GluePoint9X" fmla="*/ 79 w 85"/>
                <a:gd name="GluePoint9Y" fmla="*/ 34 h 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85" h="34">
                  <a:moveTo>
                    <a:pt x="79" y="34"/>
                  </a:moveTo>
                  <a:lnTo>
                    <a:pt x="70" y="7"/>
                  </a:lnTo>
                  <a:lnTo>
                    <a:pt x="19" y="7"/>
                  </a:lnTo>
                  <a:lnTo>
                    <a:pt x="3" y="16"/>
                  </a:lnTo>
                  <a:lnTo>
                    <a:pt x="0" y="10"/>
                  </a:lnTo>
                  <a:lnTo>
                    <a:pt x="17" y="0"/>
                  </a:lnTo>
                  <a:lnTo>
                    <a:pt x="75" y="0"/>
                  </a:lnTo>
                  <a:lnTo>
                    <a:pt x="85" y="33"/>
                  </a:lnTo>
                  <a:lnTo>
                    <a:pt x="79" y="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30" name="Группа 455"/>
          <p:cNvGrpSpPr/>
          <p:nvPr/>
        </p:nvGrpSpPr>
        <p:grpSpPr>
          <a:xfrm>
            <a:off x="2467440" y="2053440"/>
            <a:ext cx="303480" cy="298080"/>
            <a:chOff x="2467440" y="2053440"/>
            <a:chExt cx="303480" cy="298080"/>
          </a:xfrm>
        </p:grpSpPr>
        <p:sp>
          <p:nvSpPr>
            <p:cNvPr id="2531" name="Freeform 114"/>
            <p:cNvSpPr/>
            <p:nvPr/>
          </p:nvSpPr>
          <p:spPr>
            <a:xfrm>
              <a:off x="252936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32" name="Freeform 115"/>
            <p:cNvSpPr/>
            <p:nvPr/>
          </p:nvSpPr>
          <p:spPr>
            <a:xfrm>
              <a:off x="264168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33" name="Rectangle 116"/>
            <p:cNvSpPr/>
            <p:nvPr/>
          </p:nvSpPr>
          <p:spPr>
            <a:xfrm>
              <a:off x="2589840" y="2313720"/>
              <a:ext cx="572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34" name="Freeform 117"/>
            <p:cNvSpPr/>
            <p:nvPr/>
          </p:nvSpPr>
          <p:spPr>
            <a:xfrm>
              <a:off x="2467440" y="2053440"/>
              <a:ext cx="69840" cy="2642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64240"/>
                <a:gd name="textAreaBottom" fmla="*/ 264600 h 264240"/>
                <a:gd name="GluePoint1X" fmla="*/ 44 w 50"/>
                <a:gd name="GluePoint1Y" fmla="*/ 188 h 188"/>
                <a:gd name="GluePoint2X" fmla="*/ 30 w 50"/>
                <a:gd name="GluePoint2Y" fmla="*/ 6 h 188"/>
                <a:gd name="GluePoint3X" fmla="*/ 0 w 50"/>
                <a:gd name="GluePoint3Y" fmla="*/ 6 h 188"/>
                <a:gd name="GluePoint4X" fmla="*/ 0 w 50"/>
                <a:gd name="GluePoint4Y" fmla="*/ 0 h 188"/>
                <a:gd name="GluePoint5X" fmla="*/ 37 w 50"/>
                <a:gd name="GluePoint5Y" fmla="*/ 0 h 188"/>
                <a:gd name="GluePoint6X" fmla="*/ 50 w 50"/>
                <a:gd name="GluePoint6Y" fmla="*/ 188 h 188"/>
                <a:gd name="GluePoint7X" fmla="*/ 44 w 50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188">
                  <a:moveTo>
                    <a:pt x="44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0" y="188"/>
                  </a:lnTo>
                  <a:lnTo>
                    <a:pt x="44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35" name="Freeform 118"/>
            <p:cNvSpPr/>
            <p:nvPr/>
          </p:nvSpPr>
          <p:spPr>
            <a:xfrm>
              <a:off x="2519280" y="2091240"/>
              <a:ext cx="251640" cy="164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4160"/>
                <a:gd name="textAreaBottom" fmla="*/ 164520 h 164160"/>
                <a:gd name="GluePoint1X" fmla="*/ 7 w 179"/>
                <a:gd name="GluePoint1Y" fmla="*/ 117 h 117"/>
                <a:gd name="GluePoint2X" fmla="*/ 7 w 179"/>
                <a:gd name="GluePoint2Y" fmla="*/ 111 h 117"/>
                <a:gd name="GluePoint3X" fmla="*/ 149 w 179"/>
                <a:gd name="GluePoint3Y" fmla="*/ 101 h 117"/>
                <a:gd name="GluePoint4X" fmla="*/ 171 w 179"/>
                <a:gd name="GluePoint4Y" fmla="*/ 6 h 117"/>
                <a:gd name="GluePoint5X" fmla="*/ 0 w 179"/>
                <a:gd name="GluePoint5Y" fmla="*/ 6 h 117"/>
                <a:gd name="GluePoint6X" fmla="*/ 0 w 179"/>
                <a:gd name="GluePoint6Y" fmla="*/ 0 h 117"/>
                <a:gd name="GluePoint7X" fmla="*/ 179 w 179"/>
                <a:gd name="GluePoint7Y" fmla="*/ 0 h 117"/>
                <a:gd name="GluePoint8X" fmla="*/ 154 w 179"/>
                <a:gd name="GluePoint8Y" fmla="*/ 107 h 117"/>
                <a:gd name="GluePoint9X" fmla="*/ 7 w 179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36" name="Freeform 119"/>
            <p:cNvSpPr/>
            <p:nvPr/>
          </p:nvSpPr>
          <p:spPr>
            <a:xfrm>
              <a:off x="2591280" y="2129400"/>
              <a:ext cx="102240" cy="6876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68760"/>
                <a:gd name="textAreaBottom" fmla="*/ 69120 h 68760"/>
                <a:gd name="GluePoint1X" fmla="*/ 29 w 73"/>
                <a:gd name="GluePoint1Y" fmla="*/ 49 h 49"/>
                <a:gd name="GluePoint2X" fmla="*/ 24 w 73"/>
                <a:gd name="GluePoint2Y" fmla="*/ 49 h 49"/>
                <a:gd name="GluePoint3X" fmla="*/ 0 w 73"/>
                <a:gd name="GluePoint3Y" fmla="*/ 26 h 49"/>
                <a:gd name="GluePoint4X" fmla="*/ 5 w 73"/>
                <a:gd name="GluePoint4Y" fmla="*/ 21 h 49"/>
                <a:gd name="GluePoint5X" fmla="*/ 26 w 73"/>
                <a:gd name="GluePoint5Y" fmla="*/ 42 h 49"/>
                <a:gd name="GluePoint6X" fmla="*/ 67 w 73"/>
                <a:gd name="GluePoint6Y" fmla="*/ 0 h 49"/>
                <a:gd name="GluePoint7X" fmla="*/ 73 w 73"/>
                <a:gd name="GluePoint7Y" fmla="*/ 5 h 49"/>
                <a:gd name="GluePoint8X" fmla="*/ 29 w 73"/>
                <a:gd name="GluePoint8Y" fmla="*/ 49 h 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73" h="49">
                  <a:moveTo>
                    <a:pt x="29" y="49"/>
                  </a:moveTo>
                  <a:lnTo>
                    <a:pt x="24" y="49"/>
                  </a:lnTo>
                  <a:lnTo>
                    <a:pt x="0" y="26"/>
                  </a:lnTo>
                  <a:lnTo>
                    <a:pt x="5" y="21"/>
                  </a:lnTo>
                  <a:lnTo>
                    <a:pt x="26" y="42"/>
                  </a:lnTo>
                  <a:lnTo>
                    <a:pt x="67" y="0"/>
                  </a:lnTo>
                  <a:lnTo>
                    <a:pt x="73" y="5"/>
                  </a:lnTo>
                  <a:lnTo>
                    <a:pt x="29" y="4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560" bIns="34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37" name="Группа 456"/>
          <p:cNvGrpSpPr/>
          <p:nvPr/>
        </p:nvGrpSpPr>
        <p:grpSpPr>
          <a:xfrm>
            <a:off x="2859840" y="2053440"/>
            <a:ext cx="303840" cy="298080"/>
            <a:chOff x="2859840" y="2053440"/>
            <a:chExt cx="303840" cy="298080"/>
          </a:xfrm>
        </p:grpSpPr>
        <p:sp>
          <p:nvSpPr>
            <p:cNvPr id="2538" name="Freeform 120"/>
            <p:cNvSpPr/>
            <p:nvPr/>
          </p:nvSpPr>
          <p:spPr>
            <a:xfrm>
              <a:off x="292176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39" name="Freeform 121"/>
            <p:cNvSpPr/>
            <p:nvPr/>
          </p:nvSpPr>
          <p:spPr>
            <a:xfrm>
              <a:off x="3034440" y="2285640"/>
              <a:ext cx="67320" cy="6588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40" name="Rectangle 122"/>
            <p:cNvSpPr/>
            <p:nvPr/>
          </p:nvSpPr>
          <p:spPr>
            <a:xfrm>
              <a:off x="2982240" y="2313720"/>
              <a:ext cx="572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41" name="Freeform 123"/>
            <p:cNvSpPr/>
            <p:nvPr/>
          </p:nvSpPr>
          <p:spPr>
            <a:xfrm>
              <a:off x="2859840" y="2053440"/>
              <a:ext cx="69840" cy="2642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64240"/>
                <a:gd name="textAreaBottom" fmla="*/ 264600 h 264240"/>
                <a:gd name="GluePoint1X" fmla="*/ 44 w 50"/>
                <a:gd name="GluePoint1Y" fmla="*/ 188 h 188"/>
                <a:gd name="GluePoint2X" fmla="*/ 30 w 50"/>
                <a:gd name="GluePoint2Y" fmla="*/ 6 h 188"/>
                <a:gd name="GluePoint3X" fmla="*/ 0 w 50"/>
                <a:gd name="GluePoint3Y" fmla="*/ 6 h 188"/>
                <a:gd name="GluePoint4X" fmla="*/ 0 w 50"/>
                <a:gd name="GluePoint4Y" fmla="*/ 0 h 188"/>
                <a:gd name="GluePoint5X" fmla="*/ 37 w 50"/>
                <a:gd name="GluePoint5Y" fmla="*/ 0 h 188"/>
                <a:gd name="GluePoint6X" fmla="*/ 50 w 50"/>
                <a:gd name="GluePoint6Y" fmla="*/ 188 h 188"/>
                <a:gd name="GluePoint7X" fmla="*/ 44 w 50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188">
                  <a:moveTo>
                    <a:pt x="44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0" y="188"/>
                  </a:lnTo>
                  <a:lnTo>
                    <a:pt x="44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42" name="Freeform 124"/>
            <p:cNvSpPr/>
            <p:nvPr/>
          </p:nvSpPr>
          <p:spPr>
            <a:xfrm>
              <a:off x="2912040" y="2091240"/>
              <a:ext cx="251640" cy="164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4160"/>
                <a:gd name="textAreaBottom" fmla="*/ 164520 h 164160"/>
                <a:gd name="GluePoint1X" fmla="*/ 7 w 179"/>
                <a:gd name="GluePoint1Y" fmla="*/ 117 h 117"/>
                <a:gd name="GluePoint2X" fmla="*/ 7 w 179"/>
                <a:gd name="GluePoint2Y" fmla="*/ 111 h 117"/>
                <a:gd name="GluePoint3X" fmla="*/ 149 w 179"/>
                <a:gd name="GluePoint3Y" fmla="*/ 101 h 117"/>
                <a:gd name="GluePoint4X" fmla="*/ 171 w 179"/>
                <a:gd name="GluePoint4Y" fmla="*/ 6 h 117"/>
                <a:gd name="GluePoint5X" fmla="*/ 0 w 179"/>
                <a:gd name="GluePoint5Y" fmla="*/ 6 h 117"/>
                <a:gd name="GluePoint6X" fmla="*/ 0 w 179"/>
                <a:gd name="GluePoint6Y" fmla="*/ 0 h 117"/>
                <a:gd name="GluePoint7X" fmla="*/ 179 w 179"/>
                <a:gd name="GluePoint7Y" fmla="*/ 0 h 117"/>
                <a:gd name="GluePoint8X" fmla="*/ 154 w 179"/>
                <a:gd name="GluePoint8Y" fmla="*/ 107 h 117"/>
                <a:gd name="GluePoint9X" fmla="*/ 7 w 179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43" name="Freeform 125"/>
            <p:cNvSpPr/>
            <p:nvPr/>
          </p:nvSpPr>
          <p:spPr>
            <a:xfrm>
              <a:off x="2978280" y="2133360"/>
              <a:ext cx="103680" cy="6588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65880"/>
                <a:gd name="textAreaBottom" fmla="*/ 66240 h 65880"/>
                <a:gd name="GluePoint1X" fmla="*/ 72 w 88"/>
                <a:gd name="GluePoint1Y" fmla="*/ 56 h 56"/>
                <a:gd name="GluePoint2X" fmla="*/ 16 w 88"/>
                <a:gd name="GluePoint2Y" fmla="*/ 56 h 56"/>
                <a:gd name="GluePoint3X" fmla="*/ 0 w 88"/>
                <a:gd name="GluePoint3Y" fmla="*/ 40 h 56"/>
                <a:gd name="GluePoint4X" fmla="*/ 13 w 88"/>
                <a:gd name="GluePoint4Y" fmla="*/ 24 h 56"/>
                <a:gd name="GluePoint5X" fmla="*/ 44 w 88"/>
                <a:gd name="GluePoint5Y" fmla="*/ 0 h 56"/>
                <a:gd name="GluePoint6X" fmla="*/ 76 w 88"/>
                <a:gd name="GluePoint6Y" fmla="*/ 24 h 56"/>
                <a:gd name="GluePoint7X" fmla="*/ 88 w 88"/>
                <a:gd name="GluePoint7Y" fmla="*/ 40 h 56"/>
                <a:gd name="GluePoint8X" fmla="*/ 72 w 88"/>
                <a:gd name="GluePoint8Y" fmla="*/ 56 h 56"/>
                <a:gd name="GluePoint9X" fmla="*/ 16 w 88"/>
                <a:gd name="GluePoint9Y" fmla="*/ 32 h 56"/>
                <a:gd name="GluePoint10X" fmla="*/ 8 w 88"/>
                <a:gd name="GluePoint10Y" fmla="*/ 40 h 56"/>
                <a:gd name="GluePoint11X" fmla="*/ 16 w 88"/>
                <a:gd name="GluePoint11Y" fmla="*/ 48 h 56"/>
                <a:gd name="GluePoint12X" fmla="*/ 72 w 88"/>
                <a:gd name="GluePoint12Y" fmla="*/ 48 h 56"/>
                <a:gd name="GluePoint13X" fmla="*/ 80 w 88"/>
                <a:gd name="GluePoint13Y" fmla="*/ 40 h 56"/>
                <a:gd name="GluePoint14X" fmla="*/ 72 w 88"/>
                <a:gd name="GluePoint14Y" fmla="*/ 32 h 56"/>
                <a:gd name="GluePoint15X" fmla="*/ 68 w 88"/>
                <a:gd name="GluePoint15Y" fmla="*/ 32 h 56"/>
                <a:gd name="GluePoint16X" fmla="*/ 68 w 88"/>
                <a:gd name="GluePoint16Y" fmla="*/ 28 h 56"/>
                <a:gd name="GluePoint17X" fmla="*/ 44 w 88"/>
                <a:gd name="GluePoint17Y" fmla="*/ 8 h 56"/>
                <a:gd name="GluePoint18X" fmla="*/ 20 w 88"/>
                <a:gd name="GluePoint18Y" fmla="*/ 29 h 56"/>
                <a:gd name="GluePoint19X" fmla="*/ 19 w 88"/>
                <a:gd name="GluePoint19Y" fmla="*/ 32 h 56"/>
                <a:gd name="GluePoint20X" fmla="*/ 16 w 88"/>
                <a:gd name="GluePoint20Y" fmla="*/ 32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88" h="56">
                  <a:moveTo>
                    <a:pt x="72" y="56"/>
                  </a:moveTo>
                  <a:cubicBezTo>
                    <a:pt x="16" y="56"/>
                    <a:pt x="16" y="56"/>
                    <a:pt x="16" y="56"/>
                  </a:cubicBezTo>
                  <a:cubicBezTo>
                    <a:pt x="6" y="56"/>
                    <a:pt x="0" y="50"/>
                    <a:pt x="0" y="40"/>
                  </a:cubicBezTo>
                  <a:cubicBezTo>
                    <a:pt x="0" y="35"/>
                    <a:pt x="4" y="26"/>
                    <a:pt x="13" y="24"/>
                  </a:cubicBezTo>
                  <a:cubicBezTo>
                    <a:pt x="17" y="12"/>
                    <a:pt x="29" y="0"/>
                    <a:pt x="44" y="0"/>
                  </a:cubicBezTo>
                  <a:cubicBezTo>
                    <a:pt x="61" y="0"/>
                    <a:pt x="74" y="10"/>
                    <a:pt x="76" y="24"/>
                  </a:cubicBezTo>
                  <a:cubicBezTo>
                    <a:pt x="84" y="26"/>
                    <a:pt x="88" y="35"/>
                    <a:pt x="88" y="40"/>
                  </a:cubicBezTo>
                  <a:cubicBezTo>
                    <a:pt x="88" y="50"/>
                    <a:pt x="82" y="56"/>
                    <a:pt x="72" y="56"/>
                  </a:cubicBezTo>
                  <a:close/>
                  <a:moveTo>
                    <a:pt x="16" y="32"/>
                  </a:moveTo>
                  <a:cubicBezTo>
                    <a:pt x="10" y="32"/>
                    <a:pt x="8" y="38"/>
                    <a:pt x="8" y="40"/>
                  </a:cubicBezTo>
                  <a:cubicBezTo>
                    <a:pt x="8" y="46"/>
                    <a:pt x="10" y="48"/>
                    <a:pt x="16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7" y="48"/>
                    <a:pt x="80" y="45"/>
                    <a:pt x="80" y="40"/>
                  </a:cubicBezTo>
                  <a:cubicBezTo>
                    <a:pt x="80" y="38"/>
                    <a:pt x="78" y="32"/>
                    <a:pt x="72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15"/>
                    <a:pt x="56" y="8"/>
                    <a:pt x="44" y="8"/>
                  </a:cubicBezTo>
                  <a:cubicBezTo>
                    <a:pt x="32" y="8"/>
                    <a:pt x="22" y="19"/>
                    <a:pt x="20" y="29"/>
                  </a:cubicBezTo>
                  <a:cubicBezTo>
                    <a:pt x="19" y="32"/>
                    <a:pt x="19" y="32"/>
                    <a:pt x="19" y="32"/>
                  </a:cubicBezTo>
                  <a:lnTo>
                    <a:pt x="16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44" name="Группа 457"/>
          <p:cNvGrpSpPr/>
          <p:nvPr/>
        </p:nvGrpSpPr>
        <p:grpSpPr>
          <a:xfrm>
            <a:off x="3252600" y="2053440"/>
            <a:ext cx="303840" cy="298080"/>
            <a:chOff x="3252600" y="2053440"/>
            <a:chExt cx="303840" cy="298080"/>
          </a:xfrm>
        </p:grpSpPr>
        <p:sp>
          <p:nvSpPr>
            <p:cNvPr id="2545" name="Freeform 126"/>
            <p:cNvSpPr/>
            <p:nvPr/>
          </p:nvSpPr>
          <p:spPr>
            <a:xfrm>
              <a:off x="331452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46" name="Freeform 127"/>
            <p:cNvSpPr/>
            <p:nvPr/>
          </p:nvSpPr>
          <p:spPr>
            <a:xfrm>
              <a:off x="342864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47" name="Rectangle 128"/>
            <p:cNvSpPr/>
            <p:nvPr/>
          </p:nvSpPr>
          <p:spPr>
            <a:xfrm>
              <a:off x="3376440" y="231372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48" name="Freeform 129"/>
            <p:cNvSpPr/>
            <p:nvPr/>
          </p:nvSpPr>
          <p:spPr>
            <a:xfrm>
              <a:off x="3252600" y="2053440"/>
              <a:ext cx="71280" cy="26424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264240"/>
                <a:gd name="textAreaBottom" fmla="*/ 264600 h 264240"/>
                <a:gd name="GluePoint1X" fmla="*/ 44 w 51"/>
                <a:gd name="GluePoint1Y" fmla="*/ 188 h 188"/>
                <a:gd name="GluePoint2X" fmla="*/ 30 w 51"/>
                <a:gd name="GluePoint2Y" fmla="*/ 6 h 188"/>
                <a:gd name="GluePoint3X" fmla="*/ 0 w 51"/>
                <a:gd name="GluePoint3Y" fmla="*/ 6 h 188"/>
                <a:gd name="GluePoint4X" fmla="*/ 0 w 51"/>
                <a:gd name="GluePoint4Y" fmla="*/ 0 h 188"/>
                <a:gd name="GluePoint5X" fmla="*/ 37 w 51"/>
                <a:gd name="GluePoint5Y" fmla="*/ 0 h 188"/>
                <a:gd name="GluePoint6X" fmla="*/ 51 w 51"/>
                <a:gd name="GluePoint6Y" fmla="*/ 188 h 188"/>
                <a:gd name="GluePoint7X" fmla="*/ 44 w 51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188">
                  <a:moveTo>
                    <a:pt x="44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49" name="Freeform 130"/>
            <p:cNvSpPr/>
            <p:nvPr/>
          </p:nvSpPr>
          <p:spPr>
            <a:xfrm>
              <a:off x="3304800" y="2091240"/>
              <a:ext cx="251640" cy="164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4160"/>
                <a:gd name="textAreaBottom" fmla="*/ 164520 h 164160"/>
                <a:gd name="GluePoint1X" fmla="*/ 7 w 179"/>
                <a:gd name="GluePoint1Y" fmla="*/ 117 h 117"/>
                <a:gd name="GluePoint2X" fmla="*/ 7 w 179"/>
                <a:gd name="GluePoint2Y" fmla="*/ 111 h 117"/>
                <a:gd name="GluePoint3X" fmla="*/ 149 w 179"/>
                <a:gd name="GluePoint3Y" fmla="*/ 101 h 117"/>
                <a:gd name="GluePoint4X" fmla="*/ 171 w 179"/>
                <a:gd name="GluePoint4Y" fmla="*/ 6 h 117"/>
                <a:gd name="GluePoint5X" fmla="*/ 0 w 179"/>
                <a:gd name="GluePoint5Y" fmla="*/ 6 h 117"/>
                <a:gd name="GluePoint6X" fmla="*/ 0 w 179"/>
                <a:gd name="GluePoint6Y" fmla="*/ 0 h 117"/>
                <a:gd name="GluePoint7X" fmla="*/ 179 w 179"/>
                <a:gd name="GluePoint7Y" fmla="*/ 0 h 117"/>
                <a:gd name="GluePoint8X" fmla="*/ 154 w 179"/>
                <a:gd name="GluePoint8Y" fmla="*/ 107 h 117"/>
                <a:gd name="GluePoint9X" fmla="*/ 7 w 179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50" name="Группа 458"/>
          <p:cNvGrpSpPr/>
          <p:nvPr/>
        </p:nvGrpSpPr>
        <p:grpSpPr>
          <a:xfrm>
            <a:off x="3645000" y="2053440"/>
            <a:ext cx="303840" cy="298080"/>
            <a:chOff x="3645000" y="2053440"/>
            <a:chExt cx="303840" cy="298080"/>
          </a:xfrm>
        </p:grpSpPr>
        <p:sp>
          <p:nvSpPr>
            <p:cNvPr id="2551" name="Freeform 131"/>
            <p:cNvSpPr/>
            <p:nvPr/>
          </p:nvSpPr>
          <p:spPr>
            <a:xfrm>
              <a:off x="370692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52" name="Freeform 132"/>
            <p:cNvSpPr/>
            <p:nvPr/>
          </p:nvSpPr>
          <p:spPr>
            <a:xfrm>
              <a:off x="382104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53" name="Rectangle 133"/>
            <p:cNvSpPr/>
            <p:nvPr/>
          </p:nvSpPr>
          <p:spPr>
            <a:xfrm>
              <a:off x="3768840" y="231372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54" name="Freeform 134"/>
            <p:cNvSpPr/>
            <p:nvPr/>
          </p:nvSpPr>
          <p:spPr>
            <a:xfrm>
              <a:off x="3645000" y="2053440"/>
              <a:ext cx="71280" cy="26424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264240"/>
                <a:gd name="textAreaBottom" fmla="*/ 264600 h 264240"/>
                <a:gd name="GluePoint1X" fmla="*/ 44 w 51"/>
                <a:gd name="GluePoint1Y" fmla="*/ 188 h 188"/>
                <a:gd name="GluePoint2X" fmla="*/ 30 w 51"/>
                <a:gd name="GluePoint2Y" fmla="*/ 6 h 188"/>
                <a:gd name="GluePoint3X" fmla="*/ 0 w 51"/>
                <a:gd name="GluePoint3Y" fmla="*/ 6 h 188"/>
                <a:gd name="GluePoint4X" fmla="*/ 0 w 51"/>
                <a:gd name="GluePoint4Y" fmla="*/ 0 h 188"/>
                <a:gd name="GluePoint5X" fmla="*/ 37 w 51"/>
                <a:gd name="GluePoint5Y" fmla="*/ 0 h 188"/>
                <a:gd name="GluePoint6X" fmla="*/ 51 w 51"/>
                <a:gd name="GluePoint6Y" fmla="*/ 188 h 188"/>
                <a:gd name="GluePoint7X" fmla="*/ 44 w 51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188">
                  <a:moveTo>
                    <a:pt x="44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55" name="Freeform 135"/>
            <p:cNvSpPr/>
            <p:nvPr/>
          </p:nvSpPr>
          <p:spPr>
            <a:xfrm>
              <a:off x="3697200" y="2091240"/>
              <a:ext cx="251640" cy="164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4160"/>
                <a:gd name="textAreaBottom" fmla="*/ 164520 h 164160"/>
                <a:gd name="GluePoint1X" fmla="*/ 7 w 179"/>
                <a:gd name="GluePoint1Y" fmla="*/ 117 h 117"/>
                <a:gd name="GluePoint2X" fmla="*/ 7 w 179"/>
                <a:gd name="GluePoint2Y" fmla="*/ 111 h 117"/>
                <a:gd name="GluePoint3X" fmla="*/ 149 w 179"/>
                <a:gd name="GluePoint3Y" fmla="*/ 101 h 117"/>
                <a:gd name="GluePoint4X" fmla="*/ 171 w 179"/>
                <a:gd name="GluePoint4Y" fmla="*/ 6 h 117"/>
                <a:gd name="GluePoint5X" fmla="*/ 0 w 179"/>
                <a:gd name="GluePoint5Y" fmla="*/ 6 h 117"/>
                <a:gd name="GluePoint6X" fmla="*/ 0 w 179"/>
                <a:gd name="GluePoint6Y" fmla="*/ 0 h 117"/>
                <a:gd name="GluePoint7X" fmla="*/ 179 w 179"/>
                <a:gd name="GluePoint7Y" fmla="*/ 0 h 117"/>
                <a:gd name="GluePoint8X" fmla="*/ 154 w 179"/>
                <a:gd name="GluePoint8Y" fmla="*/ 107 h 117"/>
                <a:gd name="GluePoint9X" fmla="*/ 7 w 179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56" name="Freeform 136"/>
            <p:cNvSpPr/>
            <p:nvPr/>
          </p:nvSpPr>
          <p:spPr>
            <a:xfrm>
              <a:off x="3774600" y="2172960"/>
              <a:ext cx="82800" cy="4464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44640"/>
                <a:gd name="textAreaBottom" fmla="*/ 45000 h 44640"/>
                <a:gd name="GluePoint1X" fmla="*/ 32 w 59"/>
                <a:gd name="GluePoint1Y" fmla="*/ 32 h 32"/>
                <a:gd name="GluePoint2X" fmla="*/ 27 w 59"/>
                <a:gd name="GluePoint2Y" fmla="*/ 32 h 32"/>
                <a:gd name="GluePoint3X" fmla="*/ 0 w 59"/>
                <a:gd name="GluePoint3Y" fmla="*/ 5 h 32"/>
                <a:gd name="GluePoint4X" fmla="*/ 5 w 59"/>
                <a:gd name="GluePoint4Y" fmla="*/ 0 h 32"/>
                <a:gd name="GluePoint5X" fmla="*/ 29 w 59"/>
                <a:gd name="GluePoint5Y" fmla="*/ 24 h 32"/>
                <a:gd name="GluePoint6X" fmla="*/ 54 w 59"/>
                <a:gd name="GluePoint6Y" fmla="*/ 0 h 32"/>
                <a:gd name="GluePoint7X" fmla="*/ 59 w 59"/>
                <a:gd name="GluePoint7Y" fmla="*/ 5 h 32"/>
                <a:gd name="GluePoint8X" fmla="*/ 32 w 59"/>
                <a:gd name="GluePoint8Y" fmla="*/ 32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9" h="32">
                  <a:moveTo>
                    <a:pt x="32" y="32"/>
                  </a:move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lnTo>
                    <a:pt x="29" y="24"/>
                  </a:lnTo>
                  <a:lnTo>
                    <a:pt x="54" y="0"/>
                  </a:lnTo>
                  <a:lnTo>
                    <a:pt x="59" y="5"/>
                  </a:lnTo>
                  <a:lnTo>
                    <a:pt x="32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57" name="Rectangle 137"/>
            <p:cNvSpPr/>
            <p:nvPr/>
          </p:nvSpPr>
          <p:spPr>
            <a:xfrm>
              <a:off x="3811320" y="2119320"/>
              <a:ext cx="9360" cy="93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58" name="Группа 459"/>
          <p:cNvGrpSpPr/>
          <p:nvPr/>
        </p:nvGrpSpPr>
        <p:grpSpPr>
          <a:xfrm>
            <a:off x="4037760" y="2053440"/>
            <a:ext cx="303840" cy="298080"/>
            <a:chOff x="4037760" y="2053440"/>
            <a:chExt cx="303840" cy="298080"/>
          </a:xfrm>
        </p:grpSpPr>
        <p:sp>
          <p:nvSpPr>
            <p:cNvPr id="2559" name="Freeform 138"/>
            <p:cNvSpPr/>
            <p:nvPr/>
          </p:nvSpPr>
          <p:spPr>
            <a:xfrm>
              <a:off x="409968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60" name="Freeform 139"/>
            <p:cNvSpPr/>
            <p:nvPr/>
          </p:nvSpPr>
          <p:spPr>
            <a:xfrm>
              <a:off x="421380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61" name="Rectangle 140"/>
            <p:cNvSpPr/>
            <p:nvPr/>
          </p:nvSpPr>
          <p:spPr>
            <a:xfrm>
              <a:off x="4161600" y="231372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62" name="Freeform 141"/>
            <p:cNvSpPr/>
            <p:nvPr/>
          </p:nvSpPr>
          <p:spPr>
            <a:xfrm>
              <a:off x="4037760" y="2053440"/>
              <a:ext cx="71280" cy="26424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264240"/>
                <a:gd name="textAreaBottom" fmla="*/ 264600 h 264240"/>
                <a:gd name="GluePoint1X" fmla="*/ 44 w 51"/>
                <a:gd name="GluePoint1Y" fmla="*/ 188 h 188"/>
                <a:gd name="GluePoint2X" fmla="*/ 31 w 51"/>
                <a:gd name="GluePoint2Y" fmla="*/ 6 h 188"/>
                <a:gd name="GluePoint3X" fmla="*/ 0 w 51"/>
                <a:gd name="GluePoint3Y" fmla="*/ 6 h 188"/>
                <a:gd name="GluePoint4X" fmla="*/ 0 w 51"/>
                <a:gd name="GluePoint4Y" fmla="*/ 0 h 188"/>
                <a:gd name="GluePoint5X" fmla="*/ 37 w 51"/>
                <a:gd name="GluePoint5Y" fmla="*/ 0 h 188"/>
                <a:gd name="GluePoint6X" fmla="*/ 51 w 51"/>
                <a:gd name="GluePoint6Y" fmla="*/ 188 h 188"/>
                <a:gd name="GluePoint7X" fmla="*/ 44 w 51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188">
                  <a:moveTo>
                    <a:pt x="44" y="188"/>
                  </a:moveTo>
                  <a:lnTo>
                    <a:pt x="3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63" name="Freeform 142"/>
            <p:cNvSpPr/>
            <p:nvPr/>
          </p:nvSpPr>
          <p:spPr>
            <a:xfrm>
              <a:off x="4089960" y="2091240"/>
              <a:ext cx="251640" cy="164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4160"/>
                <a:gd name="textAreaBottom" fmla="*/ 164520 h 164160"/>
                <a:gd name="GluePoint1X" fmla="*/ 8 w 179"/>
                <a:gd name="GluePoint1Y" fmla="*/ 117 h 117"/>
                <a:gd name="GluePoint2X" fmla="*/ 7 w 179"/>
                <a:gd name="GluePoint2Y" fmla="*/ 111 h 117"/>
                <a:gd name="GluePoint3X" fmla="*/ 149 w 179"/>
                <a:gd name="GluePoint3Y" fmla="*/ 101 h 117"/>
                <a:gd name="GluePoint4X" fmla="*/ 171 w 179"/>
                <a:gd name="GluePoint4Y" fmla="*/ 6 h 117"/>
                <a:gd name="GluePoint5X" fmla="*/ 0 w 179"/>
                <a:gd name="GluePoint5Y" fmla="*/ 6 h 117"/>
                <a:gd name="GluePoint6X" fmla="*/ 0 w 179"/>
                <a:gd name="GluePoint6Y" fmla="*/ 0 h 117"/>
                <a:gd name="GluePoint7X" fmla="*/ 179 w 179"/>
                <a:gd name="GluePoint7Y" fmla="*/ 0 h 117"/>
                <a:gd name="GluePoint8X" fmla="*/ 155 w 179"/>
                <a:gd name="GluePoint8Y" fmla="*/ 107 h 117"/>
                <a:gd name="GluePoint9X" fmla="*/ 8 w 179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7">
                  <a:moveTo>
                    <a:pt x="8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5" y="107"/>
                  </a:lnTo>
                  <a:lnTo>
                    <a:pt x="8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64" name="Rectangle 143"/>
            <p:cNvSpPr/>
            <p:nvPr/>
          </p:nvSpPr>
          <p:spPr>
            <a:xfrm>
              <a:off x="4165920" y="2165760"/>
              <a:ext cx="853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65" name="Группа 460"/>
          <p:cNvGrpSpPr/>
          <p:nvPr/>
        </p:nvGrpSpPr>
        <p:grpSpPr>
          <a:xfrm>
            <a:off x="4430520" y="2053440"/>
            <a:ext cx="303480" cy="298080"/>
            <a:chOff x="4430520" y="2053440"/>
            <a:chExt cx="303480" cy="298080"/>
          </a:xfrm>
        </p:grpSpPr>
        <p:sp>
          <p:nvSpPr>
            <p:cNvPr id="2566" name="Freeform 144"/>
            <p:cNvSpPr/>
            <p:nvPr/>
          </p:nvSpPr>
          <p:spPr>
            <a:xfrm>
              <a:off x="449244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67" name="Freeform 145"/>
            <p:cNvSpPr/>
            <p:nvPr/>
          </p:nvSpPr>
          <p:spPr>
            <a:xfrm>
              <a:off x="460620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3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6" y="12"/>
                    <a:pt x="56" y="28"/>
                  </a:cubicBezTo>
                  <a:cubicBezTo>
                    <a:pt x="56" y="43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68" name="Rectangle 146"/>
            <p:cNvSpPr/>
            <p:nvPr/>
          </p:nvSpPr>
          <p:spPr>
            <a:xfrm>
              <a:off x="4554360" y="231372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69" name="Freeform 147"/>
            <p:cNvSpPr/>
            <p:nvPr/>
          </p:nvSpPr>
          <p:spPr>
            <a:xfrm>
              <a:off x="4430520" y="2053440"/>
              <a:ext cx="71280" cy="26424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264240"/>
                <a:gd name="textAreaBottom" fmla="*/ 264600 h 264240"/>
                <a:gd name="GluePoint1X" fmla="*/ 44 w 51"/>
                <a:gd name="GluePoint1Y" fmla="*/ 188 h 188"/>
                <a:gd name="GluePoint2X" fmla="*/ 32 w 51"/>
                <a:gd name="GluePoint2Y" fmla="*/ 6 h 188"/>
                <a:gd name="GluePoint3X" fmla="*/ 0 w 51"/>
                <a:gd name="GluePoint3Y" fmla="*/ 6 h 188"/>
                <a:gd name="GluePoint4X" fmla="*/ 0 w 51"/>
                <a:gd name="GluePoint4Y" fmla="*/ 0 h 188"/>
                <a:gd name="GluePoint5X" fmla="*/ 37 w 51"/>
                <a:gd name="GluePoint5Y" fmla="*/ 0 h 188"/>
                <a:gd name="GluePoint6X" fmla="*/ 51 w 51"/>
                <a:gd name="GluePoint6Y" fmla="*/ 188 h 188"/>
                <a:gd name="GluePoint7X" fmla="*/ 44 w 51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188">
                  <a:moveTo>
                    <a:pt x="44" y="188"/>
                  </a:moveTo>
                  <a:lnTo>
                    <a:pt x="32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70" name="Freeform 148"/>
            <p:cNvSpPr/>
            <p:nvPr/>
          </p:nvSpPr>
          <p:spPr>
            <a:xfrm>
              <a:off x="4482360" y="2091240"/>
              <a:ext cx="251640" cy="164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4160"/>
                <a:gd name="textAreaBottom" fmla="*/ 164520 h 164160"/>
                <a:gd name="GluePoint1X" fmla="*/ 8 w 179"/>
                <a:gd name="GluePoint1Y" fmla="*/ 117 h 117"/>
                <a:gd name="GluePoint2X" fmla="*/ 7 w 179"/>
                <a:gd name="GluePoint2Y" fmla="*/ 111 h 117"/>
                <a:gd name="GluePoint3X" fmla="*/ 149 w 179"/>
                <a:gd name="GluePoint3Y" fmla="*/ 101 h 117"/>
                <a:gd name="GluePoint4X" fmla="*/ 171 w 179"/>
                <a:gd name="GluePoint4Y" fmla="*/ 6 h 117"/>
                <a:gd name="GluePoint5X" fmla="*/ 0 w 179"/>
                <a:gd name="GluePoint5Y" fmla="*/ 6 h 117"/>
                <a:gd name="GluePoint6X" fmla="*/ 0 w 179"/>
                <a:gd name="GluePoint6Y" fmla="*/ 0 h 117"/>
                <a:gd name="GluePoint7X" fmla="*/ 179 w 179"/>
                <a:gd name="GluePoint7Y" fmla="*/ 0 h 117"/>
                <a:gd name="GluePoint8X" fmla="*/ 155 w 179"/>
                <a:gd name="GluePoint8Y" fmla="*/ 107 h 117"/>
                <a:gd name="GluePoint9X" fmla="*/ 8 w 179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7">
                  <a:moveTo>
                    <a:pt x="8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5" y="107"/>
                  </a:lnTo>
                  <a:lnTo>
                    <a:pt x="8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71" name="Rectangle 149"/>
            <p:cNvSpPr/>
            <p:nvPr/>
          </p:nvSpPr>
          <p:spPr>
            <a:xfrm>
              <a:off x="4596480" y="2129400"/>
              <a:ext cx="9360" cy="84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120" bIns="42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72" name="Rectangle 150"/>
            <p:cNvSpPr/>
            <p:nvPr/>
          </p:nvSpPr>
          <p:spPr>
            <a:xfrm>
              <a:off x="4558320" y="2165760"/>
              <a:ext cx="853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73" name="Группа 461"/>
          <p:cNvGrpSpPr/>
          <p:nvPr/>
        </p:nvGrpSpPr>
        <p:grpSpPr>
          <a:xfrm>
            <a:off x="4824360" y="2053440"/>
            <a:ext cx="303840" cy="298080"/>
            <a:chOff x="4824360" y="2053440"/>
            <a:chExt cx="303840" cy="298080"/>
          </a:xfrm>
        </p:grpSpPr>
        <p:sp>
          <p:nvSpPr>
            <p:cNvPr id="2574" name="Freeform 151"/>
            <p:cNvSpPr/>
            <p:nvPr/>
          </p:nvSpPr>
          <p:spPr>
            <a:xfrm>
              <a:off x="488628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75" name="Freeform 152"/>
            <p:cNvSpPr/>
            <p:nvPr/>
          </p:nvSpPr>
          <p:spPr>
            <a:xfrm>
              <a:off x="500040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76" name="Rectangle 153"/>
            <p:cNvSpPr/>
            <p:nvPr/>
          </p:nvSpPr>
          <p:spPr>
            <a:xfrm>
              <a:off x="4948200" y="231372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77" name="Freeform 154"/>
            <p:cNvSpPr/>
            <p:nvPr/>
          </p:nvSpPr>
          <p:spPr>
            <a:xfrm>
              <a:off x="4824360" y="2053440"/>
              <a:ext cx="71280" cy="26424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264240"/>
                <a:gd name="textAreaBottom" fmla="*/ 264600 h 264240"/>
                <a:gd name="GluePoint1X" fmla="*/ 44 w 51"/>
                <a:gd name="GluePoint1Y" fmla="*/ 188 h 188"/>
                <a:gd name="GluePoint2X" fmla="*/ 31 w 51"/>
                <a:gd name="GluePoint2Y" fmla="*/ 6 h 188"/>
                <a:gd name="GluePoint3X" fmla="*/ 0 w 51"/>
                <a:gd name="GluePoint3Y" fmla="*/ 6 h 188"/>
                <a:gd name="GluePoint4X" fmla="*/ 0 w 51"/>
                <a:gd name="GluePoint4Y" fmla="*/ 0 h 188"/>
                <a:gd name="GluePoint5X" fmla="*/ 36 w 51"/>
                <a:gd name="GluePoint5Y" fmla="*/ 0 h 188"/>
                <a:gd name="GluePoint6X" fmla="*/ 51 w 51"/>
                <a:gd name="GluePoint6Y" fmla="*/ 188 h 188"/>
                <a:gd name="GluePoint7X" fmla="*/ 44 w 51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188">
                  <a:moveTo>
                    <a:pt x="44" y="188"/>
                  </a:moveTo>
                  <a:lnTo>
                    <a:pt x="3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6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78" name="Freeform 155"/>
            <p:cNvSpPr/>
            <p:nvPr/>
          </p:nvSpPr>
          <p:spPr>
            <a:xfrm>
              <a:off x="4876560" y="2091240"/>
              <a:ext cx="251640" cy="164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4160"/>
                <a:gd name="textAreaBottom" fmla="*/ 164520 h 164160"/>
                <a:gd name="GluePoint1X" fmla="*/ 7 w 179"/>
                <a:gd name="GluePoint1Y" fmla="*/ 117 h 117"/>
                <a:gd name="GluePoint2X" fmla="*/ 6 w 179"/>
                <a:gd name="GluePoint2Y" fmla="*/ 111 h 117"/>
                <a:gd name="GluePoint3X" fmla="*/ 148 w 179"/>
                <a:gd name="GluePoint3Y" fmla="*/ 101 h 117"/>
                <a:gd name="GluePoint4X" fmla="*/ 171 w 179"/>
                <a:gd name="GluePoint4Y" fmla="*/ 6 h 117"/>
                <a:gd name="GluePoint5X" fmla="*/ 0 w 179"/>
                <a:gd name="GluePoint5Y" fmla="*/ 6 h 117"/>
                <a:gd name="GluePoint6X" fmla="*/ 0 w 179"/>
                <a:gd name="GluePoint6Y" fmla="*/ 0 h 117"/>
                <a:gd name="GluePoint7X" fmla="*/ 179 w 179"/>
                <a:gd name="GluePoint7Y" fmla="*/ 0 h 117"/>
                <a:gd name="GluePoint8X" fmla="*/ 154 w 179"/>
                <a:gd name="GluePoint8Y" fmla="*/ 107 h 117"/>
                <a:gd name="GluePoint9X" fmla="*/ 7 w 179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7">
                  <a:moveTo>
                    <a:pt x="7" y="117"/>
                  </a:moveTo>
                  <a:lnTo>
                    <a:pt x="6" y="111"/>
                  </a:lnTo>
                  <a:lnTo>
                    <a:pt x="148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79" name="Freeform 156"/>
            <p:cNvSpPr/>
            <p:nvPr/>
          </p:nvSpPr>
          <p:spPr>
            <a:xfrm>
              <a:off x="4952520" y="2171520"/>
              <a:ext cx="61560" cy="4608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46080"/>
                <a:gd name="textAreaBottom" fmla="*/ 46440 h 46080"/>
                <a:gd name="GluePoint1X" fmla="*/ 52 w 52"/>
                <a:gd name="GluePoint1Y" fmla="*/ 40 h 40"/>
                <a:gd name="GluePoint2X" fmla="*/ 36 w 52"/>
                <a:gd name="GluePoint2Y" fmla="*/ 40 h 40"/>
                <a:gd name="GluePoint3X" fmla="*/ 0 w 52"/>
                <a:gd name="GluePoint3Y" fmla="*/ 0 h 40"/>
                <a:gd name="GluePoint4X" fmla="*/ 8 w 52"/>
                <a:gd name="GluePoint4Y" fmla="*/ 0 h 40"/>
                <a:gd name="GluePoint5X" fmla="*/ 36 w 52"/>
                <a:gd name="GluePoint5Y" fmla="*/ 32 h 40"/>
                <a:gd name="GluePoint6X" fmla="*/ 52 w 52"/>
                <a:gd name="GluePoint6Y" fmla="*/ 32 h 40"/>
                <a:gd name="GluePoint7X" fmla="*/ 52 w 52"/>
                <a:gd name="GluePoint7Y" fmla="*/ 4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2" h="40">
                  <a:moveTo>
                    <a:pt x="52" y="40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15" y="40"/>
                    <a:pt x="0" y="19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5"/>
                    <a:pt x="20" y="32"/>
                    <a:pt x="36" y="32"/>
                  </a:cubicBezTo>
                  <a:cubicBezTo>
                    <a:pt x="52" y="32"/>
                    <a:pt x="52" y="32"/>
                    <a:pt x="52" y="32"/>
                  </a:cubicBezTo>
                  <a:lnTo>
                    <a:pt x="52" y="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80" name="Freeform 157"/>
            <p:cNvSpPr/>
            <p:nvPr/>
          </p:nvSpPr>
          <p:spPr>
            <a:xfrm>
              <a:off x="4994640" y="2191320"/>
              <a:ext cx="22320" cy="4320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43200"/>
                <a:gd name="textAreaBottom" fmla="*/ 43560 h 43200"/>
                <a:gd name="GluePoint1X" fmla="*/ 6 w 16"/>
                <a:gd name="GluePoint1Y" fmla="*/ 31 h 31"/>
                <a:gd name="GluePoint2X" fmla="*/ 0 w 16"/>
                <a:gd name="GluePoint2Y" fmla="*/ 27 h 31"/>
                <a:gd name="GluePoint3X" fmla="*/ 10 w 16"/>
                <a:gd name="GluePoint3Y" fmla="*/ 16 h 31"/>
                <a:gd name="GluePoint4X" fmla="*/ 0 w 16"/>
                <a:gd name="GluePoint4Y" fmla="*/ 4 h 31"/>
                <a:gd name="GluePoint5X" fmla="*/ 6 w 16"/>
                <a:gd name="GluePoint5Y" fmla="*/ 0 h 31"/>
                <a:gd name="GluePoint6X" fmla="*/ 16 w 16"/>
                <a:gd name="GluePoint6Y" fmla="*/ 14 h 31"/>
                <a:gd name="GluePoint7X" fmla="*/ 16 w 16"/>
                <a:gd name="GluePoint7Y" fmla="*/ 18 h 31"/>
                <a:gd name="GluePoint8X" fmla="*/ 6 w 16"/>
                <a:gd name="GluePoint8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6" h="31">
                  <a:moveTo>
                    <a:pt x="6" y="31"/>
                  </a:moveTo>
                  <a:lnTo>
                    <a:pt x="0" y="27"/>
                  </a:lnTo>
                  <a:lnTo>
                    <a:pt x="10" y="16"/>
                  </a:lnTo>
                  <a:lnTo>
                    <a:pt x="0" y="4"/>
                  </a:lnTo>
                  <a:lnTo>
                    <a:pt x="6" y="0"/>
                  </a:lnTo>
                  <a:lnTo>
                    <a:pt x="16" y="14"/>
                  </a:lnTo>
                  <a:lnTo>
                    <a:pt x="16" y="18"/>
                  </a:lnTo>
                  <a:lnTo>
                    <a:pt x="6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81" name="Freeform 158"/>
            <p:cNvSpPr/>
            <p:nvPr/>
          </p:nvSpPr>
          <p:spPr>
            <a:xfrm>
              <a:off x="4986360" y="2123640"/>
              <a:ext cx="60120" cy="4752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47520"/>
                <a:gd name="textAreaBottom" fmla="*/ 47880 h 47520"/>
                <a:gd name="GluePoint1X" fmla="*/ 52 w 52"/>
                <a:gd name="GluePoint1Y" fmla="*/ 40 h 40"/>
                <a:gd name="GluePoint2X" fmla="*/ 44 w 52"/>
                <a:gd name="GluePoint2Y" fmla="*/ 40 h 40"/>
                <a:gd name="GluePoint3X" fmla="*/ 16 w 52"/>
                <a:gd name="GluePoint3Y" fmla="*/ 8 h 40"/>
                <a:gd name="GluePoint4X" fmla="*/ 0 w 52"/>
                <a:gd name="GluePoint4Y" fmla="*/ 8 h 40"/>
                <a:gd name="GluePoint5X" fmla="*/ 0 w 52"/>
                <a:gd name="GluePoint5Y" fmla="*/ 0 h 40"/>
                <a:gd name="GluePoint6X" fmla="*/ 16 w 52"/>
                <a:gd name="GluePoint6Y" fmla="*/ 0 h 40"/>
                <a:gd name="GluePoint7X" fmla="*/ 52 w 52"/>
                <a:gd name="GluePoint7Y" fmla="*/ 4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2" h="40">
                  <a:moveTo>
                    <a:pt x="52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25"/>
                    <a:pt x="31" y="8"/>
                    <a:pt x="1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36" y="0"/>
                    <a:pt x="52" y="21"/>
                    <a:pt x="52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82" name="Freeform 159"/>
            <p:cNvSpPr/>
            <p:nvPr/>
          </p:nvSpPr>
          <p:spPr>
            <a:xfrm>
              <a:off x="4980600" y="2106720"/>
              <a:ext cx="22320" cy="4320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43200"/>
                <a:gd name="textAreaBottom" fmla="*/ 43560 h 43200"/>
                <a:gd name="GluePoint1X" fmla="*/ 10 w 16"/>
                <a:gd name="GluePoint1Y" fmla="*/ 31 h 31"/>
                <a:gd name="GluePoint2X" fmla="*/ 0 w 16"/>
                <a:gd name="GluePoint2Y" fmla="*/ 17 h 31"/>
                <a:gd name="GluePoint3X" fmla="*/ 0 w 16"/>
                <a:gd name="GluePoint3Y" fmla="*/ 13 h 31"/>
                <a:gd name="GluePoint4X" fmla="*/ 10 w 16"/>
                <a:gd name="GluePoint4Y" fmla="*/ 0 h 31"/>
                <a:gd name="GluePoint5X" fmla="*/ 16 w 16"/>
                <a:gd name="GluePoint5Y" fmla="*/ 4 h 31"/>
                <a:gd name="GluePoint6X" fmla="*/ 8 w 16"/>
                <a:gd name="GluePoint6Y" fmla="*/ 16 h 31"/>
                <a:gd name="GluePoint7X" fmla="*/ 16 w 16"/>
                <a:gd name="GluePoint7Y" fmla="*/ 26 h 31"/>
                <a:gd name="GluePoint8X" fmla="*/ 10 w 16"/>
                <a:gd name="GluePoint8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6" h="31">
                  <a:moveTo>
                    <a:pt x="10" y="31"/>
                  </a:moveTo>
                  <a:lnTo>
                    <a:pt x="0" y="17"/>
                  </a:lnTo>
                  <a:lnTo>
                    <a:pt x="0" y="13"/>
                  </a:lnTo>
                  <a:lnTo>
                    <a:pt x="10" y="0"/>
                  </a:lnTo>
                  <a:lnTo>
                    <a:pt x="16" y="4"/>
                  </a:lnTo>
                  <a:lnTo>
                    <a:pt x="8" y="16"/>
                  </a:lnTo>
                  <a:lnTo>
                    <a:pt x="16" y="26"/>
                  </a:lnTo>
                  <a:lnTo>
                    <a:pt x="10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83" name="Группа 462"/>
          <p:cNvGrpSpPr/>
          <p:nvPr/>
        </p:nvGrpSpPr>
        <p:grpSpPr>
          <a:xfrm>
            <a:off x="5217120" y="2053440"/>
            <a:ext cx="303840" cy="298080"/>
            <a:chOff x="5217120" y="2053440"/>
            <a:chExt cx="303840" cy="298080"/>
          </a:xfrm>
        </p:grpSpPr>
        <p:sp>
          <p:nvSpPr>
            <p:cNvPr id="2584" name="Freeform 160"/>
            <p:cNvSpPr/>
            <p:nvPr/>
          </p:nvSpPr>
          <p:spPr>
            <a:xfrm>
              <a:off x="527904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85" name="Freeform 161"/>
            <p:cNvSpPr/>
            <p:nvPr/>
          </p:nvSpPr>
          <p:spPr>
            <a:xfrm>
              <a:off x="539316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86" name="Rectangle 162"/>
            <p:cNvSpPr/>
            <p:nvPr/>
          </p:nvSpPr>
          <p:spPr>
            <a:xfrm>
              <a:off x="5340960" y="231372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87" name="Freeform 163"/>
            <p:cNvSpPr/>
            <p:nvPr/>
          </p:nvSpPr>
          <p:spPr>
            <a:xfrm>
              <a:off x="5217120" y="2053440"/>
              <a:ext cx="71280" cy="26424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264240"/>
                <a:gd name="textAreaBottom" fmla="*/ 264600 h 264240"/>
                <a:gd name="GluePoint1X" fmla="*/ 44 w 51"/>
                <a:gd name="GluePoint1Y" fmla="*/ 188 h 188"/>
                <a:gd name="GluePoint2X" fmla="*/ 31 w 51"/>
                <a:gd name="GluePoint2Y" fmla="*/ 6 h 188"/>
                <a:gd name="GluePoint3X" fmla="*/ 0 w 51"/>
                <a:gd name="GluePoint3Y" fmla="*/ 6 h 188"/>
                <a:gd name="GluePoint4X" fmla="*/ 0 w 51"/>
                <a:gd name="GluePoint4Y" fmla="*/ 0 h 188"/>
                <a:gd name="GluePoint5X" fmla="*/ 37 w 51"/>
                <a:gd name="GluePoint5Y" fmla="*/ 0 h 188"/>
                <a:gd name="GluePoint6X" fmla="*/ 51 w 51"/>
                <a:gd name="GluePoint6Y" fmla="*/ 188 h 188"/>
                <a:gd name="GluePoint7X" fmla="*/ 44 w 51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188">
                  <a:moveTo>
                    <a:pt x="44" y="188"/>
                  </a:moveTo>
                  <a:lnTo>
                    <a:pt x="3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1" y="188"/>
                  </a:lnTo>
                  <a:lnTo>
                    <a:pt x="44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88" name="Freeform 164"/>
            <p:cNvSpPr/>
            <p:nvPr/>
          </p:nvSpPr>
          <p:spPr>
            <a:xfrm>
              <a:off x="5269320" y="2091240"/>
              <a:ext cx="251640" cy="164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4160"/>
                <a:gd name="textAreaBottom" fmla="*/ 164520 h 164160"/>
                <a:gd name="GluePoint1X" fmla="*/ 7 w 179"/>
                <a:gd name="GluePoint1Y" fmla="*/ 117 h 117"/>
                <a:gd name="GluePoint2X" fmla="*/ 6 w 179"/>
                <a:gd name="GluePoint2Y" fmla="*/ 111 h 117"/>
                <a:gd name="GluePoint3X" fmla="*/ 148 w 179"/>
                <a:gd name="GluePoint3Y" fmla="*/ 101 h 117"/>
                <a:gd name="GluePoint4X" fmla="*/ 171 w 179"/>
                <a:gd name="GluePoint4Y" fmla="*/ 6 h 117"/>
                <a:gd name="GluePoint5X" fmla="*/ 0 w 179"/>
                <a:gd name="GluePoint5Y" fmla="*/ 6 h 117"/>
                <a:gd name="GluePoint6X" fmla="*/ 0 w 179"/>
                <a:gd name="GluePoint6Y" fmla="*/ 0 h 117"/>
                <a:gd name="GluePoint7X" fmla="*/ 179 w 179"/>
                <a:gd name="GluePoint7Y" fmla="*/ 0 h 117"/>
                <a:gd name="GluePoint8X" fmla="*/ 154 w 179"/>
                <a:gd name="GluePoint8Y" fmla="*/ 107 h 117"/>
                <a:gd name="GluePoint9X" fmla="*/ 7 w 179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7">
                  <a:moveTo>
                    <a:pt x="7" y="117"/>
                  </a:moveTo>
                  <a:lnTo>
                    <a:pt x="6" y="111"/>
                  </a:lnTo>
                  <a:lnTo>
                    <a:pt x="148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89" name="Freeform 165"/>
            <p:cNvSpPr/>
            <p:nvPr/>
          </p:nvSpPr>
          <p:spPr>
            <a:xfrm>
              <a:off x="5350680" y="2134800"/>
              <a:ext cx="72720" cy="7272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72720"/>
                <a:gd name="textAreaBottom" fmla="*/ 73080 h 72720"/>
                <a:gd name="GluePoint1X" fmla="*/ 5 w 52"/>
                <a:gd name="GluePoint1Y" fmla="*/ 0 h 52"/>
                <a:gd name="GluePoint2X" fmla="*/ 52 w 52"/>
                <a:gd name="GluePoint2Y" fmla="*/ 47 h 52"/>
                <a:gd name="GluePoint3X" fmla="*/ 47 w 52"/>
                <a:gd name="GluePoint3Y" fmla="*/ 52 h 52"/>
                <a:gd name="GluePoint4X" fmla="*/ 0 w 52"/>
                <a:gd name="GluePoint4Y" fmla="*/ 5 h 52"/>
                <a:gd name="GluePoint5X" fmla="*/ 5 w 52"/>
                <a:gd name="GluePoint5Y" fmla="*/ 0 h 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2" h="52">
                  <a:moveTo>
                    <a:pt x="5" y="0"/>
                  </a:moveTo>
                  <a:lnTo>
                    <a:pt x="52" y="47"/>
                  </a:lnTo>
                  <a:lnTo>
                    <a:pt x="47" y="5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360" bIns="36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90" name="Freeform 166"/>
            <p:cNvSpPr/>
            <p:nvPr/>
          </p:nvSpPr>
          <p:spPr>
            <a:xfrm>
              <a:off x="5350680" y="2134800"/>
              <a:ext cx="72720" cy="7272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72720"/>
                <a:gd name="textAreaBottom" fmla="*/ 73080 h 72720"/>
                <a:gd name="GluePoint1X" fmla="*/ 47 w 52"/>
                <a:gd name="GluePoint1Y" fmla="*/ 0 h 52"/>
                <a:gd name="GluePoint2X" fmla="*/ 52 w 52"/>
                <a:gd name="GluePoint2Y" fmla="*/ 5 h 52"/>
                <a:gd name="GluePoint3X" fmla="*/ 5 w 52"/>
                <a:gd name="GluePoint3Y" fmla="*/ 52 h 52"/>
                <a:gd name="GluePoint4X" fmla="*/ 0 w 52"/>
                <a:gd name="GluePoint4Y" fmla="*/ 47 h 52"/>
                <a:gd name="GluePoint5X" fmla="*/ 47 w 52"/>
                <a:gd name="GluePoint5Y" fmla="*/ 0 h 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2" h="52">
                  <a:moveTo>
                    <a:pt x="47" y="0"/>
                  </a:moveTo>
                  <a:lnTo>
                    <a:pt x="52" y="5"/>
                  </a:lnTo>
                  <a:lnTo>
                    <a:pt x="5" y="52"/>
                  </a:lnTo>
                  <a:lnTo>
                    <a:pt x="0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360" bIns="36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91" name="Группа 463"/>
          <p:cNvGrpSpPr/>
          <p:nvPr/>
        </p:nvGrpSpPr>
        <p:grpSpPr>
          <a:xfrm>
            <a:off x="5610960" y="2053440"/>
            <a:ext cx="303840" cy="298080"/>
            <a:chOff x="5610960" y="2053440"/>
            <a:chExt cx="303840" cy="298080"/>
          </a:xfrm>
        </p:grpSpPr>
        <p:sp>
          <p:nvSpPr>
            <p:cNvPr id="2592" name="Freeform 167"/>
            <p:cNvSpPr/>
            <p:nvPr/>
          </p:nvSpPr>
          <p:spPr>
            <a:xfrm>
              <a:off x="567180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93" name="Freeform 168"/>
            <p:cNvSpPr/>
            <p:nvPr/>
          </p:nvSpPr>
          <p:spPr>
            <a:xfrm>
              <a:off x="578556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94" name="Rectangle 169"/>
            <p:cNvSpPr/>
            <p:nvPr/>
          </p:nvSpPr>
          <p:spPr>
            <a:xfrm>
              <a:off x="5733720" y="231372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95" name="Freeform 170"/>
            <p:cNvSpPr/>
            <p:nvPr/>
          </p:nvSpPr>
          <p:spPr>
            <a:xfrm>
              <a:off x="5610960" y="2053440"/>
              <a:ext cx="69840" cy="2642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64240"/>
                <a:gd name="textAreaBottom" fmla="*/ 264600 h 264240"/>
                <a:gd name="GluePoint1X" fmla="*/ 43 w 50"/>
                <a:gd name="GluePoint1Y" fmla="*/ 188 h 188"/>
                <a:gd name="GluePoint2X" fmla="*/ 30 w 50"/>
                <a:gd name="GluePoint2Y" fmla="*/ 6 h 188"/>
                <a:gd name="GluePoint3X" fmla="*/ 0 w 50"/>
                <a:gd name="GluePoint3Y" fmla="*/ 6 h 188"/>
                <a:gd name="GluePoint4X" fmla="*/ 0 w 50"/>
                <a:gd name="GluePoint4Y" fmla="*/ 0 h 188"/>
                <a:gd name="GluePoint5X" fmla="*/ 36 w 50"/>
                <a:gd name="GluePoint5Y" fmla="*/ 0 h 188"/>
                <a:gd name="GluePoint6X" fmla="*/ 50 w 50"/>
                <a:gd name="GluePoint6Y" fmla="*/ 188 h 188"/>
                <a:gd name="GluePoint7X" fmla="*/ 43 w 50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188">
                  <a:moveTo>
                    <a:pt x="43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6" y="0"/>
                  </a:lnTo>
                  <a:lnTo>
                    <a:pt x="50" y="188"/>
                  </a:lnTo>
                  <a:lnTo>
                    <a:pt x="43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96" name="Freeform 171"/>
            <p:cNvSpPr/>
            <p:nvPr/>
          </p:nvSpPr>
          <p:spPr>
            <a:xfrm>
              <a:off x="5661720" y="2091240"/>
              <a:ext cx="253080" cy="164160"/>
            </a:xfrm>
            <a:custGeom>
              <a:avLst/>
              <a:gdLst>
                <a:gd name="textAreaLeft" fmla="*/ 0 w 253080"/>
                <a:gd name="textAreaRight" fmla="*/ 253440 w 253080"/>
                <a:gd name="textAreaTop" fmla="*/ 0 h 164160"/>
                <a:gd name="textAreaBottom" fmla="*/ 164520 h 164160"/>
                <a:gd name="GluePoint1X" fmla="*/ 7 w 180"/>
                <a:gd name="GluePoint1Y" fmla="*/ 117 h 117"/>
                <a:gd name="GluePoint2X" fmla="*/ 7 w 180"/>
                <a:gd name="GluePoint2Y" fmla="*/ 111 h 117"/>
                <a:gd name="GluePoint3X" fmla="*/ 149 w 180"/>
                <a:gd name="GluePoint3Y" fmla="*/ 101 h 117"/>
                <a:gd name="GluePoint4X" fmla="*/ 171 w 180"/>
                <a:gd name="GluePoint4Y" fmla="*/ 6 h 117"/>
                <a:gd name="GluePoint5X" fmla="*/ 0 w 180"/>
                <a:gd name="GluePoint5Y" fmla="*/ 6 h 117"/>
                <a:gd name="GluePoint6X" fmla="*/ 0 w 180"/>
                <a:gd name="GluePoint6Y" fmla="*/ 0 h 117"/>
                <a:gd name="GluePoint7X" fmla="*/ 180 w 180"/>
                <a:gd name="GluePoint7Y" fmla="*/ 0 h 117"/>
                <a:gd name="GluePoint8X" fmla="*/ 154 w 180"/>
                <a:gd name="GluePoint8Y" fmla="*/ 107 h 117"/>
                <a:gd name="GluePoint9X" fmla="*/ 7 w 180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80" h="117">
                  <a:moveTo>
                    <a:pt x="7" y="117"/>
                  </a:moveTo>
                  <a:lnTo>
                    <a:pt x="7" y="111"/>
                  </a:lnTo>
                  <a:lnTo>
                    <a:pt x="149" y="101"/>
                  </a:lnTo>
                  <a:lnTo>
                    <a:pt x="171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80" y="0"/>
                  </a:lnTo>
                  <a:lnTo>
                    <a:pt x="154" y="107"/>
                  </a:lnTo>
                  <a:lnTo>
                    <a:pt x="7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97" name="Freeform 172"/>
            <p:cNvSpPr/>
            <p:nvPr/>
          </p:nvSpPr>
          <p:spPr>
            <a:xfrm>
              <a:off x="5733720" y="2123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598" name="Freeform 173"/>
            <p:cNvSpPr/>
            <p:nvPr/>
          </p:nvSpPr>
          <p:spPr>
            <a:xfrm>
              <a:off x="5781240" y="2172960"/>
              <a:ext cx="44640" cy="446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44640"/>
                <a:gd name="textAreaBottom" fmla="*/ 45000 h 44640"/>
                <a:gd name="GluePoint1X" fmla="*/ 5 w 32"/>
                <a:gd name="GluePoint1Y" fmla="*/ 0 h 32"/>
                <a:gd name="GluePoint2X" fmla="*/ 32 w 32"/>
                <a:gd name="GluePoint2Y" fmla="*/ 27 h 32"/>
                <a:gd name="GluePoint3X" fmla="*/ 27 w 32"/>
                <a:gd name="GluePoint3Y" fmla="*/ 32 h 32"/>
                <a:gd name="GluePoint4X" fmla="*/ 0 w 32"/>
                <a:gd name="GluePoint4Y" fmla="*/ 5 h 32"/>
                <a:gd name="GluePoint5X" fmla="*/ 5 w 32"/>
                <a:gd name="GluePoint5Y" fmla="*/ 0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32">
                  <a:moveTo>
                    <a:pt x="5" y="0"/>
                  </a:moveTo>
                  <a:lnTo>
                    <a:pt x="32" y="27"/>
                  </a:ln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599" name="Группа 464"/>
          <p:cNvGrpSpPr/>
          <p:nvPr/>
        </p:nvGrpSpPr>
        <p:grpSpPr>
          <a:xfrm>
            <a:off x="6003720" y="2053440"/>
            <a:ext cx="303840" cy="298080"/>
            <a:chOff x="6003720" y="2053440"/>
            <a:chExt cx="303840" cy="298080"/>
          </a:xfrm>
        </p:grpSpPr>
        <p:sp>
          <p:nvSpPr>
            <p:cNvPr id="2600" name="Freeform 174"/>
            <p:cNvSpPr/>
            <p:nvPr/>
          </p:nvSpPr>
          <p:spPr>
            <a:xfrm>
              <a:off x="606420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01" name="Freeform 175"/>
            <p:cNvSpPr/>
            <p:nvPr/>
          </p:nvSpPr>
          <p:spPr>
            <a:xfrm>
              <a:off x="6178320" y="228564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17"/>
                    <a:pt x="39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02" name="Rectangle 176"/>
            <p:cNvSpPr/>
            <p:nvPr/>
          </p:nvSpPr>
          <p:spPr>
            <a:xfrm>
              <a:off x="6126120" y="231372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03" name="Freeform 177"/>
            <p:cNvSpPr/>
            <p:nvPr/>
          </p:nvSpPr>
          <p:spPr>
            <a:xfrm>
              <a:off x="6003720" y="2053440"/>
              <a:ext cx="69840" cy="2642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64240"/>
                <a:gd name="textAreaBottom" fmla="*/ 264600 h 264240"/>
                <a:gd name="GluePoint1X" fmla="*/ 43 w 50"/>
                <a:gd name="GluePoint1Y" fmla="*/ 188 h 188"/>
                <a:gd name="GluePoint2X" fmla="*/ 30 w 50"/>
                <a:gd name="GluePoint2Y" fmla="*/ 6 h 188"/>
                <a:gd name="GluePoint3X" fmla="*/ 0 w 50"/>
                <a:gd name="GluePoint3Y" fmla="*/ 6 h 188"/>
                <a:gd name="GluePoint4X" fmla="*/ 0 w 50"/>
                <a:gd name="GluePoint4Y" fmla="*/ 0 h 188"/>
                <a:gd name="GluePoint5X" fmla="*/ 37 w 50"/>
                <a:gd name="GluePoint5Y" fmla="*/ 0 h 188"/>
                <a:gd name="GluePoint6X" fmla="*/ 50 w 50"/>
                <a:gd name="GluePoint6Y" fmla="*/ 188 h 188"/>
                <a:gd name="GluePoint7X" fmla="*/ 43 w 50"/>
                <a:gd name="GluePoint7Y" fmla="*/ 188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188">
                  <a:moveTo>
                    <a:pt x="43" y="188"/>
                  </a:moveTo>
                  <a:lnTo>
                    <a:pt x="3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50" y="188"/>
                  </a:lnTo>
                  <a:lnTo>
                    <a:pt x="43" y="18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04" name="Freeform 178"/>
            <p:cNvSpPr/>
            <p:nvPr/>
          </p:nvSpPr>
          <p:spPr>
            <a:xfrm>
              <a:off x="6055920" y="2091240"/>
              <a:ext cx="251640" cy="16416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164160"/>
                <a:gd name="textAreaBottom" fmla="*/ 164520 h 164160"/>
                <a:gd name="GluePoint1X" fmla="*/ 6 w 179"/>
                <a:gd name="GluePoint1Y" fmla="*/ 117 h 117"/>
                <a:gd name="GluePoint2X" fmla="*/ 6 w 179"/>
                <a:gd name="GluePoint2Y" fmla="*/ 111 h 117"/>
                <a:gd name="GluePoint3X" fmla="*/ 148 w 179"/>
                <a:gd name="GluePoint3Y" fmla="*/ 101 h 117"/>
                <a:gd name="GluePoint4X" fmla="*/ 170 w 179"/>
                <a:gd name="GluePoint4Y" fmla="*/ 6 h 117"/>
                <a:gd name="GluePoint5X" fmla="*/ 0 w 179"/>
                <a:gd name="GluePoint5Y" fmla="*/ 6 h 117"/>
                <a:gd name="GluePoint6X" fmla="*/ 0 w 179"/>
                <a:gd name="GluePoint6Y" fmla="*/ 0 h 117"/>
                <a:gd name="GluePoint7X" fmla="*/ 179 w 179"/>
                <a:gd name="GluePoint7Y" fmla="*/ 0 h 117"/>
                <a:gd name="GluePoint8X" fmla="*/ 153 w 179"/>
                <a:gd name="GluePoint8Y" fmla="*/ 107 h 117"/>
                <a:gd name="GluePoint9X" fmla="*/ 6 w 179"/>
                <a:gd name="GluePoint9Y" fmla="*/ 117 h 1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79" h="117">
                  <a:moveTo>
                    <a:pt x="6" y="117"/>
                  </a:moveTo>
                  <a:lnTo>
                    <a:pt x="6" y="111"/>
                  </a:lnTo>
                  <a:lnTo>
                    <a:pt x="148" y="101"/>
                  </a:lnTo>
                  <a:lnTo>
                    <a:pt x="170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53" y="107"/>
                  </a:lnTo>
                  <a:lnTo>
                    <a:pt x="6" y="1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05" name="Freeform 179"/>
            <p:cNvSpPr/>
            <p:nvPr/>
          </p:nvSpPr>
          <p:spPr>
            <a:xfrm>
              <a:off x="6131880" y="2120760"/>
              <a:ext cx="82800" cy="4464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44640"/>
                <a:gd name="textAreaBottom" fmla="*/ 45000 h 44640"/>
                <a:gd name="GluePoint1X" fmla="*/ 54 w 59"/>
                <a:gd name="GluePoint1Y" fmla="*/ 32 h 32"/>
                <a:gd name="GluePoint2X" fmla="*/ 30 w 59"/>
                <a:gd name="GluePoint2Y" fmla="*/ 6 h 32"/>
                <a:gd name="GluePoint3X" fmla="*/ 5 w 59"/>
                <a:gd name="GluePoint3Y" fmla="*/ 32 h 32"/>
                <a:gd name="GluePoint4X" fmla="*/ 0 w 59"/>
                <a:gd name="GluePoint4Y" fmla="*/ 27 h 32"/>
                <a:gd name="GluePoint5X" fmla="*/ 27 w 59"/>
                <a:gd name="GluePoint5Y" fmla="*/ 0 h 32"/>
                <a:gd name="GluePoint6X" fmla="*/ 32 w 59"/>
                <a:gd name="GluePoint6Y" fmla="*/ 0 h 32"/>
                <a:gd name="GluePoint7X" fmla="*/ 59 w 59"/>
                <a:gd name="GluePoint7Y" fmla="*/ 27 h 32"/>
                <a:gd name="GluePoint8X" fmla="*/ 54 w 59"/>
                <a:gd name="GluePoint8Y" fmla="*/ 32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9" h="32">
                  <a:moveTo>
                    <a:pt x="54" y="32"/>
                  </a:moveTo>
                  <a:lnTo>
                    <a:pt x="30" y="6"/>
                  </a:lnTo>
                  <a:lnTo>
                    <a:pt x="5" y="32"/>
                  </a:lnTo>
                  <a:lnTo>
                    <a:pt x="0" y="27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59" y="27"/>
                  </a:lnTo>
                  <a:lnTo>
                    <a:pt x="54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06" name="Rectangle 180"/>
            <p:cNvSpPr/>
            <p:nvPr/>
          </p:nvSpPr>
          <p:spPr>
            <a:xfrm>
              <a:off x="6168240" y="2123640"/>
              <a:ext cx="9360" cy="93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07" name="Группа 451"/>
          <p:cNvGrpSpPr/>
          <p:nvPr/>
        </p:nvGrpSpPr>
        <p:grpSpPr>
          <a:xfrm>
            <a:off x="6003720" y="1657800"/>
            <a:ext cx="302040" cy="302040"/>
            <a:chOff x="6003720" y="1657800"/>
            <a:chExt cx="302040" cy="302040"/>
          </a:xfrm>
        </p:grpSpPr>
        <p:sp>
          <p:nvSpPr>
            <p:cNvPr id="2608" name="Freeform 181"/>
            <p:cNvSpPr/>
            <p:nvPr/>
          </p:nvSpPr>
          <p:spPr>
            <a:xfrm>
              <a:off x="6003720" y="165780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8 w 256"/>
                <a:gd name="GluePoint2Y" fmla="*/ 218 h 256"/>
                <a:gd name="GluePoint3X" fmla="*/ 0 w 256"/>
                <a:gd name="GluePoint3Y" fmla="*/ 128 h 256"/>
                <a:gd name="GluePoint4X" fmla="*/ 38 w 256"/>
                <a:gd name="GluePoint4Y" fmla="*/ 37 h 256"/>
                <a:gd name="GluePoint5X" fmla="*/ 128 w 256"/>
                <a:gd name="GluePoint5Y" fmla="*/ 0 h 256"/>
                <a:gd name="GluePoint6X" fmla="*/ 219 w 256"/>
                <a:gd name="GluePoint6Y" fmla="*/ 37 h 256"/>
                <a:gd name="GluePoint7X" fmla="*/ 256 w 256"/>
                <a:gd name="GluePoint7Y" fmla="*/ 128 h 256"/>
                <a:gd name="GluePoint8X" fmla="*/ 219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4 w 256"/>
                <a:gd name="GluePoint11Y" fmla="*/ 43 h 256"/>
                <a:gd name="GluePoint12X" fmla="*/ 8 w 256"/>
                <a:gd name="GluePoint12Y" fmla="*/ 128 h 256"/>
                <a:gd name="GluePoint13X" fmla="*/ 44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2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1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7"/>
                  </a:cubicBezTo>
                  <a:cubicBezTo>
                    <a:pt x="243" y="61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2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4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4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1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09" name="Freeform 182"/>
            <p:cNvSpPr/>
            <p:nvPr/>
          </p:nvSpPr>
          <p:spPr>
            <a:xfrm>
              <a:off x="6092280" y="1733760"/>
              <a:ext cx="113760" cy="1501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150120"/>
                <a:gd name="textAreaBottom" fmla="*/ 150480 h 150120"/>
                <a:gd name="GluePoint1X" fmla="*/ 52 w 96"/>
                <a:gd name="GluePoint1Y" fmla="*/ 128 h 128"/>
                <a:gd name="GluePoint2X" fmla="*/ 0 w 96"/>
                <a:gd name="GluePoint2Y" fmla="*/ 64 h 128"/>
                <a:gd name="GluePoint3X" fmla="*/ 52 w 96"/>
                <a:gd name="GluePoint3Y" fmla="*/ 0 h 128"/>
                <a:gd name="GluePoint4X" fmla="*/ 96 w 96"/>
                <a:gd name="GluePoint4Y" fmla="*/ 19 h 128"/>
                <a:gd name="GluePoint5X" fmla="*/ 89 w 96"/>
                <a:gd name="GluePoint5Y" fmla="*/ 21 h 128"/>
                <a:gd name="GluePoint6X" fmla="*/ 52 w 96"/>
                <a:gd name="GluePoint6Y" fmla="*/ 8 h 128"/>
                <a:gd name="GluePoint7X" fmla="*/ 8 w 96"/>
                <a:gd name="GluePoint7Y" fmla="*/ 64 h 128"/>
                <a:gd name="GluePoint8X" fmla="*/ 52 w 96"/>
                <a:gd name="GluePoint8Y" fmla="*/ 120 h 128"/>
                <a:gd name="GluePoint9X" fmla="*/ 89 w 96"/>
                <a:gd name="GluePoint9Y" fmla="*/ 107 h 128"/>
                <a:gd name="GluePoint10X" fmla="*/ 96 w 96"/>
                <a:gd name="GluePoint10Y" fmla="*/ 109 h 128"/>
                <a:gd name="GluePoint11X" fmla="*/ 52 w 96"/>
                <a:gd name="GluePoint11Y" fmla="*/ 128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96" h="128">
                  <a:moveTo>
                    <a:pt x="52" y="128"/>
                  </a:moveTo>
                  <a:cubicBezTo>
                    <a:pt x="19" y="128"/>
                    <a:pt x="0" y="105"/>
                    <a:pt x="0" y="64"/>
                  </a:cubicBezTo>
                  <a:cubicBezTo>
                    <a:pt x="0" y="22"/>
                    <a:pt x="19" y="0"/>
                    <a:pt x="52" y="0"/>
                  </a:cubicBezTo>
                  <a:cubicBezTo>
                    <a:pt x="91" y="0"/>
                    <a:pt x="96" y="18"/>
                    <a:pt x="96" y="19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89" y="21"/>
                    <a:pt x="84" y="8"/>
                    <a:pt x="52" y="8"/>
                  </a:cubicBezTo>
                  <a:cubicBezTo>
                    <a:pt x="16" y="8"/>
                    <a:pt x="8" y="38"/>
                    <a:pt x="8" y="64"/>
                  </a:cubicBezTo>
                  <a:cubicBezTo>
                    <a:pt x="8" y="89"/>
                    <a:pt x="16" y="120"/>
                    <a:pt x="52" y="120"/>
                  </a:cubicBezTo>
                  <a:cubicBezTo>
                    <a:pt x="84" y="120"/>
                    <a:pt x="89" y="107"/>
                    <a:pt x="89" y="107"/>
                  </a:cubicBezTo>
                  <a:cubicBezTo>
                    <a:pt x="96" y="109"/>
                    <a:pt x="96" y="109"/>
                    <a:pt x="96" y="109"/>
                  </a:cubicBezTo>
                  <a:cubicBezTo>
                    <a:pt x="96" y="109"/>
                    <a:pt x="91" y="128"/>
                    <a:pt x="52" y="1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10" name="Rectangle 183"/>
            <p:cNvSpPr/>
            <p:nvPr/>
          </p:nvSpPr>
          <p:spPr>
            <a:xfrm>
              <a:off x="6150240" y="1714320"/>
              <a:ext cx="9360" cy="189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11" name="Группа 452"/>
          <p:cNvGrpSpPr/>
          <p:nvPr/>
        </p:nvGrpSpPr>
        <p:grpSpPr>
          <a:xfrm>
            <a:off x="6397920" y="1657800"/>
            <a:ext cx="302040" cy="302040"/>
            <a:chOff x="6397920" y="1657800"/>
            <a:chExt cx="302040" cy="302040"/>
          </a:xfrm>
        </p:grpSpPr>
        <p:sp>
          <p:nvSpPr>
            <p:cNvPr id="2612" name="Freeform 184"/>
            <p:cNvSpPr/>
            <p:nvPr/>
          </p:nvSpPr>
          <p:spPr>
            <a:xfrm>
              <a:off x="6397920" y="165780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7 w 256"/>
                <a:gd name="GluePoint2Y" fmla="*/ 218 h 256"/>
                <a:gd name="GluePoint3X" fmla="*/ 0 w 256"/>
                <a:gd name="GluePoint3Y" fmla="*/ 128 h 256"/>
                <a:gd name="GluePoint4X" fmla="*/ 37 w 256"/>
                <a:gd name="GluePoint4Y" fmla="*/ 37 h 256"/>
                <a:gd name="GluePoint5X" fmla="*/ 128 w 256"/>
                <a:gd name="GluePoint5Y" fmla="*/ 0 h 256"/>
                <a:gd name="GluePoint6X" fmla="*/ 218 w 256"/>
                <a:gd name="GluePoint6Y" fmla="*/ 37 h 256"/>
                <a:gd name="GluePoint7X" fmla="*/ 256 w 256"/>
                <a:gd name="GluePoint7Y" fmla="*/ 128 h 256"/>
                <a:gd name="GluePoint8X" fmla="*/ 218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2 w 256"/>
                <a:gd name="GluePoint15Y" fmla="*/ 213 h 256"/>
                <a:gd name="GluePoint16X" fmla="*/ 248 w 256"/>
                <a:gd name="GluePoint16Y" fmla="*/ 128 h 256"/>
                <a:gd name="GluePoint17X" fmla="*/ 212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3" y="256"/>
                    <a:pt x="61" y="242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1"/>
                    <a:pt x="37" y="37"/>
                  </a:cubicBezTo>
                  <a:cubicBezTo>
                    <a:pt x="61" y="13"/>
                    <a:pt x="93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1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2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5" y="8"/>
                    <a:pt x="65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5" y="235"/>
                    <a:pt x="95" y="248"/>
                    <a:pt x="128" y="248"/>
                  </a:cubicBezTo>
                  <a:cubicBezTo>
                    <a:pt x="160" y="248"/>
                    <a:pt x="190" y="235"/>
                    <a:pt x="212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2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13" name="Freeform 185"/>
            <p:cNvSpPr/>
            <p:nvPr/>
          </p:nvSpPr>
          <p:spPr>
            <a:xfrm>
              <a:off x="6486480" y="1733760"/>
              <a:ext cx="112320" cy="15012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150120"/>
                <a:gd name="textAreaBottom" fmla="*/ 150480 h 150120"/>
                <a:gd name="GluePoint1X" fmla="*/ 52 w 95"/>
                <a:gd name="GluePoint1Y" fmla="*/ 128 h 128"/>
                <a:gd name="GluePoint2X" fmla="*/ 0 w 95"/>
                <a:gd name="GluePoint2Y" fmla="*/ 64 h 128"/>
                <a:gd name="GluePoint3X" fmla="*/ 52 w 95"/>
                <a:gd name="GluePoint3Y" fmla="*/ 0 h 128"/>
                <a:gd name="GluePoint4X" fmla="*/ 95 w 95"/>
                <a:gd name="GluePoint4Y" fmla="*/ 19 h 128"/>
                <a:gd name="GluePoint5X" fmla="*/ 88 w 95"/>
                <a:gd name="GluePoint5Y" fmla="*/ 21 h 128"/>
                <a:gd name="GluePoint6X" fmla="*/ 52 w 95"/>
                <a:gd name="GluePoint6Y" fmla="*/ 8 h 128"/>
                <a:gd name="GluePoint7X" fmla="*/ 8 w 95"/>
                <a:gd name="GluePoint7Y" fmla="*/ 64 h 128"/>
                <a:gd name="GluePoint8X" fmla="*/ 52 w 95"/>
                <a:gd name="GluePoint8Y" fmla="*/ 120 h 128"/>
                <a:gd name="GluePoint9X" fmla="*/ 88 w 95"/>
                <a:gd name="GluePoint9Y" fmla="*/ 107 h 128"/>
                <a:gd name="GluePoint10X" fmla="*/ 95 w 95"/>
                <a:gd name="GluePoint10Y" fmla="*/ 109 h 128"/>
                <a:gd name="GluePoint11X" fmla="*/ 52 w 95"/>
                <a:gd name="GluePoint11Y" fmla="*/ 128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95" h="128">
                  <a:moveTo>
                    <a:pt x="52" y="128"/>
                  </a:moveTo>
                  <a:cubicBezTo>
                    <a:pt x="18" y="128"/>
                    <a:pt x="0" y="105"/>
                    <a:pt x="0" y="64"/>
                  </a:cubicBezTo>
                  <a:cubicBezTo>
                    <a:pt x="0" y="22"/>
                    <a:pt x="18" y="0"/>
                    <a:pt x="52" y="0"/>
                  </a:cubicBezTo>
                  <a:cubicBezTo>
                    <a:pt x="90" y="0"/>
                    <a:pt x="95" y="18"/>
                    <a:pt x="95" y="19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88" y="21"/>
                    <a:pt x="83" y="8"/>
                    <a:pt x="52" y="8"/>
                  </a:cubicBezTo>
                  <a:cubicBezTo>
                    <a:pt x="15" y="8"/>
                    <a:pt x="8" y="38"/>
                    <a:pt x="8" y="64"/>
                  </a:cubicBezTo>
                  <a:cubicBezTo>
                    <a:pt x="8" y="89"/>
                    <a:pt x="15" y="120"/>
                    <a:pt x="52" y="120"/>
                  </a:cubicBezTo>
                  <a:cubicBezTo>
                    <a:pt x="83" y="120"/>
                    <a:pt x="88" y="107"/>
                    <a:pt x="88" y="107"/>
                  </a:cubicBezTo>
                  <a:cubicBezTo>
                    <a:pt x="95" y="109"/>
                    <a:pt x="95" y="109"/>
                    <a:pt x="95" y="109"/>
                  </a:cubicBezTo>
                  <a:cubicBezTo>
                    <a:pt x="95" y="109"/>
                    <a:pt x="90" y="128"/>
                    <a:pt x="52" y="1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14" name="Freeform 186"/>
            <p:cNvSpPr/>
            <p:nvPr/>
          </p:nvSpPr>
          <p:spPr>
            <a:xfrm>
              <a:off x="6491880" y="1721160"/>
              <a:ext cx="78480" cy="168480"/>
            </a:xfrm>
            <a:custGeom>
              <a:avLst/>
              <a:gdLst>
                <a:gd name="textAreaLeft" fmla="*/ 0 w 78480"/>
                <a:gd name="textAreaRight" fmla="*/ 78840 w 78480"/>
                <a:gd name="textAreaTop" fmla="*/ 0 h 168480"/>
                <a:gd name="textAreaBottom" fmla="*/ 168840 h 168480"/>
                <a:gd name="GluePoint1X" fmla="*/ 50 w 56"/>
                <a:gd name="GluePoint1Y" fmla="*/ 0 h 120"/>
                <a:gd name="GluePoint2X" fmla="*/ 56 w 56"/>
                <a:gd name="GluePoint2Y" fmla="*/ 3 h 120"/>
                <a:gd name="GluePoint3X" fmla="*/ 6 w 56"/>
                <a:gd name="GluePoint3Y" fmla="*/ 120 h 120"/>
                <a:gd name="GluePoint4X" fmla="*/ 0 w 56"/>
                <a:gd name="GluePoint4Y" fmla="*/ 118 h 120"/>
                <a:gd name="GluePoint5X" fmla="*/ 50 w 56"/>
                <a:gd name="GluePoint5Y" fmla="*/ 0 h 1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6" h="120">
                  <a:moveTo>
                    <a:pt x="50" y="0"/>
                  </a:moveTo>
                  <a:lnTo>
                    <a:pt x="56" y="3"/>
                  </a:lnTo>
                  <a:lnTo>
                    <a:pt x="6" y="120"/>
                  </a:lnTo>
                  <a:lnTo>
                    <a:pt x="0" y="118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15" name="Freeform 187"/>
            <p:cNvSpPr/>
            <p:nvPr/>
          </p:nvSpPr>
          <p:spPr>
            <a:xfrm>
              <a:off x="6516000" y="1721160"/>
              <a:ext cx="78480" cy="168480"/>
            </a:xfrm>
            <a:custGeom>
              <a:avLst/>
              <a:gdLst>
                <a:gd name="textAreaLeft" fmla="*/ 0 w 78480"/>
                <a:gd name="textAreaRight" fmla="*/ 78840 w 78480"/>
                <a:gd name="textAreaTop" fmla="*/ 0 h 168480"/>
                <a:gd name="textAreaBottom" fmla="*/ 168840 h 168480"/>
                <a:gd name="GluePoint1X" fmla="*/ 50 w 56"/>
                <a:gd name="GluePoint1Y" fmla="*/ 0 h 120"/>
                <a:gd name="GluePoint2X" fmla="*/ 56 w 56"/>
                <a:gd name="GluePoint2Y" fmla="*/ 3 h 120"/>
                <a:gd name="GluePoint3X" fmla="*/ 5 w 56"/>
                <a:gd name="GluePoint3Y" fmla="*/ 120 h 120"/>
                <a:gd name="GluePoint4X" fmla="*/ 0 w 56"/>
                <a:gd name="GluePoint4Y" fmla="*/ 118 h 120"/>
                <a:gd name="GluePoint5X" fmla="*/ 50 w 56"/>
                <a:gd name="GluePoint5Y" fmla="*/ 0 h 1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6" h="120">
                  <a:moveTo>
                    <a:pt x="50" y="0"/>
                  </a:moveTo>
                  <a:lnTo>
                    <a:pt x="56" y="3"/>
                  </a:lnTo>
                  <a:lnTo>
                    <a:pt x="5" y="120"/>
                  </a:lnTo>
                  <a:lnTo>
                    <a:pt x="0" y="118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16" name="Группа 453"/>
          <p:cNvGrpSpPr/>
          <p:nvPr/>
        </p:nvGrpSpPr>
        <p:grpSpPr>
          <a:xfrm>
            <a:off x="6790320" y="1704240"/>
            <a:ext cx="302040" cy="208080"/>
            <a:chOff x="6790320" y="1704240"/>
            <a:chExt cx="302040" cy="208080"/>
          </a:xfrm>
        </p:grpSpPr>
        <p:sp>
          <p:nvSpPr>
            <p:cNvPr id="2617" name="Freeform 188"/>
            <p:cNvSpPr/>
            <p:nvPr/>
          </p:nvSpPr>
          <p:spPr>
            <a:xfrm>
              <a:off x="6790320" y="1704240"/>
              <a:ext cx="302040" cy="208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208080"/>
                <a:gd name="textAreaBottom" fmla="*/ 208440 h 208080"/>
                <a:gd name="GluePoint1X" fmla="*/ 215 w 215"/>
                <a:gd name="GluePoint1Y" fmla="*/ 148 h 148"/>
                <a:gd name="GluePoint2X" fmla="*/ 0 w 215"/>
                <a:gd name="GluePoint2Y" fmla="*/ 148 h 148"/>
                <a:gd name="GluePoint3X" fmla="*/ 0 w 215"/>
                <a:gd name="GluePoint3Y" fmla="*/ 0 h 148"/>
                <a:gd name="GluePoint4X" fmla="*/ 215 w 215"/>
                <a:gd name="GluePoint4Y" fmla="*/ 0 h 148"/>
                <a:gd name="GluePoint5X" fmla="*/ 215 w 215"/>
                <a:gd name="GluePoint5Y" fmla="*/ 148 h 148"/>
                <a:gd name="GluePoint6X" fmla="*/ 6 w 215"/>
                <a:gd name="GluePoint6Y" fmla="*/ 142 h 148"/>
                <a:gd name="GluePoint7X" fmla="*/ 208 w 215"/>
                <a:gd name="GluePoint7Y" fmla="*/ 142 h 148"/>
                <a:gd name="GluePoint8X" fmla="*/ 208 w 215"/>
                <a:gd name="GluePoint8Y" fmla="*/ 7 h 148"/>
                <a:gd name="GluePoint9X" fmla="*/ 6 w 215"/>
                <a:gd name="GluePoint9Y" fmla="*/ 7 h 148"/>
                <a:gd name="GluePoint10X" fmla="*/ 6 w 215"/>
                <a:gd name="GluePoint10Y" fmla="*/ 142 h 1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5" h="148">
                  <a:moveTo>
                    <a:pt x="215" y="148"/>
                  </a:moveTo>
                  <a:lnTo>
                    <a:pt x="0" y="148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148"/>
                  </a:lnTo>
                  <a:close/>
                  <a:moveTo>
                    <a:pt x="6" y="142"/>
                  </a:moveTo>
                  <a:lnTo>
                    <a:pt x="208" y="142"/>
                  </a:lnTo>
                  <a:lnTo>
                    <a:pt x="208" y="7"/>
                  </a:lnTo>
                  <a:lnTo>
                    <a:pt x="6" y="7"/>
                  </a:lnTo>
                  <a:lnTo>
                    <a:pt x="6" y="14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18" name="Rectangle 189"/>
            <p:cNvSpPr/>
            <p:nvPr/>
          </p:nvSpPr>
          <p:spPr>
            <a:xfrm>
              <a:off x="6794640" y="1733760"/>
              <a:ext cx="2923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19" name="Rectangle 190"/>
            <p:cNvSpPr/>
            <p:nvPr/>
          </p:nvSpPr>
          <p:spPr>
            <a:xfrm>
              <a:off x="6794640" y="1771920"/>
              <a:ext cx="2923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20" name="Rectangle 191"/>
            <p:cNvSpPr/>
            <p:nvPr/>
          </p:nvSpPr>
          <p:spPr>
            <a:xfrm>
              <a:off x="6818400" y="1875960"/>
              <a:ext cx="180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21" name="Rectangle 192"/>
            <p:cNvSpPr/>
            <p:nvPr/>
          </p:nvSpPr>
          <p:spPr>
            <a:xfrm>
              <a:off x="6846840" y="1875960"/>
              <a:ext cx="13608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22" name="Группа 465"/>
          <p:cNvGrpSpPr/>
          <p:nvPr/>
        </p:nvGrpSpPr>
        <p:grpSpPr>
          <a:xfrm>
            <a:off x="6395040" y="2072880"/>
            <a:ext cx="306360" cy="257040"/>
            <a:chOff x="6395040" y="2072880"/>
            <a:chExt cx="306360" cy="257040"/>
          </a:xfrm>
        </p:grpSpPr>
        <p:sp>
          <p:nvSpPr>
            <p:cNvPr id="2623" name="Freeform 193"/>
            <p:cNvSpPr/>
            <p:nvPr/>
          </p:nvSpPr>
          <p:spPr>
            <a:xfrm>
              <a:off x="6395040" y="2072880"/>
              <a:ext cx="306360" cy="25704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257040"/>
                <a:gd name="textAreaBottom" fmla="*/ 257400 h 257040"/>
                <a:gd name="GluePoint1X" fmla="*/ 109 w 218"/>
                <a:gd name="GluePoint1Y" fmla="*/ 183 h 183"/>
                <a:gd name="GluePoint2X" fmla="*/ 0 w 218"/>
                <a:gd name="GluePoint2Y" fmla="*/ 74 h 183"/>
                <a:gd name="GluePoint3X" fmla="*/ 60 w 218"/>
                <a:gd name="GluePoint3Y" fmla="*/ 0 h 183"/>
                <a:gd name="GluePoint4X" fmla="*/ 157 w 218"/>
                <a:gd name="GluePoint4Y" fmla="*/ 0 h 183"/>
                <a:gd name="GluePoint5X" fmla="*/ 218 w 218"/>
                <a:gd name="GluePoint5Y" fmla="*/ 74 h 183"/>
                <a:gd name="GluePoint6X" fmla="*/ 109 w 218"/>
                <a:gd name="GluePoint6Y" fmla="*/ 183 h 183"/>
                <a:gd name="GluePoint7X" fmla="*/ 112 w 218"/>
                <a:gd name="GluePoint7Y" fmla="*/ 7 h 183"/>
                <a:gd name="GluePoint8X" fmla="*/ 112 w 218"/>
                <a:gd name="GluePoint8Y" fmla="*/ 170 h 183"/>
                <a:gd name="GluePoint9X" fmla="*/ 208 w 218"/>
                <a:gd name="GluePoint9Y" fmla="*/ 74 h 183"/>
                <a:gd name="GluePoint10X" fmla="*/ 155 w 218"/>
                <a:gd name="GluePoint10Y" fmla="*/ 7 h 183"/>
                <a:gd name="GluePoint11X" fmla="*/ 112 w 218"/>
                <a:gd name="GluePoint11Y" fmla="*/ 7 h 183"/>
                <a:gd name="GluePoint12X" fmla="*/ 9 w 218"/>
                <a:gd name="GluePoint12Y" fmla="*/ 74 h 183"/>
                <a:gd name="GluePoint13X" fmla="*/ 106 w 218"/>
                <a:gd name="GluePoint13Y" fmla="*/ 170 h 183"/>
                <a:gd name="GluePoint14X" fmla="*/ 106 w 218"/>
                <a:gd name="GluePoint14Y" fmla="*/ 7 h 183"/>
                <a:gd name="GluePoint15X" fmla="*/ 63 w 218"/>
                <a:gd name="GluePoint15Y" fmla="*/ 7 h 183"/>
                <a:gd name="GluePoint16X" fmla="*/ 9 w 218"/>
                <a:gd name="GluePoint16Y" fmla="*/ 74 h 18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18" h="183">
                  <a:moveTo>
                    <a:pt x="109" y="183"/>
                  </a:moveTo>
                  <a:lnTo>
                    <a:pt x="0" y="74"/>
                  </a:lnTo>
                  <a:lnTo>
                    <a:pt x="60" y="0"/>
                  </a:lnTo>
                  <a:lnTo>
                    <a:pt x="157" y="0"/>
                  </a:lnTo>
                  <a:lnTo>
                    <a:pt x="218" y="74"/>
                  </a:lnTo>
                  <a:lnTo>
                    <a:pt x="109" y="183"/>
                  </a:lnTo>
                  <a:close/>
                  <a:moveTo>
                    <a:pt x="112" y="7"/>
                  </a:moveTo>
                  <a:lnTo>
                    <a:pt x="112" y="170"/>
                  </a:lnTo>
                  <a:lnTo>
                    <a:pt x="208" y="74"/>
                  </a:lnTo>
                  <a:lnTo>
                    <a:pt x="155" y="7"/>
                  </a:lnTo>
                  <a:lnTo>
                    <a:pt x="112" y="7"/>
                  </a:lnTo>
                  <a:close/>
                  <a:moveTo>
                    <a:pt x="9" y="74"/>
                  </a:moveTo>
                  <a:lnTo>
                    <a:pt x="106" y="170"/>
                  </a:lnTo>
                  <a:lnTo>
                    <a:pt x="106" y="7"/>
                  </a:lnTo>
                  <a:lnTo>
                    <a:pt x="63" y="7"/>
                  </a:lnTo>
                  <a:lnTo>
                    <a:pt x="9" y="7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24" name="Freeform 194"/>
            <p:cNvSpPr/>
            <p:nvPr/>
          </p:nvSpPr>
          <p:spPr>
            <a:xfrm>
              <a:off x="6476400" y="2077200"/>
              <a:ext cx="75600" cy="2444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244440"/>
                <a:gd name="textAreaBottom" fmla="*/ 244800 h 244440"/>
                <a:gd name="GluePoint1X" fmla="*/ 48 w 54"/>
                <a:gd name="GluePoint1Y" fmla="*/ 174 h 174"/>
                <a:gd name="GluePoint2X" fmla="*/ 0 w 54"/>
                <a:gd name="GluePoint2Y" fmla="*/ 71 h 174"/>
                <a:gd name="GluePoint3X" fmla="*/ 21 w 54"/>
                <a:gd name="GluePoint3Y" fmla="*/ 0 h 174"/>
                <a:gd name="GluePoint4X" fmla="*/ 27 w 54"/>
                <a:gd name="GluePoint4Y" fmla="*/ 1 h 174"/>
                <a:gd name="GluePoint5X" fmla="*/ 7 w 54"/>
                <a:gd name="GluePoint5Y" fmla="*/ 71 h 174"/>
                <a:gd name="GluePoint6X" fmla="*/ 54 w 54"/>
                <a:gd name="GluePoint6Y" fmla="*/ 170 h 174"/>
                <a:gd name="GluePoint7X" fmla="*/ 48 w 54"/>
                <a:gd name="GluePoint7Y" fmla="*/ 174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4" h="174">
                  <a:moveTo>
                    <a:pt x="48" y="174"/>
                  </a:moveTo>
                  <a:lnTo>
                    <a:pt x="0" y="71"/>
                  </a:lnTo>
                  <a:lnTo>
                    <a:pt x="21" y="0"/>
                  </a:lnTo>
                  <a:lnTo>
                    <a:pt x="27" y="1"/>
                  </a:lnTo>
                  <a:lnTo>
                    <a:pt x="7" y="71"/>
                  </a:lnTo>
                  <a:lnTo>
                    <a:pt x="54" y="170"/>
                  </a:lnTo>
                  <a:lnTo>
                    <a:pt x="48" y="17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25" name="Freeform 195"/>
            <p:cNvSpPr/>
            <p:nvPr/>
          </p:nvSpPr>
          <p:spPr>
            <a:xfrm>
              <a:off x="6544080" y="2077200"/>
              <a:ext cx="75600" cy="2444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244440"/>
                <a:gd name="textAreaBottom" fmla="*/ 244800 h 244440"/>
                <a:gd name="GluePoint1X" fmla="*/ 6 w 54"/>
                <a:gd name="GluePoint1Y" fmla="*/ 174 h 174"/>
                <a:gd name="GluePoint2X" fmla="*/ 0 w 54"/>
                <a:gd name="GluePoint2Y" fmla="*/ 170 h 174"/>
                <a:gd name="GluePoint3X" fmla="*/ 46 w 54"/>
                <a:gd name="GluePoint3Y" fmla="*/ 71 h 174"/>
                <a:gd name="GluePoint4X" fmla="*/ 27 w 54"/>
                <a:gd name="GluePoint4Y" fmla="*/ 1 h 174"/>
                <a:gd name="GluePoint5X" fmla="*/ 33 w 54"/>
                <a:gd name="GluePoint5Y" fmla="*/ 0 h 174"/>
                <a:gd name="GluePoint6X" fmla="*/ 54 w 54"/>
                <a:gd name="GluePoint6Y" fmla="*/ 71 h 174"/>
                <a:gd name="GluePoint7X" fmla="*/ 6 w 54"/>
                <a:gd name="GluePoint7Y" fmla="*/ 174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4" h="174">
                  <a:moveTo>
                    <a:pt x="6" y="174"/>
                  </a:moveTo>
                  <a:lnTo>
                    <a:pt x="0" y="170"/>
                  </a:lnTo>
                  <a:lnTo>
                    <a:pt x="46" y="71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54" y="71"/>
                  </a:lnTo>
                  <a:lnTo>
                    <a:pt x="6" y="17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26" name="Rectangle 196"/>
            <p:cNvSpPr/>
            <p:nvPr/>
          </p:nvSpPr>
          <p:spPr>
            <a:xfrm>
              <a:off x="6401880" y="2172960"/>
              <a:ext cx="2923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27" name="Группа 467"/>
          <p:cNvGrpSpPr/>
          <p:nvPr/>
        </p:nvGrpSpPr>
        <p:grpSpPr>
          <a:xfrm>
            <a:off x="2074680" y="2442960"/>
            <a:ext cx="302040" cy="302040"/>
            <a:chOff x="2074680" y="2442960"/>
            <a:chExt cx="302040" cy="302040"/>
          </a:xfrm>
        </p:grpSpPr>
        <p:sp>
          <p:nvSpPr>
            <p:cNvPr id="2628" name="Rectangle 197"/>
            <p:cNvSpPr/>
            <p:nvPr/>
          </p:nvSpPr>
          <p:spPr>
            <a:xfrm>
              <a:off x="2211120" y="2504880"/>
              <a:ext cx="9360" cy="183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29" name="Rectangle 198"/>
            <p:cNvSpPr/>
            <p:nvPr/>
          </p:nvSpPr>
          <p:spPr>
            <a:xfrm>
              <a:off x="2230920" y="2504880"/>
              <a:ext cx="9360" cy="183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30" name="Freeform 199"/>
            <p:cNvSpPr/>
            <p:nvPr/>
          </p:nvSpPr>
          <p:spPr>
            <a:xfrm>
              <a:off x="2178720" y="2519280"/>
              <a:ext cx="99720" cy="14616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146160"/>
                <a:gd name="textAreaBottom" fmla="*/ 146520 h 146160"/>
                <a:gd name="GluePoint1X" fmla="*/ 40 w 85"/>
                <a:gd name="GluePoint1Y" fmla="*/ 124 h 124"/>
                <a:gd name="GluePoint2X" fmla="*/ 6 w 85"/>
                <a:gd name="GluePoint2Y" fmla="*/ 114 h 124"/>
                <a:gd name="GluePoint3X" fmla="*/ 0 w 85"/>
                <a:gd name="GluePoint3Y" fmla="*/ 100 h 124"/>
                <a:gd name="GluePoint4X" fmla="*/ 8 w 85"/>
                <a:gd name="GluePoint4Y" fmla="*/ 100 h 124"/>
                <a:gd name="GluePoint5X" fmla="*/ 12 w 85"/>
                <a:gd name="GluePoint5Y" fmla="*/ 109 h 124"/>
                <a:gd name="GluePoint6X" fmla="*/ 40 w 85"/>
                <a:gd name="GluePoint6Y" fmla="*/ 116 h 124"/>
                <a:gd name="GluePoint7X" fmla="*/ 71 w 85"/>
                <a:gd name="GluePoint7Y" fmla="*/ 107 h 124"/>
                <a:gd name="GluePoint8X" fmla="*/ 76 w 85"/>
                <a:gd name="GluePoint8Y" fmla="*/ 90 h 124"/>
                <a:gd name="GluePoint9X" fmla="*/ 76 w 85"/>
                <a:gd name="GluePoint9Y" fmla="*/ 88 h 124"/>
                <a:gd name="GluePoint10X" fmla="*/ 40 w 85"/>
                <a:gd name="GluePoint10Y" fmla="*/ 64 h 124"/>
                <a:gd name="GluePoint11X" fmla="*/ 4 w 85"/>
                <a:gd name="GluePoint11Y" fmla="*/ 32 h 124"/>
                <a:gd name="GluePoint12X" fmla="*/ 11 w 85"/>
                <a:gd name="GluePoint12Y" fmla="*/ 11 h 124"/>
                <a:gd name="GluePoint13X" fmla="*/ 40 w 85"/>
                <a:gd name="GluePoint13Y" fmla="*/ 0 h 124"/>
                <a:gd name="GluePoint14X" fmla="*/ 80 w 85"/>
                <a:gd name="GluePoint14Y" fmla="*/ 28 h 124"/>
                <a:gd name="GluePoint15X" fmla="*/ 72 w 85"/>
                <a:gd name="GluePoint15Y" fmla="*/ 28 h 124"/>
                <a:gd name="GluePoint16X" fmla="*/ 76 w 85"/>
                <a:gd name="GluePoint16Y" fmla="*/ 28 h 124"/>
                <a:gd name="GluePoint17X" fmla="*/ 72 w 85"/>
                <a:gd name="GluePoint17Y" fmla="*/ 28 h 124"/>
                <a:gd name="GluePoint18X" fmla="*/ 40 w 85"/>
                <a:gd name="GluePoint18Y" fmla="*/ 8 h 124"/>
                <a:gd name="GluePoint19X" fmla="*/ 17 w 85"/>
                <a:gd name="GluePoint19Y" fmla="*/ 16 h 124"/>
                <a:gd name="GluePoint20X" fmla="*/ 12 w 85"/>
                <a:gd name="GluePoint20Y" fmla="*/ 31 h 124"/>
                <a:gd name="GluePoint21X" fmla="*/ 12 w 85"/>
                <a:gd name="GluePoint21Y" fmla="*/ 32 h 124"/>
                <a:gd name="GluePoint22X" fmla="*/ 40 w 85"/>
                <a:gd name="GluePoint22Y" fmla="*/ 56 h 124"/>
                <a:gd name="GluePoint23X" fmla="*/ 84 w 85"/>
                <a:gd name="GluePoint23Y" fmla="*/ 88 h 124"/>
                <a:gd name="GluePoint24X" fmla="*/ 84 w 85"/>
                <a:gd name="GluePoint24Y" fmla="*/ 90 h 124"/>
                <a:gd name="GluePoint25X" fmla="*/ 77 w 85"/>
                <a:gd name="GluePoint25Y" fmla="*/ 113 h 124"/>
                <a:gd name="GluePoint26X" fmla="*/ 40 w 85"/>
                <a:gd name="GluePoint26Y" fmla="*/ 124 h 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</a:cxnLst>
              <a:rect l="textAreaLeft" t="textAreaTop" r="textAreaRight" b="textAreaBottom"/>
              <a:pathLst>
                <a:path w="85" h="124">
                  <a:moveTo>
                    <a:pt x="40" y="124"/>
                  </a:moveTo>
                  <a:cubicBezTo>
                    <a:pt x="24" y="124"/>
                    <a:pt x="12" y="121"/>
                    <a:pt x="6" y="114"/>
                  </a:cubicBezTo>
                  <a:cubicBezTo>
                    <a:pt x="0" y="109"/>
                    <a:pt x="0" y="102"/>
                    <a:pt x="0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8" y="102"/>
                    <a:pt x="8" y="105"/>
                    <a:pt x="12" y="109"/>
                  </a:cubicBezTo>
                  <a:cubicBezTo>
                    <a:pt x="15" y="112"/>
                    <a:pt x="23" y="116"/>
                    <a:pt x="40" y="116"/>
                  </a:cubicBezTo>
                  <a:cubicBezTo>
                    <a:pt x="55" y="116"/>
                    <a:pt x="66" y="113"/>
                    <a:pt x="71" y="107"/>
                  </a:cubicBezTo>
                  <a:cubicBezTo>
                    <a:pt x="77" y="102"/>
                    <a:pt x="76" y="95"/>
                    <a:pt x="76" y="90"/>
                  </a:cubicBezTo>
                  <a:cubicBezTo>
                    <a:pt x="76" y="89"/>
                    <a:pt x="76" y="89"/>
                    <a:pt x="76" y="88"/>
                  </a:cubicBezTo>
                  <a:cubicBezTo>
                    <a:pt x="76" y="88"/>
                    <a:pt x="75" y="64"/>
                    <a:pt x="40" y="64"/>
                  </a:cubicBezTo>
                  <a:cubicBezTo>
                    <a:pt x="7" y="64"/>
                    <a:pt x="4" y="36"/>
                    <a:pt x="4" y="32"/>
                  </a:cubicBezTo>
                  <a:cubicBezTo>
                    <a:pt x="4" y="30"/>
                    <a:pt x="3" y="20"/>
                    <a:pt x="11" y="11"/>
                  </a:cubicBezTo>
                  <a:cubicBezTo>
                    <a:pt x="17" y="4"/>
                    <a:pt x="27" y="0"/>
                    <a:pt x="40" y="0"/>
                  </a:cubicBezTo>
                  <a:cubicBezTo>
                    <a:pt x="80" y="0"/>
                    <a:pt x="80" y="28"/>
                    <a:pt x="80" y="2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2" y="27"/>
                    <a:pt x="71" y="8"/>
                    <a:pt x="40" y="8"/>
                  </a:cubicBezTo>
                  <a:cubicBezTo>
                    <a:pt x="29" y="8"/>
                    <a:pt x="21" y="11"/>
                    <a:pt x="17" y="16"/>
                  </a:cubicBezTo>
                  <a:cubicBezTo>
                    <a:pt x="11" y="23"/>
                    <a:pt x="12" y="31"/>
                    <a:pt x="12" y="31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3"/>
                    <a:pt x="13" y="56"/>
                    <a:pt x="40" y="56"/>
                  </a:cubicBezTo>
                  <a:cubicBezTo>
                    <a:pt x="83" y="56"/>
                    <a:pt x="84" y="88"/>
                    <a:pt x="84" y="88"/>
                  </a:cubicBezTo>
                  <a:cubicBezTo>
                    <a:pt x="84" y="88"/>
                    <a:pt x="84" y="89"/>
                    <a:pt x="84" y="90"/>
                  </a:cubicBezTo>
                  <a:cubicBezTo>
                    <a:pt x="84" y="95"/>
                    <a:pt x="85" y="105"/>
                    <a:pt x="77" y="113"/>
                  </a:cubicBezTo>
                  <a:cubicBezTo>
                    <a:pt x="70" y="120"/>
                    <a:pt x="58" y="124"/>
                    <a:pt x="40" y="12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31" name="Freeform 200"/>
            <p:cNvSpPr/>
            <p:nvPr/>
          </p:nvSpPr>
          <p:spPr>
            <a:xfrm>
              <a:off x="207468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8 w 256"/>
                <a:gd name="GluePoint2Y" fmla="*/ 218 h 256"/>
                <a:gd name="GluePoint3X" fmla="*/ 0 w 256"/>
                <a:gd name="GluePoint3Y" fmla="*/ 128 h 256"/>
                <a:gd name="GluePoint4X" fmla="*/ 38 w 256"/>
                <a:gd name="GluePoint4Y" fmla="*/ 37 h 256"/>
                <a:gd name="GluePoint5X" fmla="*/ 128 w 256"/>
                <a:gd name="GluePoint5Y" fmla="*/ 0 h 256"/>
                <a:gd name="GluePoint6X" fmla="*/ 219 w 256"/>
                <a:gd name="GluePoint6Y" fmla="*/ 37 h 256"/>
                <a:gd name="GluePoint7X" fmla="*/ 256 w 256"/>
                <a:gd name="GluePoint7Y" fmla="*/ 128 h 256"/>
                <a:gd name="GluePoint8X" fmla="*/ 219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32" name="Группа 468"/>
          <p:cNvGrpSpPr/>
          <p:nvPr/>
        </p:nvGrpSpPr>
        <p:grpSpPr>
          <a:xfrm>
            <a:off x="2467440" y="2442960"/>
            <a:ext cx="302040" cy="302040"/>
            <a:chOff x="2467440" y="2442960"/>
            <a:chExt cx="302040" cy="302040"/>
          </a:xfrm>
        </p:grpSpPr>
        <p:sp>
          <p:nvSpPr>
            <p:cNvPr id="2633" name="Freeform 201"/>
            <p:cNvSpPr/>
            <p:nvPr/>
          </p:nvSpPr>
          <p:spPr>
            <a:xfrm>
              <a:off x="246744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8 w 256"/>
                <a:gd name="GluePoint2Y" fmla="*/ 218 h 256"/>
                <a:gd name="GluePoint3X" fmla="*/ 0 w 256"/>
                <a:gd name="GluePoint3Y" fmla="*/ 128 h 256"/>
                <a:gd name="GluePoint4X" fmla="*/ 38 w 256"/>
                <a:gd name="GluePoint4Y" fmla="*/ 37 h 256"/>
                <a:gd name="GluePoint5X" fmla="*/ 128 w 256"/>
                <a:gd name="GluePoint5Y" fmla="*/ 0 h 256"/>
                <a:gd name="GluePoint6X" fmla="*/ 219 w 256"/>
                <a:gd name="GluePoint6Y" fmla="*/ 37 h 256"/>
                <a:gd name="GluePoint7X" fmla="*/ 256 w 256"/>
                <a:gd name="GluePoint7Y" fmla="*/ 128 h 256"/>
                <a:gd name="GluePoint8X" fmla="*/ 219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1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34" name="Freeform 202"/>
            <p:cNvSpPr/>
            <p:nvPr/>
          </p:nvSpPr>
          <p:spPr>
            <a:xfrm>
              <a:off x="2557440" y="2519280"/>
              <a:ext cx="113760" cy="15156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151560"/>
                <a:gd name="textAreaBottom" fmla="*/ 151920 h 151560"/>
                <a:gd name="GluePoint1X" fmla="*/ 52 w 96"/>
                <a:gd name="GluePoint1Y" fmla="*/ 128 h 128"/>
                <a:gd name="GluePoint2X" fmla="*/ 0 w 96"/>
                <a:gd name="GluePoint2Y" fmla="*/ 64 h 128"/>
                <a:gd name="GluePoint3X" fmla="*/ 52 w 96"/>
                <a:gd name="GluePoint3Y" fmla="*/ 0 h 128"/>
                <a:gd name="GluePoint4X" fmla="*/ 96 w 96"/>
                <a:gd name="GluePoint4Y" fmla="*/ 19 h 128"/>
                <a:gd name="GluePoint5X" fmla="*/ 88 w 96"/>
                <a:gd name="GluePoint5Y" fmla="*/ 21 h 128"/>
                <a:gd name="GluePoint6X" fmla="*/ 52 w 96"/>
                <a:gd name="GluePoint6Y" fmla="*/ 8 h 128"/>
                <a:gd name="GluePoint7X" fmla="*/ 8 w 96"/>
                <a:gd name="GluePoint7Y" fmla="*/ 64 h 128"/>
                <a:gd name="GluePoint8X" fmla="*/ 52 w 96"/>
                <a:gd name="GluePoint8Y" fmla="*/ 120 h 128"/>
                <a:gd name="GluePoint9X" fmla="*/ 88 w 96"/>
                <a:gd name="GluePoint9Y" fmla="*/ 107 h 128"/>
                <a:gd name="GluePoint10X" fmla="*/ 96 w 96"/>
                <a:gd name="GluePoint10Y" fmla="*/ 109 h 128"/>
                <a:gd name="GluePoint11X" fmla="*/ 52 w 96"/>
                <a:gd name="GluePoint11Y" fmla="*/ 128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96" h="128">
                  <a:moveTo>
                    <a:pt x="52" y="128"/>
                  </a:moveTo>
                  <a:cubicBezTo>
                    <a:pt x="19" y="128"/>
                    <a:pt x="0" y="105"/>
                    <a:pt x="0" y="64"/>
                  </a:cubicBezTo>
                  <a:cubicBezTo>
                    <a:pt x="0" y="23"/>
                    <a:pt x="19" y="0"/>
                    <a:pt x="52" y="0"/>
                  </a:cubicBezTo>
                  <a:cubicBezTo>
                    <a:pt x="91" y="0"/>
                    <a:pt x="96" y="18"/>
                    <a:pt x="96" y="19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88" y="21"/>
                    <a:pt x="84" y="8"/>
                    <a:pt x="52" y="8"/>
                  </a:cubicBezTo>
                  <a:cubicBezTo>
                    <a:pt x="16" y="8"/>
                    <a:pt x="8" y="38"/>
                    <a:pt x="8" y="64"/>
                  </a:cubicBezTo>
                  <a:cubicBezTo>
                    <a:pt x="8" y="90"/>
                    <a:pt x="16" y="120"/>
                    <a:pt x="52" y="120"/>
                  </a:cubicBezTo>
                  <a:cubicBezTo>
                    <a:pt x="84" y="120"/>
                    <a:pt x="88" y="107"/>
                    <a:pt x="88" y="107"/>
                  </a:cubicBezTo>
                  <a:cubicBezTo>
                    <a:pt x="96" y="109"/>
                    <a:pt x="96" y="109"/>
                    <a:pt x="96" y="109"/>
                  </a:cubicBezTo>
                  <a:cubicBezTo>
                    <a:pt x="96" y="110"/>
                    <a:pt x="91" y="128"/>
                    <a:pt x="52" y="1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35" name="Rectangle 203"/>
            <p:cNvSpPr/>
            <p:nvPr/>
          </p:nvSpPr>
          <p:spPr>
            <a:xfrm>
              <a:off x="2537640" y="2581200"/>
              <a:ext cx="896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36" name="Rectangle 204"/>
            <p:cNvSpPr/>
            <p:nvPr/>
          </p:nvSpPr>
          <p:spPr>
            <a:xfrm>
              <a:off x="2537640" y="2599200"/>
              <a:ext cx="896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37" name="Группа 469"/>
          <p:cNvGrpSpPr/>
          <p:nvPr/>
        </p:nvGrpSpPr>
        <p:grpSpPr>
          <a:xfrm>
            <a:off x="2859840" y="2442960"/>
            <a:ext cx="302040" cy="302040"/>
            <a:chOff x="2859840" y="2442960"/>
            <a:chExt cx="302040" cy="302040"/>
          </a:xfrm>
        </p:grpSpPr>
        <p:sp>
          <p:nvSpPr>
            <p:cNvPr id="2638" name="Freeform 206"/>
            <p:cNvSpPr/>
            <p:nvPr/>
          </p:nvSpPr>
          <p:spPr>
            <a:xfrm>
              <a:off x="285984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8 w 256"/>
                <a:gd name="GluePoint2Y" fmla="*/ 218 h 256"/>
                <a:gd name="GluePoint3X" fmla="*/ 0 w 256"/>
                <a:gd name="GluePoint3Y" fmla="*/ 128 h 256"/>
                <a:gd name="GluePoint4X" fmla="*/ 38 w 256"/>
                <a:gd name="GluePoint4Y" fmla="*/ 37 h 256"/>
                <a:gd name="GluePoint5X" fmla="*/ 128 w 256"/>
                <a:gd name="GluePoint5Y" fmla="*/ 0 h 256"/>
                <a:gd name="GluePoint6X" fmla="*/ 219 w 256"/>
                <a:gd name="GluePoint6Y" fmla="*/ 37 h 256"/>
                <a:gd name="GluePoint7X" fmla="*/ 256 w 256"/>
                <a:gd name="GluePoint7Y" fmla="*/ 128 h 256"/>
                <a:gd name="GluePoint8X" fmla="*/ 219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4 w 256"/>
                <a:gd name="GluePoint11Y" fmla="*/ 43 h 256"/>
                <a:gd name="GluePoint12X" fmla="*/ 8 w 256"/>
                <a:gd name="GluePoint12Y" fmla="*/ 128 h 256"/>
                <a:gd name="GluePoint13X" fmla="*/ 44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4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4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1" y="248"/>
                    <a:pt x="191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0"/>
                    <a:pt x="161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39" name="Freeform 207"/>
            <p:cNvSpPr/>
            <p:nvPr/>
          </p:nvSpPr>
          <p:spPr>
            <a:xfrm>
              <a:off x="2973960" y="2523240"/>
              <a:ext cx="79920" cy="14724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147240"/>
                <a:gd name="textAreaBottom" fmla="*/ 147600 h 147240"/>
                <a:gd name="GluePoint1X" fmla="*/ 6 w 57"/>
                <a:gd name="GluePoint1Y" fmla="*/ 105 h 105"/>
                <a:gd name="GluePoint2X" fmla="*/ 0 w 57"/>
                <a:gd name="GluePoint2Y" fmla="*/ 105 h 105"/>
                <a:gd name="GluePoint3X" fmla="*/ 0 w 57"/>
                <a:gd name="GluePoint3Y" fmla="*/ 0 h 105"/>
                <a:gd name="GluePoint4X" fmla="*/ 57 w 57"/>
                <a:gd name="GluePoint4Y" fmla="*/ 0 h 105"/>
                <a:gd name="GluePoint5X" fmla="*/ 57 w 57"/>
                <a:gd name="GluePoint5Y" fmla="*/ 7 h 105"/>
                <a:gd name="GluePoint6X" fmla="*/ 6 w 57"/>
                <a:gd name="GluePoint6Y" fmla="*/ 7 h 105"/>
                <a:gd name="GluePoint7X" fmla="*/ 6 w 57"/>
                <a:gd name="GluePoint7Y" fmla="*/ 105 h 10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7" h="105">
                  <a:moveTo>
                    <a:pt x="6" y="105"/>
                  </a:moveTo>
                  <a:lnTo>
                    <a:pt x="0" y="105"/>
                  </a:lnTo>
                  <a:lnTo>
                    <a:pt x="0" y="0"/>
                  </a:lnTo>
                  <a:lnTo>
                    <a:pt x="57" y="0"/>
                  </a:lnTo>
                  <a:lnTo>
                    <a:pt x="57" y="7"/>
                  </a:lnTo>
                  <a:lnTo>
                    <a:pt x="6" y="7"/>
                  </a:lnTo>
                  <a:lnTo>
                    <a:pt x="6" y="10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40" name="Rectangle 208"/>
            <p:cNvSpPr/>
            <p:nvPr/>
          </p:nvSpPr>
          <p:spPr>
            <a:xfrm>
              <a:off x="2978280" y="2589480"/>
              <a:ext cx="658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41" name="Rectangle 209"/>
            <p:cNvSpPr/>
            <p:nvPr/>
          </p:nvSpPr>
          <p:spPr>
            <a:xfrm>
              <a:off x="2954160" y="2619000"/>
              <a:ext cx="6588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42" name="Группа 466"/>
          <p:cNvGrpSpPr/>
          <p:nvPr/>
        </p:nvGrpSpPr>
        <p:grpSpPr>
          <a:xfrm>
            <a:off x="6790320" y="2071440"/>
            <a:ext cx="302040" cy="260280"/>
            <a:chOff x="6790320" y="2071440"/>
            <a:chExt cx="302040" cy="260280"/>
          </a:xfrm>
        </p:grpSpPr>
        <p:sp>
          <p:nvSpPr>
            <p:cNvPr id="2643" name="Freeform 210"/>
            <p:cNvSpPr/>
            <p:nvPr/>
          </p:nvSpPr>
          <p:spPr>
            <a:xfrm>
              <a:off x="6790320" y="2133360"/>
              <a:ext cx="302040" cy="518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51840"/>
                <a:gd name="textAreaBottom" fmla="*/ 52200 h 51840"/>
                <a:gd name="GluePoint1X" fmla="*/ 215 w 215"/>
                <a:gd name="GluePoint1Y" fmla="*/ 37 h 37"/>
                <a:gd name="GluePoint2X" fmla="*/ 0 w 215"/>
                <a:gd name="GluePoint2Y" fmla="*/ 37 h 37"/>
                <a:gd name="GluePoint3X" fmla="*/ 0 w 215"/>
                <a:gd name="GluePoint3Y" fmla="*/ 0 h 37"/>
                <a:gd name="GluePoint4X" fmla="*/ 215 w 215"/>
                <a:gd name="GluePoint4Y" fmla="*/ 0 h 37"/>
                <a:gd name="GluePoint5X" fmla="*/ 215 w 215"/>
                <a:gd name="GluePoint5Y" fmla="*/ 37 h 37"/>
                <a:gd name="GluePoint6X" fmla="*/ 6 w 215"/>
                <a:gd name="GluePoint6Y" fmla="*/ 30 h 37"/>
                <a:gd name="GluePoint7X" fmla="*/ 208 w 215"/>
                <a:gd name="GluePoint7Y" fmla="*/ 30 h 37"/>
                <a:gd name="GluePoint8X" fmla="*/ 208 w 215"/>
                <a:gd name="GluePoint8Y" fmla="*/ 7 h 37"/>
                <a:gd name="GluePoint9X" fmla="*/ 6 w 215"/>
                <a:gd name="GluePoint9Y" fmla="*/ 7 h 37"/>
                <a:gd name="GluePoint10X" fmla="*/ 6 w 215"/>
                <a:gd name="GluePoint10Y" fmla="*/ 30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5" h="37">
                  <a:moveTo>
                    <a:pt x="215" y="37"/>
                  </a:moveTo>
                  <a:lnTo>
                    <a:pt x="0" y="37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37"/>
                  </a:lnTo>
                  <a:close/>
                  <a:moveTo>
                    <a:pt x="6" y="30"/>
                  </a:moveTo>
                  <a:lnTo>
                    <a:pt x="208" y="30"/>
                  </a:lnTo>
                  <a:lnTo>
                    <a:pt x="208" y="7"/>
                  </a:lnTo>
                  <a:lnTo>
                    <a:pt x="6" y="7"/>
                  </a:lnTo>
                  <a:lnTo>
                    <a:pt x="6" y="3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44" name="Freeform 211"/>
            <p:cNvSpPr/>
            <p:nvPr/>
          </p:nvSpPr>
          <p:spPr>
            <a:xfrm>
              <a:off x="6813000" y="2175840"/>
              <a:ext cx="255600" cy="155880"/>
            </a:xfrm>
            <a:custGeom>
              <a:avLst/>
              <a:gdLst>
                <a:gd name="textAreaLeft" fmla="*/ 0 w 255600"/>
                <a:gd name="textAreaRight" fmla="*/ 255960 w 255600"/>
                <a:gd name="textAreaTop" fmla="*/ 0 h 155880"/>
                <a:gd name="textAreaBottom" fmla="*/ 156240 h 155880"/>
                <a:gd name="GluePoint1X" fmla="*/ 182 w 182"/>
                <a:gd name="GluePoint1Y" fmla="*/ 111 h 111"/>
                <a:gd name="GluePoint2X" fmla="*/ 0 w 182"/>
                <a:gd name="GluePoint2Y" fmla="*/ 111 h 111"/>
                <a:gd name="GluePoint3X" fmla="*/ 0 w 182"/>
                <a:gd name="GluePoint3Y" fmla="*/ 0 h 111"/>
                <a:gd name="GluePoint4X" fmla="*/ 182 w 182"/>
                <a:gd name="GluePoint4Y" fmla="*/ 0 h 111"/>
                <a:gd name="GluePoint5X" fmla="*/ 182 w 182"/>
                <a:gd name="GluePoint5Y" fmla="*/ 111 h 111"/>
                <a:gd name="GluePoint6X" fmla="*/ 7 w 182"/>
                <a:gd name="GluePoint6Y" fmla="*/ 104 h 111"/>
                <a:gd name="GluePoint7X" fmla="*/ 175 w 182"/>
                <a:gd name="GluePoint7Y" fmla="*/ 104 h 111"/>
                <a:gd name="GluePoint8X" fmla="*/ 175 w 182"/>
                <a:gd name="GluePoint8Y" fmla="*/ 7 h 111"/>
                <a:gd name="GluePoint9X" fmla="*/ 7 w 182"/>
                <a:gd name="GluePoint9Y" fmla="*/ 7 h 111"/>
                <a:gd name="GluePoint10X" fmla="*/ 7 w 182"/>
                <a:gd name="GluePoint10Y" fmla="*/ 104 h 1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82" h="111">
                  <a:moveTo>
                    <a:pt x="182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182" y="0"/>
                  </a:lnTo>
                  <a:lnTo>
                    <a:pt x="182" y="111"/>
                  </a:lnTo>
                  <a:close/>
                  <a:moveTo>
                    <a:pt x="7" y="104"/>
                  </a:moveTo>
                  <a:lnTo>
                    <a:pt x="175" y="104"/>
                  </a:lnTo>
                  <a:lnTo>
                    <a:pt x="175" y="7"/>
                  </a:lnTo>
                  <a:lnTo>
                    <a:pt x="7" y="7"/>
                  </a:lnTo>
                  <a:lnTo>
                    <a:pt x="7" y="1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45" name="Rectangle 212"/>
            <p:cNvSpPr/>
            <p:nvPr/>
          </p:nvSpPr>
          <p:spPr>
            <a:xfrm>
              <a:off x="6936840" y="2137680"/>
              <a:ext cx="9360" cy="189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46" name="Freeform 213"/>
            <p:cNvSpPr/>
            <p:nvPr/>
          </p:nvSpPr>
          <p:spPr>
            <a:xfrm>
              <a:off x="6874920" y="2071440"/>
              <a:ext cx="71280" cy="7128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71280"/>
                <a:gd name="textAreaBottom" fmla="*/ 71640 h 71280"/>
                <a:gd name="GluePoint1X" fmla="*/ 56 w 60"/>
                <a:gd name="GluePoint1Y" fmla="*/ 60 h 60"/>
                <a:gd name="GluePoint2X" fmla="*/ 27 w 60"/>
                <a:gd name="GluePoint2Y" fmla="*/ 55 h 60"/>
                <a:gd name="GluePoint3X" fmla="*/ 0 w 60"/>
                <a:gd name="GluePoint3Y" fmla="*/ 20 h 60"/>
                <a:gd name="GluePoint4X" fmla="*/ 23 w 60"/>
                <a:gd name="GluePoint4Y" fmla="*/ 0 h 60"/>
                <a:gd name="GluePoint5X" fmla="*/ 60 w 60"/>
                <a:gd name="GluePoint5Y" fmla="*/ 28 h 60"/>
                <a:gd name="GluePoint6X" fmla="*/ 60 w 60"/>
                <a:gd name="GluePoint6Y" fmla="*/ 60 h 60"/>
                <a:gd name="GluePoint7X" fmla="*/ 56 w 60"/>
                <a:gd name="GluePoint7Y" fmla="*/ 60 h 60"/>
                <a:gd name="GluePoint8X" fmla="*/ 23 w 60"/>
                <a:gd name="GluePoint8Y" fmla="*/ 8 h 60"/>
                <a:gd name="GluePoint9X" fmla="*/ 8 w 60"/>
                <a:gd name="GluePoint9Y" fmla="*/ 20 h 60"/>
                <a:gd name="GluePoint10X" fmla="*/ 52 w 60"/>
                <a:gd name="GluePoint10Y" fmla="*/ 52 h 60"/>
                <a:gd name="GluePoint11X" fmla="*/ 52 w 60"/>
                <a:gd name="GluePoint11Y" fmla="*/ 28 h 60"/>
                <a:gd name="GluePoint12X" fmla="*/ 23 w 60"/>
                <a:gd name="GluePoint12Y" fmla="*/ 8 h 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60" h="60">
                  <a:moveTo>
                    <a:pt x="56" y="60"/>
                  </a:moveTo>
                  <a:cubicBezTo>
                    <a:pt x="54" y="60"/>
                    <a:pt x="41" y="60"/>
                    <a:pt x="27" y="55"/>
                  </a:cubicBezTo>
                  <a:cubicBezTo>
                    <a:pt x="9" y="49"/>
                    <a:pt x="0" y="36"/>
                    <a:pt x="0" y="20"/>
                  </a:cubicBezTo>
                  <a:cubicBezTo>
                    <a:pt x="0" y="7"/>
                    <a:pt x="9" y="0"/>
                    <a:pt x="23" y="0"/>
                  </a:cubicBezTo>
                  <a:cubicBezTo>
                    <a:pt x="40" y="0"/>
                    <a:pt x="60" y="11"/>
                    <a:pt x="60" y="28"/>
                  </a:cubicBezTo>
                  <a:cubicBezTo>
                    <a:pt x="60" y="60"/>
                    <a:pt x="60" y="60"/>
                    <a:pt x="60" y="60"/>
                  </a:cubicBezTo>
                  <a:lnTo>
                    <a:pt x="56" y="60"/>
                  </a:lnTo>
                  <a:close/>
                  <a:moveTo>
                    <a:pt x="23" y="8"/>
                  </a:moveTo>
                  <a:cubicBezTo>
                    <a:pt x="17" y="8"/>
                    <a:pt x="8" y="9"/>
                    <a:pt x="8" y="20"/>
                  </a:cubicBezTo>
                  <a:cubicBezTo>
                    <a:pt x="8" y="47"/>
                    <a:pt x="40" y="51"/>
                    <a:pt x="52" y="52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2" y="17"/>
                    <a:pt x="36" y="8"/>
                    <a:pt x="23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47" name="Freeform 214"/>
            <p:cNvSpPr/>
            <p:nvPr/>
          </p:nvSpPr>
          <p:spPr>
            <a:xfrm>
              <a:off x="6936840" y="2071440"/>
              <a:ext cx="69840" cy="7128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71280"/>
                <a:gd name="textAreaBottom" fmla="*/ 71640 h 71280"/>
                <a:gd name="GluePoint1X" fmla="*/ 4 w 60"/>
                <a:gd name="GluePoint1Y" fmla="*/ 60 h 60"/>
                <a:gd name="GluePoint2X" fmla="*/ 0 w 60"/>
                <a:gd name="GluePoint2Y" fmla="*/ 60 h 60"/>
                <a:gd name="GluePoint3X" fmla="*/ 0 w 60"/>
                <a:gd name="GluePoint3Y" fmla="*/ 28 h 60"/>
                <a:gd name="GluePoint4X" fmla="*/ 37 w 60"/>
                <a:gd name="GluePoint4Y" fmla="*/ 0 h 60"/>
                <a:gd name="GluePoint5X" fmla="*/ 60 w 60"/>
                <a:gd name="GluePoint5Y" fmla="*/ 20 h 60"/>
                <a:gd name="GluePoint6X" fmla="*/ 32 w 60"/>
                <a:gd name="GluePoint6Y" fmla="*/ 55 h 60"/>
                <a:gd name="GluePoint7X" fmla="*/ 4 w 60"/>
                <a:gd name="GluePoint7Y" fmla="*/ 60 h 60"/>
                <a:gd name="GluePoint8X" fmla="*/ 37 w 60"/>
                <a:gd name="GluePoint8Y" fmla="*/ 8 h 60"/>
                <a:gd name="GluePoint9X" fmla="*/ 8 w 60"/>
                <a:gd name="GluePoint9Y" fmla="*/ 28 h 60"/>
                <a:gd name="GluePoint10X" fmla="*/ 8 w 60"/>
                <a:gd name="GluePoint10Y" fmla="*/ 52 h 60"/>
                <a:gd name="GluePoint11X" fmla="*/ 29 w 60"/>
                <a:gd name="GluePoint11Y" fmla="*/ 48 h 60"/>
                <a:gd name="GluePoint12X" fmla="*/ 52 w 60"/>
                <a:gd name="GluePoint12Y" fmla="*/ 20 h 60"/>
                <a:gd name="GluePoint13X" fmla="*/ 37 w 60"/>
                <a:gd name="GluePoint13Y" fmla="*/ 8 h 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0" h="60">
                  <a:moveTo>
                    <a:pt x="4" y="6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1"/>
                    <a:pt x="19" y="0"/>
                    <a:pt x="37" y="0"/>
                  </a:cubicBezTo>
                  <a:cubicBezTo>
                    <a:pt x="51" y="0"/>
                    <a:pt x="60" y="7"/>
                    <a:pt x="60" y="20"/>
                  </a:cubicBezTo>
                  <a:cubicBezTo>
                    <a:pt x="60" y="36"/>
                    <a:pt x="50" y="49"/>
                    <a:pt x="32" y="55"/>
                  </a:cubicBezTo>
                  <a:cubicBezTo>
                    <a:pt x="19" y="60"/>
                    <a:pt x="5" y="60"/>
                    <a:pt x="4" y="60"/>
                  </a:cubicBezTo>
                  <a:close/>
                  <a:moveTo>
                    <a:pt x="37" y="8"/>
                  </a:moveTo>
                  <a:cubicBezTo>
                    <a:pt x="23" y="8"/>
                    <a:pt x="8" y="17"/>
                    <a:pt x="8" y="28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12" y="51"/>
                    <a:pt x="21" y="51"/>
                    <a:pt x="29" y="48"/>
                  </a:cubicBezTo>
                  <a:cubicBezTo>
                    <a:pt x="44" y="42"/>
                    <a:pt x="52" y="33"/>
                    <a:pt x="52" y="20"/>
                  </a:cubicBezTo>
                  <a:cubicBezTo>
                    <a:pt x="52" y="9"/>
                    <a:pt x="42" y="8"/>
                    <a:pt x="37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48" name="Группа 508"/>
          <p:cNvGrpSpPr/>
          <p:nvPr/>
        </p:nvGrpSpPr>
        <p:grpSpPr>
          <a:xfrm>
            <a:off x="2902320" y="3623760"/>
            <a:ext cx="217800" cy="300960"/>
            <a:chOff x="2902320" y="3623760"/>
            <a:chExt cx="217800" cy="300960"/>
          </a:xfrm>
        </p:grpSpPr>
        <p:sp>
          <p:nvSpPr>
            <p:cNvPr id="2649" name="Freeform 215"/>
            <p:cNvSpPr/>
            <p:nvPr/>
          </p:nvSpPr>
          <p:spPr>
            <a:xfrm>
              <a:off x="2902320" y="3692880"/>
              <a:ext cx="65880" cy="23184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231840"/>
                <a:gd name="textAreaBottom" fmla="*/ 232200 h 231840"/>
                <a:gd name="GluePoint1X" fmla="*/ 47 w 47"/>
                <a:gd name="GluePoint1Y" fmla="*/ 165 h 165"/>
                <a:gd name="GluePoint2X" fmla="*/ 0 w 47"/>
                <a:gd name="GluePoint2Y" fmla="*/ 165 h 165"/>
                <a:gd name="GluePoint3X" fmla="*/ 0 w 47"/>
                <a:gd name="GluePoint3Y" fmla="*/ 0 h 165"/>
                <a:gd name="GluePoint4X" fmla="*/ 47 w 47"/>
                <a:gd name="GluePoint4Y" fmla="*/ 0 h 165"/>
                <a:gd name="GluePoint5X" fmla="*/ 47 w 47"/>
                <a:gd name="GluePoint5Y" fmla="*/ 165 h 165"/>
                <a:gd name="GluePoint6X" fmla="*/ 7 w 47"/>
                <a:gd name="GluePoint6Y" fmla="*/ 158 h 165"/>
                <a:gd name="GluePoint7X" fmla="*/ 41 w 47"/>
                <a:gd name="GluePoint7Y" fmla="*/ 158 h 165"/>
                <a:gd name="GluePoint8X" fmla="*/ 41 w 47"/>
                <a:gd name="GluePoint8Y" fmla="*/ 7 h 165"/>
                <a:gd name="GluePoint9X" fmla="*/ 7 w 47"/>
                <a:gd name="GluePoint9Y" fmla="*/ 7 h 165"/>
                <a:gd name="GluePoint10X" fmla="*/ 7 w 47"/>
                <a:gd name="GluePoint10Y" fmla="*/ 158 h 1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165">
                  <a:moveTo>
                    <a:pt x="47" y="165"/>
                  </a:moveTo>
                  <a:lnTo>
                    <a:pt x="0" y="165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65"/>
                  </a:lnTo>
                  <a:close/>
                  <a:moveTo>
                    <a:pt x="7" y="158"/>
                  </a:moveTo>
                  <a:lnTo>
                    <a:pt x="41" y="158"/>
                  </a:lnTo>
                  <a:lnTo>
                    <a:pt x="41" y="7"/>
                  </a:lnTo>
                  <a:lnTo>
                    <a:pt x="7" y="7"/>
                  </a:lnTo>
                  <a:lnTo>
                    <a:pt x="7" y="15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50" name="Freeform 216"/>
            <p:cNvSpPr/>
            <p:nvPr/>
          </p:nvSpPr>
          <p:spPr>
            <a:xfrm>
              <a:off x="3054240" y="3830760"/>
              <a:ext cx="65880" cy="9396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93960"/>
                <a:gd name="textAreaBottom" fmla="*/ 94320 h 93960"/>
                <a:gd name="GluePoint1X" fmla="*/ 47 w 47"/>
                <a:gd name="GluePoint1Y" fmla="*/ 67 h 67"/>
                <a:gd name="GluePoint2X" fmla="*/ 0 w 47"/>
                <a:gd name="GluePoint2Y" fmla="*/ 67 h 67"/>
                <a:gd name="GluePoint3X" fmla="*/ 0 w 47"/>
                <a:gd name="GluePoint3Y" fmla="*/ 0 h 67"/>
                <a:gd name="GluePoint4X" fmla="*/ 47 w 47"/>
                <a:gd name="GluePoint4Y" fmla="*/ 0 h 67"/>
                <a:gd name="GluePoint5X" fmla="*/ 47 w 47"/>
                <a:gd name="GluePoint5Y" fmla="*/ 67 h 67"/>
                <a:gd name="GluePoint6X" fmla="*/ 7 w 47"/>
                <a:gd name="GluePoint6Y" fmla="*/ 60 h 67"/>
                <a:gd name="GluePoint7X" fmla="*/ 40 w 47"/>
                <a:gd name="GluePoint7Y" fmla="*/ 60 h 67"/>
                <a:gd name="GluePoint8X" fmla="*/ 40 w 47"/>
                <a:gd name="GluePoint8Y" fmla="*/ 6 h 67"/>
                <a:gd name="GluePoint9X" fmla="*/ 7 w 47"/>
                <a:gd name="GluePoint9Y" fmla="*/ 6 h 67"/>
                <a:gd name="GluePoint10X" fmla="*/ 7 w 47"/>
                <a:gd name="GluePoint10Y" fmla="*/ 60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67">
                  <a:moveTo>
                    <a:pt x="47" y="67"/>
                  </a:moveTo>
                  <a:lnTo>
                    <a:pt x="0" y="67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67"/>
                  </a:lnTo>
                  <a:close/>
                  <a:moveTo>
                    <a:pt x="7" y="60"/>
                  </a:moveTo>
                  <a:lnTo>
                    <a:pt x="40" y="60"/>
                  </a:lnTo>
                  <a:lnTo>
                    <a:pt x="40" y="6"/>
                  </a:lnTo>
                  <a:lnTo>
                    <a:pt x="7" y="6"/>
                  </a:lnTo>
                  <a:lnTo>
                    <a:pt x="7" y="6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51" name="Freeform 217"/>
            <p:cNvSpPr/>
            <p:nvPr/>
          </p:nvSpPr>
          <p:spPr>
            <a:xfrm>
              <a:off x="2978280" y="3768840"/>
              <a:ext cx="65880" cy="15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55880"/>
                <a:gd name="textAreaBottom" fmla="*/ 156240 h 155880"/>
                <a:gd name="GluePoint1X" fmla="*/ 47 w 47"/>
                <a:gd name="GluePoint1Y" fmla="*/ 111 h 111"/>
                <a:gd name="GluePoint2X" fmla="*/ 0 w 47"/>
                <a:gd name="GluePoint2Y" fmla="*/ 111 h 111"/>
                <a:gd name="GluePoint3X" fmla="*/ 0 w 47"/>
                <a:gd name="GluePoint3Y" fmla="*/ 0 h 111"/>
                <a:gd name="GluePoint4X" fmla="*/ 47 w 47"/>
                <a:gd name="GluePoint4Y" fmla="*/ 0 h 111"/>
                <a:gd name="GluePoint5X" fmla="*/ 47 w 47"/>
                <a:gd name="GluePoint5Y" fmla="*/ 111 h 111"/>
                <a:gd name="GluePoint6X" fmla="*/ 7 w 47"/>
                <a:gd name="GluePoint6Y" fmla="*/ 104 h 111"/>
                <a:gd name="GluePoint7X" fmla="*/ 40 w 47"/>
                <a:gd name="GluePoint7Y" fmla="*/ 104 h 111"/>
                <a:gd name="GluePoint8X" fmla="*/ 40 w 47"/>
                <a:gd name="GluePoint8Y" fmla="*/ 7 h 111"/>
                <a:gd name="GluePoint9X" fmla="*/ 7 w 47"/>
                <a:gd name="GluePoint9Y" fmla="*/ 7 h 111"/>
                <a:gd name="GluePoint10X" fmla="*/ 7 w 47"/>
                <a:gd name="GluePoint10Y" fmla="*/ 104 h 1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111">
                  <a:moveTo>
                    <a:pt x="47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11"/>
                  </a:lnTo>
                  <a:close/>
                  <a:moveTo>
                    <a:pt x="7" y="104"/>
                  </a:moveTo>
                  <a:lnTo>
                    <a:pt x="40" y="104"/>
                  </a:lnTo>
                  <a:lnTo>
                    <a:pt x="40" y="7"/>
                  </a:lnTo>
                  <a:lnTo>
                    <a:pt x="7" y="7"/>
                  </a:lnTo>
                  <a:lnTo>
                    <a:pt x="7" y="1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52" name="Freeform 218"/>
            <p:cNvSpPr/>
            <p:nvPr/>
          </p:nvSpPr>
          <p:spPr>
            <a:xfrm>
              <a:off x="2933280" y="362376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  <a:gd name="GluePoint1X" fmla="*/ 4 w 132"/>
                <a:gd name="GluePoint1Y" fmla="*/ 0 h 132"/>
                <a:gd name="GluePoint2X" fmla="*/ 132 w 132"/>
                <a:gd name="GluePoint2Y" fmla="*/ 127 h 132"/>
                <a:gd name="GluePoint3X" fmla="*/ 128 w 132"/>
                <a:gd name="GluePoint3Y" fmla="*/ 132 h 132"/>
                <a:gd name="GluePoint4X" fmla="*/ 0 w 132"/>
                <a:gd name="GluePoint4Y" fmla="*/ 5 h 132"/>
                <a:gd name="GluePoint5X" fmla="*/ 4 w 132"/>
                <a:gd name="GluePoint5Y" fmla="*/ 0 h 1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2" h="132">
                  <a:moveTo>
                    <a:pt x="4" y="0"/>
                  </a:moveTo>
                  <a:lnTo>
                    <a:pt x="132" y="127"/>
                  </a:lnTo>
                  <a:lnTo>
                    <a:pt x="128" y="132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53" name="Freeform 219"/>
            <p:cNvSpPr/>
            <p:nvPr/>
          </p:nvSpPr>
          <p:spPr>
            <a:xfrm>
              <a:off x="3063960" y="3754800"/>
              <a:ext cx="55800" cy="5580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55800"/>
                <a:gd name="textAreaBottom" fmla="*/ 56160 h 55800"/>
                <a:gd name="GluePoint1X" fmla="*/ 37 w 40"/>
                <a:gd name="GluePoint1Y" fmla="*/ 40 h 40"/>
                <a:gd name="GluePoint2X" fmla="*/ 0 w 40"/>
                <a:gd name="GluePoint2Y" fmla="*/ 40 h 40"/>
                <a:gd name="GluePoint3X" fmla="*/ 0 w 40"/>
                <a:gd name="GluePoint3Y" fmla="*/ 34 h 40"/>
                <a:gd name="GluePoint4X" fmla="*/ 33 w 40"/>
                <a:gd name="GluePoint4Y" fmla="*/ 34 h 40"/>
                <a:gd name="GluePoint5X" fmla="*/ 33 w 40"/>
                <a:gd name="GluePoint5Y" fmla="*/ 0 h 40"/>
                <a:gd name="GluePoint6X" fmla="*/ 40 w 40"/>
                <a:gd name="GluePoint6Y" fmla="*/ 0 h 40"/>
                <a:gd name="GluePoint7X" fmla="*/ 40 w 40"/>
                <a:gd name="GluePoint7Y" fmla="*/ 37 h 40"/>
                <a:gd name="GluePoint8X" fmla="*/ 37 w 40"/>
                <a:gd name="GluePoint8Y" fmla="*/ 4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0" h="40">
                  <a:moveTo>
                    <a:pt x="37" y="40"/>
                  </a:moveTo>
                  <a:lnTo>
                    <a:pt x="0" y="40"/>
                  </a:lnTo>
                  <a:lnTo>
                    <a:pt x="0" y="34"/>
                  </a:lnTo>
                  <a:lnTo>
                    <a:pt x="33" y="34"/>
                  </a:lnTo>
                  <a:lnTo>
                    <a:pt x="33" y="0"/>
                  </a:lnTo>
                  <a:lnTo>
                    <a:pt x="40" y="0"/>
                  </a:lnTo>
                  <a:lnTo>
                    <a:pt x="40" y="37"/>
                  </a:lnTo>
                  <a:lnTo>
                    <a:pt x="37" y="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54" name="Группа 509"/>
          <p:cNvGrpSpPr/>
          <p:nvPr/>
        </p:nvGrpSpPr>
        <p:grpSpPr>
          <a:xfrm>
            <a:off x="3296160" y="3622320"/>
            <a:ext cx="217800" cy="302400"/>
            <a:chOff x="3296160" y="3622320"/>
            <a:chExt cx="217800" cy="302400"/>
          </a:xfrm>
        </p:grpSpPr>
        <p:sp>
          <p:nvSpPr>
            <p:cNvPr id="2655" name="Freeform 220"/>
            <p:cNvSpPr/>
            <p:nvPr/>
          </p:nvSpPr>
          <p:spPr>
            <a:xfrm>
              <a:off x="3296160" y="3830760"/>
              <a:ext cx="65880" cy="9396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93960"/>
                <a:gd name="textAreaBottom" fmla="*/ 94320 h 93960"/>
                <a:gd name="GluePoint1X" fmla="*/ 47 w 47"/>
                <a:gd name="GluePoint1Y" fmla="*/ 67 h 67"/>
                <a:gd name="GluePoint2X" fmla="*/ 0 w 47"/>
                <a:gd name="GluePoint2Y" fmla="*/ 67 h 67"/>
                <a:gd name="GluePoint3X" fmla="*/ 0 w 47"/>
                <a:gd name="GluePoint3Y" fmla="*/ 0 h 67"/>
                <a:gd name="GluePoint4X" fmla="*/ 47 w 47"/>
                <a:gd name="GluePoint4Y" fmla="*/ 0 h 67"/>
                <a:gd name="GluePoint5X" fmla="*/ 47 w 47"/>
                <a:gd name="GluePoint5Y" fmla="*/ 67 h 67"/>
                <a:gd name="GluePoint6X" fmla="*/ 7 w 47"/>
                <a:gd name="GluePoint6Y" fmla="*/ 60 h 67"/>
                <a:gd name="GluePoint7X" fmla="*/ 41 w 47"/>
                <a:gd name="GluePoint7Y" fmla="*/ 60 h 67"/>
                <a:gd name="GluePoint8X" fmla="*/ 41 w 47"/>
                <a:gd name="GluePoint8Y" fmla="*/ 6 h 67"/>
                <a:gd name="GluePoint9X" fmla="*/ 7 w 47"/>
                <a:gd name="GluePoint9Y" fmla="*/ 6 h 67"/>
                <a:gd name="GluePoint10X" fmla="*/ 7 w 47"/>
                <a:gd name="GluePoint10Y" fmla="*/ 60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67">
                  <a:moveTo>
                    <a:pt x="47" y="67"/>
                  </a:moveTo>
                  <a:lnTo>
                    <a:pt x="0" y="67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67"/>
                  </a:lnTo>
                  <a:close/>
                  <a:moveTo>
                    <a:pt x="7" y="60"/>
                  </a:moveTo>
                  <a:lnTo>
                    <a:pt x="41" y="60"/>
                  </a:lnTo>
                  <a:lnTo>
                    <a:pt x="41" y="6"/>
                  </a:lnTo>
                  <a:lnTo>
                    <a:pt x="7" y="6"/>
                  </a:lnTo>
                  <a:lnTo>
                    <a:pt x="7" y="6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56" name="Freeform 221"/>
            <p:cNvSpPr/>
            <p:nvPr/>
          </p:nvSpPr>
          <p:spPr>
            <a:xfrm>
              <a:off x="3448080" y="3702600"/>
              <a:ext cx="65880" cy="22212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222120"/>
                <a:gd name="textAreaBottom" fmla="*/ 222480 h 222120"/>
                <a:gd name="GluePoint1X" fmla="*/ 47 w 47"/>
                <a:gd name="GluePoint1Y" fmla="*/ 158 h 158"/>
                <a:gd name="GluePoint2X" fmla="*/ 0 w 47"/>
                <a:gd name="GluePoint2Y" fmla="*/ 158 h 158"/>
                <a:gd name="GluePoint3X" fmla="*/ 0 w 47"/>
                <a:gd name="GluePoint3Y" fmla="*/ 0 h 158"/>
                <a:gd name="GluePoint4X" fmla="*/ 47 w 47"/>
                <a:gd name="GluePoint4Y" fmla="*/ 0 h 158"/>
                <a:gd name="GluePoint5X" fmla="*/ 47 w 47"/>
                <a:gd name="GluePoint5Y" fmla="*/ 158 h 158"/>
                <a:gd name="GluePoint6X" fmla="*/ 7 w 47"/>
                <a:gd name="GluePoint6Y" fmla="*/ 151 h 158"/>
                <a:gd name="GluePoint7X" fmla="*/ 40 w 47"/>
                <a:gd name="GluePoint7Y" fmla="*/ 151 h 158"/>
                <a:gd name="GluePoint8X" fmla="*/ 40 w 47"/>
                <a:gd name="GluePoint8Y" fmla="*/ 7 h 158"/>
                <a:gd name="GluePoint9X" fmla="*/ 7 w 47"/>
                <a:gd name="GluePoint9Y" fmla="*/ 7 h 158"/>
                <a:gd name="GluePoint10X" fmla="*/ 7 w 47"/>
                <a:gd name="GluePoint10Y" fmla="*/ 151 h 1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158">
                  <a:moveTo>
                    <a:pt x="47" y="158"/>
                  </a:moveTo>
                  <a:lnTo>
                    <a:pt x="0" y="158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58"/>
                  </a:lnTo>
                  <a:close/>
                  <a:moveTo>
                    <a:pt x="7" y="151"/>
                  </a:moveTo>
                  <a:lnTo>
                    <a:pt x="40" y="151"/>
                  </a:lnTo>
                  <a:lnTo>
                    <a:pt x="40" y="7"/>
                  </a:lnTo>
                  <a:lnTo>
                    <a:pt x="7" y="7"/>
                  </a:lnTo>
                  <a:lnTo>
                    <a:pt x="7" y="1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57" name="Freeform 222"/>
            <p:cNvSpPr/>
            <p:nvPr/>
          </p:nvSpPr>
          <p:spPr>
            <a:xfrm>
              <a:off x="3372120" y="3768840"/>
              <a:ext cx="65880" cy="15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55880"/>
                <a:gd name="textAreaBottom" fmla="*/ 156240 h 155880"/>
                <a:gd name="GluePoint1X" fmla="*/ 47 w 47"/>
                <a:gd name="GluePoint1Y" fmla="*/ 111 h 111"/>
                <a:gd name="GluePoint2X" fmla="*/ 0 w 47"/>
                <a:gd name="GluePoint2Y" fmla="*/ 111 h 111"/>
                <a:gd name="GluePoint3X" fmla="*/ 0 w 47"/>
                <a:gd name="GluePoint3Y" fmla="*/ 0 h 111"/>
                <a:gd name="GluePoint4X" fmla="*/ 47 w 47"/>
                <a:gd name="GluePoint4Y" fmla="*/ 0 h 111"/>
                <a:gd name="GluePoint5X" fmla="*/ 47 w 47"/>
                <a:gd name="GluePoint5Y" fmla="*/ 111 h 111"/>
                <a:gd name="GluePoint6X" fmla="*/ 7 w 47"/>
                <a:gd name="GluePoint6Y" fmla="*/ 104 h 111"/>
                <a:gd name="GluePoint7X" fmla="*/ 40 w 47"/>
                <a:gd name="GluePoint7Y" fmla="*/ 104 h 111"/>
                <a:gd name="GluePoint8X" fmla="*/ 40 w 47"/>
                <a:gd name="GluePoint8Y" fmla="*/ 7 h 111"/>
                <a:gd name="GluePoint9X" fmla="*/ 7 w 47"/>
                <a:gd name="GluePoint9Y" fmla="*/ 7 h 111"/>
                <a:gd name="GluePoint10X" fmla="*/ 7 w 47"/>
                <a:gd name="GluePoint10Y" fmla="*/ 104 h 1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111">
                  <a:moveTo>
                    <a:pt x="47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11"/>
                  </a:lnTo>
                  <a:close/>
                  <a:moveTo>
                    <a:pt x="7" y="104"/>
                  </a:moveTo>
                  <a:lnTo>
                    <a:pt x="40" y="104"/>
                  </a:lnTo>
                  <a:lnTo>
                    <a:pt x="40" y="7"/>
                  </a:lnTo>
                  <a:lnTo>
                    <a:pt x="7" y="7"/>
                  </a:lnTo>
                  <a:lnTo>
                    <a:pt x="7" y="1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58" name="Freeform 223"/>
            <p:cNvSpPr/>
            <p:nvPr/>
          </p:nvSpPr>
          <p:spPr>
            <a:xfrm>
              <a:off x="3317400" y="3623760"/>
              <a:ext cx="179640" cy="181080"/>
            </a:xfrm>
            <a:custGeom>
              <a:avLst/>
              <a:gdLst>
                <a:gd name="textAreaLeft" fmla="*/ 0 w 179640"/>
                <a:gd name="textAreaRight" fmla="*/ 180000 w 179640"/>
                <a:gd name="textAreaTop" fmla="*/ 0 h 181080"/>
                <a:gd name="textAreaBottom" fmla="*/ 181440 h 181080"/>
                <a:gd name="GluePoint1X" fmla="*/ 124 w 128"/>
                <a:gd name="GluePoint1Y" fmla="*/ 0 h 129"/>
                <a:gd name="GluePoint2X" fmla="*/ 128 w 128"/>
                <a:gd name="GluePoint2Y" fmla="*/ 5 h 129"/>
                <a:gd name="GluePoint3X" fmla="*/ 4 w 128"/>
                <a:gd name="GluePoint3Y" fmla="*/ 129 h 129"/>
                <a:gd name="GluePoint4X" fmla="*/ 0 w 128"/>
                <a:gd name="GluePoint4Y" fmla="*/ 124 h 129"/>
                <a:gd name="GluePoint5X" fmla="*/ 124 w 128"/>
                <a:gd name="GluePoint5Y" fmla="*/ 0 h 1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8" h="129">
                  <a:moveTo>
                    <a:pt x="124" y="0"/>
                  </a:moveTo>
                  <a:lnTo>
                    <a:pt x="128" y="5"/>
                  </a:lnTo>
                  <a:lnTo>
                    <a:pt x="4" y="129"/>
                  </a:lnTo>
                  <a:lnTo>
                    <a:pt x="0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59" name="Freeform 224"/>
            <p:cNvSpPr/>
            <p:nvPr/>
          </p:nvSpPr>
          <p:spPr>
            <a:xfrm>
              <a:off x="3442680" y="3622320"/>
              <a:ext cx="57240" cy="5580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55800"/>
                <a:gd name="textAreaBottom" fmla="*/ 56160 h 55800"/>
                <a:gd name="GluePoint1X" fmla="*/ 41 w 41"/>
                <a:gd name="GluePoint1Y" fmla="*/ 40 h 40"/>
                <a:gd name="GluePoint2X" fmla="*/ 34 w 41"/>
                <a:gd name="GluePoint2Y" fmla="*/ 40 h 40"/>
                <a:gd name="GluePoint3X" fmla="*/ 34 w 41"/>
                <a:gd name="GluePoint3Y" fmla="*/ 6 h 40"/>
                <a:gd name="GluePoint4X" fmla="*/ 0 w 41"/>
                <a:gd name="GluePoint4Y" fmla="*/ 6 h 40"/>
                <a:gd name="GluePoint5X" fmla="*/ 0 w 41"/>
                <a:gd name="GluePoint5Y" fmla="*/ 0 h 40"/>
                <a:gd name="GluePoint6X" fmla="*/ 37 w 41"/>
                <a:gd name="GluePoint6Y" fmla="*/ 0 h 40"/>
                <a:gd name="GluePoint7X" fmla="*/ 41 w 41"/>
                <a:gd name="GluePoint7Y" fmla="*/ 3 h 40"/>
                <a:gd name="GluePoint8X" fmla="*/ 41 w 41"/>
                <a:gd name="GluePoint8Y" fmla="*/ 4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41" h="40">
                  <a:moveTo>
                    <a:pt x="41" y="40"/>
                  </a:moveTo>
                  <a:lnTo>
                    <a:pt x="34" y="40"/>
                  </a:lnTo>
                  <a:lnTo>
                    <a:pt x="34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37" y="0"/>
                  </a:lnTo>
                  <a:lnTo>
                    <a:pt x="41" y="3"/>
                  </a:lnTo>
                  <a:lnTo>
                    <a:pt x="41" y="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60" name="Группа 510"/>
          <p:cNvGrpSpPr/>
          <p:nvPr/>
        </p:nvGrpSpPr>
        <p:grpSpPr>
          <a:xfrm>
            <a:off x="3646440" y="3622320"/>
            <a:ext cx="302400" cy="302400"/>
            <a:chOff x="3646440" y="3622320"/>
            <a:chExt cx="302400" cy="302400"/>
          </a:xfrm>
        </p:grpSpPr>
        <p:sp>
          <p:nvSpPr>
            <p:cNvPr id="2661" name="Freeform 225"/>
            <p:cNvSpPr/>
            <p:nvPr/>
          </p:nvSpPr>
          <p:spPr>
            <a:xfrm>
              <a:off x="3646440" y="3660480"/>
              <a:ext cx="264240" cy="264240"/>
            </a:xfrm>
            <a:custGeom>
              <a:avLst/>
              <a:gdLst>
                <a:gd name="textAreaLeft" fmla="*/ 0 w 264240"/>
                <a:gd name="textAreaRight" fmla="*/ 264600 w 264240"/>
                <a:gd name="textAreaTop" fmla="*/ 0 h 264240"/>
                <a:gd name="textAreaBottom" fmla="*/ 264600 h 264240"/>
                <a:gd name="GluePoint1X" fmla="*/ 112 w 224"/>
                <a:gd name="GluePoint1Y" fmla="*/ 224 h 224"/>
                <a:gd name="GluePoint2X" fmla="*/ 33 w 224"/>
                <a:gd name="GluePoint2Y" fmla="*/ 192 h 224"/>
                <a:gd name="GluePoint3X" fmla="*/ 0 w 224"/>
                <a:gd name="GluePoint3Y" fmla="*/ 112 h 224"/>
                <a:gd name="GluePoint4X" fmla="*/ 32 w 224"/>
                <a:gd name="GluePoint4Y" fmla="*/ 33 h 224"/>
                <a:gd name="GluePoint5X" fmla="*/ 112 w 224"/>
                <a:gd name="GluePoint5Y" fmla="*/ 0 h 224"/>
                <a:gd name="GluePoint6X" fmla="*/ 116 w 224"/>
                <a:gd name="GluePoint6Y" fmla="*/ 0 h 224"/>
                <a:gd name="GluePoint7X" fmla="*/ 116 w 224"/>
                <a:gd name="GluePoint7Y" fmla="*/ 108 h 224"/>
                <a:gd name="GluePoint8X" fmla="*/ 224 w 224"/>
                <a:gd name="GluePoint8Y" fmla="*/ 108 h 224"/>
                <a:gd name="GluePoint9X" fmla="*/ 224 w 224"/>
                <a:gd name="GluePoint9Y" fmla="*/ 112 h 224"/>
                <a:gd name="GluePoint10X" fmla="*/ 191 w 224"/>
                <a:gd name="GluePoint10Y" fmla="*/ 192 h 224"/>
                <a:gd name="GluePoint11X" fmla="*/ 112 w 224"/>
                <a:gd name="GluePoint11Y" fmla="*/ 224 h 224"/>
                <a:gd name="GluePoint12X" fmla="*/ 112 w 224"/>
                <a:gd name="GluePoint12Y" fmla="*/ 224 h 224"/>
                <a:gd name="GluePoint13X" fmla="*/ 108 w 224"/>
                <a:gd name="GluePoint13Y" fmla="*/ 8 h 224"/>
                <a:gd name="GluePoint14X" fmla="*/ 38 w 224"/>
                <a:gd name="GluePoint14Y" fmla="*/ 39 h 224"/>
                <a:gd name="GluePoint15X" fmla="*/ 8 w 224"/>
                <a:gd name="GluePoint15Y" fmla="*/ 112 h 224"/>
                <a:gd name="GluePoint16X" fmla="*/ 38 w 224"/>
                <a:gd name="GluePoint16Y" fmla="*/ 186 h 224"/>
                <a:gd name="GluePoint17X" fmla="*/ 112 w 224"/>
                <a:gd name="GluePoint17Y" fmla="*/ 216 h 224"/>
                <a:gd name="GluePoint18X" fmla="*/ 112 w 224"/>
                <a:gd name="GluePoint18Y" fmla="*/ 216 h 224"/>
                <a:gd name="GluePoint19X" fmla="*/ 112 w 224"/>
                <a:gd name="GluePoint19Y" fmla="*/ 216 h 224"/>
                <a:gd name="GluePoint20X" fmla="*/ 185 w 224"/>
                <a:gd name="GluePoint20Y" fmla="*/ 186 h 224"/>
                <a:gd name="GluePoint21X" fmla="*/ 216 w 224"/>
                <a:gd name="GluePoint21Y" fmla="*/ 116 h 224"/>
                <a:gd name="GluePoint22X" fmla="*/ 108 w 224"/>
                <a:gd name="GluePoint22Y" fmla="*/ 116 h 224"/>
                <a:gd name="GluePoint23X" fmla="*/ 108 w 224"/>
                <a:gd name="GluePoint23Y" fmla="*/ 8 h 2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24" h="224">
                  <a:moveTo>
                    <a:pt x="112" y="224"/>
                  </a:moveTo>
                  <a:cubicBezTo>
                    <a:pt x="82" y="224"/>
                    <a:pt x="54" y="213"/>
                    <a:pt x="33" y="192"/>
                  </a:cubicBezTo>
                  <a:cubicBezTo>
                    <a:pt x="11" y="170"/>
                    <a:pt x="0" y="142"/>
                    <a:pt x="0" y="112"/>
                  </a:cubicBezTo>
                  <a:cubicBezTo>
                    <a:pt x="0" y="82"/>
                    <a:pt x="11" y="54"/>
                    <a:pt x="32" y="33"/>
                  </a:cubicBezTo>
                  <a:cubicBezTo>
                    <a:pt x="53" y="12"/>
                    <a:pt x="82" y="0"/>
                    <a:pt x="11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224" y="108"/>
                    <a:pt x="224" y="108"/>
                    <a:pt x="224" y="108"/>
                  </a:cubicBezTo>
                  <a:cubicBezTo>
                    <a:pt x="224" y="112"/>
                    <a:pt x="224" y="112"/>
                    <a:pt x="224" y="112"/>
                  </a:cubicBezTo>
                  <a:cubicBezTo>
                    <a:pt x="224" y="142"/>
                    <a:pt x="212" y="170"/>
                    <a:pt x="191" y="192"/>
                  </a:cubicBezTo>
                  <a:cubicBezTo>
                    <a:pt x="170" y="213"/>
                    <a:pt x="142" y="224"/>
                    <a:pt x="112" y="224"/>
                  </a:cubicBezTo>
                  <a:cubicBezTo>
                    <a:pt x="112" y="224"/>
                    <a:pt x="112" y="224"/>
                    <a:pt x="112" y="224"/>
                  </a:cubicBezTo>
                  <a:close/>
                  <a:moveTo>
                    <a:pt x="108" y="8"/>
                  </a:moveTo>
                  <a:cubicBezTo>
                    <a:pt x="81" y="9"/>
                    <a:pt x="57" y="20"/>
                    <a:pt x="38" y="39"/>
                  </a:cubicBezTo>
                  <a:cubicBezTo>
                    <a:pt x="18" y="58"/>
                    <a:pt x="8" y="84"/>
                    <a:pt x="8" y="112"/>
                  </a:cubicBezTo>
                  <a:cubicBezTo>
                    <a:pt x="8" y="140"/>
                    <a:pt x="19" y="166"/>
                    <a:pt x="38" y="186"/>
                  </a:cubicBezTo>
                  <a:cubicBezTo>
                    <a:pt x="58" y="205"/>
                    <a:pt x="84" y="216"/>
                    <a:pt x="112" y="216"/>
                  </a:cubicBezTo>
                  <a:cubicBezTo>
                    <a:pt x="112" y="216"/>
                    <a:pt x="112" y="216"/>
                    <a:pt x="112" y="216"/>
                  </a:cubicBezTo>
                  <a:cubicBezTo>
                    <a:pt x="112" y="216"/>
                    <a:pt x="112" y="216"/>
                    <a:pt x="112" y="216"/>
                  </a:cubicBezTo>
                  <a:cubicBezTo>
                    <a:pt x="139" y="216"/>
                    <a:pt x="166" y="205"/>
                    <a:pt x="185" y="186"/>
                  </a:cubicBezTo>
                  <a:cubicBezTo>
                    <a:pt x="204" y="167"/>
                    <a:pt x="215" y="143"/>
                    <a:pt x="216" y="116"/>
                  </a:cubicBezTo>
                  <a:cubicBezTo>
                    <a:pt x="108" y="116"/>
                    <a:pt x="108" y="116"/>
                    <a:pt x="108" y="116"/>
                  </a:cubicBezTo>
                  <a:lnTo>
                    <a:pt x="108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62" name="Freeform 226"/>
            <p:cNvSpPr/>
            <p:nvPr/>
          </p:nvSpPr>
          <p:spPr>
            <a:xfrm>
              <a:off x="3812760" y="3622320"/>
              <a:ext cx="136080" cy="13608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36080"/>
                <a:gd name="textAreaBottom" fmla="*/ 136440 h 136080"/>
                <a:gd name="GluePoint1X" fmla="*/ 116 w 116"/>
                <a:gd name="GluePoint1Y" fmla="*/ 116 h 116"/>
                <a:gd name="GluePoint2X" fmla="*/ 0 w 116"/>
                <a:gd name="GluePoint2Y" fmla="*/ 116 h 116"/>
                <a:gd name="GluePoint3X" fmla="*/ 0 w 116"/>
                <a:gd name="GluePoint3Y" fmla="*/ 0 h 116"/>
                <a:gd name="GluePoint4X" fmla="*/ 4 w 116"/>
                <a:gd name="GluePoint4Y" fmla="*/ 0 h 116"/>
                <a:gd name="GluePoint5X" fmla="*/ 83 w 116"/>
                <a:gd name="GluePoint5Y" fmla="*/ 33 h 116"/>
                <a:gd name="GluePoint6X" fmla="*/ 116 w 116"/>
                <a:gd name="GluePoint6Y" fmla="*/ 112 h 116"/>
                <a:gd name="GluePoint7X" fmla="*/ 116 w 116"/>
                <a:gd name="GluePoint7Y" fmla="*/ 116 h 116"/>
                <a:gd name="GluePoint8X" fmla="*/ 8 w 116"/>
                <a:gd name="GluePoint8Y" fmla="*/ 108 h 116"/>
                <a:gd name="GluePoint9X" fmla="*/ 108 w 116"/>
                <a:gd name="GluePoint9Y" fmla="*/ 108 h 116"/>
                <a:gd name="GluePoint10X" fmla="*/ 77 w 116"/>
                <a:gd name="GluePoint10Y" fmla="*/ 39 h 116"/>
                <a:gd name="GluePoint11X" fmla="*/ 8 w 116"/>
                <a:gd name="GluePoint11Y" fmla="*/ 8 h 116"/>
                <a:gd name="GluePoint12X" fmla="*/ 8 w 116"/>
                <a:gd name="GluePoint12Y" fmla="*/ 108 h 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16" h="116">
                  <a:moveTo>
                    <a:pt x="116" y="116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4" y="0"/>
                    <a:pt x="62" y="12"/>
                    <a:pt x="83" y="33"/>
                  </a:cubicBezTo>
                  <a:cubicBezTo>
                    <a:pt x="104" y="54"/>
                    <a:pt x="116" y="82"/>
                    <a:pt x="116" y="112"/>
                  </a:cubicBezTo>
                  <a:lnTo>
                    <a:pt x="116" y="116"/>
                  </a:lnTo>
                  <a:close/>
                  <a:moveTo>
                    <a:pt x="8" y="108"/>
                  </a:moveTo>
                  <a:cubicBezTo>
                    <a:pt x="108" y="108"/>
                    <a:pt x="108" y="108"/>
                    <a:pt x="108" y="108"/>
                  </a:cubicBezTo>
                  <a:cubicBezTo>
                    <a:pt x="107" y="82"/>
                    <a:pt x="96" y="57"/>
                    <a:pt x="77" y="39"/>
                  </a:cubicBezTo>
                  <a:cubicBezTo>
                    <a:pt x="59" y="20"/>
                    <a:pt x="34" y="9"/>
                    <a:pt x="8" y="8"/>
                  </a:cubicBezTo>
                  <a:lnTo>
                    <a:pt x="8" y="10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63" name="Группа 511"/>
          <p:cNvGrpSpPr/>
          <p:nvPr/>
        </p:nvGrpSpPr>
        <p:grpSpPr>
          <a:xfrm>
            <a:off x="4081320" y="3622320"/>
            <a:ext cx="217800" cy="302400"/>
            <a:chOff x="4081320" y="3622320"/>
            <a:chExt cx="217800" cy="302400"/>
          </a:xfrm>
        </p:grpSpPr>
        <p:sp>
          <p:nvSpPr>
            <p:cNvPr id="2664" name="Freeform 227"/>
            <p:cNvSpPr/>
            <p:nvPr/>
          </p:nvSpPr>
          <p:spPr>
            <a:xfrm>
              <a:off x="4081320" y="3754800"/>
              <a:ext cx="65880" cy="16992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69920"/>
                <a:gd name="textAreaBottom" fmla="*/ 170280 h 169920"/>
                <a:gd name="GluePoint1X" fmla="*/ 47 w 47"/>
                <a:gd name="GluePoint1Y" fmla="*/ 121 h 121"/>
                <a:gd name="GluePoint2X" fmla="*/ 0 w 47"/>
                <a:gd name="GluePoint2Y" fmla="*/ 121 h 121"/>
                <a:gd name="GluePoint3X" fmla="*/ 0 w 47"/>
                <a:gd name="GluePoint3Y" fmla="*/ 0 h 121"/>
                <a:gd name="GluePoint4X" fmla="*/ 47 w 47"/>
                <a:gd name="GluePoint4Y" fmla="*/ 0 h 121"/>
                <a:gd name="GluePoint5X" fmla="*/ 47 w 47"/>
                <a:gd name="GluePoint5Y" fmla="*/ 121 h 121"/>
                <a:gd name="GluePoint6X" fmla="*/ 7 w 47"/>
                <a:gd name="GluePoint6Y" fmla="*/ 114 h 121"/>
                <a:gd name="GluePoint7X" fmla="*/ 41 w 47"/>
                <a:gd name="GluePoint7Y" fmla="*/ 114 h 121"/>
                <a:gd name="GluePoint8X" fmla="*/ 41 w 47"/>
                <a:gd name="GluePoint8Y" fmla="*/ 7 h 121"/>
                <a:gd name="GluePoint9X" fmla="*/ 7 w 47"/>
                <a:gd name="GluePoint9Y" fmla="*/ 7 h 121"/>
                <a:gd name="GluePoint10X" fmla="*/ 7 w 47"/>
                <a:gd name="GluePoint10Y" fmla="*/ 114 h 1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121">
                  <a:moveTo>
                    <a:pt x="47" y="121"/>
                  </a:moveTo>
                  <a:lnTo>
                    <a:pt x="0" y="121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121"/>
                  </a:lnTo>
                  <a:close/>
                  <a:moveTo>
                    <a:pt x="7" y="114"/>
                  </a:moveTo>
                  <a:lnTo>
                    <a:pt x="41" y="114"/>
                  </a:lnTo>
                  <a:lnTo>
                    <a:pt x="41" y="7"/>
                  </a:lnTo>
                  <a:lnTo>
                    <a:pt x="7" y="7"/>
                  </a:lnTo>
                  <a:lnTo>
                    <a:pt x="7" y="1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65" name="Freeform 228"/>
            <p:cNvSpPr/>
            <p:nvPr/>
          </p:nvSpPr>
          <p:spPr>
            <a:xfrm>
              <a:off x="4233240" y="3802680"/>
              <a:ext cx="65880" cy="12204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22040"/>
                <a:gd name="textAreaBottom" fmla="*/ 122400 h 122040"/>
                <a:gd name="GluePoint1X" fmla="*/ 47 w 47"/>
                <a:gd name="GluePoint1Y" fmla="*/ 87 h 87"/>
                <a:gd name="GluePoint2X" fmla="*/ 0 w 47"/>
                <a:gd name="GluePoint2Y" fmla="*/ 87 h 87"/>
                <a:gd name="GluePoint3X" fmla="*/ 0 w 47"/>
                <a:gd name="GluePoint3Y" fmla="*/ 0 h 87"/>
                <a:gd name="GluePoint4X" fmla="*/ 47 w 47"/>
                <a:gd name="GluePoint4Y" fmla="*/ 0 h 87"/>
                <a:gd name="GluePoint5X" fmla="*/ 47 w 47"/>
                <a:gd name="GluePoint5Y" fmla="*/ 87 h 87"/>
                <a:gd name="GluePoint6X" fmla="*/ 7 w 47"/>
                <a:gd name="GluePoint6Y" fmla="*/ 80 h 87"/>
                <a:gd name="GluePoint7X" fmla="*/ 40 w 47"/>
                <a:gd name="GluePoint7Y" fmla="*/ 80 h 87"/>
                <a:gd name="GluePoint8X" fmla="*/ 40 w 47"/>
                <a:gd name="GluePoint8Y" fmla="*/ 6 h 87"/>
                <a:gd name="GluePoint9X" fmla="*/ 7 w 47"/>
                <a:gd name="GluePoint9Y" fmla="*/ 6 h 87"/>
                <a:gd name="GluePoint10X" fmla="*/ 7 w 47"/>
                <a:gd name="GluePoint10Y" fmla="*/ 80 h 8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87">
                  <a:moveTo>
                    <a:pt x="47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87"/>
                  </a:lnTo>
                  <a:close/>
                  <a:moveTo>
                    <a:pt x="7" y="80"/>
                  </a:moveTo>
                  <a:lnTo>
                    <a:pt x="40" y="80"/>
                  </a:lnTo>
                  <a:lnTo>
                    <a:pt x="40" y="6"/>
                  </a:lnTo>
                  <a:lnTo>
                    <a:pt x="7" y="6"/>
                  </a:lnTo>
                  <a:lnTo>
                    <a:pt x="7" y="8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66" name="Freeform 229"/>
            <p:cNvSpPr/>
            <p:nvPr/>
          </p:nvSpPr>
          <p:spPr>
            <a:xfrm>
              <a:off x="4157280" y="3622320"/>
              <a:ext cx="65880" cy="30204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302040"/>
                <a:gd name="textAreaBottom" fmla="*/ 302400 h 302040"/>
                <a:gd name="GluePoint1X" fmla="*/ 47 w 47"/>
                <a:gd name="GluePoint1Y" fmla="*/ 215 h 215"/>
                <a:gd name="GluePoint2X" fmla="*/ 0 w 47"/>
                <a:gd name="GluePoint2Y" fmla="*/ 215 h 215"/>
                <a:gd name="GluePoint3X" fmla="*/ 0 w 47"/>
                <a:gd name="GluePoint3Y" fmla="*/ 0 h 215"/>
                <a:gd name="GluePoint4X" fmla="*/ 47 w 47"/>
                <a:gd name="GluePoint4Y" fmla="*/ 0 h 215"/>
                <a:gd name="GluePoint5X" fmla="*/ 47 w 47"/>
                <a:gd name="GluePoint5Y" fmla="*/ 215 h 215"/>
                <a:gd name="GluePoint6X" fmla="*/ 7 w 47"/>
                <a:gd name="GluePoint6Y" fmla="*/ 208 h 215"/>
                <a:gd name="GluePoint7X" fmla="*/ 41 w 47"/>
                <a:gd name="GluePoint7Y" fmla="*/ 208 h 215"/>
                <a:gd name="GluePoint8X" fmla="*/ 41 w 47"/>
                <a:gd name="GluePoint8Y" fmla="*/ 6 h 215"/>
                <a:gd name="GluePoint9X" fmla="*/ 7 w 47"/>
                <a:gd name="GluePoint9Y" fmla="*/ 6 h 215"/>
                <a:gd name="GluePoint10X" fmla="*/ 7 w 47"/>
                <a:gd name="GluePoint10Y" fmla="*/ 208 h 2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7" h="215">
                  <a:moveTo>
                    <a:pt x="47" y="215"/>
                  </a:moveTo>
                  <a:lnTo>
                    <a:pt x="0" y="215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215"/>
                  </a:lnTo>
                  <a:close/>
                  <a:moveTo>
                    <a:pt x="7" y="208"/>
                  </a:moveTo>
                  <a:lnTo>
                    <a:pt x="41" y="208"/>
                  </a:lnTo>
                  <a:lnTo>
                    <a:pt x="41" y="6"/>
                  </a:lnTo>
                  <a:lnTo>
                    <a:pt x="7" y="6"/>
                  </a:lnTo>
                  <a:lnTo>
                    <a:pt x="7" y="20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67" name="Группа 512"/>
          <p:cNvGrpSpPr/>
          <p:nvPr/>
        </p:nvGrpSpPr>
        <p:grpSpPr>
          <a:xfrm>
            <a:off x="4431960" y="3622320"/>
            <a:ext cx="302040" cy="302400"/>
            <a:chOff x="4431960" y="3622320"/>
            <a:chExt cx="302040" cy="302400"/>
          </a:xfrm>
        </p:grpSpPr>
        <p:sp>
          <p:nvSpPr>
            <p:cNvPr id="2668" name="Freeform 230"/>
            <p:cNvSpPr/>
            <p:nvPr/>
          </p:nvSpPr>
          <p:spPr>
            <a:xfrm>
              <a:off x="4678200" y="3764520"/>
              <a:ext cx="37800" cy="378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7800"/>
                <a:gd name="textAreaBottom" fmla="*/ 38160 h 37800"/>
                <a:gd name="GluePoint1X" fmla="*/ 16 w 32"/>
                <a:gd name="GluePoint1Y" fmla="*/ 32 h 32"/>
                <a:gd name="GluePoint2X" fmla="*/ 0 w 32"/>
                <a:gd name="GluePoint2Y" fmla="*/ 16 h 32"/>
                <a:gd name="GluePoint3X" fmla="*/ 16 w 32"/>
                <a:gd name="GluePoint3Y" fmla="*/ 0 h 32"/>
                <a:gd name="GluePoint4X" fmla="*/ 32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8 w 32"/>
                <a:gd name="GluePoint7Y" fmla="*/ 16 h 32"/>
                <a:gd name="GluePoint8X" fmla="*/ 16 w 32"/>
                <a:gd name="GluePoint8Y" fmla="*/ 24 h 32"/>
                <a:gd name="GluePoint9X" fmla="*/ 24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0" y="24"/>
                    <a:pt x="24" y="21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69" name="Freeform 231"/>
            <p:cNvSpPr/>
            <p:nvPr/>
          </p:nvSpPr>
          <p:spPr>
            <a:xfrm>
              <a:off x="4517640" y="3622320"/>
              <a:ext cx="37800" cy="378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7800"/>
                <a:gd name="textAreaBottom" fmla="*/ 38160 h 37800"/>
                <a:gd name="GluePoint1X" fmla="*/ 16 w 32"/>
                <a:gd name="GluePoint1Y" fmla="*/ 32 h 32"/>
                <a:gd name="GluePoint2X" fmla="*/ 0 w 32"/>
                <a:gd name="GluePoint2Y" fmla="*/ 16 h 32"/>
                <a:gd name="GluePoint3X" fmla="*/ 16 w 32"/>
                <a:gd name="GluePoint3Y" fmla="*/ 0 h 32"/>
                <a:gd name="GluePoint4X" fmla="*/ 32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8 w 32"/>
                <a:gd name="GluePoint7Y" fmla="*/ 16 h 32"/>
                <a:gd name="GluePoint8X" fmla="*/ 16 w 32"/>
                <a:gd name="GluePoint8Y" fmla="*/ 24 h 32"/>
                <a:gd name="GluePoint9X" fmla="*/ 24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0" y="24"/>
                    <a:pt x="24" y="21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70" name="Freeform 232"/>
            <p:cNvSpPr/>
            <p:nvPr/>
          </p:nvSpPr>
          <p:spPr>
            <a:xfrm>
              <a:off x="4602240" y="3839040"/>
              <a:ext cx="37800" cy="378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7800"/>
                <a:gd name="textAreaBottom" fmla="*/ 38160 h 37800"/>
                <a:gd name="GluePoint1X" fmla="*/ 16 w 32"/>
                <a:gd name="GluePoint1Y" fmla="*/ 32 h 32"/>
                <a:gd name="GluePoint2X" fmla="*/ 0 w 32"/>
                <a:gd name="GluePoint2Y" fmla="*/ 16 h 32"/>
                <a:gd name="GluePoint3X" fmla="*/ 16 w 32"/>
                <a:gd name="GluePoint3Y" fmla="*/ 0 h 32"/>
                <a:gd name="GluePoint4X" fmla="*/ 32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8 w 32"/>
                <a:gd name="GluePoint7Y" fmla="*/ 16 h 32"/>
                <a:gd name="GluePoint8X" fmla="*/ 16 w 32"/>
                <a:gd name="GluePoint8Y" fmla="*/ 24 h 32"/>
                <a:gd name="GluePoint9X" fmla="*/ 24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0" y="24"/>
                    <a:pt x="24" y="21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71" name="Freeform 233"/>
            <p:cNvSpPr/>
            <p:nvPr/>
          </p:nvSpPr>
          <p:spPr>
            <a:xfrm>
              <a:off x="4446000" y="3750480"/>
              <a:ext cx="37800" cy="363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6360"/>
                <a:gd name="textAreaBottom" fmla="*/ 36720 h 36360"/>
                <a:gd name="GluePoint1X" fmla="*/ 16 w 32"/>
                <a:gd name="GluePoint1Y" fmla="*/ 32 h 32"/>
                <a:gd name="GluePoint2X" fmla="*/ 0 w 32"/>
                <a:gd name="GluePoint2Y" fmla="*/ 16 h 32"/>
                <a:gd name="GluePoint3X" fmla="*/ 16 w 32"/>
                <a:gd name="GluePoint3Y" fmla="*/ 0 h 32"/>
                <a:gd name="GluePoint4X" fmla="*/ 32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8 w 32"/>
                <a:gd name="GluePoint7Y" fmla="*/ 16 h 32"/>
                <a:gd name="GluePoint8X" fmla="*/ 16 w 32"/>
                <a:gd name="GluePoint8Y" fmla="*/ 24 h 32"/>
                <a:gd name="GluePoint9X" fmla="*/ 24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0" y="24"/>
                    <a:pt x="24" y="21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360" bIns="18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72" name="Freeform 234"/>
            <p:cNvSpPr/>
            <p:nvPr/>
          </p:nvSpPr>
          <p:spPr>
            <a:xfrm>
              <a:off x="4465440" y="3647880"/>
              <a:ext cx="64440" cy="1094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109440"/>
                <a:gd name="textAreaBottom" fmla="*/ 109800 h 109440"/>
                <a:gd name="GluePoint1X" fmla="*/ 40 w 46"/>
                <a:gd name="GluePoint1Y" fmla="*/ 0 h 78"/>
                <a:gd name="GluePoint2X" fmla="*/ 46 w 46"/>
                <a:gd name="GluePoint2Y" fmla="*/ 4 h 78"/>
                <a:gd name="GluePoint3X" fmla="*/ 6 w 46"/>
                <a:gd name="GluePoint3Y" fmla="*/ 78 h 78"/>
                <a:gd name="GluePoint4X" fmla="*/ 0 w 46"/>
                <a:gd name="GluePoint4Y" fmla="*/ 74 h 78"/>
                <a:gd name="GluePoint5X" fmla="*/ 40 w 46"/>
                <a:gd name="GluePoint5Y" fmla="*/ 0 h 7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6" h="78">
                  <a:moveTo>
                    <a:pt x="40" y="0"/>
                  </a:moveTo>
                  <a:lnTo>
                    <a:pt x="46" y="4"/>
                  </a:lnTo>
                  <a:lnTo>
                    <a:pt x="6" y="78"/>
                  </a:lnTo>
                  <a:lnTo>
                    <a:pt x="0" y="74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73" name="Freeform 235"/>
            <p:cNvSpPr/>
            <p:nvPr/>
          </p:nvSpPr>
          <p:spPr>
            <a:xfrm>
              <a:off x="4631760" y="3789720"/>
              <a:ext cx="58680" cy="6300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63000"/>
                <a:gd name="textAreaBottom" fmla="*/ 63360 h 63000"/>
                <a:gd name="GluePoint1X" fmla="*/ 37 w 42"/>
                <a:gd name="GluePoint1Y" fmla="*/ 0 h 45"/>
                <a:gd name="GluePoint2X" fmla="*/ 42 w 42"/>
                <a:gd name="GluePoint2Y" fmla="*/ 4 h 45"/>
                <a:gd name="GluePoint3X" fmla="*/ 5 w 42"/>
                <a:gd name="GluePoint3Y" fmla="*/ 45 h 45"/>
                <a:gd name="GluePoint4X" fmla="*/ 0 w 42"/>
                <a:gd name="GluePoint4Y" fmla="*/ 41 h 45"/>
                <a:gd name="GluePoint5X" fmla="*/ 37 w 42"/>
                <a:gd name="GluePoint5Y" fmla="*/ 0 h 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2" h="45">
                  <a:moveTo>
                    <a:pt x="37" y="0"/>
                  </a:moveTo>
                  <a:lnTo>
                    <a:pt x="42" y="4"/>
                  </a:lnTo>
                  <a:lnTo>
                    <a:pt x="5" y="45"/>
                  </a:lnTo>
                  <a:lnTo>
                    <a:pt x="0" y="4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1680" bIns="31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74" name="Freeform 236"/>
            <p:cNvSpPr/>
            <p:nvPr/>
          </p:nvSpPr>
          <p:spPr>
            <a:xfrm>
              <a:off x="4431960" y="3886920"/>
              <a:ext cx="302040" cy="3780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800"/>
                <a:gd name="textAreaBottom" fmla="*/ 38160 h 37800"/>
                <a:gd name="GluePoint1X" fmla="*/ 215 w 215"/>
                <a:gd name="GluePoint1Y" fmla="*/ 27 h 27"/>
                <a:gd name="GluePoint2X" fmla="*/ 0 w 215"/>
                <a:gd name="GluePoint2Y" fmla="*/ 27 h 27"/>
                <a:gd name="GluePoint3X" fmla="*/ 0 w 215"/>
                <a:gd name="GluePoint3Y" fmla="*/ 0 h 27"/>
                <a:gd name="GluePoint4X" fmla="*/ 215 w 215"/>
                <a:gd name="GluePoint4Y" fmla="*/ 0 h 27"/>
                <a:gd name="GluePoint5X" fmla="*/ 215 w 215"/>
                <a:gd name="GluePoint5Y" fmla="*/ 27 h 27"/>
                <a:gd name="GluePoint6X" fmla="*/ 7 w 215"/>
                <a:gd name="GluePoint6Y" fmla="*/ 20 h 27"/>
                <a:gd name="GluePoint7X" fmla="*/ 209 w 215"/>
                <a:gd name="GluePoint7Y" fmla="*/ 20 h 27"/>
                <a:gd name="GluePoint8X" fmla="*/ 209 w 215"/>
                <a:gd name="GluePoint8Y" fmla="*/ 7 h 27"/>
                <a:gd name="GluePoint9X" fmla="*/ 7 w 215"/>
                <a:gd name="GluePoint9Y" fmla="*/ 7 h 27"/>
                <a:gd name="GluePoint10X" fmla="*/ 7 w 215"/>
                <a:gd name="GluePoint10Y" fmla="*/ 20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5" h="27">
                  <a:moveTo>
                    <a:pt x="215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27"/>
                  </a:lnTo>
                  <a:close/>
                  <a:moveTo>
                    <a:pt x="7" y="20"/>
                  </a:moveTo>
                  <a:lnTo>
                    <a:pt x="209" y="20"/>
                  </a:lnTo>
                  <a:lnTo>
                    <a:pt x="209" y="7"/>
                  </a:lnTo>
                  <a:lnTo>
                    <a:pt x="7" y="7"/>
                  </a:lnTo>
                  <a:lnTo>
                    <a:pt x="7" y="2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75" name="Freeform 237"/>
            <p:cNvSpPr/>
            <p:nvPr/>
          </p:nvSpPr>
          <p:spPr>
            <a:xfrm>
              <a:off x="4541760" y="3648960"/>
              <a:ext cx="74160" cy="19800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198000"/>
                <a:gd name="textAreaBottom" fmla="*/ 198360 h 198000"/>
                <a:gd name="GluePoint1X" fmla="*/ 6 w 53"/>
                <a:gd name="GluePoint1Y" fmla="*/ 0 h 141"/>
                <a:gd name="GluePoint2X" fmla="*/ 53 w 53"/>
                <a:gd name="GluePoint2Y" fmla="*/ 138 h 141"/>
                <a:gd name="GluePoint3X" fmla="*/ 47 w 53"/>
                <a:gd name="GluePoint3Y" fmla="*/ 141 h 141"/>
                <a:gd name="GluePoint4X" fmla="*/ 0 w 53"/>
                <a:gd name="GluePoint4Y" fmla="*/ 3 h 141"/>
                <a:gd name="GluePoint5X" fmla="*/ 6 w 53"/>
                <a:gd name="GluePoint5Y" fmla="*/ 0 h 1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3" h="141">
                  <a:moveTo>
                    <a:pt x="6" y="0"/>
                  </a:moveTo>
                  <a:lnTo>
                    <a:pt x="53" y="138"/>
                  </a:lnTo>
                  <a:lnTo>
                    <a:pt x="47" y="141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76" name="Группа 475"/>
          <p:cNvGrpSpPr/>
          <p:nvPr/>
        </p:nvGrpSpPr>
        <p:grpSpPr>
          <a:xfrm>
            <a:off x="5217120" y="2442960"/>
            <a:ext cx="303480" cy="302040"/>
            <a:chOff x="5217120" y="2442960"/>
            <a:chExt cx="303480" cy="302040"/>
          </a:xfrm>
        </p:grpSpPr>
        <p:sp>
          <p:nvSpPr>
            <p:cNvPr id="2677" name="Freeform 238"/>
            <p:cNvSpPr/>
            <p:nvPr/>
          </p:nvSpPr>
          <p:spPr>
            <a:xfrm>
              <a:off x="5217120" y="2442960"/>
              <a:ext cx="303480" cy="30204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8 w 256"/>
                <a:gd name="GluePoint2Y" fmla="*/ 218 h 256"/>
                <a:gd name="GluePoint3X" fmla="*/ 0 w 256"/>
                <a:gd name="GluePoint3Y" fmla="*/ 128 h 256"/>
                <a:gd name="GluePoint4X" fmla="*/ 38 w 256"/>
                <a:gd name="GluePoint4Y" fmla="*/ 37 h 256"/>
                <a:gd name="GluePoint5X" fmla="*/ 128 w 256"/>
                <a:gd name="GluePoint5Y" fmla="*/ 0 h 256"/>
                <a:gd name="GluePoint6X" fmla="*/ 219 w 256"/>
                <a:gd name="GluePoint6Y" fmla="*/ 37 h 256"/>
                <a:gd name="GluePoint7X" fmla="*/ 256 w 256"/>
                <a:gd name="GluePoint7Y" fmla="*/ 128 h 256"/>
                <a:gd name="GluePoint8X" fmla="*/ 219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78" name="Freeform 239"/>
            <p:cNvSpPr/>
            <p:nvPr/>
          </p:nvSpPr>
          <p:spPr>
            <a:xfrm>
              <a:off x="5307120" y="2519280"/>
              <a:ext cx="113760" cy="15156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151560"/>
                <a:gd name="textAreaBottom" fmla="*/ 151920 h 151560"/>
                <a:gd name="GluePoint1X" fmla="*/ 52 w 96"/>
                <a:gd name="GluePoint1Y" fmla="*/ 128 h 128"/>
                <a:gd name="GluePoint2X" fmla="*/ 0 w 96"/>
                <a:gd name="GluePoint2Y" fmla="*/ 64 h 128"/>
                <a:gd name="GluePoint3X" fmla="*/ 52 w 96"/>
                <a:gd name="GluePoint3Y" fmla="*/ 0 h 128"/>
                <a:gd name="GluePoint4X" fmla="*/ 96 w 96"/>
                <a:gd name="GluePoint4Y" fmla="*/ 19 h 128"/>
                <a:gd name="GluePoint5X" fmla="*/ 88 w 96"/>
                <a:gd name="GluePoint5Y" fmla="*/ 21 h 128"/>
                <a:gd name="GluePoint6X" fmla="*/ 52 w 96"/>
                <a:gd name="GluePoint6Y" fmla="*/ 8 h 128"/>
                <a:gd name="GluePoint7X" fmla="*/ 8 w 96"/>
                <a:gd name="GluePoint7Y" fmla="*/ 64 h 128"/>
                <a:gd name="GluePoint8X" fmla="*/ 52 w 96"/>
                <a:gd name="GluePoint8Y" fmla="*/ 120 h 128"/>
                <a:gd name="GluePoint9X" fmla="*/ 88 w 96"/>
                <a:gd name="GluePoint9Y" fmla="*/ 107 h 128"/>
                <a:gd name="GluePoint10X" fmla="*/ 88 w 96"/>
                <a:gd name="GluePoint10Y" fmla="*/ 84 h 128"/>
                <a:gd name="GluePoint11X" fmla="*/ 68 w 96"/>
                <a:gd name="GluePoint11Y" fmla="*/ 84 h 128"/>
                <a:gd name="GluePoint12X" fmla="*/ 68 w 96"/>
                <a:gd name="GluePoint12Y" fmla="*/ 76 h 128"/>
                <a:gd name="GluePoint13X" fmla="*/ 96 w 96"/>
                <a:gd name="GluePoint13Y" fmla="*/ 76 h 128"/>
                <a:gd name="GluePoint14X" fmla="*/ 96 w 96"/>
                <a:gd name="GluePoint14Y" fmla="*/ 109 h 128"/>
                <a:gd name="GluePoint15X" fmla="*/ 52 w 96"/>
                <a:gd name="GluePoint15Y" fmla="*/ 128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96" h="128">
                  <a:moveTo>
                    <a:pt x="52" y="128"/>
                  </a:moveTo>
                  <a:cubicBezTo>
                    <a:pt x="19" y="128"/>
                    <a:pt x="0" y="105"/>
                    <a:pt x="0" y="64"/>
                  </a:cubicBezTo>
                  <a:cubicBezTo>
                    <a:pt x="0" y="23"/>
                    <a:pt x="19" y="0"/>
                    <a:pt x="52" y="0"/>
                  </a:cubicBezTo>
                  <a:cubicBezTo>
                    <a:pt x="91" y="0"/>
                    <a:pt x="96" y="18"/>
                    <a:pt x="96" y="19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88" y="21"/>
                    <a:pt x="84" y="8"/>
                    <a:pt x="52" y="8"/>
                  </a:cubicBezTo>
                  <a:cubicBezTo>
                    <a:pt x="16" y="8"/>
                    <a:pt x="8" y="38"/>
                    <a:pt x="8" y="64"/>
                  </a:cubicBezTo>
                  <a:cubicBezTo>
                    <a:pt x="8" y="90"/>
                    <a:pt x="16" y="120"/>
                    <a:pt x="52" y="120"/>
                  </a:cubicBezTo>
                  <a:cubicBezTo>
                    <a:pt x="81" y="120"/>
                    <a:pt x="87" y="109"/>
                    <a:pt x="88" y="107"/>
                  </a:cubicBezTo>
                  <a:cubicBezTo>
                    <a:pt x="88" y="84"/>
                    <a:pt x="88" y="84"/>
                    <a:pt x="88" y="84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96" y="76"/>
                    <a:pt x="96" y="76"/>
                    <a:pt x="96" y="76"/>
                  </a:cubicBezTo>
                  <a:cubicBezTo>
                    <a:pt x="96" y="109"/>
                    <a:pt x="96" y="109"/>
                    <a:pt x="96" y="109"/>
                  </a:cubicBezTo>
                  <a:cubicBezTo>
                    <a:pt x="96" y="110"/>
                    <a:pt x="91" y="128"/>
                    <a:pt x="52" y="1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79" name="Rectangle 240"/>
            <p:cNvSpPr/>
            <p:nvPr/>
          </p:nvSpPr>
          <p:spPr>
            <a:xfrm>
              <a:off x="5364720" y="2500920"/>
              <a:ext cx="7920" cy="1882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80" name="Группа 476"/>
          <p:cNvGrpSpPr/>
          <p:nvPr/>
        </p:nvGrpSpPr>
        <p:grpSpPr>
          <a:xfrm>
            <a:off x="5610960" y="2442960"/>
            <a:ext cx="302040" cy="302040"/>
            <a:chOff x="5610960" y="2442960"/>
            <a:chExt cx="302040" cy="302040"/>
          </a:xfrm>
        </p:grpSpPr>
        <p:sp>
          <p:nvSpPr>
            <p:cNvPr id="2681" name="Freeform 241"/>
            <p:cNvSpPr/>
            <p:nvPr/>
          </p:nvSpPr>
          <p:spPr>
            <a:xfrm>
              <a:off x="561096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8 w 256"/>
                <a:gd name="GluePoint2Y" fmla="*/ 218 h 256"/>
                <a:gd name="GluePoint3X" fmla="*/ 0 w 256"/>
                <a:gd name="GluePoint3Y" fmla="*/ 128 h 256"/>
                <a:gd name="GluePoint4X" fmla="*/ 38 w 256"/>
                <a:gd name="GluePoint4Y" fmla="*/ 37 h 256"/>
                <a:gd name="GluePoint5X" fmla="*/ 128 w 256"/>
                <a:gd name="GluePoint5Y" fmla="*/ 0 h 256"/>
                <a:gd name="GluePoint6X" fmla="*/ 219 w 256"/>
                <a:gd name="GluePoint6Y" fmla="*/ 37 h 256"/>
                <a:gd name="GluePoint7X" fmla="*/ 256 w 256"/>
                <a:gd name="GluePoint7Y" fmla="*/ 128 h 256"/>
                <a:gd name="GluePoint8X" fmla="*/ 219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82" name="Rectangle 242"/>
            <p:cNvSpPr/>
            <p:nvPr/>
          </p:nvSpPr>
          <p:spPr>
            <a:xfrm>
              <a:off x="5723640" y="2519280"/>
              <a:ext cx="9360" cy="1515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83" name="Freeform 243"/>
            <p:cNvSpPr/>
            <p:nvPr/>
          </p:nvSpPr>
          <p:spPr>
            <a:xfrm>
              <a:off x="5727960" y="2514960"/>
              <a:ext cx="89640" cy="1587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58760"/>
                <a:gd name="textAreaBottom" fmla="*/ 159120 h 158760"/>
                <a:gd name="GluePoint1X" fmla="*/ 59 w 64"/>
                <a:gd name="GluePoint1Y" fmla="*/ 113 h 113"/>
                <a:gd name="GluePoint2X" fmla="*/ 0 w 64"/>
                <a:gd name="GluePoint2Y" fmla="*/ 53 h 113"/>
                <a:gd name="GluePoint3X" fmla="*/ 56 w 64"/>
                <a:gd name="GluePoint3Y" fmla="*/ 0 h 113"/>
                <a:gd name="GluePoint4X" fmla="*/ 60 w 64"/>
                <a:gd name="GluePoint4Y" fmla="*/ 6 h 113"/>
                <a:gd name="GluePoint5X" fmla="*/ 9 w 64"/>
                <a:gd name="GluePoint5Y" fmla="*/ 53 h 113"/>
                <a:gd name="GluePoint6X" fmla="*/ 64 w 64"/>
                <a:gd name="GluePoint6Y" fmla="*/ 108 h 113"/>
                <a:gd name="GluePoint7X" fmla="*/ 59 w 64"/>
                <a:gd name="GluePoint7Y" fmla="*/ 113 h 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4" h="113">
                  <a:moveTo>
                    <a:pt x="59" y="113"/>
                  </a:moveTo>
                  <a:lnTo>
                    <a:pt x="0" y="53"/>
                  </a:lnTo>
                  <a:lnTo>
                    <a:pt x="56" y="0"/>
                  </a:lnTo>
                  <a:lnTo>
                    <a:pt x="60" y="6"/>
                  </a:lnTo>
                  <a:lnTo>
                    <a:pt x="9" y="53"/>
                  </a:lnTo>
                  <a:lnTo>
                    <a:pt x="64" y="108"/>
                  </a:lnTo>
                  <a:lnTo>
                    <a:pt x="59" y="1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84" name="Rectangle 244"/>
            <p:cNvSpPr/>
            <p:nvPr/>
          </p:nvSpPr>
          <p:spPr>
            <a:xfrm>
              <a:off x="5705280" y="2585160"/>
              <a:ext cx="896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85" name="Группа 477"/>
          <p:cNvGrpSpPr/>
          <p:nvPr/>
        </p:nvGrpSpPr>
        <p:grpSpPr>
          <a:xfrm>
            <a:off x="6003720" y="2442960"/>
            <a:ext cx="302040" cy="302040"/>
            <a:chOff x="6003720" y="2442960"/>
            <a:chExt cx="302040" cy="302040"/>
          </a:xfrm>
        </p:grpSpPr>
        <p:sp>
          <p:nvSpPr>
            <p:cNvPr id="2686" name="Freeform 245"/>
            <p:cNvSpPr/>
            <p:nvPr/>
          </p:nvSpPr>
          <p:spPr>
            <a:xfrm>
              <a:off x="600372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8 w 256"/>
                <a:gd name="GluePoint2Y" fmla="*/ 218 h 256"/>
                <a:gd name="GluePoint3X" fmla="*/ 0 w 256"/>
                <a:gd name="GluePoint3Y" fmla="*/ 128 h 256"/>
                <a:gd name="GluePoint4X" fmla="*/ 38 w 256"/>
                <a:gd name="GluePoint4Y" fmla="*/ 37 h 256"/>
                <a:gd name="GluePoint5X" fmla="*/ 128 w 256"/>
                <a:gd name="GluePoint5Y" fmla="*/ 0 h 256"/>
                <a:gd name="GluePoint6X" fmla="*/ 219 w 256"/>
                <a:gd name="GluePoint6Y" fmla="*/ 37 h 256"/>
                <a:gd name="GluePoint7X" fmla="*/ 256 w 256"/>
                <a:gd name="GluePoint7Y" fmla="*/ 128 h 256"/>
                <a:gd name="GluePoint8X" fmla="*/ 219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4 w 256"/>
                <a:gd name="GluePoint11Y" fmla="*/ 43 h 256"/>
                <a:gd name="GluePoint12X" fmla="*/ 8 w 256"/>
                <a:gd name="GluePoint12Y" fmla="*/ 128 h 256"/>
                <a:gd name="GluePoint13X" fmla="*/ 44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4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4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1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87" name="Freeform 246"/>
            <p:cNvSpPr/>
            <p:nvPr/>
          </p:nvSpPr>
          <p:spPr>
            <a:xfrm>
              <a:off x="6126120" y="2514960"/>
              <a:ext cx="79920" cy="16416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164160"/>
                <a:gd name="textAreaBottom" fmla="*/ 164520 h 164160"/>
                <a:gd name="GluePoint1X" fmla="*/ 60 w 68"/>
                <a:gd name="GluePoint1Y" fmla="*/ 140 h 140"/>
                <a:gd name="GluePoint2X" fmla="*/ 0 w 68"/>
                <a:gd name="GluePoint2Y" fmla="*/ 140 h 140"/>
                <a:gd name="GluePoint3X" fmla="*/ 0 w 68"/>
                <a:gd name="GluePoint3Y" fmla="*/ 32 h 140"/>
                <a:gd name="GluePoint4X" fmla="*/ 40 w 68"/>
                <a:gd name="GluePoint4Y" fmla="*/ 0 h 140"/>
                <a:gd name="GluePoint5X" fmla="*/ 68 w 68"/>
                <a:gd name="GluePoint5Y" fmla="*/ 15 h 140"/>
                <a:gd name="GluePoint6X" fmla="*/ 61 w 68"/>
                <a:gd name="GluePoint6Y" fmla="*/ 17 h 140"/>
                <a:gd name="GluePoint7X" fmla="*/ 40 w 68"/>
                <a:gd name="GluePoint7Y" fmla="*/ 8 h 140"/>
                <a:gd name="GluePoint8X" fmla="*/ 8 w 68"/>
                <a:gd name="GluePoint8Y" fmla="*/ 32 h 140"/>
                <a:gd name="GluePoint9X" fmla="*/ 8 w 68"/>
                <a:gd name="GluePoint9Y" fmla="*/ 132 h 140"/>
                <a:gd name="GluePoint10X" fmla="*/ 60 w 68"/>
                <a:gd name="GluePoint10Y" fmla="*/ 132 h 140"/>
                <a:gd name="GluePoint11X" fmla="*/ 60 w 68"/>
                <a:gd name="GluePoint11Y" fmla="*/ 140 h 1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8" h="140">
                  <a:moveTo>
                    <a:pt x="60" y="140"/>
                  </a:moveTo>
                  <a:cubicBezTo>
                    <a:pt x="0" y="140"/>
                    <a:pt x="0" y="140"/>
                    <a:pt x="0" y="14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2"/>
                    <a:pt x="15" y="0"/>
                    <a:pt x="40" y="0"/>
                  </a:cubicBezTo>
                  <a:cubicBezTo>
                    <a:pt x="63" y="0"/>
                    <a:pt x="68" y="14"/>
                    <a:pt x="68" y="15"/>
                  </a:cubicBezTo>
                  <a:cubicBezTo>
                    <a:pt x="61" y="17"/>
                    <a:pt x="61" y="17"/>
                    <a:pt x="61" y="17"/>
                  </a:cubicBezTo>
                  <a:cubicBezTo>
                    <a:pt x="61" y="17"/>
                    <a:pt x="57" y="8"/>
                    <a:pt x="40" y="8"/>
                  </a:cubicBezTo>
                  <a:cubicBezTo>
                    <a:pt x="28" y="8"/>
                    <a:pt x="8" y="11"/>
                    <a:pt x="8" y="32"/>
                  </a:cubicBezTo>
                  <a:cubicBezTo>
                    <a:pt x="8" y="132"/>
                    <a:pt x="8" y="132"/>
                    <a:pt x="8" y="132"/>
                  </a:cubicBezTo>
                  <a:cubicBezTo>
                    <a:pt x="60" y="132"/>
                    <a:pt x="60" y="132"/>
                    <a:pt x="60" y="132"/>
                  </a:cubicBezTo>
                  <a:lnTo>
                    <a:pt x="60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88" name="Rectangle 247"/>
            <p:cNvSpPr/>
            <p:nvPr/>
          </p:nvSpPr>
          <p:spPr>
            <a:xfrm>
              <a:off x="6102360" y="2671200"/>
              <a:ext cx="27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89" name="Rectangle 248"/>
            <p:cNvSpPr/>
            <p:nvPr/>
          </p:nvSpPr>
          <p:spPr>
            <a:xfrm>
              <a:off x="6102360" y="2589480"/>
              <a:ext cx="658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90" name="Rectangle 249"/>
            <p:cNvSpPr/>
            <p:nvPr/>
          </p:nvSpPr>
          <p:spPr>
            <a:xfrm>
              <a:off x="6102360" y="2619000"/>
              <a:ext cx="6588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91" name="Группа 505"/>
          <p:cNvGrpSpPr/>
          <p:nvPr/>
        </p:nvGrpSpPr>
        <p:grpSpPr>
          <a:xfrm>
            <a:off x="6790320" y="3247920"/>
            <a:ext cx="302040" cy="264240"/>
            <a:chOff x="6790320" y="3247920"/>
            <a:chExt cx="302040" cy="264240"/>
          </a:xfrm>
        </p:grpSpPr>
        <p:sp>
          <p:nvSpPr>
            <p:cNvPr id="2692" name="Freeform 250"/>
            <p:cNvSpPr/>
            <p:nvPr/>
          </p:nvSpPr>
          <p:spPr>
            <a:xfrm>
              <a:off x="6790320" y="3247920"/>
              <a:ext cx="302040" cy="23616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236160"/>
                <a:gd name="textAreaBottom" fmla="*/ 236520 h 236160"/>
                <a:gd name="GluePoint1X" fmla="*/ 215 w 215"/>
                <a:gd name="GluePoint1Y" fmla="*/ 168 h 168"/>
                <a:gd name="GluePoint2X" fmla="*/ 203 w 215"/>
                <a:gd name="GluePoint2Y" fmla="*/ 168 h 168"/>
                <a:gd name="GluePoint3X" fmla="*/ 151 w 215"/>
                <a:gd name="GluePoint3Y" fmla="*/ 128 h 168"/>
                <a:gd name="GluePoint4X" fmla="*/ 21 w 215"/>
                <a:gd name="GluePoint4Y" fmla="*/ 128 h 168"/>
                <a:gd name="GluePoint5X" fmla="*/ 0 w 215"/>
                <a:gd name="GluePoint5Y" fmla="*/ 106 h 168"/>
                <a:gd name="GluePoint6X" fmla="*/ 0 w 215"/>
                <a:gd name="GluePoint6Y" fmla="*/ 63 h 168"/>
                <a:gd name="GluePoint7X" fmla="*/ 21 w 215"/>
                <a:gd name="GluePoint7Y" fmla="*/ 40 h 168"/>
                <a:gd name="GluePoint8X" fmla="*/ 151 w 215"/>
                <a:gd name="GluePoint8Y" fmla="*/ 40 h 168"/>
                <a:gd name="GluePoint9X" fmla="*/ 203 w 215"/>
                <a:gd name="GluePoint9Y" fmla="*/ 0 h 168"/>
                <a:gd name="GluePoint10X" fmla="*/ 215 w 215"/>
                <a:gd name="GluePoint10Y" fmla="*/ 0 h 168"/>
                <a:gd name="GluePoint11X" fmla="*/ 215 w 215"/>
                <a:gd name="GluePoint11Y" fmla="*/ 168 h 168"/>
                <a:gd name="GluePoint12X" fmla="*/ 206 w 215"/>
                <a:gd name="GluePoint12Y" fmla="*/ 161 h 168"/>
                <a:gd name="GluePoint13X" fmla="*/ 208 w 215"/>
                <a:gd name="GluePoint13Y" fmla="*/ 161 h 168"/>
                <a:gd name="GluePoint14X" fmla="*/ 208 w 215"/>
                <a:gd name="GluePoint14Y" fmla="*/ 7 h 168"/>
                <a:gd name="GluePoint15X" fmla="*/ 206 w 215"/>
                <a:gd name="GluePoint15Y" fmla="*/ 7 h 168"/>
                <a:gd name="GluePoint16X" fmla="*/ 153 w 215"/>
                <a:gd name="GluePoint16Y" fmla="*/ 47 h 168"/>
                <a:gd name="GluePoint17X" fmla="*/ 24 w 215"/>
                <a:gd name="GluePoint17Y" fmla="*/ 47 h 168"/>
                <a:gd name="GluePoint18X" fmla="*/ 6 w 215"/>
                <a:gd name="GluePoint18Y" fmla="*/ 66 h 168"/>
                <a:gd name="GluePoint19X" fmla="*/ 6 w 215"/>
                <a:gd name="GluePoint19Y" fmla="*/ 103 h 168"/>
                <a:gd name="GluePoint20X" fmla="*/ 24 w 215"/>
                <a:gd name="GluePoint20Y" fmla="*/ 121 h 168"/>
                <a:gd name="GluePoint21X" fmla="*/ 153 w 215"/>
                <a:gd name="GluePoint21Y" fmla="*/ 121 h 168"/>
                <a:gd name="GluePoint22X" fmla="*/ 206 w 215"/>
                <a:gd name="GluePoint22Y" fmla="*/ 161 h 1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15" h="168">
                  <a:moveTo>
                    <a:pt x="215" y="168"/>
                  </a:moveTo>
                  <a:lnTo>
                    <a:pt x="203" y="168"/>
                  </a:lnTo>
                  <a:lnTo>
                    <a:pt x="151" y="128"/>
                  </a:lnTo>
                  <a:lnTo>
                    <a:pt x="21" y="128"/>
                  </a:lnTo>
                  <a:lnTo>
                    <a:pt x="0" y="106"/>
                  </a:lnTo>
                  <a:lnTo>
                    <a:pt x="0" y="63"/>
                  </a:lnTo>
                  <a:lnTo>
                    <a:pt x="21" y="40"/>
                  </a:lnTo>
                  <a:lnTo>
                    <a:pt x="151" y="40"/>
                  </a:lnTo>
                  <a:lnTo>
                    <a:pt x="203" y="0"/>
                  </a:lnTo>
                  <a:lnTo>
                    <a:pt x="215" y="0"/>
                  </a:lnTo>
                  <a:lnTo>
                    <a:pt x="215" y="168"/>
                  </a:lnTo>
                  <a:close/>
                  <a:moveTo>
                    <a:pt x="206" y="161"/>
                  </a:moveTo>
                  <a:lnTo>
                    <a:pt x="208" y="161"/>
                  </a:lnTo>
                  <a:lnTo>
                    <a:pt x="208" y="7"/>
                  </a:lnTo>
                  <a:lnTo>
                    <a:pt x="206" y="7"/>
                  </a:lnTo>
                  <a:lnTo>
                    <a:pt x="153" y="47"/>
                  </a:lnTo>
                  <a:lnTo>
                    <a:pt x="24" y="47"/>
                  </a:lnTo>
                  <a:lnTo>
                    <a:pt x="6" y="66"/>
                  </a:lnTo>
                  <a:lnTo>
                    <a:pt x="6" y="103"/>
                  </a:lnTo>
                  <a:lnTo>
                    <a:pt x="24" y="121"/>
                  </a:lnTo>
                  <a:lnTo>
                    <a:pt x="153" y="121"/>
                  </a:lnTo>
                  <a:lnTo>
                    <a:pt x="206" y="16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93" name="Freeform 251"/>
            <p:cNvSpPr/>
            <p:nvPr/>
          </p:nvSpPr>
          <p:spPr>
            <a:xfrm>
              <a:off x="6839640" y="3421080"/>
              <a:ext cx="85320" cy="9108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91080"/>
                <a:gd name="textAreaBottom" fmla="*/ 91440 h 91080"/>
                <a:gd name="GluePoint1X" fmla="*/ 27 w 61"/>
                <a:gd name="GluePoint1Y" fmla="*/ 65 h 65"/>
                <a:gd name="GluePoint2X" fmla="*/ 0 w 61"/>
                <a:gd name="GluePoint2Y" fmla="*/ 65 h 65"/>
                <a:gd name="GluePoint3X" fmla="*/ 25 w 61"/>
                <a:gd name="GluePoint3Y" fmla="*/ 1 h 65"/>
                <a:gd name="GluePoint4X" fmla="*/ 31 w 61"/>
                <a:gd name="GluePoint4Y" fmla="*/ 3 h 65"/>
                <a:gd name="GluePoint5X" fmla="*/ 10 w 61"/>
                <a:gd name="GluePoint5Y" fmla="*/ 59 h 65"/>
                <a:gd name="GluePoint6X" fmla="*/ 23 w 61"/>
                <a:gd name="GluePoint6Y" fmla="*/ 59 h 65"/>
                <a:gd name="GluePoint7X" fmla="*/ 55 w 61"/>
                <a:gd name="GluePoint7Y" fmla="*/ 0 h 65"/>
                <a:gd name="GluePoint8X" fmla="*/ 61 w 61"/>
                <a:gd name="GluePoint8Y" fmla="*/ 3 h 65"/>
                <a:gd name="GluePoint9X" fmla="*/ 27 w 61"/>
                <a:gd name="GluePoint9Y" fmla="*/ 65 h 6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61" h="65">
                  <a:moveTo>
                    <a:pt x="27" y="65"/>
                  </a:moveTo>
                  <a:lnTo>
                    <a:pt x="0" y="65"/>
                  </a:lnTo>
                  <a:lnTo>
                    <a:pt x="25" y="1"/>
                  </a:lnTo>
                  <a:lnTo>
                    <a:pt x="31" y="3"/>
                  </a:lnTo>
                  <a:lnTo>
                    <a:pt x="10" y="59"/>
                  </a:lnTo>
                  <a:lnTo>
                    <a:pt x="23" y="59"/>
                  </a:lnTo>
                  <a:lnTo>
                    <a:pt x="55" y="0"/>
                  </a:lnTo>
                  <a:lnTo>
                    <a:pt x="61" y="3"/>
                  </a:lnTo>
                  <a:lnTo>
                    <a:pt x="27" y="6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94" name="Rectangle 252"/>
            <p:cNvSpPr/>
            <p:nvPr/>
          </p:nvSpPr>
          <p:spPr>
            <a:xfrm>
              <a:off x="6988680" y="3309840"/>
              <a:ext cx="9360" cy="112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95" name="Rectangle 253"/>
            <p:cNvSpPr/>
            <p:nvPr/>
          </p:nvSpPr>
          <p:spPr>
            <a:xfrm>
              <a:off x="6955200" y="3309840"/>
              <a:ext cx="9360" cy="112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696" name="Группа 440"/>
          <p:cNvGrpSpPr/>
          <p:nvPr/>
        </p:nvGrpSpPr>
        <p:grpSpPr>
          <a:xfrm>
            <a:off x="6790320" y="1297440"/>
            <a:ext cx="302400" cy="236520"/>
            <a:chOff x="6790320" y="1297440"/>
            <a:chExt cx="302400" cy="236520"/>
          </a:xfrm>
        </p:grpSpPr>
        <p:sp>
          <p:nvSpPr>
            <p:cNvPr id="2697" name="Freeform 254"/>
            <p:cNvSpPr/>
            <p:nvPr/>
          </p:nvSpPr>
          <p:spPr>
            <a:xfrm>
              <a:off x="6903000" y="1345320"/>
              <a:ext cx="189720" cy="188280"/>
            </a:xfrm>
            <a:custGeom>
              <a:avLst/>
              <a:gdLst>
                <a:gd name="textAreaLeft" fmla="*/ 0 w 189720"/>
                <a:gd name="textAreaRight" fmla="*/ 190080 w 189720"/>
                <a:gd name="textAreaTop" fmla="*/ 0 h 188280"/>
                <a:gd name="textAreaBottom" fmla="*/ 188640 h 188280"/>
                <a:gd name="GluePoint1X" fmla="*/ 80 w 160"/>
                <a:gd name="GluePoint1Y" fmla="*/ 160 h 160"/>
                <a:gd name="GluePoint2X" fmla="*/ 0 w 160"/>
                <a:gd name="GluePoint2Y" fmla="*/ 80 h 160"/>
                <a:gd name="GluePoint3X" fmla="*/ 80 w 160"/>
                <a:gd name="GluePoint3Y" fmla="*/ 0 h 160"/>
                <a:gd name="GluePoint4X" fmla="*/ 160 w 160"/>
                <a:gd name="GluePoint4Y" fmla="*/ 80 h 160"/>
                <a:gd name="GluePoint5X" fmla="*/ 80 w 160"/>
                <a:gd name="GluePoint5Y" fmla="*/ 160 h 160"/>
                <a:gd name="GluePoint6X" fmla="*/ 80 w 160"/>
                <a:gd name="GluePoint6Y" fmla="*/ 8 h 160"/>
                <a:gd name="GluePoint7X" fmla="*/ 8 w 160"/>
                <a:gd name="GluePoint7Y" fmla="*/ 80 h 160"/>
                <a:gd name="GluePoint8X" fmla="*/ 80 w 160"/>
                <a:gd name="GluePoint8Y" fmla="*/ 152 h 160"/>
                <a:gd name="GluePoint9X" fmla="*/ 152 w 160"/>
                <a:gd name="GluePoint9Y" fmla="*/ 80 h 160"/>
                <a:gd name="GluePoint10X" fmla="*/ 80 w 160"/>
                <a:gd name="GluePoint10Y" fmla="*/ 8 h 1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60" h="160">
                  <a:moveTo>
                    <a:pt x="80" y="160"/>
                  </a:moveTo>
                  <a:cubicBezTo>
                    <a:pt x="36" y="160"/>
                    <a:pt x="0" y="124"/>
                    <a:pt x="0" y="80"/>
                  </a:cubicBezTo>
                  <a:cubicBezTo>
                    <a:pt x="0" y="35"/>
                    <a:pt x="36" y="0"/>
                    <a:pt x="80" y="0"/>
                  </a:cubicBezTo>
                  <a:cubicBezTo>
                    <a:pt x="124" y="0"/>
                    <a:pt x="160" y="35"/>
                    <a:pt x="160" y="80"/>
                  </a:cubicBezTo>
                  <a:cubicBezTo>
                    <a:pt x="160" y="124"/>
                    <a:pt x="124" y="160"/>
                    <a:pt x="80" y="160"/>
                  </a:cubicBezTo>
                  <a:close/>
                  <a:moveTo>
                    <a:pt x="80" y="8"/>
                  </a:moveTo>
                  <a:cubicBezTo>
                    <a:pt x="40" y="8"/>
                    <a:pt x="8" y="40"/>
                    <a:pt x="8" y="80"/>
                  </a:cubicBezTo>
                  <a:cubicBezTo>
                    <a:pt x="8" y="119"/>
                    <a:pt x="40" y="152"/>
                    <a:pt x="80" y="152"/>
                  </a:cubicBezTo>
                  <a:cubicBezTo>
                    <a:pt x="119" y="152"/>
                    <a:pt x="152" y="119"/>
                    <a:pt x="152" y="80"/>
                  </a:cubicBezTo>
                  <a:cubicBezTo>
                    <a:pt x="152" y="40"/>
                    <a:pt x="119" y="8"/>
                    <a:pt x="80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98" name="Freeform 255"/>
            <p:cNvSpPr/>
            <p:nvPr/>
          </p:nvSpPr>
          <p:spPr>
            <a:xfrm>
              <a:off x="6931080" y="1373760"/>
              <a:ext cx="133200" cy="131760"/>
            </a:xfrm>
            <a:custGeom>
              <a:avLst/>
              <a:gdLst>
                <a:gd name="textAreaLeft" fmla="*/ 0 w 133200"/>
                <a:gd name="textAreaRight" fmla="*/ 133560 w 133200"/>
                <a:gd name="textAreaTop" fmla="*/ 0 h 131760"/>
                <a:gd name="textAreaBottom" fmla="*/ 132120 h 131760"/>
                <a:gd name="GluePoint1X" fmla="*/ 56 w 112"/>
                <a:gd name="GluePoint1Y" fmla="*/ 112 h 112"/>
                <a:gd name="GluePoint2X" fmla="*/ 0 w 112"/>
                <a:gd name="GluePoint2Y" fmla="*/ 56 h 112"/>
                <a:gd name="GluePoint3X" fmla="*/ 56 w 112"/>
                <a:gd name="GluePoint3Y" fmla="*/ 0 h 112"/>
                <a:gd name="GluePoint4X" fmla="*/ 112 w 112"/>
                <a:gd name="GluePoint4Y" fmla="*/ 56 h 112"/>
                <a:gd name="GluePoint5X" fmla="*/ 56 w 112"/>
                <a:gd name="GluePoint5Y" fmla="*/ 112 h 112"/>
                <a:gd name="GluePoint6X" fmla="*/ 56 w 112"/>
                <a:gd name="GluePoint6Y" fmla="*/ 8 h 112"/>
                <a:gd name="GluePoint7X" fmla="*/ 8 w 112"/>
                <a:gd name="GluePoint7Y" fmla="*/ 56 h 112"/>
                <a:gd name="GluePoint8X" fmla="*/ 56 w 112"/>
                <a:gd name="GluePoint8Y" fmla="*/ 104 h 112"/>
                <a:gd name="GluePoint9X" fmla="*/ 104 w 112"/>
                <a:gd name="GluePoint9Y" fmla="*/ 56 h 112"/>
                <a:gd name="GluePoint10X" fmla="*/ 56 w 112"/>
                <a:gd name="GluePoint10Y" fmla="*/ 8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2" h="112">
                  <a:moveTo>
                    <a:pt x="56" y="112"/>
                  </a:moveTo>
                  <a:cubicBezTo>
                    <a:pt x="25" y="112"/>
                    <a:pt x="0" y="86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87" y="0"/>
                    <a:pt x="112" y="25"/>
                    <a:pt x="112" y="56"/>
                  </a:cubicBezTo>
                  <a:cubicBezTo>
                    <a:pt x="112" y="86"/>
                    <a:pt x="87" y="112"/>
                    <a:pt x="56" y="112"/>
                  </a:cubicBezTo>
                  <a:close/>
                  <a:moveTo>
                    <a:pt x="56" y="8"/>
                  </a:moveTo>
                  <a:cubicBezTo>
                    <a:pt x="29" y="8"/>
                    <a:pt x="8" y="29"/>
                    <a:pt x="8" y="56"/>
                  </a:cubicBezTo>
                  <a:cubicBezTo>
                    <a:pt x="8" y="82"/>
                    <a:pt x="29" y="104"/>
                    <a:pt x="56" y="104"/>
                  </a:cubicBezTo>
                  <a:cubicBezTo>
                    <a:pt x="82" y="104"/>
                    <a:pt x="104" y="82"/>
                    <a:pt x="104" y="56"/>
                  </a:cubicBezTo>
                  <a:cubicBezTo>
                    <a:pt x="104" y="29"/>
                    <a:pt x="82" y="8"/>
                    <a:pt x="5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699" name="Freeform 256"/>
            <p:cNvSpPr/>
            <p:nvPr/>
          </p:nvSpPr>
          <p:spPr>
            <a:xfrm>
              <a:off x="6790320" y="1496160"/>
              <a:ext cx="183960" cy="37800"/>
            </a:xfrm>
            <a:custGeom>
              <a:avLst/>
              <a:gdLst>
                <a:gd name="textAreaLeft" fmla="*/ 0 w 183960"/>
                <a:gd name="textAreaRight" fmla="*/ 184320 w 183960"/>
                <a:gd name="textAreaTop" fmla="*/ 0 h 37800"/>
                <a:gd name="textAreaBottom" fmla="*/ 38160 h 37800"/>
                <a:gd name="GluePoint1X" fmla="*/ 131 w 131"/>
                <a:gd name="GluePoint1Y" fmla="*/ 27 h 27"/>
                <a:gd name="GluePoint2X" fmla="*/ 0 w 131"/>
                <a:gd name="GluePoint2Y" fmla="*/ 27 h 27"/>
                <a:gd name="GluePoint3X" fmla="*/ 0 w 131"/>
                <a:gd name="GluePoint3Y" fmla="*/ 0 h 27"/>
                <a:gd name="GluePoint4X" fmla="*/ 100 w 131"/>
                <a:gd name="GluePoint4Y" fmla="*/ 0 h 27"/>
                <a:gd name="GluePoint5X" fmla="*/ 100 w 131"/>
                <a:gd name="GluePoint5Y" fmla="*/ 7 h 27"/>
                <a:gd name="GluePoint6X" fmla="*/ 6 w 131"/>
                <a:gd name="GluePoint6Y" fmla="*/ 7 h 27"/>
                <a:gd name="GluePoint7X" fmla="*/ 6 w 131"/>
                <a:gd name="GluePoint7Y" fmla="*/ 21 h 27"/>
                <a:gd name="GluePoint8X" fmla="*/ 131 w 131"/>
                <a:gd name="GluePoint8Y" fmla="*/ 21 h 27"/>
                <a:gd name="GluePoint9X" fmla="*/ 131 w 131"/>
                <a:gd name="GluePoint9Y" fmla="*/ 27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31" h="27">
                  <a:moveTo>
                    <a:pt x="131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100" y="0"/>
                  </a:lnTo>
                  <a:lnTo>
                    <a:pt x="100" y="7"/>
                  </a:lnTo>
                  <a:lnTo>
                    <a:pt x="6" y="7"/>
                  </a:lnTo>
                  <a:lnTo>
                    <a:pt x="6" y="21"/>
                  </a:lnTo>
                  <a:lnTo>
                    <a:pt x="131" y="21"/>
                  </a:lnTo>
                  <a:lnTo>
                    <a:pt x="131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00" name="Freeform 257"/>
            <p:cNvSpPr/>
            <p:nvPr/>
          </p:nvSpPr>
          <p:spPr>
            <a:xfrm>
              <a:off x="6798960" y="1467720"/>
              <a:ext cx="131760" cy="378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37800"/>
                <a:gd name="textAreaBottom" fmla="*/ 38160 h 37800"/>
                <a:gd name="GluePoint1X" fmla="*/ 94 w 94"/>
                <a:gd name="GluePoint1Y" fmla="*/ 27 h 27"/>
                <a:gd name="GluePoint2X" fmla="*/ 0 w 94"/>
                <a:gd name="GluePoint2Y" fmla="*/ 27 h 27"/>
                <a:gd name="GluePoint3X" fmla="*/ 0 w 94"/>
                <a:gd name="GluePoint3Y" fmla="*/ 0 h 27"/>
                <a:gd name="GluePoint4X" fmla="*/ 84 w 94"/>
                <a:gd name="GluePoint4Y" fmla="*/ 0 h 27"/>
                <a:gd name="GluePoint5X" fmla="*/ 84 w 94"/>
                <a:gd name="GluePoint5Y" fmla="*/ 7 h 27"/>
                <a:gd name="GluePoint6X" fmla="*/ 7 w 94"/>
                <a:gd name="GluePoint6Y" fmla="*/ 7 h 27"/>
                <a:gd name="GluePoint7X" fmla="*/ 7 w 94"/>
                <a:gd name="GluePoint7Y" fmla="*/ 20 h 27"/>
                <a:gd name="GluePoint8X" fmla="*/ 94 w 94"/>
                <a:gd name="GluePoint8Y" fmla="*/ 20 h 27"/>
                <a:gd name="GluePoint9X" fmla="*/ 94 w 94"/>
                <a:gd name="GluePoint9Y" fmla="*/ 27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4" h="27">
                  <a:moveTo>
                    <a:pt x="94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84" y="0"/>
                  </a:lnTo>
                  <a:lnTo>
                    <a:pt x="84" y="7"/>
                  </a:lnTo>
                  <a:lnTo>
                    <a:pt x="7" y="7"/>
                  </a:lnTo>
                  <a:lnTo>
                    <a:pt x="7" y="20"/>
                  </a:lnTo>
                  <a:lnTo>
                    <a:pt x="94" y="20"/>
                  </a:lnTo>
                  <a:lnTo>
                    <a:pt x="94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01" name="Freeform 258"/>
            <p:cNvSpPr/>
            <p:nvPr/>
          </p:nvSpPr>
          <p:spPr>
            <a:xfrm>
              <a:off x="6808680" y="1439640"/>
              <a:ext cx="108000" cy="378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37800"/>
                <a:gd name="textAreaBottom" fmla="*/ 38160 h 37800"/>
                <a:gd name="GluePoint1X" fmla="*/ 77 w 77"/>
                <a:gd name="GluePoint1Y" fmla="*/ 27 h 27"/>
                <a:gd name="GluePoint2X" fmla="*/ 0 w 77"/>
                <a:gd name="GluePoint2Y" fmla="*/ 27 h 27"/>
                <a:gd name="GluePoint3X" fmla="*/ 0 w 77"/>
                <a:gd name="GluePoint3Y" fmla="*/ 0 h 27"/>
                <a:gd name="GluePoint4X" fmla="*/ 74 w 77"/>
                <a:gd name="GluePoint4Y" fmla="*/ 0 h 27"/>
                <a:gd name="GluePoint5X" fmla="*/ 74 w 77"/>
                <a:gd name="GluePoint5Y" fmla="*/ 7 h 27"/>
                <a:gd name="GluePoint6X" fmla="*/ 7 w 77"/>
                <a:gd name="GluePoint6Y" fmla="*/ 7 h 27"/>
                <a:gd name="GluePoint7X" fmla="*/ 7 w 77"/>
                <a:gd name="GluePoint7Y" fmla="*/ 20 h 27"/>
                <a:gd name="GluePoint8X" fmla="*/ 77 w 77"/>
                <a:gd name="GluePoint8Y" fmla="*/ 20 h 27"/>
                <a:gd name="GluePoint9X" fmla="*/ 77 w 77"/>
                <a:gd name="GluePoint9Y" fmla="*/ 27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77" h="27">
                  <a:moveTo>
                    <a:pt x="77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74" y="0"/>
                  </a:lnTo>
                  <a:lnTo>
                    <a:pt x="74" y="7"/>
                  </a:lnTo>
                  <a:lnTo>
                    <a:pt x="7" y="7"/>
                  </a:lnTo>
                  <a:lnTo>
                    <a:pt x="7" y="20"/>
                  </a:lnTo>
                  <a:lnTo>
                    <a:pt x="77" y="20"/>
                  </a:lnTo>
                  <a:lnTo>
                    <a:pt x="77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02" name="Freeform 259"/>
            <p:cNvSpPr/>
            <p:nvPr/>
          </p:nvSpPr>
          <p:spPr>
            <a:xfrm>
              <a:off x="6790320" y="1411560"/>
              <a:ext cx="122040" cy="3780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37800"/>
                <a:gd name="textAreaBottom" fmla="*/ 38160 h 37800"/>
                <a:gd name="GluePoint1X" fmla="*/ 87 w 87"/>
                <a:gd name="GluePoint1Y" fmla="*/ 27 h 27"/>
                <a:gd name="GluePoint2X" fmla="*/ 0 w 87"/>
                <a:gd name="GluePoint2Y" fmla="*/ 27 h 27"/>
                <a:gd name="GluePoint3X" fmla="*/ 0 w 87"/>
                <a:gd name="GluePoint3Y" fmla="*/ 0 h 27"/>
                <a:gd name="GluePoint4X" fmla="*/ 87 w 87"/>
                <a:gd name="GluePoint4Y" fmla="*/ 0 h 27"/>
                <a:gd name="GluePoint5X" fmla="*/ 87 w 87"/>
                <a:gd name="GluePoint5Y" fmla="*/ 7 h 27"/>
                <a:gd name="GluePoint6X" fmla="*/ 6 w 87"/>
                <a:gd name="GluePoint6Y" fmla="*/ 7 h 27"/>
                <a:gd name="GluePoint7X" fmla="*/ 6 w 87"/>
                <a:gd name="GluePoint7Y" fmla="*/ 20 h 27"/>
                <a:gd name="GluePoint8X" fmla="*/ 87 w 87"/>
                <a:gd name="GluePoint8Y" fmla="*/ 20 h 27"/>
                <a:gd name="GluePoint9X" fmla="*/ 87 w 87"/>
                <a:gd name="GluePoint9Y" fmla="*/ 27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87" h="27">
                  <a:moveTo>
                    <a:pt x="87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7"/>
                  </a:lnTo>
                  <a:lnTo>
                    <a:pt x="6" y="7"/>
                  </a:lnTo>
                  <a:lnTo>
                    <a:pt x="6" y="20"/>
                  </a:lnTo>
                  <a:lnTo>
                    <a:pt x="87" y="20"/>
                  </a:lnTo>
                  <a:lnTo>
                    <a:pt x="87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03" name="Freeform 260"/>
            <p:cNvSpPr/>
            <p:nvPr/>
          </p:nvSpPr>
          <p:spPr>
            <a:xfrm>
              <a:off x="6798960" y="1383480"/>
              <a:ext cx="127800" cy="3780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37800"/>
                <a:gd name="textAreaBottom" fmla="*/ 38160 h 37800"/>
                <a:gd name="GluePoint1X" fmla="*/ 81 w 91"/>
                <a:gd name="GluePoint1Y" fmla="*/ 27 h 27"/>
                <a:gd name="GluePoint2X" fmla="*/ 0 w 91"/>
                <a:gd name="GluePoint2Y" fmla="*/ 27 h 27"/>
                <a:gd name="GluePoint3X" fmla="*/ 0 w 91"/>
                <a:gd name="GluePoint3Y" fmla="*/ 0 h 27"/>
                <a:gd name="GluePoint4X" fmla="*/ 91 w 91"/>
                <a:gd name="GluePoint4Y" fmla="*/ 0 h 27"/>
                <a:gd name="GluePoint5X" fmla="*/ 91 w 91"/>
                <a:gd name="GluePoint5Y" fmla="*/ 6 h 27"/>
                <a:gd name="GluePoint6X" fmla="*/ 7 w 91"/>
                <a:gd name="GluePoint6Y" fmla="*/ 6 h 27"/>
                <a:gd name="GluePoint7X" fmla="*/ 7 w 91"/>
                <a:gd name="GluePoint7Y" fmla="*/ 20 h 27"/>
                <a:gd name="GluePoint8X" fmla="*/ 81 w 91"/>
                <a:gd name="GluePoint8Y" fmla="*/ 20 h 27"/>
                <a:gd name="GluePoint9X" fmla="*/ 81 w 91"/>
                <a:gd name="GluePoint9Y" fmla="*/ 27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1" h="27">
                  <a:moveTo>
                    <a:pt x="81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6"/>
                  </a:lnTo>
                  <a:lnTo>
                    <a:pt x="7" y="6"/>
                  </a:lnTo>
                  <a:lnTo>
                    <a:pt x="7" y="20"/>
                  </a:lnTo>
                  <a:lnTo>
                    <a:pt x="81" y="20"/>
                  </a:lnTo>
                  <a:lnTo>
                    <a:pt x="81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04" name="Freeform 261"/>
            <p:cNvSpPr/>
            <p:nvPr/>
          </p:nvSpPr>
          <p:spPr>
            <a:xfrm>
              <a:off x="6790320" y="1355400"/>
              <a:ext cx="164160" cy="36360"/>
            </a:xfrm>
            <a:custGeom>
              <a:avLst/>
              <a:gdLst>
                <a:gd name="textAreaLeft" fmla="*/ 0 w 164160"/>
                <a:gd name="textAreaRight" fmla="*/ 164520 w 164160"/>
                <a:gd name="textAreaTop" fmla="*/ 0 h 36360"/>
                <a:gd name="textAreaBottom" fmla="*/ 36720 h 36360"/>
                <a:gd name="GluePoint1X" fmla="*/ 97 w 117"/>
                <a:gd name="GluePoint1Y" fmla="*/ 26 h 26"/>
                <a:gd name="GluePoint2X" fmla="*/ 0 w 117"/>
                <a:gd name="GluePoint2Y" fmla="*/ 26 h 26"/>
                <a:gd name="GluePoint3X" fmla="*/ 0 w 117"/>
                <a:gd name="GluePoint3Y" fmla="*/ 0 h 26"/>
                <a:gd name="GluePoint4X" fmla="*/ 117 w 117"/>
                <a:gd name="GluePoint4Y" fmla="*/ 0 h 26"/>
                <a:gd name="GluePoint5X" fmla="*/ 117 w 117"/>
                <a:gd name="GluePoint5Y" fmla="*/ 6 h 26"/>
                <a:gd name="GluePoint6X" fmla="*/ 6 w 117"/>
                <a:gd name="GluePoint6Y" fmla="*/ 6 h 26"/>
                <a:gd name="GluePoint7X" fmla="*/ 6 w 117"/>
                <a:gd name="GluePoint7Y" fmla="*/ 20 h 26"/>
                <a:gd name="GluePoint8X" fmla="*/ 97 w 117"/>
                <a:gd name="GluePoint8Y" fmla="*/ 20 h 26"/>
                <a:gd name="GluePoint9X" fmla="*/ 97 w 117"/>
                <a:gd name="GluePoint9Y" fmla="*/ 26 h 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17" h="26">
                  <a:moveTo>
                    <a:pt x="97" y="26"/>
                  </a:moveTo>
                  <a:lnTo>
                    <a:pt x="0" y="26"/>
                  </a:lnTo>
                  <a:lnTo>
                    <a:pt x="0" y="0"/>
                  </a:lnTo>
                  <a:lnTo>
                    <a:pt x="117" y="0"/>
                  </a:lnTo>
                  <a:lnTo>
                    <a:pt x="117" y="6"/>
                  </a:lnTo>
                  <a:lnTo>
                    <a:pt x="6" y="6"/>
                  </a:lnTo>
                  <a:lnTo>
                    <a:pt x="6" y="20"/>
                  </a:lnTo>
                  <a:lnTo>
                    <a:pt x="97" y="20"/>
                  </a:lnTo>
                  <a:lnTo>
                    <a:pt x="97" y="2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360" bIns="18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05" name="Freeform 262"/>
            <p:cNvSpPr/>
            <p:nvPr/>
          </p:nvSpPr>
          <p:spPr>
            <a:xfrm>
              <a:off x="6798960" y="1325880"/>
              <a:ext cx="183960" cy="37800"/>
            </a:xfrm>
            <a:custGeom>
              <a:avLst/>
              <a:gdLst>
                <a:gd name="textAreaLeft" fmla="*/ 0 w 183960"/>
                <a:gd name="textAreaRight" fmla="*/ 184320 w 183960"/>
                <a:gd name="textAreaTop" fmla="*/ 0 h 37800"/>
                <a:gd name="textAreaBottom" fmla="*/ 38160 h 37800"/>
                <a:gd name="GluePoint1X" fmla="*/ 111 w 131"/>
                <a:gd name="GluePoint1Y" fmla="*/ 27 h 27"/>
                <a:gd name="GluePoint2X" fmla="*/ 0 w 131"/>
                <a:gd name="GluePoint2Y" fmla="*/ 27 h 27"/>
                <a:gd name="GluePoint3X" fmla="*/ 0 w 131"/>
                <a:gd name="GluePoint3Y" fmla="*/ 0 h 27"/>
                <a:gd name="GluePoint4X" fmla="*/ 131 w 131"/>
                <a:gd name="GluePoint4Y" fmla="*/ 0 h 27"/>
                <a:gd name="GluePoint5X" fmla="*/ 131 w 131"/>
                <a:gd name="GluePoint5Y" fmla="*/ 21 h 27"/>
                <a:gd name="GluePoint6X" fmla="*/ 125 w 131"/>
                <a:gd name="GluePoint6Y" fmla="*/ 21 h 27"/>
                <a:gd name="GluePoint7X" fmla="*/ 125 w 131"/>
                <a:gd name="GluePoint7Y" fmla="*/ 7 h 27"/>
                <a:gd name="GluePoint8X" fmla="*/ 7 w 131"/>
                <a:gd name="GluePoint8Y" fmla="*/ 7 h 27"/>
                <a:gd name="GluePoint9X" fmla="*/ 7 w 131"/>
                <a:gd name="GluePoint9Y" fmla="*/ 21 h 27"/>
                <a:gd name="GluePoint10X" fmla="*/ 111 w 131"/>
                <a:gd name="GluePoint10Y" fmla="*/ 21 h 27"/>
                <a:gd name="GluePoint11X" fmla="*/ 111 w 131"/>
                <a:gd name="GluePoint11Y" fmla="*/ 27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31" h="27">
                  <a:moveTo>
                    <a:pt x="111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31" y="21"/>
                  </a:lnTo>
                  <a:lnTo>
                    <a:pt x="125" y="21"/>
                  </a:lnTo>
                  <a:lnTo>
                    <a:pt x="125" y="7"/>
                  </a:lnTo>
                  <a:lnTo>
                    <a:pt x="7" y="7"/>
                  </a:lnTo>
                  <a:lnTo>
                    <a:pt x="7" y="21"/>
                  </a:lnTo>
                  <a:lnTo>
                    <a:pt x="111" y="21"/>
                  </a:lnTo>
                  <a:lnTo>
                    <a:pt x="111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06" name="Freeform 263"/>
            <p:cNvSpPr/>
            <p:nvPr/>
          </p:nvSpPr>
          <p:spPr>
            <a:xfrm>
              <a:off x="6790320" y="1297440"/>
              <a:ext cx="183960" cy="37800"/>
            </a:xfrm>
            <a:custGeom>
              <a:avLst/>
              <a:gdLst>
                <a:gd name="textAreaLeft" fmla="*/ 0 w 183960"/>
                <a:gd name="textAreaRight" fmla="*/ 184320 w 183960"/>
                <a:gd name="textAreaTop" fmla="*/ 0 h 37800"/>
                <a:gd name="textAreaBottom" fmla="*/ 38160 h 37800"/>
                <a:gd name="GluePoint1X" fmla="*/ 131 w 131"/>
                <a:gd name="GluePoint1Y" fmla="*/ 27 h 27"/>
                <a:gd name="GluePoint2X" fmla="*/ 0 w 131"/>
                <a:gd name="GluePoint2Y" fmla="*/ 27 h 27"/>
                <a:gd name="GluePoint3X" fmla="*/ 0 w 131"/>
                <a:gd name="GluePoint3Y" fmla="*/ 0 h 27"/>
                <a:gd name="GluePoint4X" fmla="*/ 131 w 131"/>
                <a:gd name="GluePoint4Y" fmla="*/ 0 h 27"/>
                <a:gd name="GluePoint5X" fmla="*/ 131 w 131"/>
                <a:gd name="GluePoint5Y" fmla="*/ 27 h 27"/>
                <a:gd name="GluePoint6X" fmla="*/ 6 w 131"/>
                <a:gd name="GluePoint6Y" fmla="*/ 20 h 27"/>
                <a:gd name="GluePoint7X" fmla="*/ 124 w 131"/>
                <a:gd name="GluePoint7Y" fmla="*/ 20 h 27"/>
                <a:gd name="GluePoint8X" fmla="*/ 124 w 131"/>
                <a:gd name="GluePoint8Y" fmla="*/ 7 h 27"/>
                <a:gd name="GluePoint9X" fmla="*/ 6 w 131"/>
                <a:gd name="GluePoint9Y" fmla="*/ 7 h 27"/>
                <a:gd name="GluePoint10X" fmla="*/ 6 w 131"/>
                <a:gd name="GluePoint10Y" fmla="*/ 20 h 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31" h="27">
                  <a:moveTo>
                    <a:pt x="131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31" y="27"/>
                  </a:lnTo>
                  <a:close/>
                  <a:moveTo>
                    <a:pt x="6" y="20"/>
                  </a:moveTo>
                  <a:lnTo>
                    <a:pt x="124" y="20"/>
                  </a:lnTo>
                  <a:lnTo>
                    <a:pt x="124" y="7"/>
                  </a:lnTo>
                  <a:lnTo>
                    <a:pt x="6" y="7"/>
                  </a:lnTo>
                  <a:lnTo>
                    <a:pt x="6" y="2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07" name="Группа 472"/>
          <p:cNvGrpSpPr/>
          <p:nvPr/>
        </p:nvGrpSpPr>
        <p:grpSpPr>
          <a:xfrm>
            <a:off x="4039200" y="2442960"/>
            <a:ext cx="302040" cy="302040"/>
            <a:chOff x="4039200" y="2442960"/>
            <a:chExt cx="302040" cy="302040"/>
          </a:xfrm>
        </p:grpSpPr>
        <p:sp>
          <p:nvSpPr>
            <p:cNvPr id="2708" name="Freeform 264"/>
            <p:cNvSpPr/>
            <p:nvPr/>
          </p:nvSpPr>
          <p:spPr>
            <a:xfrm>
              <a:off x="403920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7 w 256"/>
                <a:gd name="GluePoint2Y" fmla="*/ 218 h 256"/>
                <a:gd name="GluePoint3X" fmla="*/ 0 w 256"/>
                <a:gd name="GluePoint3Y" fmla="*/ 128 h 256"/>
                <a:gd name="GluePoint4X" fmla="*/ 37 w 256"/>
                <a:gd name="GluePoint4Y" fmla="*/ 37 h 256"/>
                <a:gd name="GluePoint5X" fmla="*/ 128 w 256"/>
                <a:gd name="GluePoint5Y" fmla="*/ 0 h 256"/>
                <a:gd name="GluePoint6X" fmla="*/ 218 w 256"/>
                <a:gd name="GluePoint6Y" fmla="*/ 37 h 256"/>
                <a:gd name="GluePoint7X" fmla="*/ 256 w 256"/>
                <a:gd name="GluePoint7Y" fmla="*/ 128 h 256"/>
                <a:gd name="GluePoint8X" fmla="*/ 218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4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09" name="Freeform 265"/>
            <p:cNvSpPr/>
            <p:nvPr/>
          </p:nvSpPr>
          <p:spPr>
            <a:xfrm>
              <a:off x="4139280" y="2523240"/>
              <a:ext cx="93960" cy="15156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151560"/>
                <a:gd name="textAreaBottom" fmla="*/ 151920 h 151560"/>
                <a:gd name="GluePoint1X" fmla="*/ 67 w 67"/>
                <a:gd name="GluePoint1Y" fmla="*/ 108 h 108"/>
                <a:gd name="GluePoint2X" fmla="*/ 58 w 67"/>
                <a:gd name="GluePoint2Y" fmla="*/ 108 h 108"/>
                <a:gd name="GluePoint3X" fmla="*/ 6 w 67"/>
                <a:gd name="GluePoint3Y" fmla="*/ 10 h 108"/>
                <a:gd name="GluePoint4X" fmla="*/ 6 w 67"/>
                <a:gd name="GluePoint4Y" fmla="*/ 108 h 108"/>
                <a:gd name="GluePoint5X" fmla="*/ 0 w 67"/>
                <a:gd name="GluePoint5Y" fmla="*/ 108 h 108"/>
                <a:gd name="GluePoint6X" fmla="*/ 0 w 67"/>
                <a:gd name="GluePoint6Y" fmla="*/ 0 h 108"/>
                <a:gd name="GluePoint7X" fmla="*/ 8 w 67"/>
                <a:gd name="GluePoint7Y" fmla="*/ 0 h 108"/>
                <a:gd name="GluePoint8X" fmla="*/ 60 w 67"/>
                <a:gd name="GluePoint8Y" fmla="*/ 97 h 108"/>
                <a:gd name="GluePoint9X" fmla="*/ 60 w 67"/>
                <a:gd name="GluePoint9Y" fmla="*/ 0 h 108"/>
                <a:gd name="GluePoint10X" fmla="*/ 67 w 67"/>
                <a:gd name="GluePoint10Y" fmla="*/ 0 h 108"/>
                <a:gd name="GluePoint11X" fmla="*/ 67 w 67"/>
                <a:gd name="GluePoint11Y" fmla="*/ 108 h 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7" h="108">
                  <a:moveTo>
                    <a:pt x="67" y="108"/>
                  </a:moveTo>
                  <a:lnTo>
                    <a:pt x="58" y="108"/>
                  </a:lnTo>
                  <a:lnTo>
                    <a:pt x="6" y="10"/>
                  </a:lnTo>
                  <a:lnTo>
                    <a:pt x="6" y="108"/>
                  </a:lnTo>
                  <a:lnTo>
                    <a:pt x="0" y="108"/>
                  </a:lnTo>
                  <a:lnTo>
                    <a:pt x="0" y="0"/>
                  </a:lnTo>
                  <a:lnTo>
                    <a:pt x="8" y="0"/>
                  </a:lnTo>
                  <a:lnTo>
                    <a:pt x="60" y="97"/>
                  </a:lnTo>
                  <a:lnTo>
                    <a:pt x="60" y="0"/>
                  </a:lnTo>
                  <a:lnTo>
                    <a:pt x="67" y="0"/>
                  </a:lnTo>
                  <a:lnTo>
                    <a:pt x="67" y="10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10" name="Rectangle 266"/>
            <p:cNvSpPr/>
            <p:nvPr/>
          </p:nvSpPr>
          <p:spPr>
            <a:xfrm>
              <a:off x="4119480" y="2581200"/>
              <a:ext cx="131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11" name="Rectangle 267"/>
            <p:cNvSpPr/>
            <p:nvPr/>
          </p:nvSpPr>
          <p:spPr>
            <a:xfrm>
              <a:off x="4119480" y="2609280"/>
              <a:ext cx="131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12" name="Группа 473"/>
          <p:cNvGrpSpPr/>
          <p:nvPr/>
        </p:nvGrpSpPr>
        <p:grpSpPr>
          <a:xfrm>
            <a:off x="4431960" y="2442960"/>
            <a:ext cx="302040" cy="302040"/>
            <a:chOff x="4431960" y="2442960"/>
            <a:chExt cx="302040" cy="302040"/>
          </a:xfrm>
        </p:grpSpPr>
        <p:sp>
          <p:nvSpPr>
            <p:cNvPr id="2713" name="Freeform 268"/>
            <p:cNvSpPr/>
            <p:nvPr/>
          </p:nvSpPr>
          <p:spPr>
            <a:xfrm>
              <a:off x="443196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7 w 256"/>
                <a:gd name="GluePoint2Y" fmla="*/ 218 h 256"/>
                <a:gd name="GluePoint3X" fmla="*/ 0 w 256"/>
                <a:gd name="GluePoint3Y" fmla="*/ 128 h 256"/>
                <a:gd name="GluePoint4X" fmla="*/ 37 w 256"/>
                <a:gd name="GluePoint4Y" fmla="*/ 37 h 256"/>
                <a:gd name="GluePoint5X" fmla="*/ 128 w 256"/>
                <a:gd name="GluePoint5Y" fmla="*/ 0 h 256"/>
                <a:gd name="GluePoint6X" fmla="*/ 218 w 256"/>
                <a:gd name="GluePoint6Y" fmla="*/ 37 h 256"/>
                <a:gd name="GluePoint7X" fmla="*/ 256 w 256"/>
                <a:gd name="GluePoint7Y" fmla="*/ 128 h 256"/>
                <a:gd name="GluePoint8X" fmla="*/ 218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14" name="Rectangle 269"/>
            <p:cNvSpPr/>
            <p:nvPr/>
          </p:nvSpPr>
          <p:spPr>
            <a:xfrm>
              <a:off x="4541760" y="2519280"/>
              <a:ext cx="7920" cy="1515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15" name="Freeform 270"/>
            <p:cNvSpPr/>
            <p:nvPr/>
          </p:nvSpPr>
          <p:spPr>
            <a:xfrm>
              <a:off x="4545720" y="2516400"/>
              <a:ext cx="89640" cy="9684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96840"/>
                <a:gd name="textAreaBottom" fmla="*/ 97200 h 96840"/>
                <a:gd name="GluePoint1X" fmla="*/ 31 w 76"/>
                <a:gd name="GluePoint1Y" fmla="*/ 82 h 82"/>
                <a:gd name="GluePoint2X" fmla="*/ 28 w 76"/>
                <a:gd name="GluePoint2Y" fmla="*/ 82 h 82"/>
                <a:gd name="GluePoint3X" fmla="*/ 0 w 76"/>
                <a:gd name="GluePoint3Y" fmla="*/ 82 h 82"/>
                <a:gd name="GluePoint4X" fmla="*/ 0 w 76"/>
                <a:gd name="GluePoint4Y" fmla="*/ 74 h 82"/>
                <a:gd name="GluePoint5X" fmla="*/ 28 w 76"/>
                <a:gd name="GluePoint5Y" fmla="*/ 74 h 82"/>
                <a:gd name="GluePoint6X" fmla="*/ 59 w 76"/>
                <a:gd name="GluePoint6Y" fmla="*/ 65 h 82"/>
                <a:gd name="GluePoint7X" fmla="*/ 68 w 76"/>
                <a:gd name="GluePoint7Y" fmla="*/ 42 h 82"/>
                <a:gd name="GluePoint8X" fmla="*/ 59 w 76"/>
                <a:gd name="GluePoint8Y" fmla="*/ 19 h 82"/>
                <a:gd name="GluePoint9X" fmla="*/ 28 w 76"/>
                <a:gd name="GluePoint9Y" fmla="*/ 10 h 82"/>
                <a:gd name="GluePoint10X" fmla="*/ 0 w 76"/>
                <a:gd name="GluePoint10Y" fmla="*/ 10 h 82"/>
                <a:gd name="GluePoint11X" fmla="*/ 0 w 76"/>
                <a:gd name="GluePoint11Y" fmla="*/ 2 h 82"/>
                <a:gd name="GluePoint12X" fmla="*/ 28 w 76"/>
                <a:gd name="GluePoint12Y" fmla="*/ 2 h 82"/>
                <a:gd name="GluePoint13X" fmla="*/ 64 w 76"/>
                <a:gd name="GluePoint13Y" fmla="*/ 13 h 82"/>
                <a:gd name="GluePoint14X" fmla="*/ 76 w 76"/>
                <a:gd name="GluePoint14Y" fmla="*/ 42 h 82"/>
                <a:gd name="GluePoint15X" fmla="*/ 64 w 76"/>
                <a:gd name="GluePoint15Y" fmla="*/ 71 h 82"/>
                <a:gd name="GluePoint16X" fmla="*/ 31 w 76"/>
                <a:gd name="GluePoint16Y" fmla="*/ 82 h 8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76" h="82">
                  <a:moveTo>
                    <a:pt x="31" y="82"/>
                  </a:moveTo>
                  <a:cubicBezTo>
                    <a:pt x="29" y="82"/>
                    <a:pt x="28" y="82"/>
                    <a:pt x="28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8" y="74"/>
                    <a:pt x="48" y="76"/>
                    <a:pt x="59" y="65"/>
                  </a:cubicBezTo>
                  <a:cubicBezTo>
                    <a:pt x="65" y="60"/>
                    <a:pt x="68" y="52"/>
                    <a:pt x="68" y="42"/>
                  </a:cubicBezTo>
                  <a:cubicBezTo>
                    <a:pt x="68" y="32"/>
                    <a:pt x="65" y="24"/>
                    <a:pt x="59" y="19"/>
                  </a:cubicBezTo>
                  <a:cubicBezTo>
                    <a:pt x="48" y="8"/>
                    <a:pt x="28" y="10"/>
                    <a:pt x="2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9" y="2"/>
                    <a:pt x="50" y="0"/>
                    <a:pt x="64" y="13"/>
                  </a:cubicBezTo>
                  <a:cubicBezTo>
                    <a:pt x="72" y="20"/>
                    <a:pt x="76" y="30"/>
                    <a:pt x="76" y="42"/>
                  </a:cubicBezTo>
                  <a:cubicBezTo>
                    <a:pt x="76" y="54"/>
                    <a:pt x="72" y="64"/>
                    <a:pt x="64" y="71"/>
                  </a:cubicBezTo>
                  <a:cubicBezTo>
                    <a:pt x="54" y="81"/>
                    <a:pt x="38" y="82"/>
                    <a:pt x="31" y="8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16" name="Rectangle 271"/>
            <p:cNvSpPr/>
            <p:nvPr/>
          </p:nvSpPr>
          <p:spPr>
            <a:xfrm>
              <a:off x="4521960" y="2552760"/>
              <a:ext cx="131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17" name="Rectangle 272"/>
            <p:cNvSpPr/>
            <p:nvPr/>
          </p:nvSpPr>
          <p:spPr>
            <a:xfrm>
              <a:off x="4521960" y="2571120"/>
              <a:ext cx="131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18" name="Группа 474"/>
          <p:cNvGrpSpPr/>
          <p:nvPr/>
        </p:nvGrpSpPr>
        <p:grpSpPr>
          <a:xfrm>
            <a:off x="4824360" y="2442960"/>
            <a:ext cx="303480" cy="302040"/>
            <a:chOff x="4824360" y="2442960"/>
            <a:chExt cx="303480" cy="302040"/>
          </a:xfrm>
        </p:grpSpPr>
        <p:sp>
          <p:nvSpPr>
            <p:cNvPr id="2719" name="Freeform 273"/>
            <p:cNvSpPr/>
            <p:nvPr/>
          </p:nvSpPr>
          <p:spPr>
            <a:xfrm>
              <a:off x="4824360" y="2442960"/>
              <a:ext cx="303480" cy="30204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8 w 256"/>
                <a:gd name="GluePoint2Y" fmla="*/ 218 h 256"/>
                <a:gd name="GluePoint3X" fmla="*/ 0 w 256"/>
                <a:gd name="GluePoint3Y" fmla="*/ 128 h 256"/>
                <a:gd name="GluePoint4X" fmla="*/ 38 w 256"/>
                <a:gd name="GluePoint4Y" fmla="*/ 37 h 256"/>
                <a:gd name="GluePoint5X" fmla="*/ 128 w 256"/>
                <a:gd name="GluePoint5Y" fmla="*/ 0 h 256"/>
                <a:gd name="GluePoint6X" fmla="*/ 219 w 256"/>
                <a:gd name="GluePoint6Y" fmla="*/ 37 h 256"/>
                <a:gd name="GluePoint7X" fmla="*/ 256 w 256"/>
                <a:gd name="GluePoint7Y" fmla="*/ 128 h 256"/>
                <a:gd name="GluePoint8X" fmla="*/ 219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8" y="37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4" y="13"/>
                    <a:pt x="219" y="37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20" name="Freeform 274"/>
            <p:cNvSpPr/>
            <p:nvPr/>
          </p:nvSpPr>
          <p:spPr>
            <a:xfrm>
              <a:off x="4948200" y="2514960"/>
              <a:ext cx="79920" cy="16416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164160"/>
                <a:gd name="textAreaBottom" fmla="*/ 164520 h 164160"/>
                <a:gd name="GluePoint1X" fmla="*/ 60 w 68"/>
                <a:gd name="GluePoint1Y" fmla="*/ 140 h 140"/>
                <a:gd name="GluePoint2X" fmla="*/ 0 w 68"/>
                <a:gd name="GluePoint2Y" fmla="*/ 140 h 140"/>
                <a:gd name="GluePoint3X" fmla="*/ 0 w 68"/>
                <a:gd name="GluePoint3Y" fmla="*/ 32 h 140"/>
                <a:gd name="GluePoint4X" fmla="*/ 40 w 68"/>
                <a:gd name="GluePoint4Y" fmla="*/ 0 h 140"/>
                <a:gd name="GluePoint5X" fmla="*/ 68 w 68"/>
                <a:gd name="GluePoint5Y" fmla="*/ 15 h 140"/>
                <a:gd name="GluePoint6X" fmla="*/ 60 w 68"/>
                <a:gd name="GluePoint6Y" fmla="*/ 17 h 140"/>
                <a:gd name="GluePoint7X" fmla="*/ 40 w 68"/>
                <a:gd name="GluePoint7Y" fmla="*/ 8 h 140"/>
                <a:gd name="GluePoint8X" fmla="*/ 8 w 68"/>
                <a:gd name="GluePoint8Y" fmla="*/ 32 h 140"/>
                <a:gd name="GluePoint9X" fmla="*/ 8 w 68"/>
                <a:gd name="GluePoint9Y" fmla="*/ 132 h 140"/>
                <a:gd name="GluePoint10X" fmla="*/ 60 w 68"/>
                <a:gd name="GluePoint10Y" fmla="*/ 132 h 140"/>
                <a:gd name="GluePoint11X" fmla="*/ 60 w 68"/>
                <a:gd name="GluePoint11Y" fmla="*/ 140 h 1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8" h="140">
                  <a:moveTo>
                    <a:pt x="60" y="140"/>
                  </a:moveTo>
                  <a:cubicBezTo>
                    <a:pt x="0" y="140"/>
                    <a:pt x="0" y="140"/>
                    <a:pt x="0" y="14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2"/>
                    <a:pt x="15" y="0"/>
                    <a:pt x="40" y="0"/>
                  </a:cubicBezTo>
                  <a:cubicBezTo>
                    <a:pt x="62" y="0"/>
                    <a:pt x="68" y="14"/>
                    <a:pt x="68" y="15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17"/>
                    <a:pt x="56" y="8"/>
                    <a:pt x="40" y="8"/>
                  </a:cubicBezTo>
                  <a:cubicBezTo>
                    <a:pt x="28" y="8"/>
                    <a:pt x="8" y="11"/>
                    <a:pt x="8" y="32"/>
                  </a:cubicBezTo>
                  <a:cubicBezTo>
                    <a:pt x="8" y="132"/>
                    <a:pt x="8" y="132"/>
                    <a:pt x="8" y="132"/>
                  </a:cubicBezTo>
                  <a:cubicBezTo>
                    <a:pt x="60" y="132"/>
                    <a:pt x="60" y="132"/>
                    <a:pt x="60" y="132"/>
                  </a:cubicBezTo>
                  <a:lnTo>
                    <a:pt x="60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21" name="Rectangle 275"/>
            <p:cNvSpPr/>
            <p:nvPr/>
          </p:nvSpPr>
          <p:spPr>
            <a:xfrm>
              <a:off x="4924440" y="2671200"/>
              <a:ext cx="27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22" name="Rectangle 276"/>
            <p:cNvSpPr/>
            <p:nvPr/>
          </p:nvSpPr>
          <p:spPr>
            <a:xfrm>
              <a:off x="4924440" y="2589480"/>
              <a:ext cx="658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23" name="Группа 483"/>
          <p:cNvGrpSpPr/>
          <p:nvPr/>
        </p:nvGrpSpPr>
        <p:grpSpPr>
          <a:xfrm>
            <a:off x="3305880" y="2835720"/>
            <a:ext cx="198000" cy="303480"/>
            <a:chOff x="3305880" y="2835720"/>
            <a:chExt cx="198000" cy="303480"/>
          </a:xfrm>
        </p:grpSpPr>
        <p:sp>
          <p:nvSpPr>
            <p:cNvPr id="2724" name="Rectangle 277"/>
            <p:cNvSpPr/>
            <p:nvPr/>
          </p:nvSpPr>
          <p:spPr>
            <a:xfrm>
              <a:off x="3405960" y="2901960"/>
              <a:ext cx="6588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25" name="Rectangle 278"/>
            <p:cNvSpPr/>
            <p:nvPr/>
          </p:nvSpPr>
          <p:spPr>
            <a:xfrm>
              <a:off x="3338280" y="2944080"/>
              <a:ext cx="1332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26" name="Rectangle 279"/>
            <p:cNvSpPr/>
            <p:nvPr/>
          </p:nvSpPr>
          <p:spPr>
            <a:xfrm>
              <a:off x="3338280" y="2991960"/>
              <a:ext cx="1332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27" name="Rectangle 280"/>
            <p:cNvSpPr/>
            <p:nvPr/>
          </p:nvSpPr>
          <p:spPr>
            <a:xfrm>
              <a:off x="3338280" y="3038400"/>
              <a:ext cx="1332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28" name="Rectangle 281"/>
            <p:cNvSpPr/>
            <p:nvPr/>
          </p:nvSpPr>
          <p:spPr>
            <a:xfrm>
              <a:off x="3338280" y="3086280"/>
              <a:ext cx="1332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29" name="Freeform 282"/>
            <p:cNvSpPr/>
            <p:nvPr/>
          </p:nvSpPr>
          <p:spPr>
            <a:xfrm>
              <a:off x="3305880" y="2835720"/>
              <a:ext cx="198000" cy="30348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3480"/>
                <a:gd name="textAreaBottom" fmla="*/ 303840 h 303480"/>
                <a:gd name="GluePoint1X" fmla="*/ 0 w 141"/>
                <a:gd name="GluePoint1Y" fmla="*/ 216 h 216"/>
                <a:gd name="GluePoint2X" fmla="*/ 0 w 141"/>
                <a:gd name="GluePoint2Y" fmla="*/ 48 h 216"/>
                <a:gd name="GluePoint3X" fmla="*/ 49 w 141"/>
                <a:gd name="GluePoint3Y" fmla="*/ 0 h 216"/>
                <a:gd name="GluePoint4X" fmla="*/ 141 w 141"/>
                <a:gd name="GluePoint4Y" fmla="*/ 0 h 216"/>
                <a:gd name="GluePoint5X" fmla="*/ 141 w 141"/>
                <a:gd name="GluePoint5Y" fmla="*/ 216 h 216"/>
                <a:gd name="GluePoint6X" fmla="*/ 124 w 141"/>
                <a:gd name="GluePoint6Y" fmla="*/ 208 h 216"/>
                <a:gd name="GluePoint7X" fmla="*/ 111 w 141"/>
                <a:gd name="GluePoint7Y" fmla="*/ 215 h 216"/>
                <a:gd name="GluePoint8X" fmla="*/ 97 w 141"/>
                <a:gd name="GluePoint8Y" fmla="*/ 208 h 216"/>
                <a:gd name="GluePoint9X" fmla="*/ 84 w 141"/>
                <a:gd name="GluePoint9Y" fmla="*/ 215 h 216"/>
                <a:gd name="GluePoint10X" fmla="*/ 71 w 141"/>
                <a:gd name="GluePoint10Y" fmla="*/ 208 h 216"/>
                <a:gd name="GluePoint11X" fmla="*/ 57 w 141"/>
                <a:gd name="GluePoint11Y" fmla="*/ 215 h 216"/>
                <a:gd name="GluePoint12X" fmla="*/ 44 w 141"/>
                <a:gd name="GluePoint12Y" fmla="*/ 208 h 216"/>
                <a:gd name="GluePoint13X" fmla="*/ 30 w 141"/>
                <a:gd name="GluePoint13Y" fmla="*/ 215 h 216"/>
                <a:gd name="GluePoint14X" fmla="*/ 17 w 141"/>
                <a:gd name="GluePoint14Y" fmla="*/ 208 h 216"/>
                <a:gd name="GluePoint15X" fmla="*/ 0 w 141"/>
                <a:gd name="GluePoint15Y" fmla="*/ 216 h 216"/>
                <a:gd name="GluePoint16X" fmla="*/ 97 w 141"/>
                <a:gd name="GluePoint16Y" fmla="*/ 201 h 216"/>
                <a:gd name="GluePoint17X" fmla="*/ 111 w 141"/>
                <a:gd name="GluePoint17Y" fmla="*/ 207 h 216"/>
                <a:gd name="GluePoint18X" fmla="*/ 124 w 141"/>
                <a:gd name="GluePoint18Y" fmla="*/ 201 h 216"/>
                <a:gd name="GluePoint19X" fmla="*/ 134 w 141"/>
                <a:gd name="GluePoint19Y" fmla="*/ 206 h 216"/>
                <a:gd name="GluePoint20X" fmla="*/ 134 w 141"/>
                <a:gd name="GluePoint20Y" fmla="*/ 6 h 216"/>
                <a:gd name="GluePoint21X" fmla="*/ 51 w 141"/>
                <a:gd name="GluePoint21Y" fmla="*/ 6 h 216"/>
                <a:gd name="GluePoint22X" fmla="*/ 7 w 141"/>
                <a:gd name="GluePoint22Y" fmla="*/ 51 h 216"/>
                <a:gd name="GluePoint23X" fmla="*/ 7 w 141"/>
                <a:gd name="GluePoint23Y" fmla="*/ 206 h 216"/>
                <a:gd name="GluePoint24X" fmla="*/ 17 w 141"/>
                <a:gd name="GluePoint24Y" fmla="*/ 201 h 216"/>
                <a:gd name="GluePoint25X" fmla="*/ 30 w 141"/>
                <a:gd name="GluePoint25Y" fmla="*/ 207 h 216"/>
                <a:gd name="GluePoint26X" fmla="*/ 44 w 141"/>
                <a:gd name="GluePoint26Y" fmla="*/ 201 h 216"/>
                <a:gd name="GluePoint27X" fmla="*/ 57 w 141"/>
                <a:gd name="GluePoint27Y" fmla="*/ 207 h 216"/>
                <a:gd name="GluePoint28X" fmla="*/ 71 w 141"/>
                <a:gd name="GluePoint28Y" fmla="*/ 201 h 216"/>
                <a:gd name="GluePoint29X" fmla="*/ 84 w 141"/>
                <a:gd name="GluePoint29Y" fmla="*/ 207 h 216"/>
                <a:gd name="GluePoint30X" fmla="*/ 97 w 141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1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30" name="Freeform 283"/>
            <p:cNvSpPr/>
            <p:nvPr/>
          </p:nvSpPr>
          <p:spPr>
            <a:xfrm>
              <a:off x="3310200" y="2840040"/>
              <a:ext cx="71280" cy="6984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69840"/>
                <a:gd name="textAreaBottom" fmla="*/ 70200 h 69840"/>
                <a:gd name="GluePoint1X" fmla="*/ 51 w 51"/>
                <a:gd name="GluePoint1Y" fmla="*/ 50 h 50"/>
                <a:gd name="GluePoint2X" fmla="*/ 0 w 51"/>
                <a:gd name="GluePoint2Y" fmla="*/ 50 h 50"/>
                <a:gd name="GluePoint3X" fmla="*/ 0 w 51"/>
                <a:gd name="GluePoint3Y" fmla="*/ 44 h 50"/>
                <a:gd name="GluePoint4X" fmla="*/ 44 w 51"/>
                <a:gd name="GluePoint4Y" fmla="*/ 44 h 50"/>
                <a:gd name="GluePoint5X" fmla="*/ 44 w 51"/>
                <a:gd name="GluePoint5Y" fmla="*/ 0 h 50"/>
                <a:gd name="GluePoint6X" fmla="*/ 51 w 51"/>
                <a:gd name="GluePoint6Y" fmla="*/ 0 h 50"/>
                <a:gd name="GluePoint7X" fmla="*/ 51 w 51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50">
                  <a:moveTo>
                    <a:pt x="51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31" name="Группа 484"/>
          <p:cNvGrpSpPr/>
          <p:nvPr/>
        </p:nvGrpSpPr>
        <p:grpSpPr>
          <a:xfrm>
            <a:off x="3698640" y="2835720"/>
            <a:ext cx="198000" cy="303480"/>
            <a:chOff x="3698640" y="2835720"/>
            <a:chExt cx="198000" cy="303480"/>
          </a:xfrm>
        </p:grpSpPr>
        <p:sp>
          <p:nvSpPr>
            <p:cNvPr id="2732" name="Freeform 284"/>
            <p:cNvSpPr/>
            <p:nvPr/>
          </p:nvSpPr>
          <p:spPr>
            <a:xfrm>
              <a:off x="3698640" y="2835720"/>
              <a:ext cx="198000" cy="30348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3480"/>
                <a:gd name="textAreaBottom" fmla="*/ 303840 h 303480"/>
                <a:gd name="GluePoint1X" fmla="*/ 0 w 141"/>
                <a:gd name="GluePoint1Y" fmla="*/ 216 h 216"/>
                <a:gd name="GluePoint2X" fmla="*/ 0 w 141"/>
                <a:gd name="GluePoint2Y" fmla="*/ 48 h 216"/>
                <a:gd name="GluePoint3X" fmla="*/ 49 w 141"/>
                <a:gd name="GluePoint3Y" fmla="*/ 0 h 216"/>
                <a:gd name="GluePoint4X" fmla="*/ 141 w 141"/>
                <a:gd name="GluePoint4Y" fmla="*/ 0 h 216"/>
                <a:gd name="GluePoint5X" fmla="*/ 141 w 141"/>
                <a:gd name="GluePoint5Y" fmla="*/ 216 h 216"/>
                <a:gd name="GluePoint6X" fmla="*/ 124 w 141"/>
                <a:gd name="GluePoint6Y" fmla="*/ 208 h 216"/>
                <a:gd name="GluePoint7X" fmla="*/ 111 w 141"/>
                <a:gd name="GluePoint7Y" fmla="*/ 215 h 216"/>
                <a:gd name="GluePoint8X" fmla="*/ 98 w 141"/>
                <a:gd name="GluePoint8Y" fmla="*/ 208 h 216"/>
                <a:gd name="GluePoint9X" fmla="*/ 84 w 141"/>
                <a:gd name="GluePoint9Y" fmla="*/ 215 h 216"/>
                <a:gd name="GluePoint10X" fmla="*/ 71 w 141"/>
                <a:gd name="GluePoint10Y" fmla="*/ 208 h 216"/>
                <a:gd name="GluePoint11X" fmla="*/ 57 w 141"/>
                <a:gd name="GluePoint11Y" fmla="*/ 215 h 216"/>
                <a:gd name="GluePoint12X" fmla="*/ 44 w 141"/>
                <a:gd name="GluePoint12Y" fmla="*/ 208 h 216"/>
                <a:gd name="GluePoint13X" fmla="*/ 30 w 141"/>
                <a:gd name="GluePoint13Y" fmla="*/ 215 h 216"/>
                <a:gd name="GluePoint14X" fmla="*/ 17 w 141"/>
                <a:gd name="GluePoint14Y" fmla="*/ 208 h 216"/>
                <a:gd name="GluePoint15X" fmla="*/ 0 w 141"/>
                <a:gd name="GluePoint15Y" fmla="*/ 216 h 216"/>
                <a:gd name="GluePoint16X" fmla="*/ 98 w 141"/>
                <a:gd name="GluePoint16Y" fmla="*/ 201 h 216"/>
                <a:gd name="GluePoint17X" fmla="*/ 111 w 141"/>
                <a:gd name="GluePoint17Y" fmla="*/ 207 h 216"/>
                <a:gd name="GluePoint18X" fmla="*/ 124 w 141"/>
                <a:gd name="GluePoint18Y" fmla="*/ 201 h 216"/>
                <a:gd name="GluePoint19X" fmla="*/ 135 w 141"/>
                <a:gd name="GluePoint19Y" fmla="*/ 206 h 216"/>
                <a:gd name="GluePoint20X" fmla="*/ 135 w 141"/>
                <a:gd name="GluePoint20Y" fmla="*/ 6 h 216"/>
                <a:gd name="GluePoint21X" fmla="*/ 51 w 141"/>
                <a:gd name="GluePoint21Y" fmla="*/ 6 h 216"/>
                <a:gd name="GluePoint22X" fmla="*/ 7 w 141"/>
                <a:gd name="GluePoint22Y" fmla="*/ 51 h 216"/>
                <a:gd name="GluePoint23X" fmla="*/ 7 w 141"/>
                <a:gd name="GluePoint23Y" fmla="*/ 206 h 216"/>
                <a:gd name="GluePoint24X" fmla="*/ 17 w 141"/>
                <a:gd name="GluePoint24Y" fmla="*/ 201 h 216"/>
                <a:gd name="GluePoint25X" fmla="*/ 30 w 141"/>
                <a:gd name="GluePoint25Y" fmla="*/ 207 h 216"/>
                <a:gd name="GluePoint26X" fmla="*/ 44 w 141"/>
                <a:gd name="GluePoint26Y" fmla="*/ 201 h 216"/>
                <a:gd name="GluePoint27X" fmla="*/ 57 w 141"/>
                <a:gd name="GluePoint27Y" fmla="*/ 207 h 216"/>
                <a:gd name="GluePoint28X" fmla="*/ 71 w 141"/>
                <a:gd name="GluePoint28Y" fmla="*/ 201 h 216"/>
                <a:gd name="GluePoint29X" fmla="*/ 84 w 141"/>
                <a:gd name="GluePoint29Y" fmla="*/ 207 h 216"/>
                <a:gd name="GluePoint30X" fmla="*/ 98 w 141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1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33" name="Freeform 285"/>
            <p:cNvSpPr/>
            <p:nvPr/>
          </p:nvSpPr>
          <p:spPr>
            <a:xfrm>
              <a:off x="3702960" y="2840040"/>
              <a:ext cx="71280" cy="6984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69840"/>
                <a:gd name="textAreaBottom" fmla="*/ 70200 h 69840"/>
                <a:gd name="GluePoint1X" fmla="*/ 51 w 51"/>
                <a:gd name="GluePoint1Y" fmla="*/ 50 h 50"/>
                <a:gd name="GluePoint2X" fmla="*/ 0 w 51"/>
                <a:gd name="GluePoint2Y" fmla="*/ 50 h 50"/>
                <a:gd name="GluePoint3X" fmla="*/ 0 w 51"/>
                <a:gd name="GluePoint3Y" fmla="*/ 44 h 50"/>
                <a:gd name="GluePoint4X" fmla="*/ 44 w 51"/>
                <a:gd name="GluePoint4Y" fmla="*/ 44 h 50"/>
                <a:gd name="GluePoint5X" fmla="*/ 44 w 51"/>
                <a:gd name="GluePoint5Y" fmla="*/ 0 h 50"/>
                <a:gd name="GluePoint6X" fmla="*/ 51 w 51"/>
                <a:gd name="GluePoint6Y" fmla="*/ 0 h 50"/>
                <a:gd name="GluePoint7X" fmla="*/ 51 w 51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50">
                  <a:moveTo>
                    <a:pt x="51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34" name="Rectangle 286"/>
            <p:cNvSpPr/>
            <p:nvPr/>
          </p:nvSpPr>
          <p:spPr>
            <a:xfrm>
              <a:off x="3764880" y="2939760"/>
              <a:ext cx="9360" cy="122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35" name="Freeform 287"/>
            <p:cNvSpPr/>
            <p:nvPr/>
          </p:nvSpPr>
          <p:spPr>
            <a:xfrm>
              <a:off x="3768840" y="2939760"/>
              <a:ext cx="57240" cy="6012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60120"/>
                <a:gd name="textAreaBottom" fmla="*/ 60480 h 60120"/>
                <a:gd name="GluePoint1X" fmla="*/ 20 w 48"/>
                <a:gd name="GluePoint1Y" fmla="*/ 52 h 52"/>
                <a:gd name="GluePoint2X" fmla="*/ 0 w 48"/>
                <a:gd name="GluePoint2Y" fmla="*/ 52 h 52"/>
                <a:gd name="GluePoint3X" fmla="*/ 0 w 48"/>
                <a:gd name="GluePoint3Y" fmla="*/ 44 h 52"/>
                <a:gd name="GluePoint4X" fmla="*/ 20 w 48"/>
                <a:gd name="GluePoint4Y" fmla="*/ 44 h 52"/>
                <a:gd name="GluePoint5X" fmla="*/ 40 w 48"/>
                <a:gd name="GluePoint5Y" fmla="*/ 28 h 52"/>
                <a:gd name="GluePoint6X" fmla="*/ 20 w 48"/>
                <a:gd name="GluePoint6Y" fmla="*/ 8 h 52"/>
                <a:gd name="GluePoint7X" fmla="*/ 0 w 48"/>
                <a:gd name="GluePoint7Y" fmla="*/ 8 h 52"/>
                <a:gd name="GluePoint8X" fmla="*/ 0 w 48"/>
                <a:gd name="GluePoint8Y" fmla="*/ 0 h 52"/>
                <a:gd name="GluePoint9X" fmla="*/ 20 w 48"/>
                <a:gd name="GluePoint9Y" fmla="*/ 0 h 52"/>
                <a:gd name="GluePoint10X" fmla="*/ 48 w 48"/>
                <a:gd name="GluePoint10Y" fmla="*/ 28 h 52"/>
                <a:gd name="GluePoint11X" fmla="*/ 20 w 48"/>
                <a:gd name="GluePoint11Y" fmla="*/ 52 h 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8" h="52">
                  <a:moveTo>
                    <a:pt x="20" y="52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40" y="44"/>
                    <a:pt x="40" y="28"/>
                  </a:cubicBezTo>
                  <a:cubicBezTo>
                    <a:pt x="40" y="8"/>
                    <a:pt x="21" y="8"/>
                    <a:pt x="2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9" y="0"/>
                    <a:pt x="48" y="6"/>
                    <a:pt x="48" y="28"/>
                  </a:cubicBezTo>
                  <a:cubicBezTo>
                    <a:pt x="48" y="47"/>
                    <a:pt x="29" y="52"/>
                    <a:pt x="20" y="5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0240" bIns="302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36" name="Freeform 288"/>
            <p:cNvSpPr/>
            <p:nvPr/>
          </p:nvSpPr>
          <p:spPr>
            <a:xfrm>
              <a:off x="3768840" y="2990520"/>
              <a:ext cx="67320" cy="7128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71280"/>
                <a:gd name="textAreaBottom" fmla="*/ 71640 h 71280"/>
                <a:gd name="GluePoint1X" fmla="*/ 24 w 56"/>
                <a:gd name="GluePoint1Y" fmla="*/ 61 h 61"/>
                <a:gd name="GluePoint2X" fmla="*/ 0 w 56"/>
                <a:gd name="GluePoint2Y" fmla="*/ 61 h 61"/>
                <a:gd name="GluePoint3X" fmla="*/ 0 w 56"/>
                <a:gd name="GluePoint3Y" fmla="*/ 53 h 61"/>
                <a:gd name="GluePoint4X" fmla="*/ 24 w 56"/>
                <a:gd name="GluePoint4Y" fmla="*/ 53 h 61"/>
                <a:gd name="GluePoint5X" fmla="*/ 48 w 56"/>
                <a:gd name="GluePoint5Y" fmla="*/ 33 h 61"/>
                <a:gd name="GluePoint6X" fmla="*/ 41 w 56"/>
                <a:gd name="GluePoint6Y" fmla="*/ 15 h 61"/>
                <a:gd name="GluePoint7X" fmla="*/ 24 w 56"/>
                <a:gd name="GluePoint7Y" fmla="*/ 9 h 61"/>
                <a:gd name="GluePoint8X" fmla="*/ 4 w 56"/>
                <a:gd name="GluePoint8Y" fmla="*/ 9 h 61"/>
                <a:gd name="GluePoint9X" fmla="*/ 4 w 56"/>
                <a:gd name="GluePoint9Y" fmla="*/ 1 h 61"/>
                <a:gd name="GluePoint10X" fmla="*/ 24 w 56"/>
                <a:gd name="GluePoint10Y" fmla="*/ 1 h 61"/>
                <a:gd name="GluePoint11X" fmla="*/ 47 w 56"/>
                <a:gd name="GluePoint11Y" fmla="*/ 10 h 61"/>
                <a:gd name="GluePoint12X" fmla="*/ 56 w 56"/>
                <a:gd name="GluePoint12Y" fmla="*/ 33 h 61"/>
                <a:gd name="GluePoint13X" fmla="*/ 24 w 56"/>
                <a:gd name="GluePoint13Y" fmla="*/ 61 h 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61">
                  <a:moveTo>
                    <a:pt x="24" y="6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5" y="53"/>
                    <a:pt x="48" y="53"/>
                    <a:pt x="48" y="33"/>
                  </a:cubicBezTo>
                  <a:cubicBezTo>
                    <a:pt x="48" y="25"/>
                    <a:pt x="46" y="19"/>
                    <a:pt x="41" y="15"/>
                  </a:cubicBezTo>
                  <a:cubicBezTo>
                    <a:pt x="34" y="9"/>
                    <a:pt x="24" y="9"/>
                    <a:pt x="2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38" y="0"/>
                    <a:pt x="47" y="10"/>
                  </a:cubicBezTo>
                  <a:cubicBezTo>
                    <a:pt x="53" y="15"/>
                    <a:pt x="56" y="23"/>
                    <a:pt x="56" y="33"/>
                  </a:cubicBezTo>
                  <a:cubicBezTo>
                    <a:pt x="56" y="55"/>
                    <a:pt x="35" y="61"/>
                    <a:pt x="24" y="61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37" name="Rectangle 289"/>
            <p:cNvSpPr/>
            <p:nvPr/>
          </p:nvSpPr>
          <p:spPr>
            <a:xfrm>
              <a:off x="3792960" y="2930040"/>
              <a:ext cx="9360" cy="1418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38" name="Группа 485"/>
          <p:cNvGrpSpPr/>
          <p:nvPr/>
        </p:nvGrpSpPr>
        <p:grpSpPr>
          <a:xfrm>
            <a:off x="4091400" y="2835720"/>
            <a:ext cx="198000" cy="303480"/>
            <a:chOff x="4091400" y="2835720"/>
            <a:chExt cx="198000" cy="303480"/>
          </a:xfrm>
        </p:grpSpPr>
        <p:sp>
          <p:nvSpPr>
            <p:cNvPr id="2739" name="Freeform 290"/>
            <p:cNvSpPr/>
            <p:nvPr/>
          </p:nvSpPr>
          <p:spPr>
            <a:xfrm>
              <a:off x="4091400" y="2835720"/>
              <a:ext cx="198000" cy="30348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3480"/>
                <a:gd name="textAreaBottom" fmla="*/ 303840 h 303480"/>
                <a:gd name="GluePoint1X" fmla="*/ 0 w 141"/>
                <a:gd name="GluePoint1Y" fmla="*/ 216 h 216"/>
                <a:gd name="GluePoint2X" fmla="*/ 0 w 141"/>
                <a:gd name="GluePoint2Y" fmla="*/ 48 h 216"/>
                <a:gd name="GluePoint3X" fmla="*/ 49 w 141"/>
                <a:gd name="GluePoint3Y" fmla="*/ 0 h 216"/>
                <a:gd name="GluePoint4X" fmla="*/ 141 w 141"/>
                <a:gd name="GluePoint4Y" fmla="*/ 0 h 216"/>
                <a:gd name="GluePoint5X" fmla="*/ 141 w 141"/>
                <a:gd name="GluePoint5Y" fmla="*/ 216 h 216"/>
                <a:gd name="GluePoint6X" fmla="*/ 125 w 141"/>
                <a:gd name="GluePoint6Y" fmla="*/ 208 h 216"/>
                <a:gd name="GluePoint7X" fmla="*/ 111 w 141"/>
                <a:gd name="GluePoint7Y" fmla="*/ 215 h 216"/>
                <a:gd name="GluePoint8X" fmla="*/ 98 w 141"/>
                <a:gd name="GluePoint8Y" fmla="*/ 208 h 216"/>
                <a:gd name="GluePoint9X" fmla="*/ 84 w 141"/>
                <a:gd name="GluePoint9Y" fmla="*/ 215 h 216"/>
                <a:gd name="GluePoint10X" fmla="*/ 71 w 141"/>
                <a:gd name="GluePoint10Y" fmla="*/ 208 h 216"/>
                <a:gd name="GluePoint11X" fmla="*/ 57 w 141"/>
                <a:gd name="GluePoint11Y" fmla="*/ 215 h 216"/>
                <a:gd name="GluePoint12X" fmla="*/ 44 w 141"/>
                <a:gd name="GluePoint12Y" fmla="*/ 208 h 216"/>
                <a:gd name="GluePoint13X" fmla="*/ 30 w 141"/>
                <a:gd name="GluePoint13Y" fmla="*/ 215 h 216"/>
                <a:gd name="GluePoint14X" fmla="*/ 17 w 141"/>
                <a:gd name="GluePoint14Y" fmla="*/ 208 h 216"/>
                <a:gd name="GluePoint15X" fmla="*/ 0 w 141"/>
                <a:gd name="GluePoint15Y" fmla="*/ 216 h 216"/>
                <a:gd name="GluePoint16X" fmla="*/ 98 w 141"/>
                <a:gd name="GluePoint16Y" fmla="*/ 201 h 216"/>
                <a:gd name="GluePoint17X" fmla="*/ 111 w 141"/>
                <a:gd name="GluePoint17Y" fmla="*/ 207 h 216"/>
                <a:gd name="GluePoint18X" fmla="*/ 125 w 141"/>
                <a:gd name="GluePoint18Y" fmla="*/ 201 h 216"/>
                <a:gd name="GluePoint19X" fmla="*/ 135 w 141"/>
                <a:gd name="GluePoint19Y" fmla="*/ 206 h 216"/>
                <a:gd name="GluePoint20X" fmla="*/ 135 w 141"/>
                <a:gd name="GluePoint20Y" fmla="*/ 6 h 216"/>
                <a:gd name="GluePoint21X" fmla="*/ 51 w 141"/>
                <a:gd name="GluePoint21Y" fmla="*/ 6 h 216"/>
                <a:gd name="GluePoint22X" fmla="*/ 7 w 141"/>
                <a:gd name="GluePoint22Y" fmla="*/ 51 h 216"/>
                <a:gd name="GluePoint23X" fmla="*/ 7 w 141"/>
                <a:gd name="GluePoint23Y" fmla="*/ 206 h 216"/>
                <a:gd name="GluePoint24X" fmla="*/ 17 w 141"/>
                <a:gd name="GluePoint24Y" fmla="*/ 201 h 216"/>
                <a:gd name="GluePoint25X" fmla="*/ 30 w 141"/>
                <a:gd name="GluePoint25Y" fmla="*/ 207 h 216"/>
                <a:gd name="GluePoint26X" fmla="*/ 44 w 141"/>
                <a:gd name="GluePoint26Y" fmla="*/ 201 h 216"/>
                <a:gd name="GluePoint27X" fmla="*/ 57 w 141"/>
                <a:gd name="GluePoint27Y" fmla="*/ 207 h 216"/>
                <a:gd name="GluePoint28X" fmla="*/ 71 w 141"/>
                <a:gd name="GluePoint28Y" fmla="*/ 201 h 216"/>
                <a:gd name="GluePoint29X" fmla="*/ 84 w 141"/>
                <a:gd name="GluePoint29Y" fmla="*/ 207 h 216"/>
                <a:gd name="GluePoint30X" fmla="*/ 98 w 141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1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40" name="Freeform 291"/>
            <p:cNvSpPr/>
            <p:nvPr/>
          </p:nvSpPr>
          <p:spPr>
            <a:xfrm>
              <a:off x="4095360" y="2840040"/>
              <a:ext cx="71280" cy="6984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69840"/>
                <a:gd name="textAreaBottom" fmla="*/ 70200 h 69840"/>
                <a:gd name="GluePoint1X" fmla="*/ 51 w 51"/>
                <a:gd name="GluePoint1Y" fmla="*/ 50 h 50"/>
                <a:gd name="GluePoint2X" fmla="*/ 0 w 51"/>
                <a:gd name="GluePoint2Y" fmla="*/ 50 h 50"/>
                <a:gd name="GluePoint3X" fmla="*/ 0 w 51"/>
                <a:gd name="GluePoint3Y" fmla="*/ 44 h 50"/>
                <a:gd name="GluePoint4X" fmla="*/ 44 w 51"/>
                <a:gd name="GluePoint4Y" fmla="*/ 44 h 50"/>
                <a:gd name="GluePoint5X" fmla="*/ 44 w 51"/>
                <a:gd name="GluePoint5Y" fmla="*/ 0 h 50"/>
                <a:gd name="GluePoint6X" fmla="*/ 51 w 51"/>
                <a:gd name="GluePoint6Y" fmla="*/ 0 h 50"/>
                <a:gd name="GluePoint7X" fmla="*/ 51 w 51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50">
                  <a:moveTo>
                    <a:pt x="51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41" name="Freeform 292"/>
            <p:cNvSpPr/>
            <p:nvPr/>
          </p:nvSpPr>
          <p:spPr>
            <a:xfrm>
              <a:off x="4153320" y="2939760"/>
              <a:ext cx="89640" cy="11772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7720"/>
                <a:gd name="textAreaBottom" fmla="*/ 118080 h 117720"/>
                <a:gd name="GluePoint1X" fmla="*/ 40 w 76"/>
                <a:gd name="GluePoint1Y" fmla="*/ 100 h 100"/>
                <a:gd name="GluePoint2X" fmla="*/ 0 w 76"/>
                <a:gd name="GluePoint2Y" fmla="*/ 48 h 100"/>
                <a:gd name="GluePoint3X" fmla="*/ 40 w 76"/>
                <a:gd name="GluePoint3Y" fmla="*/ 0 h 100"/>
                <a:gd name="GluePoint4X" fmla="*/ 76 w 76"/>
                <a:gd name="GluePoint4Y" fmla="*/ 15 h 100"/>
                <a:gd name="GluePoint5X" fmla="*/ 68 w 76"/>
                <a:gd name="GluePoint5Y" fmla="*/ 17 h 100"/>
                <a:gd name="GluePoint6X" fmla="*/ 68 w 76"/>
                <a:gd name="GluePoint6Y" fmla="*/ 17 h 100"/>
                <a:gd name="GluePoint7X" fmla="*/ 40 w 76"/>
                <a:gd name="GluePoint7Y" fmla="*/ 8 h 100"/>
                <a:gd name="GluePoint8X" fmla="*/ 8 w 76"/>
                <a:gd name="GluePoint8Y" fmla="*/ 48 h 100"/>
                <a:gd name="GluePoint9X" fmla="*/ 40 w 76"/>
                <a:gd name="GluePoint9Y" fmla="*/ 92 h 100"/>
                <a:gd name="GluePoint10X" fmla="*/ 68 w 76"/>
                <a:gd name="GluePoint10Y" fmla="*/ 79 h 100"/>
                <a:gd name="GluePoint11X" fmla="*/ 76 w 76"/>
                <a:gd name="GluePoint11Y" fmla="*/ 81 h 100"/>
                <a:gd name="GluePoint12X" fmla="*/ 40 w 76"/>
                <a:gd name="GluePoint12Y" fmla="*/ 100 h 1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76" h="100">
                  <a:moveTo>
                    <a:pt x="40" y="100"/>
                  </a:moveTo>
                  <a:cubicBezTo>
                    <a:pt x="22" y="100"/>
                    <a:pt x="0" y="91"/>
                    <a:pt x="0" y="48"/>
                  </a:cubicBezTo>
                  <a:cubicBezTo>
                    <a:pt x="0" y="16"/>
                    <a:pt x="13" y="0"/>
                    <a:pt x="40" y="0"/>
                  </a:cubicBezTo>
                  <a:cubicBezTo>
                    <a:pt x="70" y="0"/>
                    <a:pt x="75" y="13"/>
                    <a:pt x="76" y="15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4" y="8"/>
                    <a:pt x="40" y="8"/>
                  </a:cubicBezTo>
                  <a:cubicBezTo>
                    <a:pt x="18" y="8"/>
                    <a:pt x="8" y="20"/>
                    <a:pt x="8" y="48"/>
                  </a:cubicBezTo>
                  <a:cubicBezTo>
                    <a:pt x="8" y="77"/>
                    <a:pt x="18" y="92"/>
                    <a:pt x="40" y="92"/>
                  </a:cubicBezTo>
                  <a:cubicBezTo>
                    <a:pt x="65" y="92"/>
                    <a:pt x="68" y="79"/>
                    <a:pt x="68" y="79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6" y="82"/>
                    <a:pt x="71" y="100"/>
                    <a:pt x="40" y="1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42" name="Rectangle 293"/>
            <p:cNvSpPr/>
            <p:nvPr/>
          </p:nvSpPr>
          <p:spPr>
            <a:xfrm>
              <a:off x="4195440" y="2930040"/>
              <a:ext cx="9360" cy="136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43" name="Группа 486"/>
          <p:cNvGrpSpPr/>
          <p:nvPr/>
        </p:nvGrpSpPr>
        <p:grpSpPr>
          <a:xfrm>
            <a:off x="4483800" y="2835720"/>
            <a:ext cx="198000" cy="303480"/>
            <a:chOff x="4483800" y="2835720"/>
            <a:chExt cx="198000" cy="303480"/>
          </a:xfrm>
        </p:grpSpPr>
        <p:sp>
          <p:nvSpPr>
            <p:cNvPr id="2744" name="Freeform 294"/>
            <p:cNvSpPr/>
            <p:nvPr/>
          </p:nvSpPr>
          <p:spPr>
            <a:xfrm>
              <a:off x="4483800" y="2835720"/>
              <a:ext cx="198000" cy="30348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3480"/>
                <a:gd name="textAreaBottom" fmla="*/ 303840 h 303480"/>
                <a:gd name="GluePoint1X" fmla="*/ 0 w 141"/>
                <a:gd name="GluePoint1Y" fmla="*/ 216 h 216"/>
                <a:gd name="GluePoint2X" fmla="*/ 0 w 141"/>
                <a:gd name="GluePoint2Y" fmla="*/ 48 h 216"/>
                <a:gd name="GluePoint3X" fmla="*/ 49 w 141"/>
                <a:gd name="GluePoint3Y" fmla="*/ 0 h 216"/>
                <a:gd name="GluePoint4X" fmla="*/ 141 w 141"/>
                <a:gd name="GluePoint4Y" fmla="*/ 0 h 216"/>
                <a:gd name="GluePoint5X" fmla="*/ 141 w 141"/>
                <a:gd name="GluePoint5Y" fmla="*/ 216 h 216"/>
                <a:gd name="GluePoint6X" fmla="*/ 125 w 141"/>
                <a:gd name="GluePoint6Y" fmla="*/ 208 h 216"/>
                <a:gd name="GluePoint7X" fmla="*/ 111 w 141"/>
                <a:gd name="GluePoint7Y" fmla="*/ 215 h 216"/>
                <a:gd name="GluePoint8X" fmla="*/ 98 w 141"/>
                <a:gd name="GluePoint8Y" fmla="*/ 208 h 216"/>
                <a:gd name="GluePoint9X" fmla="*/ 84 w 141"/>
                <a:gd name="GluePoint9Y" fmla="*/ 215 h 216"/>
                <a:gd name="GluePoint10X" fmla="*/ 71 w 141"/>
                <a:gd name="GluePoint10Y" fmla="*/ 208 h 216"/>
                <a:gd name="GluePoint11X" fmla="*/ 57 w 141"/>
                <a:gd name="GluePoint11Y" fmla="*/ 215 h 216"/>
                <a:gd name="GluePoint12X" fmla="*/ 44 w 141"/>
                <a:gd name="GluePoint12Y" fmla="*/ 208 h 216"/>
                <a:gd name="GluePoint13X" fmla="*/ 30 w 141"/>
                <a:gd name="GluePoint13Y" fmla="*/ 215 h 216"/>
                <a:gd name="GluePoint14X" fmla="*/ 17 w 141"/>
                <a:gd name="GluePoint14Y" fmla="*/ 208 h 216"/>
                <a:gd name="GluePoint15X" fmla="*/ 0 w 141"/>
                <a:gd name="GluePoint15Y" fmla="*/ 216 h 216"/>
                <a:gd name="GluePoint16X" fmla="*/ 98 w 141"/>
                <a:gd name="GluePoint16Y" fmla="*/ 201 h 216"/>
                <a:gd name="GluePoint17X" fmla="*/ 111 w 141"/>
                <a:gd name="GluePoint17Y" fmla="*/ 207 h 216"/>
                <a:gd name="GluePoint18X" fmla="*/ 125 w 141"/>
                <a:gd name="GluePoint18Y" fmla="*/ 201 h 216"/>
                <a:gd name="GluePoint19X" fmla="*/ 135 w 141"/>
                <a:gd name="GluePoint19Y" fmla="*/ 206 h 216"/>
                <a:gd name="GluePoint20X" fmla="*/ 135 w 141"/>
                <a:gd name="GluePoint20Y" fmla="*/ 6 h 216"/>
                <a:gd name="GluePoint21X" fmla="*/ 52 w 141"/>
                <a:gd name="GluePoint21Y" fmla="*/ 6 h 216"/>
                <a:gd name="GluePoint22X" fmla="*/ 7 w 141"/>
                <a:gd name="GluePoint22Y" fmla="*/ 51 h 216"/>
                <a:gd name="GluePoint23X" fmla="*/ 7 w 141"/>
                <a:gd name="GluePoint23Y" fmla="*/ 206 h 216"/>
                <a:gd name="GluePoint24X" fmla="*/ 17 w 141"/>
                <a:gd name="GluePoint24Y" fmla="*/ 201 h 216"/>
                <a:gd name="GluePoint25X" fmla="*/ 30 w 141"/>
                <a:gd name="GluePoint25Y" fmla="*/ 207 h 216"/>
                <a:gd name="GluePoint26X" fmla="*/ 44 w 141"/>
                <a:gd name="GluePoint26Y" fmla="*/ 201 h 216"/>
                <a:gd name="GluePoint27X" fmla="*/ 57 w 141"/>
                <a:gd name="GluePoint27Y" fmla="*/ 207 h 216"/>
                <a:gd name="GluePoint28X" fmla="*/ 71 w 141"/>
                <a:gd name="GluePoint28Y" fmla="*/ 201 h 216"/>
                <a:gd name="GluePoint29X" fmla="*/ 84 w 141"/>
                <a:gd name="GluePoint29Y" fmla="*/ 207 h 216"/>
                <a:gd name="GluePoint30X" fmla="*/ 98 w 141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45" name="Freeform 295"/>
            <p:cNvSpPr/>
            <p:nvPr/>
          </p:nvSpPr>
          <p:spPr>
            <a:xfrm>
              <a:off x="4489560" y="2840040"/>
              <a:ext cx="69840" cy="698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9840"/>
                <a:gd name="textAreaBottom" fmla="*/ 70200 h 69840"/>
                <a:gd name="GluePoint1X" fmla="*/ 50 w 50"/>
                <a:gd name="GluePoint1Y" fmla="*/ 50 h 50"/>
                <a:gd name="GluePoint2X" fmla="*/ 0 w 50"/>
                <a:gd name="GluePoint2Y" fmla="*/ 50 h 50"/>
                <a:gd name="GluePoint3X" fmla="*/ 0 w 50"/>
                <a:gd name="GluePoint3Y" fmla="*/ 44 h 50"/>
                <a:gd name="GluePoint4X" fmla="*/ 43 w 50"/>
                <a:gd name="GluePoint4Y" fmla="*/ 44 h 50"/>
                <a:gd name="GluePoint5X" fmla="*/ 43 w 50"/>
                <a:gd name="GluePoint5Y" fmla="*/ 0 h 50"/>
                <a:gd name="GluePoint6X" fmla="*/ 50 w 50"/>
                <a:gd name="GluePoint6Y" fmla="*/ 0 h 50"/>
                <a:gd name="GluePoint7X" fmla="*/ 50 w 50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46" name="Freeform 296"/>
            <p:cNvSpPr/>
            <p:nvPr/>
          </p:nvSpPr>
          <p:spPr>
            <a:xfrm>
              <a:off x="4550040" y="2944080"/>
              <a:ext cx="71280" cy="10368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103680"/>
                <a:gd name="textAreaBottom" fmla="*/ 104040 h 103680"/>
                <a:gd name="GluePoint1X" fmla="*/ 28 w 60"/>
                <a:gd name="GluePoint1Y" fmla="*/ 88 h 88"/>
                <a:gd name="GluePoint2X" fmla="*/ 5 w 60"/>
                <a:gd name="GluePoint2Y" fmla="*/ 81 h 88"/>
                <a:gd name="GluePoint3X" fmla="*/ 0 w 60"/>
                <a:gd name="GluePoint3Y" fmla="*/ 68 h 88"/>
                <a:gd name="GluePoint4X" fmla="*/ 8 w 60"/>
                <a:gd name="GluePoint4Y" fmla="*/ 68 h 88"/>
                <a:gd name="GluePoint5X" fmla="*/ 10 w 60"/>
                <a:gd name="GluePoint5Y" fmla="*/ 75 h 88"/>
                <a:gd name="GluePoint6X" fmla="*/ 28 w 60"/>
                <a:gd name="GluePoint6Y" fmla="*/ 80 h 88"/>
                <a:gd name="GluePoint7X" fmla="*/ 48 w 60"/>
                <a:gd name="GluePoint7Y" fmla="*/ 74 h 88"/>
                <a:gd name="GluePoint8X" fmla="*/ 52 w 60"/>
                <a:gd name="GluePoint8Y" fmla="*/ 61 h 88"/>
                <a:gd name="GluePoint9X" fmla="*/ 52 w 60"/>
                <a:gd name="GluePoint9Y" fmla="*/ 60 h 88"/>
                <a:gd name="GluePoint10X" fmla="*/ 28 w 60"/>
                <a:gd name="GluePoint10Y" fmla="*/ 44 h 88"/>
                <a:gd name="GluePoint11X" fmla="*/ 0 w 60"/>
                <a:gd name="GluePoint11Y" fmla="*/ 24 h 88"/>
                <a:gd name="GluePoint12X" fmla="*/ 0 w 60"/>
                <a:gd name="GluePoint12Y" fmla="*/ 23 h 88"/>
                <a:gd name="GluePoint13X" fmla="*/ 5 w 60"/>
                <a:gd name="GluePoint13Y" fmla="*/ 7 h 88"/>
                <a:gd name="GluePoint14X" fmla="*/ 28 w 60"/>
                <a:gd name="GluePoint14Y" fmla="*/ 0 h 88"/>
                <a:gd name="GluePoint15X" fmla="*/ 51 w 60"/>
                <a:gd name="GluePoint15Y" fmla="*/ 8 h 88"/>
                <a:gd name="GluePoint16X" fmla="*/ 56 w 60"/>
                <a:gd name="GluePoint16Y" fmla="*/ 20 h 88"/>
                <a:gd name="GluePoint17X" fmla="*/ 48 w 60"/>
                <a:gd name="GluePoint17Y" fmla="*/ 20 h 88"/>
                <a:gd name="GluePoint18X" fmla="*/ 52 w 60"/>
                <a:gd name="GluePoint18Y" fmla="*/ 20 h 88"/>
                <a:gd name="GluePoint19X" fmla="*/ 48 w 60"/>
                <a:gd name="GluePoint19Y" fmla="*/ 20 h 88"/>
                <a:gd name="GluePoint20X" fmla="*/ 45 w 60"/>
                <a:gd name="GluePoint20Y" fmla="*/ 13 h 88"/>
                <a:gd name="GluePoint21X" fmla="*/ 28 w 60"/>
                <a:gd name="GluePoint21Y" fmla="*/ 8 h 88"/>
                <a:gd name="GluePoint22X" fmla="*/ 11 w 60"/>
                <a:gd name="GluePoint22Y" fmla="*/ 12 h 88"/>
                <a:gd name="GluePoint23X" fmla="*/ 8 w 60"/>
                <a:gd name="GluePoint23Y" fmla="*/ 23 h 88"/>
                <a:gd name="GluePoint24X" fmla="*/ 8 w 60"/>
                <a:gd name="GluePoint24Y" fmla="*/ 24 h 88"/>
                <a:gd name="GluePoint25X" fmla="*/ 28 w 60"/>
                <a:gd name="GluePoint25Y" fmla="*/ 36 h 88"/>
                <a:gd name="GluePoint26X" fmla="*/ 60 w 60"/>
                <a:gd name="GluePoint26Y" fmla="*/ 60 h 88"/>
                <a:gd name="GluePoint27X" fmla="*/ 60 w 60"/>
                <a:gd name="GluePoint27Y" fmla="*/ 61 h 88"/>
                <a:gd name="GluePoint28X" fmla="*/ 54 w 60"/>
                <a:gd name="GluePoint28Y" fmla="*/ 80 h 88"/>
                <a:gd name="GluePoint29X" fmla="*/ 28 w 60"/>
                <a:gd name="GluePoint29Y" fmla="*/ 88 h 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60" h="88">
                  <a:moveTo>
                    <a:pt x="28" y="88"/>
                  </a:moveTo>
                  <a:cubicBezTo>
                    <a:pt x="17" y="88"/>
                    <a:pt x="9" y="85"/>
                    <a:pt x="5" y="81"/>
                  </a:cubicBezTo>
                  <a:cubicBezTo>
                    <a:pt x="0" y="76"/>
                    <a:pt x="0" y="70"/>
                    <a:pt x="0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70"/>
                    <a:pt x="8" y="73"/>
                    <a:pt x="10" y="75"/>
                  </a:cubicBezTo>
                  <a:cubicBezTo>
                    <a:pt x="14" y="78"/>
                    <a:pt x="20" y="80"/>
                    <a:pt x="28" y="80"/>
                  </a:cubicBezTo>
                  <a:cubicBezTo>
                    <a:pt x="38" y="80"/>
                    <a:pt x="44" y="78"/>
                    <a:pt x="48" y="74"/>
                  </a:cubicBezTo>
                  <a:cubicBezTo>
                    <a:pt x="52" y="70"/>
                    <a:pt x="52" y="64"/>
                    <a:pt x="52" y="61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60"/>
                    <a:pt x="51" y="44"/>
                    <a:pt x="28" y="44"/>
                  </a:cubicBezTo>
                  <a:cubicBezTo>
                    <a:pt x="8" y="44"/>
                    <a:pt x="0" y="38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8"/>
                    <a:pt x="0" y="12"/>
                    <a:pt x="5" y="7"/>
                  </a:cubicBezTo>
                  <a:cubicBezTo>
                    <a:pt x="10" y="2"/>
                    <a:pt x="17" y="0"/>
                    <a:pt x="28" y="0"/>
                  </a:cubicBezTo>
                  <a:cubicBezTo>
                    <a:pt x="38" y="0"/>
                    <a:pt x="46" y="2"/>
                    <a:pt x="51" y="8"/>
                  </a:cubicBezTo>
                  <a:cubicBezTo>
                    <a:pt x="56" y="13"/>
                    <a:pt x="56" y="19"/>
                    <a:pt x="56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20"/>
                    <a:pt x="48" y="16"/>
                    <a:pt x="45" y="13"/>
                  </a:cubicBezTo>
                  <a:cubicBezTo>
                    <a:pt x="42" y="10"/>
                    <a:pt x="36" y="8"/>
                    <a:pt x="28" y="8"/>
                  </a:cubicBezTo>
                  <a:cubicBezTo>
                    <a:pt x="19" y="8"/>
                    <a:pt x="14" y="9"/>
                    <a:pt x="11" y="12"/>
                  </a:cubicBezTo>
                  <a:cubicBezTo>
                    <a:pt x="8" y="15"/>
                    <a:pt x="8" y="19"/>
                    <a:pt x="8" y="23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9"/>
                    <a:pt x="8" y="36"/>
                    <a:pt x="28" y="36"/>
                  </a:cubicBezTo>
                  <a:cubicBezTo>
                    <a:pt x="55" y="36"/>
                    <a:pt x="60" y="55"/>
                    <a:pt x="60" y="60"/>
                  </a:cubicBezTo>
                  <a:cubicBezTo>
                    <a:pt x="60" y="61"/>
                    <a:pt x="60" y="61"/>
                    <a:pt x="60" y="61"/>
                  </a:cubicBezTo>
                  <a:cubicBezTo>
                    <a:pt x="60" y="65"/>
                    <a:pt x="60" y="73"/>
                    <a:pt x="54" y="80"/>
                  </a:cubicBezTo>
                  <a:cubicBezTo>
                    <a:pt x="48" y="85"/>
                    <a:pt x="40" y="88"/>
                    <a:pt x="28" y="8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47" name="Rectangle 297"/>
            <p:cNvSpPr/>
            <p:nvPr/>
          </p:nvSpPr>
          <p:spPr>
            <a:xfrm>
              <a:off x="4588200" y="2934360"/>
              <a:ext cx="9360" cy="1278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48" name="Rectangle 298"/>
            <p:cNvSpPr/>
            <p:nvPr/>
          </p:nvSpPr>
          <p:spPr>
            <a:xfrm>
              <a:off x="4569840" y="2934360"/>
              <a:ext cx="7920" cy="1278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49" name="Группа 487"/>
          <p:cNvGrpSpPr/>
          <p:nvPr/>
        </p:nvGrpSpPr>
        <p:grpSpPr>
          <a:xfrm>
            <a:off x="4876560" y="2835720"/>
            <a:ext cx="199440" cy="303480"/>
            <a:chOff x="4876560" y="2835720"/>
            <a:chExt cx="199440" cy="303480"/>
          </a:xfrm>
        </p:grpSpPr>
        <p:sp>
          <p:nvSpPr>
            <p:cNvPr id="2750" name="Freeform 299"/>
            <p:cNvSpPr/>
            <p:nvPr/>
          </p:nvSpPr>
          <p:spPr>
            <a:xfrm>
              <a:off x="4876560" y="2835720"/>
              <a:ext cx="199440" cy="303480"/>
            </a:xfrm>
            <a:custGeom>
              <a:avLst/>
              <a:gdLst>
                <a:gd name="textAreaLeft" fmla="*/ 0 w 199440"/>
                <a:gd name="textAreaRight" fmla="*/ 199800 w 199440"/>
                <a:gd name="textAreaTop" fmla="*/ 0 h 303480"/>
                <a:gd name="textAreaBottom" fmla="*/ 303840 h 303480"/>
                <a:gd name="GluePoint1X" fmla="*/ 0 w 142"/>
                <a:gd name="GluePoint1Y" fmla="*/ 216 h 216"/>
                <a:gd name="GluePoint2X" fmla="*/ 0 w 142"/>
                <a:gd name="GluePoint2Y" fmla="*/ 48 h 216"/>
                <a:gd name="GluePoint3X" fmla="*/ 49 w 142"/>
                <a:gd name="GluePoint3Y" fmla="*/ 0 h 216"/>
                <a:gd name="GluePoint4X" fmla="*/ 142 w 142"/>
                <a:gd name="GluePoint4Y" fmla="*/ 0 h 216"/>
                <a:gd name="GluePoint5X" fmla="*/ 142 w 142"/>
                <a:gd name="GluePoint5Y" fmla="*/ 216 h 216"/>
                <a:gd name="GluePoint6X" fmla="*/ 125 w 142"/>
                <a:gd name="GluePoint6Y" fmla="*/ 208 h 216"/>
                <a:gd name="GluePoint7X" fmla="*/ 111 w 142"/>
                <a:gd name="GluePoint7Y" fmla="*/ 215 h 216"/>
                <a:gd name="GluePoint8X" fmla="*/ 98 w 142"/>
                <a:gd name="GluePoint8Y" fmla="*/ 208 h 216"/>
                <a:gd name="GluePoint9X" fmla="*/ 84 w 142"/>
                <a:gd name="GluePoint9Y" fmla="*/ 215 h 216"/>
                <a:gd name="GluePoint10X" fmla="*/ 71 w 142"/>
                <a:gd name="GluePoint10Y" fmla="*/ 208 h 216"/>
                <a:gd name="GluePoint11X" fmla="*/ 57 w 142"/>
                <a:gd name="GluePoint11Y" fmla="*/ 215 h 216"/>
                <a:gd name="GluePoint12X" fmla="*/ 44 w 142"/>
                <a:gd name="GluePoint12Y" fmla="*/ 208 h 216"/>
                <a:gd name="GluePoint13X" fmla="*/ 31 w 142"/>
                <a:gd name="GluePoint13Y" fmla="*/ 215 h 216"/>
                <a:gd name="GluePoint14X" fmla="*/ 17 w 142"/>
                <a:gd name="GluePoint14Y" fmla="*/ 208 h 216"/>
                <a:gd name="GluePoint15X" fmla="*/ 0 w 142"/>
                <a:gd name="GluePoint15Y" fmla="*/ 216 h 216"/>
                <a:gd name="GluePoint16X" fmla="*/ 98 w 142"/>
                <a:gd name="GluePoint16Y" fmla="*/ 201 h 216"/>
                <a:gd name="GluePoint17X" fmla="*/ 111 w 142"/>
                <a:gd name="GluePoint17Y" fmla="*/ 207 h 216"/>
                <a:gd name="GluePoint18X" fmla="*/ 125 w 142"/>
                <a:gd name="GluePoint18Y" fmla="*/ 201 h 216"/>
                <a:gd name="GluePoint19X" fmla="*/ 135 w 142"/>
                <a:gd name="GluePoint19Y" fmla="*/ 206 h 216"/>
                <a:gd name="GluePoint20X" fmla="*/ 135 w 142"/>
                <a:gd name="GluePoint20Y" fmla="*/ 6 h 216"/>
                <a:gd name="GluePoint21X" fmla="*/ 52 w 142"/>
                <a:gd name="GluePoint21Y" fmla="*/ 6 h 216"/>
                <a:gd name="GluePoint22X" fmla="*/ 7 w 142"/>
                <a:gd name="GluePoint22Y" fmla="*/ 51 h 216"/>
                <a:gd name="GluePoint23X" fmla="*/ 7 w 142"/>
                <a:gd name="GluePoint23Y" fmla="*/ 206 h 216"/>
                <a:gd name="GluePoint24X" fmla="*/ 17 w 142"/>
                <a:gd name="GluePoint24Y" fmla="*/ 201 h 216"/>
                <a:gd name="GluePoint25X" fmla="*/ 31 w 142"/>
                <a:gd name="GluePoint25Y" fmla="*/ 207 h 216"/>
                <a:gd name="GluePoint26X" fmla="*/ 44 w 142"/>
                <a:gd name="GluePoint26Y" fmla="*/ 201 h 216"/>
                <a:gd name="GluePoint27X" fmla="*/ 57 w 142"/>
                <a:gd name="GluePoint27Y" fmla="*/ 207 h 216"/>
                <a:gd name="GluePoint28X" fmla="*/ 71 w 142"/>
                <a:gd name="GluePoint28Y" fmla="*/ 201 h 216"/>
                <a:gd name="GluePoint29X" fmla="*/ 84 w 142"/>
                <a:gd name="GluePoint29Y" fmla="*/ 207 h 216"/>
                <a:gd name="GluePoint30X" fmla="*/ 98 w 142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2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2" y="0"/>
                  </a:lnTo>
                  <a:lnTo>
                    <a:pt x="142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51" name="Freeform 300"/>
            <p:cNvSpPr/>
            <p:nvPr/>
          </p:nvSpPr>
          <p:spPr>
            <a:xfrm>
              <a:off x="4882320" y="2840040"/>
              <a:ext cx="69840" cy="698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9840"/>
                <a:gd name="textAreaBottom" fmla="*/ 70200 h 69840"/>
                <a:gd name="GluePoint1X" fmla="*/ 50 w 50"/>
                <a:gd name="GluePoint1Y" fmla="*/ 50 h 50"/>
                <a:gd name="GluePoint2X" fmla="*/ 0 w 50"/>
                <a:gd name="GluePoint2Y" fmla="*/ 50 h 50"/>
                <a:gd name="GluePoint3X" fmla="*/ 0 w 50"/>
                <a:gd name="GluePoint3Y" fmla="*/ 44 h 50"/>
                <a:gd name="GluePoint4X" fmla="*/ 43 w 50"/>
                <a:gd name="GluePoint4Y" fmla="*/ 44 h 50"/>
                <a:gd name="GluePoint5X" fmla="*/ 43 w 50"/>
                <a:gd name="GluePoint5Y" fmla="*/ 0 h 50"/>
                <a:gd name="GluePoint6X" fmla="*/ 50 w 50"/>
                <a:gd name="GluePoint6Y" fmla="*/ 0 h 50"/>
                <a:gd name="GluePoint7X" fmla="*/ 50 w 50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52" name="Freeform 301"/>
            <p:cNvSpPr/>
            <p:nvPr/>
          </p:nvSpPr>
          <p:spPr>
            <a:xfrm>
              <a:off x="4938480" y="2939760"/>
              <a:ext cx="89640" cy="11772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7720"/>
                <a:gd name="textAreaBottom" fmla="*/ 118080 h 117720"/>
                <a:gd name="GluePoint1X" fmla="*/ 40 w 76"/>
                <a:gd name="GluePoint1Y" fmla="*/ 100 h 100"/>
                <a:gd name="GluePoint2X" fmla="*/ 0 w 76"/>
                <a:gd name="GluePoint2Y" fmla="*/ 48 h 100"/>
                <a:gd name="GluePoint3X" fmla="*/ 40 w 76"/>
                <a:gd name="GluePoint3Y" fmla="*/ 0 h 100"/>
                <a:gd name="GluePoint4X" fmla="*/ 76 w 76"/>
                <a:gd name="GluePoint4Y" fmla="*/ 15 h 100"/>
                <a:gd name="GluePoint5X" fmla="*/ 68 w 76"/>
                <a:gd name="GluePoint5Y" fmla="*/ 17 h 100"/>
                <a:gd name="GluePoint6X" fmla="*/ 68 w 76"/>
                <a:gd name="GluePoint6Y" fmla="*/ 17 h 100"/>
                <a:gd name="GluePoint7X" fmla="*/ 40 w 76"/>
                <a:gd name="GluePoint7Y" fmla="*/ 8 h 100"/>
                <a:gd name="GluePoint8X" fmla="*/ 8 w 76"/>
                <a:gd name="GluePoint8Y" fmla="*/ 48 h 100"/>
                <a:gd name="GluePoint9X" fmla="*/ 40 w 76"/>
                <a:gd name="GluePoint9Y" fmla="*/ 92 h 100"/>
                <a:gd name="GluePoint10X" fmla="*/ 68 w 76"/>
                <a:gd name="GluePoint10Y" fmla="*/ 79 h 100"/>
                <a:gd name="GluePoint11X" fmla="*/ 76 w 76"/>
                <a:gd name="GluePoint11Y" fmla="*/ 81 h 100"/>
                <a:gd name="GluePoint12X" fmla="*/ 40 w 76"/>
                <a:gd name="GluePoint12Y" fmla="*/ 100 h 1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76" h="100">
                  <a:moveTo>
                    <a:pt x="40" y="100"/>
                  </a:moveTo>
                  <a:cubicBezTo>
                    <a:pt x="22" y="100"/>
                    <a:pt x="0" y="91"/>
                    <a:pt x="0" y="48"/>
                  </a:cubicBezTo>
                  <a:cubicBezTo>
                    <a:pt x="0" y="16"/>
                    <a:pt x="13" y="0"/>
                    <a:pt x="40" y="0"/>
                  </a:cubicBezTo>
                  <a:cubicBezTo>
                    <a:pt x="70" y="0"/>
                    <a:pt x="75" y="13"/>
                    <a:pt x="76" y="15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4" y="8"/>
                    <a:pt x="40" y="8"/>
                  </a:cubicBezTo>
                  <a:cubicBezTo>
                    <a:pt x="18" y="8"/>
                    <a:pt x="8" y="20"/>
                    <a:pt x="8" y="48"/>
                  </a:cubicBezTo>
                  <a:cubicBezTo>
                    <a:pt x="8" y="77"/>
                    <a:pt x="19" y="92"/>
                    <a:pt x="40" y="92"/>
                  </a:cubicBezTo>
                  <a:cubicBezTo>
                    <a:pt x="65" y="92"/>
                    <a:pt x="68" y="79"/>
                    <a:pt x="68" y="79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6" y="82"/>
                    <a:pt x="71" y="100"/>
                    <a:pt x="40" y="1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53" name="Rectangle 302"/>
            <p:cNvSpPr/>
            <p:nvPr/>
          </p:nvSpPr>
          <p:spPr>
            <a:xfrm>
              <a:off x="4924440" y="2986200"/>
              <a:ext cx="698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54" name="Rectangle 303"/>
            <p:cNvSpPr/>
            <p:nvPr/>
          </p:nvSpPr>
          <p:spPr>
            <a:xfrm>
              <a:off x="4924440" y="3006000"/>
              <a:ext cx="698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55" name="Группа 488"/>
          <p:cNvGrpSpPr/>
          <p:nvPr/>
        </p:nvGrpSpPr>
        <p:grpSpPr>
          <a:xfrm>
            <a:off x="5269320" y="2835720"/>
            <a:ext cx="199440" cy="303480"/>
            <a:chOff x="5269320" y="2835720"/>
            <a:chExt cx="199440" cy="303480"/>
          </a:xfrm>
        </p:grpSpPr>
        <p:sp>
          <p:nvSpPr>
            <p:cNvPr id="2756" name="Freeform 304"/>
            <p:cNvSpPr/>
            <p:nvPr/>
          </p:nvSpPr>
          <p:spPr>
            <a:xfrm>
              <a:off x="5269320" y="2835720"/>
              <a:ext cx="199440" cy="303480"/>
            </a:xfrm>
            <a:custGeom>
              <a:avLst/>
              <a:gdLst>
                <a:gd name="textAreaLeft" fmla="*/ 0 w 199440"/>
                <a:gd name="textAreaRight" fmla="*/ 199800 w 199440"/>
                <a:gd name="textAreaTop" fmla="*/ 0 h 303480"/>
                <a:gd name="textAreaBottom" fmla="*/ 303840 h 303480"/>
                <a:gd name="GluePoint1X" fmla="*/ 0 w 142"/>
                <a:gd name="GluePoint1Y" fmla="*/ 216 h 216"/>
                <a:gd name="GluePoint2X" fmla="*/ 0 w 142"/>
                <a:gd name="GluePoint2Y" fmla="*/ 48 h 216"/>
                <a:gd name="GluePoint3X" fmla="*/ 50 w 142"/>
                <a:gd name="GluePoint3Y" fmla="*/ 0 h 216"/>
                <a:gd name="GluePoint4X" fmla="*/ 142 w 142"/>
                <a:gd name="GluePoint4Y" fmla="*/ 0 h 216"/>
                <a:gd name="GluePoint5X" fmla="*/ 142 w 142"/>
                <a:gd name="GluePoint5Y" fmla="*/ 216 h 216"/>
                <a:gd name="GluePoint6X" fmla="*/ 125 w 142"/>
                <a:gd name="GluePoint6Y" fmla="*/ 208 h 216"/>
                <a:gd name="GluePoint7X" fmla="*/ 111 w 142"/>
                <a:gd name="GluePoint7Y" fmla="*/ 215 h 216"/>
                <a:gd name="GluePoint8X" fmla="*/ 98 w 142"/>
                <a:gd name="GluePoint8Y" fmla="*/ 208 h 216"/>
                <a:gd name="GluePoint9X" fmla="*/ 84 w 142"/>
                <a:gd name="GluePoint9Y" fmla="*/ 215 h 216"/>
                <a:gd name="GluePoint10X" fmla="*/ 71 w 142"/>
                <a:gd name="GluePoint10Y" fmla="*/ 208 h 216"/>
                <a:gd name="GluePoint11X" fmla="*/ 58 w 142"/>
                <a:gd name="GluePoint11Y" fmla="*/ 215 h 216"/>
                <a:gd name="GluePoint12X" fmla="*/ 44 w 142"/>
                <a:gd name="GluePoint12Y" fmla="*/ 208 h 216"/>
                <a:gd name="GluePoint13X" fmla="*/ 31 w 142"/>
                <a:gd name="GluePoint13Y" fmla="*/ 215 h 216"/>
                <a:gd name="GluePoint14X" fmla="*/ 17 w 142"/>
                <a:gd name="GluePoint14Y" fmla="*/ 208 h 216"/>
                <a:gd name="GluePoint15X" fmla="*/ 0 w 142"/>
                <a:gd name="GluePoint15Y" fmla="*/ 216 h 216"/>
                <a:gd name="GluePoint16X" fmla="*/ 98 w 142"/>
                <a:gd name="GluePoint16Y" fmla="*/ 201 h 216"/>
                <a:gd name="GluePoint17X" fmla="*/ 111 w 142"/>
                <a:gd name="GluePoint17Y" fmla="*/ 207 h 216"/>
                <a:gd name="GluePoint18X" fmla="*/ 125 w 142"/>
                <a:gd name="GluePoint18Y" fmla="*/ 201 h 216"/>
                <a:gd name="GluePoint19X" fmla="*/ 135 w 142"/>
                <a:gd name="GluePoint19Y" fmla="*/ 206 h 216"/>
                <a:gd name="GluePoint20X" fmla="*/ 135 w 142"/>
                <a:gd name="GluePoint20Y" fmla="*/ 6 h 216"/>
                <a:gd name="GluePoint21X" fmla="*/ 53 w 142"/>
                <a:gd name="GluePoint21Y" fmla="*/ 6 h 216"/>
                <a:gd name="GluePoint22X" fmla="*/ 7 w 142"/>
                <a:gd name="GluePoint22Y" fmla="*/ 51 h 216"/>
                <a:gd name="GluePoint23X" fmla="*/ 7 w 142"/>
                <a:gd name="GluePoint23Y" fmla="*/ 206 h 216"/>
                <a:gd name="GluePoint24X" fmla="*/ 17 w 142"/>
                <a:gd name="GluePoint24Y" fmla="*/ 201 h 216"/>
                <a:gd name="GluePoint25X" fmla="*/ 31 w 142"/>
                <a:gd name="GluePoint25Y" fmla="*/ 207 h 216"/>
                <a:gd name="GluePoint26X" fmla="*/ 44 w 142"/>
                <a:gd name="GluePoint26Y" fmla="*/ 201 h 216"/>
                <a:gd name="GluePoint27X" fmla="*/ 58 w 142"/>
                <a:gd name="GluePoint27Y" fmla="*/ 207 h 216"/>
                <a:gd name="GluePoint28X" fmla="*/ 71 w 142"/>
                <a:gd name="GluePoint28Y" fmla="*/ 201 h 216"/>
                <a:gd name="GluePoint29X" fmla="*/ 84 w 142"/>
                <a:gd name="GluePoint29Y" fmla="*/ 207 h 216"/>
                <a:gd name="GluePoint30X" fmla="*/ 98 w 142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2" h="216">
                  <a:moveTo>
                    <a:pt x="0" y="216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2" y="0"/>
                  </a:lnTo>
                  <a:lnTo>
                    <a:pt x="142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8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3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8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57" name="Freeform 305"/>
            <p:cNvSpPr/>
            <p:nvPr/>
          </p:nvSpPr>
          <p:spPr>
            <a:xfrm>
              <a:off x="5274720" y="2840040"/>
              <a:ext cx="69840" cy="698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9840"/>
                <a:gd name="textAreaBottom" fmla="*/ 70200 h 69840"/>
                <a:gd name="GluePoint1X" fmla="*/ 50 w 50"/>
                <a:gd name="GluePoint1Y" fmla="*/ 50 h 50"/>
                <a:gd name="GluePoint2X" fmla="*/ 0 w 50"/>
                <a:gd name="GluePoint2Y" fmla="*/ 50 h 50"/>
                <a:gd name="GluePoint3X" fmla="*/ 0 w 50"/>
                <a:gd name="GluePoint3Y" fmla="*/ 44 h 50"/>
                <a:gd name="GluePoint4X" fmla="*/ 43 w 50"/>
                <a:gd name="GluePoint4Y" fmla="*/ 44 h 50"/>
                <a:gd name="GluePoint5X" fmla="*/ 43 w 50"/>
                <a:gd name="GluePoint5Y" fmla="*/ 0 h 50"/>
                <a:gd name="GluePoint6X" fmla="*/ 50 w 50"/>
                <a:gd name="GluePoint6Y" fmla="*/ 0 h 50"/>
                <a:gd name="GluePoint7X" fmla="*/ 50 w 50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58" name="Freeform 306"/>
            <p:cNvSpPr/>
            <p:nvPr/>
          </p:nvSpPr>
          <p:spPr>
            <a:xfrm>
              <a:off x="5340960" y="2930040"/>
              <a:ext cx="65880" cy="13176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31760"/>
                <a:gd name="textAreaBottom" fmla="*/ 132120 h 131760"/>
                <a:gd name="GluePoint1X" fmla="*/ 7 w 47"/>
                <a:gd name="GluePoint1Y" fmla="*/ 94 h 94"/>
                <a:gd name="GluePoint2X" fmla="*/ 0 w 47"/>
                <a:gd name="GluePoint2Y" fmla="*/ 94 h 94"/>
                <a:gd name="GluePoint3X" fmla="*/ 0 w 47"/>
                <a:gd name="GluePoint3Y" fmla="*/ 0 h 94"/>
                <a:gd name="GluePoint4X" fmla="*/ 47 w 47"/>
                <a:gd name="GluePoint4Y" fmla="*/ 0 h 94"/>
                <a:gd name="GluePoint5X" fmla="*/ 47 w 47"/>
                <a:gd name="GluePoint5Y" fmla="*/ 7 h 94"/>
                <a:gd name="GluePoint6X" fmla="*/ 7 w 47"/>
                <a:gd name="GluePoint6Y" fmla="*/ 7 h 94"/>
                <a:gd name="GluePoint7X" fmla="*/ 7 w 47"/>
                <a:gd name="GluePoint7Y" fmla="*/ 94 h 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47" h="94">
                  <a:moveTo>
                    <a:pt x="7" y="94"/>
                  </a:moveTo>
                  <a:lnTo>
                    <a:pt x="0" y="94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7"/>
                  </a:lnTo>
                  <a:lnTo>
                    <a:pt x="7" y="7"/>
                  </a:lnTo>
                  <a:lnTo>
                    <a:pt x="7" y="9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59" name="Rectangle 307"/>
            <p:cNvSpPr/>
            <p:nvPr/>
          </p:nvSpPr>
          <p:spPr>
            <a:xfrm>
              <a:off x="5345280" y="2991960"/>
              <a:ext cx="518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60" name="Rectangle 308"/>
            <p:cNvSpPr/>
            <p:nvPr/>
          </p:nvSpPr>
          <p:spPr>
            <a:xfrm>
              <a:off x="5326920" y="3014280"/>
              <a:ext cx="518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61" name="Группа 489"/>
          <p:cNvGrpSpPr/>
          <p:nvPr/>
        </p:nvGrpSpPr>
        <p:grpSpPr>
          <a:xfrm>
            <a:off x="5661720" y="2835720"/>
            <a:ext cx="199440" cy="303480"/>
            <a:chOff x="5661720" y="2835720"/>
            <a:chExt cx="199440" cy="303480"/>
          </a:xfrm>
        </p:grpSpPr>
        <p:sp>
          <p:nvSpPr>
            <p:cNvPr id="2762" name="Freeform 309"/>
            <p:cNvSpPr/>
            <p:nvPr/>
          </p:nvSpPr>
          <p:spPr>
            <a:xfrm>
              <a:off x="5661720" y="2835720"/>
              <a:ext cx="199440" cy="303480"/>
            </a:xfrm>
            <a:custGeom>
              <a:avLst/>
              <a:gdLst>
                <a:gd name="textAreaLeft" fmla="*/ 0 w 199440"/>
                <a:gd name="textAreaRight" fmla="*/ 199800 w 199440"/>
                <a:gd name="textAreaTop" fmla="*/ 0 h 303480"/>
                <a:gd name="textAreaBottom" fmla="*/ 303840 h 303480"/>
                <a:gd name="GluePoint1X" fmla="*/ 0 w 142"/>
                <a:gd name="GluePoint1Y" fmla="*/ 216 h 216"/>
                <a:gd name="GluePoint2X" fmla="*/ 0 w 142"/>
                <a:gd name="GluePoint2Y" fmla="*/ 48 h 216"/>
                <a:gd name="GluePoint3X" fmla="*/ 50 w 142"/>
                <a:gd name="GluePoint3Y" fmla="*/ 0 h 216"/>
                <a:gd name="GluePoint4X" fmla="*/ 142 w 142"/>
                <a:gd name="GluePoint4Y" fmla="*/ 0 h 216"/>
                <a:gd name="GluePoint5X" fmla="*/ 142 w 142"/>
                <a:gd name="GluePoint5Y" fmla="*/ 216 h 216"/>
                <a:gd name="GluePoint6X" fmla="*/ 125 w 142"/>
                <a:gd name="GluePoint6Y" fmla="*/ 208 h 216"/>
                <a:gd name="GluePoint7X" fmla="*/ 111 w 142"/>
                <a:gd name="GluePoint7Y" fmla="*/ 215 h 216"/>
                <a:gd name="GluePoint8X" fmla="*/ 98 w 142"/>
                <a:gd name="GluePoint8Y" fmla="*/ 208 h 216"/>
                <a:gd name="GluePoint9X" fmla="*/ 85 w 142"/>
                <a:gd name="GluePoint9Y" fmla="*/ 215 h 216"/>
                <a:gd name="GluePoint10X" fmla="*/ 71 w 142"/>
                <a:gd name="GluePoint10Y" fmla="*/ 208 h 216"/>
                <a:gd name="GluePoint11X" fmla="*/ 58 w 142"/>
                <a:gd name="GluePoint11Y" fmla="*/ 215 h 216"/>
                <a:gd name="GluePoint12X" fmla="*/ 44 w 142"/>
                <a:gd name="GluePoint12Y" fmla="*/ 208 h 216"/>
                <a:gd name="GluePoint13X" fmla="*/ 31 w 142"/>
                <a:gd name="GluePoint13Y" fmla="*/ 215 h 216"/>
                <a:gd name="GluePoint14X" fmla="*/ 17 w 142"/>
                <a:gd name="GluePoint14Y" fmla="*/ 208 h 216"/>
                <a:gd name="GluePoint15X" fmla="*/ 0 w 142"/>
                <a:gd name="GluePoint15Y" fmla="*/ 216 h 216"/>
                <a:gd name="GluePoint16X" fmla="*/ 98 w 142"/>
                <a:gd name="GluePoint16Y" fmla="*/ 201 h 216"/>
                <a:gd name="GluePoint17X" fmla="*/ 111 w 142"/>
                <a:gd name="GluePoint17Y" fmla="*/ 207 h 216"/>
                <a:gd name="GluePoint18X" fmla="*/ 125 w 142"/>
                <a:gd name="GluePoint18Y" fmla="*/ 201 h 216"/>
                <a:gd name="GluePoint19X" fmla="*/ 135 w 142"/>
                <a:gd name="GluePoint19Y" fmla="*/ 206 h 216"/>
                <a:gd name="GluePoint20X" fmla="*/ 135 w 142"/>
                <a:gd name="GluePoint20Y" fmla="*/ 6 h 216"/>
                <a:gd name="GluePoint21X" fmla="*/ 53 w 142"/>
                <a:gd name="GluePoint21Y" fmla="*/ 6 h 216"/>
                <a:gd name="GluePoint22X" fmla="*/ 7 w 142"/>
                <a:gd name="GluePoint22Y" fmla="*/ 51 h 216"/>
                <a:gd name="GluePoint23X" fmla="*/ 7 w 142"/>
                <a:gd name="GluePoint23Y" fmla="*/ 206 h 216"/>
                <a:gd name="GluePoint24X" fmla="*/ 17 w 142"/>
                <a:gd name="GluePoint24Y" fmla="*/ 201 h 216"/>
                <a:gd name="GluePoint25X" fmla="*/ 31 w 142"/>
                <a:gd name="GluePoint25Y" fmla="*/ 207 h 216"/>
                <a:gd name="GluePoint26X" fmla="*/ 44 w 142"/>
                <a:gd name="GluePoint26Y" fmla="*/ 201 h 216"/>
                <a:gd name="GluePoint27X" fmla="*/ 58 w 142"/>
                <a:gd name="GluePoint27Y" fmla="*/ 207 h 216"/>
                <a:gd name="GluePoint28X" fmla="*/ 71 w 142"/>
                <a:gd name="GluePoint28Y" fmla="*/ 201 h 216"/>
                <a:gd name="GluePoint29X" fmla="*/ 85 w 142"/>
                <a:gd name="GluePoint29Y" fmla="*/ 207 h 216"/>
                <a:gd name="GluePoint30X" fmla="*/ 98 w 142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2" h="216">
                  <a:moveTo>
                    <a:pt x="0" y="216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2" y="0"/>
                  </a:lnTo>
                  <a:lnTo>
                    <a:pt x="142" y="216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5" y="215"/>
                  </a:lnTo>
                  <a:lnTo>
                    <a:pt x="71" y="208"/>
                  </a:lnTo>
                  <a:lnTo>
                    <a:pt x="58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6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3" y="6"/>
                  </a:lnTo>
                  <a:lnTo>
                    <a:pt x="7" y="51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8" y="207"/>
                  </a:lnTo>
                  <a:lnTo>
                    <a:pt x="71" y="201"/>
                  </a:lnTo>
                  <a:lnTo>
                    <a:pt x="85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63" name="Freeform 310"/>
            <p:cNvSpPr/>
            <p:nvPr/>
          </p:nvSpPr>
          <p:spPr>
            <a:xfrm>
              <a:off x="5667480" y="2840040"/>
              <a:ext cx="69840" cy="698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9840"/>
                <a:gd name="textAreaBottom" fmla="*/ 70200 h 69840"/>
                <a:gd name="GluePoint1X" fmla="*/ 50 w 50"/>
                <a:gd name="GluePoint1Y" fmla="*/ 50 h 50"/>
                <a:gd name="GluePoint2X" fmla="*/ 0 w 50"/>
                <a:gd name="GluePoint2Y" fmla="*/ 50 h 50"/>
                <a:gd name="GluePoint3X" fmla="*/ 0 w 50"/>
                <a:gd name="GluePoint3Y" fmla="*/ 44 h 50"/>
                <a:gd name="GluePoint4X" fmla="*/ 44 w 50"/>
                <a:gd name="GluePoint4Y" fmla="*/ 44 h 50"/>
                <a:gd name="GluePoint5X" fmla="*/ 44 w 50"/>
                <a:gd name="GluePoint5Y" fmla="*/ 0 h 50"/>
                <a:gd name="GluePoint6X" fmla="*/ 50 w 50"/>
                <a:gd name="GluePoint6Y" fmla="*/ 0 h 50"/>
                <a:gd name="GluePoint7X" fmla="*/ 50 w 50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64" name="Freeform 311"/>
            <p:cNvSpPr/>
            <p:nvPr/>
          </p:nvSpPr>
          <p:spPr>
            <a:xfrm>
              <a:off x="5723640" y="2939760"/>
              <a:ext cx="89640" cy="11772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7720"/>
                <a:gd name="textAreaBottom" fmla="*/ 118080 h 117720"/>
                <a:gd name="GluePoint1X" fmla="*/ 40 w 76"/>
                <a:gd name="GluePoint1Y" fmla="*/ 100 h 100"/>
                <a:gd name="GluePoint2X" fmla="*/ 0 w 76"/>
                <a:gd name="GluePoint2Y" fmla="*/ 48 h 100"/>
                <a:gd name="GluePoint3X" fmla="*/ 40 w 76"/>
                <a:gd name="GluePoint3Y" fmla="*/ 0 h 100"/>
                <a:gd name="GluePoint4X" fmla="*/ 76 w 76"/>
                <a:gd name="GluePoint4Y" fmla="*/ 15 h 100"/>
                <a:gd name="GluePoint5X" fmla="*/ 69 w 76"/>
                <a:gd name="GluePoint5Y" fmla="*/ 17 h 100"/>
                <a:gd name="GluePoint6X" fmla="*/ 40 w 76"/>
                <a:gd name="GluePoint6Y" fmla="*/ 8 h 100"/>
                <a:gd name="GluePoint7X" fmla="*/ 8 w 76"/>
                <a:gd name="GluePoint7Y" fmla="*/ 48 h 100"/>
                <a:gd name="GluePoint8X" fmla="*/ 40 w 76"/>
                <a:gd name="GluePoint8Y" fmla="*/ 92 h 100"/>
                <a:gd name="GluePoint9X" fmla="*/ 68 w 76"/>
                <a:gd name="GluePoint9Y" fmla="*/ 79 h 100"/>
                <a:gd name="GluePoint10X" fmla="*/ 68 w 76"/>
                <a:gd name="GluePoint10Y" fmla="*/ 64 h 100"/>
                <a:gd name="GluePoint11X" fmla="*/ 56 w 76"/>
                <a:gd name="GluePoint11Y" fmla="*/ 64 h 100"/>
                <a:gd name="GluePoint12X" fmla="*/ 56 w 76"/>
                <a:gd name="GluePoint12Y" fmla="*/ 56 h 100"/>
                <a:gd name="GluePoint13X" fmla="*/ 76 w 76"/>
                <a:gd name="GluePoint13Y" fmla="*/ 56 h 100"/>
                <a:gd name="GluePoint14X" fmla="*/ 76 w 76"/>
                <a:gd name="GluePoint14Y" fmla="*/ 81 h 100"/>
                <a:gd name="GluePoint15X" fmla="*/ 40 w 76"/>
                <a:gd name="GluePoint15Y" fmla="*/ 100 h 1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76" h="100">
                  <a:moveTo>
                    <a:pt x="40" y="100"/>
                  </a:moveTo>
                  <a:cubicBezTo>
                    <a:pt x="22" y="100"/>
                    <a:pt x="0" y="91"/>
                    <a:pt x="0" y="48"/>
                  </a:cubicBezTo>
                  <a:cubicBezTo>
                    <a:pt x="0" y="16"/>
                    <a:pt x="13" y="0"/>
                    <a:pt x="40" y="0"/>
                  </a:cubicBezTo>
                  <a:cubicBezTo>
                    <a:pt x="71" y="0"/>
                    <a:pt x="76" y="13"/>
                    <a:pt x="76" y="15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8" y="17"/>
                    <a:pt x="65" y="8"/>
                    <a:pt x="40" y="8"/>
                  </a:cubicBezTo>
                  <a:cubicBezTo>
                    <a:pt x="18" y="8"/>
                    <a:pt x="8" y="20"/>
                    <a:pt x="8" y="48"/>
                  </a:cubicBezTo>
                  <a:cubicBezTo>
                    <a:pt x="8" y="77"/>
                    <a:pt x="19" y="92"/>
                    <a:pt x="40" y="92"/>
                  </a:cubicBezTo>
                  <a:cubicBezTo>
                    <a:pt x="63" y="92"/>
                    <a:pt x="68" y="81"/>
                    <a:pt x="68" y="79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6" y="82"/>
                    <a:pt x="71" y="100"/>
                    <a:pt x="40" y="1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65" name="Rectangle 312"/>
            <p:cNvSpPr/>
            <p:nvPr/>
          </p:nvSpPr>
          <p:spPr>
            <a:xfrm>
              <a:off x="5765760" y="2930040"/>
              <a:ext cx="9360" cy="136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66" name="Группа 490"/>
          <p:cNvGrpSpPr/>
          <p:nvPr/>
        </p:nvGrpSpPr>
        <p:grpSpPr>
          <a:xfrm>
            <a:off x="6055920" y="2835720"/>
            <a:ext cx="198000" cy="303480"/>
            <a:chOff x="6055920" y="2835720"/>
            <a:chExt cx="198000" cy="303480"/>
          </a:xfrm>
        </p:grpSpPr>
        <p:sp>
          <p:nvSpPr>
            <p:cNvPr id="2767" name="Freeform 313"/>
            <p:cNvSpPr/>
            <p:nvPr/>
          </p:nvSpPr>
          <p:spPr>
            <a:xfrm>
              <a:off x="6055920" y="2835720"/>
              <a:ext cx="198000" cy="30348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3480"/>
                <a:gd name="textAreaBottom" fmla="*/ 303840 h 303480"/>
                <a:gd name="GluePoint1X" fmla="*/ 0 w 141"/>
                <a:gd name="GluePoint1Y" fmla="*/ 216 h 216"/>
                <a:gd name="GluePoint2X" fmla="*/ 0 w 141"/>
                <a:gd name="GluePoint2Y" fmla="*/ 48 h 216"/>
                <a:gd name="GluePoint3X" fmla="*/ 49 w 141"/>
                <a:gd name="GluePoint3Y" fmla="*/ 0 h 216"/>
                <a:gd name="GluePoint4X" fmla="*/ 141 w 141"/>
                <a:gd name="GluePoint4Y" fmla="*/ 0 h 216"/>
                <a:gd name="GluePoint5X" fmla="*/ 141 w 141"/>
                <a:gd name="GluePoint5Y" fmla="*/ 216 h 216"/>
                <a:gd name="GluePoint6X" fmla="*/ 124 w 141"/>
                <a:gd name="GluePoint6Y" fmla="*/ 208 h 216"/>
                <a:gd name="GluePoint7X" fmla="*/ 111 w 141"/>
                <a:gd name="GluePoint7Y" fmla="*/ 215 h 216"/>
                <a:gd name="GluePoint8X" fmla="*/ 97 w 141"/>
                <a:gd name="GluePoint8Y" fmla="*/ 208 h 216"/>
                <a:gd name="GluePoint9X" fmla="*/ 84 w 141"/>
                <a:gd name="GluePoint9Y" fmla="*/ 215 h 216"/>
                <a:gd name="GluePoint10X" fmla="*/ 70 w 141"/>
                <a:gd name="GluePoint10Y" fmla="*/ 208 h 216"/>
                <a:gd name="GluePoint11X" fmla="*/ 57 w 141"/>
                <a:gd name="GluePoint11Y" fmla="*/ 215 h 216"/>
                <a:gd name="GluePoint12X" fmla="*/ 43 w 141"/>
                <a:gd name="GluePoint12Y" fmla="*/ 208 h 216"/>
                <a:gd name="GluePoint13X" fmla="*/ 30 w 141"/>
                <a:gd name="GluePoint13Y" fmla="*/ 215 h 216"/>
                <a:gd name="GluePoint14X" fmla="*/ 16 w 141"/>
                <a:gd name="GluePoint14Y" fmla="*/ 208 h 216"/>
                <a:gd name="GluePoint15X" fmla="*/ 0 w 141"/>
                <a:gd name="GluePoint15Y" fmla="*/ 216 h 216"/>
                <a:gd name="GluePoint16X" fmla="*/ 97 w 141"/>
                <a:gd name="GluePoint16Y" fmla="*/ 201 h 216"/>
                <a:gd name="GluePoint17X" fmla="*/ 111 w 141"/>
                <a:gd name="GluePoint17Y" fmla="*/ 207 h 216"/>
                <a:gd name="GluePoint18X" fmla="*/ 124 w 141"/>
                <a:gd name="GluePoint18Y" fmla="*/ 201 h 216"/>
                <a:gd name="GluePoint19X" fmla="*/ 134 w 141"/>
                <a:gd name="GluePoint19Y" fmla="*/ 206 h 216"/>
                <a:gd name="GluePoint20X" fmla="*/ 134 w 141"/>
                <a:gd name="GluePoint20Y" fmla="*/ 6 h 216"/>
                <a:gd name="GluePoint21X" fmla="*/ 52 w 141"/>
                <a:gd name="GluePoint21Y" fmla="*/ 6 h 216"/>
                <a:gd name="GluePoint22X" fmla="*/ 6 w 141"/>
                <a:gd name="GluePoint22Y" fmla="*/ 51 h 216"/>
                <a:gd name="GluePoint23X" fmla="*/ 6 w 141"/>
                <a:gd name="GluePoint23Y" fmla="*/ 206 h 216"/>
                <a:gd name="GluePoint24X" fmla="*/ 16 w 141"/>
                <a:gd name="GluePoint24Y" fmla="*/ 201 h 216"/>
                <a:gd name="GluePoint25X" fmla="*/ 30 w 141"/>
                <a:gd name="GluePoint25Y" fmla="*/ 207 h 216"/>
                <a:gd name="GluePoint26X" fmla="*/ 43 w 141"/>
                <a:gd name="GluePoint26Y" fmla="*/ 201 h 216"/>
                <a:gd name="GluePoint27X" fmla="*/ 57 w 141"/>
                <a:gd name="GluePoint27Y" fmla="*/ 207 h 216"/>
                <a:gd name="GluePoint28X" fmla="*/ 70 w 141"/>
                <a:gd name="GluePoint28Y" fmla="*/ 201 h 216"/>
                <a:gd name="GluePoint29X" fmla="*/ 84 w 141"/>
                <a:gd name="GluePoint29Y" fmla="*/ 207 h 216"/>
                <a:gd name="GluePoint30X" fmla="*/ 97 w 141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0" y="208"/>
                  </a:lnTo>
                  <a:lnTo>
                    <a:pt x="57" y="215"/>
                  </a:lnTo>
                  <a:lnTo>
                    <a:pt x="43" y="208"/>
                  </a:lnTo>
                  <a:lnTo>
                    <a:pt x="30" y="215"/>
                  </a:lnTo>
                  <a:lnTo>
                    <a:pt x="16" y="208"/>
                  </a:lnTo>
                  <a:lnTo>
                    <a:pt x="0" y="216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2" y="6"/>
                  </a:lnTo>
                  <a:lnTo>
                    <a:pt x="6" y="51"/>
                  </a:lnTo>
                  <a:lnTo>
                    <a:pt x="6" y="206"/>
                  </a:lnTo>
                  <a:lnTo>
                    <a:pt x="16" y="201"/>
                  </a:lnTo>
                  <a:lnTo>
                    <a:pt x="30" y="207"/>
                  </a:lnTo>
                  <a:lnTo>
                    <a:pt x="43" y="201"/>
                  </a:lnTo>
                  <a:lnTo>
                    <a:pt x="57" y="207"/>
                  </a:lnTo>
                  <a:lnTo>
                    <a:pt x="70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68" name="Freeform 314"/>
            <p:cNvSpPr/>
            <p:nvPr/>
          </p:nvSpPr>
          <p:spPr>
            <a:xfrm>
              <a:off x="6059880" y="2840040"/>
              <a:ext cx="69840" cy="698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9840"/>
                <a:gd name="textAreaBottom" fmla="*/ 70200 h 69840"/>
                <a:gd name="GluePoint1X" fmla="*/ 50 w 50"/>
                <a:gd name="GluePoint1Y" fmla="*/ 50 h 50"/>
                <a:gd name="GluePoint2X" fmla="*/ 0 w 50"/>
                <a:gd name="GluePoint2Y" fmla="*/ 50 h 50"/>
                <a:gd name="GluePoint3X" fmla="*/ 0 w 50"/>
                <a:gd name="GluePoint3Y" fmla="*/ 44 h 50"/>
                <a:gd name="GluePoint4X" fmla="*/ 44 w 50"/>
                <a:gd name="GluePoint4Y" fmla="*/ 44 h 50"/>
                <a:gd name="GluePoint5X" fmla="*/ 44 w 50"/>
                <a:gd name="GluePoint5Y" fmla="*/ 0 h 50"/>
                <a:gd name="GluePoint6X" fmla="*/ 50 w 50"/>
                <a:gd name="GluePoint6Y" fmla="*/ 0 h 50"/>
                <a:gd name="GluePoint7X" fmla="*/ 50 w 50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69" name="Rectangle 315"/>
            <p:cNvSpPr/>
            <p:nvPr/>
          </p:nvSpPr>
          <p:spPr>
            <a:xfrm>
              <a:off x="6126120" y="2930040"/>
              <a:ext cx="9360" cy="131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70" name="Freeform 316"/>
            <p:cNvSpPr/>
            <p:nvPr/>
          </p:nvSpPr>
          <p:spPr>
            <a:xfrm>
              <a:off x="6123240" y="2925720"/>
              <a:ext cx="81360" cy="14040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40400"/>
                <a:gd name="textAreaBottom" fmla="*/ 140760 h 140400"/>
                <a:gd name="GluePoint1X" fmla="*/ 54 w 58"/>
                <a:gd name="GluePoint1Y" fmla="*/ 100 h 100"/>
                <a:gd name="GluePoint2X" fmla="*/ 0 w 58"/>
                <a:gd name="GluePoint2Y" fmla="*/ 47 h 100"/>
                <a:gd name="GluePoint3X" fmla="*/ 47 w 58"/>
                <a:gd name="GluePoint3Y" fmla="*/ 0 h 100"/>
                <a:gd name="GluePoint4X" fmla="*/ 52 w 58"/>
                <a:gd name="GluePoint4Y" fmla="*/ 5 h 100"/>
                <a:gd name="GluePoint5X" fmla="*/ 10 w 58"/>
                <a:gd name="GluePoint5Y" fmla="*/ 47 h 100"/>
                <a:gd name="GluePoint6X" fmla="*/ 58 w 58"/>
                <a:gd name="GluePoint6Y" fmla="*/ 94 h 100"/>
                <a:gd name="GluePoint7X" fmla="*/ 54 w 58"/>
                <a:gd name="GluePoint7Y" fmla="*/ 100 h 1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8" h="100">
                  <a:moveTo>
                    <a:pt x="54" y="100"/>
                  </a:moveTo>
                  <a:lnTo>
                    <a:pt x="0" y="47"/>
                  </a:lnTo>
                  <a:lnTo>
                    <a:pt x="47" y="0"/>
                  </a:lnTo>
                  <a:lnTo>
                    <a:pt x="52" y="5"/>
                  </a:lnTo>
                  <a:lnTo>
                    <a:pt x="10" y="47"/>
                  </a:lnTo>
                  <a:lnTo>
                    <a:pt x="58" y="94"/>
                  </a:lnTo>
                  <a:lnTo>
                    <a:pt x="54" y="10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71" name="Rectangle 317"/>
            <p:cNvSpPr/>
            <p:nvPr/>
          </p:nvSpPr>
          <p:spPr>
            <a:xfrm>
              <a:off x="6107760" y="2986200"/>
              <a:ext cx="698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72" name="Группа 491"/>
          <p:cNvGrpSpPr/>
          <p:nvPr/>
        </p:nvGrpSpPr>
        <p:grpSpPr>
          <a:xfrm>
            <a:off x="6449760" y="2835720"/>
            <a:ext cx="198000" cy="303480"/>
            <a:chOff x="6449760" y="2835720"/>
            <a:chExt cx="198000" cy="303480"/>
          </a:xfrm>
        </p:grpSpPr>
        <p:sp>
          <p:nvSpPr>
            <p:cNvPr id="2773" name="Freeform 318"/>
            <p:cNvSpPr/>
            <p:nvPr/>
          </p:nvSpPr>
          <p:spPr>
            <a:xfrm>
              <a:off x="6449760" y="2835720"/>
              <a:ext cx="198000" cy="30348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3480"/>
                <a:gd name="textAreaBottom" fmla="*/ 303840 h 303480"/>
                <a:gd name="GluePoint1X" fmla="*/ 0 w 141"/>
                <a:gd name="GluePoint1Y" fmla="*/ 216 h 216"/>
                <a:gd name="GluePoint2X" fmla="*/ 0 w 141"/>
                <a:gd name="GluePoint2Y" fmla="*/ 48 h 216"/>
                <a:gd name="GluePoint3X" fmla="*/ 48 w 141"/>
                <a:gd name="GluePoint3Y" fmla="*/ 0 h 216"/>
                <a:gd name="GluePoint4X" fmla="*/ 141 w 141"/>
                <a:gd name="GluePoint4Y" fmla="*/ 0 h 216"/>
                <a:gd name="GluePoint5X" fmla="*/ 141 w 141"/>
                <a:gd name="GluePoint5Y" fmla="*/ 216 h 216"/>
                <a:gd name="GluePoint6X" fmla="*/ 124 w 141"/>
                <a:gd name="GluePoint6Y" fmla="*/ 208 h 216"/>
                <a:gd name="GluePoint7X" fmla="*/ 110 w 141"/>
                <a:gd name="GluePoint7Y" fmla="*/ 215 h 216"/>
                <a:gd name="GluePoint8X" fmla="*/ 97 w 141"/>
                <a:gd name="GluePoint8Y" fmla="*/ 208 h 216"/>
                <a:gd name="GluePoint9X" fmla="*/ 84 w 141"/>
                <a:gd name="GluePoint9Y" fmla="*/ 215 h 216"/>
                <a:gd name="GluePoint10X" fmla="*/ 70 w 141"/>
                <a:gd name="GluePoint10Y" fmla="*/ 208 h 216"/>
                <a:gd name="GluePoint11X" fmla="*/ 57 w 141"/>
                <a:gd name="GluePoint11Y" fmla="*/ 215 h 216"/>
                <a:gd name="GluePoint12X" fmla="*/ 43 w 141"/>
                <a:gd name="GluePoint12Y" fmla="*/ 208 h 216"/>
                <a:gd name="GluePoint13X" fmla="*/ 30 w 141"/>
                <a:gd name="GluePoint13Y" fmla="*/ 215 h 216"/>
                <a:gd name="GluePoint14X" fmla="*/ 16 w 141"/>
                <a:gd name="GluePoint14Y" fmla="*/ 208 h 216"/>
                <a:gd name="GluePoint15X" fmla="*/ 0 w 141"/>
                <a:gd name="GluePoint15Y" fmla="*/ 216 h 216"/>
                <a:gd name="GluePoint16X" fmla="*/ 97 w 141"/>
                <a:gd name="GluePoint16Y" fmla="*/ 201 h 216"/>
                <a:gd name="GluePoint17X" fmla="*/ 110 w 141"/>
                <a:gd name="GluePoint17Y" fmla="*/ 207 h 216"/>
                <a:gd name="GluePoint18X" fmla="*/ 124 w 141"/>
                <a:gd name="GluePoint18Y" fmla="*/ 201 h 216"/>
                <a:gd name="GluePoint19X" fmla="*/ 134 w 141"/>
                <a:gd name="GluePoint19Y" fmla="*/ 206 h 216"/>
                <a:gd name="GluePoint20X" fmla="*/ 134 w 141"/>
                <a:gd name="GluePoint20Y" fmla="*/ 6 h 216"/>
                <a:gd name="GluePoint21X" fmla="*/ 51 w 141"/>
                <a:gd name="GluePoint21Y" fmla="*/ 6 h 216"/>
                <a:gd name="GluePoint22X" fmla="*/ 6 w 141"/>
                <a:gd name="GluePoint22Y" fmla="*/ 51 h 216"/>
                <a:gd name="GluePoint23X" fmla="*/ 6 w 141"/>
                <a:gd name="GluePoint23Y" fmla="*/ 206 h 216"/>
                <a:gd name="GluePoint24X" fmla="*/ 16 w 141"/>
                <a:gd name="GluePoint24Y" fmla="*/ 201 h 216"/>
                <a:gd name="GluePoint25X" fmla="*/ 30 w 141"/>
                <a:gd name="GluePoint25Y" fmla="*/ 207 h 216"/>
                <a:gd name="GluePoint26X" fmla="*/ 43 w 141"/>
                <a:gd name="GluePoint26Y" fmla="*/ 201 h 216"/>
                <a:gd name="GluePoint27X" fmla="*/ 57 w 141"/>
                <a:gd name="GluePoint27Y" fmla="*/ 207 h 216"/>
                <a:gd name="GluePoint28X" fmla="*/ 70 w 141"/>
                <a:gd name="GluePoint28Y" fmla="*/ 201 h 216"/>
                <a:gd name="GluePoint29X" fmla="*/ 84 w 141"/>
                <a:gd name="GluePoint29Y" fmla="*/ 207 h 216"/>
                <a:gd name="GluePoint30X" fmla="*/ 97 w 141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0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0" y="208"/>
                  </a:lnTo>
                  <a:lnTo>
                    <a:pt x="57" y="215"/>
                  </a:lnTo>
                  <a:lnTo>
                    <a:pt x="43" y="208"/>
                  </a:lnTo>
                  <a:lnTo>
                    <a:pt x="30" y="215"/>
                  </a:lnTo>
                  <a:lnTo>
                    <a:pt x="16" y="208"/>
                  </a:lnTo>
                  <a:lnTo>
                    <a:pt x="0" y="216"/>
                  </a:lnTo>
                  <a:close/>
                  <a:moveTo>
                    <a:pt x="97" y="201"/>
                  </a:moveTo>
                  <a:lnTo>
                    <a:pt x="110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1" y="6"/>
                  </a:lnTo>
                  <a:lnTo>
                    <a:pt x="6" y="51"/>
                  </a:lnTo>
                  <a:lnTo>
                    <a:pt x="6" y="206"/>
                  </a:lnTo>
                  <a:lnTo>
                    <a:pt x="16" y="201"/>
                  </a:lnTo>
                  <a:lnTo>
                    <a:pt x="30" y="207"/>
                  </a:lnTo>
                  <a:lnTo>
                    <a:pt x="43" y="201"/>
                  </a:lnTo>
                  <a:lnTo>
                    <a:pt x="57" y="207"/>
                  </a:lnTo>
                  <a:lnTo>
                    <a:pt x="70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74" name="Freeform 319"/>
            <p:cNvSpPr/>
            <p:nvPr/>
          </p:nvSpPr>
          <p:spPr>
            <a:xfrm>
              <a:off x="6454080" y="2840040"/>
              <a:ext cx="69840" cy="698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9840"/>
                <a:gd name="textAreaBottom" fmla="*/ 70200 h 69840"/>
                <a:gd name="GluePoint1X" fmla="*/ 50 w 50"/>
                <a:gd name="GluePoint1Y" fmla="*/ 50 h 50"/>
                <a:gd name="GluePoint2X" fmla="*/ 0 w 50"/>
                <a:gd name="GluePoint2Y" fmla="*/ 50 h 50"/>
                <a:gd name="GluePoint3X" fmla="*/ 0 w 50"/>
                <a:gd name="GluePoint3Y" fmla="*/ 44 h 50"/>
                <a:gd name="GluePoint4X" fmla="*/ 44 w 50"/>
                <a:gd name="GluePoint4Y" fmla="*/ 44 h 50"/>
                <a:gd name="GluePoint5X" fmla="*/ 44 w 50"/>
                <a:gd name="GluePoint5Y" fmla="*/ 0 h 50"/>
                <a:gd name="GluePoint6X" fmla="*/ 50 w 50"/>
                <a:gd name="GluePoint6Y" fmla="*/ 0 h 50"/>
                <a:gd name="GluePoint7X" fmla="*/ 50 w 50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75" name="Freeform 320"/>
            <p:cNvSpPr/>
            <p:nvPr/>
          </p:nvSpPr>
          <p:spPr>
            <a:xfrm>
              <a:off x="6520320" y="2930040"/>
              <a:ext cx="64440" cy="13176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131760"/>
                <a:gd name="textAreaBottom" fmla="*/ 132120 h 131760"/>
                <a:gd name="GluePoint1X" fmla="*/ 48 w 55"/>
                <a:gd name="GluePoint1Y" fmla="*/ 112 h 112"/>
                <a:gd name="GluePoint2X" fmla="*/ 0 w 55"/>
                <a:gd name="GluePoint2Y" fmla="*/ 112 h 112"/>
                <a:gd name="GluePoint3X" fmla="*/ 0 w 55"/>
                <a:gd name="GluePoint3Y" fmla="*/ 24 h 112"/>
                <a:gd name="GluePoint4X" fmla="*/ 32 w 55"/>
                <a:gd name="GluePoint4Y" fmla="*/ 0 h 112"/>
                <a:gd name="GluePoint5X" fmla="*/ 55 w 55"/>
                <a:gd name="GluePoint5Y" fmla="*/ 10 h 112"/>
                <a:gd name="GluePoint6X" fmla="*/ 48 w 55"/>
                <a:gd name="GluePoint6Y" fmla="*/ 14 h 112"/>
                <a:gd name="GluePoint7X" fmla="*/ 32 w 55"/>
                <a:gd name="GluePoint7Y" fmla="*/ 8 h 112"/>
                <a:gd name="GluePoint8X" fmla="*/ 8 w 55"/>
                <a:gd name="GluePoint8Y" fmla="*/ 24 h 112"/>
                <a:gd name="GluePoint9X" fmla="*/ 8 w 55"/>
                <a:gd name="GluePoint9Y" fmla="*/ 104 h 112"/>
                <a:gd name="GluePoint10X" fmla="*/ 48 w 55"/>
                <a:gd name="GluePoint10Y" fmla="*/ 104 h 112"/>
                <a:gd name="GluePoint11X" fmla="*/ 48 w 55"/>
                <a:gd name="GluePoint11Y" fmla="*/ 1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5" h="112">
                  <a:moveTo>
                    <a:pt x="48" y="112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8"/>
                    <a:pt x="10" y="0"/>
                    <a:pt x="32" y="0"/>
                  </a:cubicBezTo>
                  <a:cubicBezTo>
                    <a:pt x="49" y="0"/>
                    <a:pt x="55" y="9"/>
                    <a:pt x="55" y="10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4" y="8"/>
                    <a:pt x="32" y="8"/>
                  </a:cubicBezTo>
                  <a:cubicBezTo>
                    <a:pt x="10" y="8"/>
                    <a:pt x="8" y="16"/>
                    <a:pt x="8" y="2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48" y="104"/>
                    <a:pt x="48" y="104"/>
                    <a:pt x="48" y="104"/>
                  </a:cubicBezTo>
                  <a:lnTo>
                    <a:pt x="48" y="1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76" name="Rectangle 321"/>
            <p:cNvSpPr/>
            <p:nvPr/>
          </p:nvSpPr>
          <p:spPr>
            <a:xfrm>
              <a:off x="6501960" y="299196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77" name="Rectangle 322"/>
            <p:cNvSpPr/>
            <p:nvPr/>
          </p:nvSpPr>
          <p:spPr>
            <a:xfrm>
              <a:off x="6501960" y="3010320"/>
              <a:ext cx="558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78" name="Rectangle 323"/>
            <p:cNvSpPr/>
            <p:nvPr/>
          </p:nvSpPr>
          <p:spPr>
            <a:xfrm>
              <a:off x="6501960" y="3052440"/>
              <a:ext cx="223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79" name="Группа 492"/>
          <p:cNvGrpSpPr/>
          <p:nvPr/>
        </p:nvGrpSpPr>
        <p:grpSpPr>
          <a:xfrm>
            <a:off x="6842520" y="2835720"/>
            <a:ext cx="198000" cy="303480"/>
            <a:chOff x="6842520" y="2835720"/>
            <a:chExt cx="198000" cy="303480"/>
          </a:xfrm>
        </p:grpSpPr>
        <p:sp>
          <p:nvSpPr>
            <p:cNvPr id="2780" name="Freeform 324"/>
            <p:cNvSpPr/>
            <p:nvPr/>
          </p:nvSpPr>
          <p:spPr>
            <a:xfrm>
              <a:off x="6842520" y="2835720"/>
              <a:ext cx="198000" cy="30348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3480"/>
                <a:gd name="textAreaBottom" fmla="*/ 303840 h 303480"/>
                <a:gd name="GluePoint1X" fmla="*/ 0 w 141"/>
                <a:gd name="GluePoint1Y" fmla="*/ 216 h 216"/>
                <a:gd name="GluePoint2X" fmla="*/ 0 w 141"/>
                <a:gd name="GluePoint2Y" fmla="*/ 48 h 216"/>
                <a:gd name="GluePoint3X" fmla="*/ 48 w 141"/>
                <a:gd name="GluePoint3Y" fmla="*/ 0 h 216"/>
                <a:gd name="GluePoint4X" fmla="*/ 141 w 141"/>
                <a:gd name="GluePoint4Y" fmla="*/ 0 h 216"/>
                <a:gd name="GluePoint5X" fmla="*/ 141 w 141"/>
                <a:gd name="GluePoint5Y" fmla="*/ 216 h 216"/>
                <a:gd name="GluePoint6X" fmla="*/ 124 w 141"/>
                <a:gd name="GluePoint6Y" fmla="*/ 208 h 216"/>
                <a:gd name="GluePoint7X" fmla="*/ 111 w 141"/>
                <a:gd name="GluePoint7Y" fmla="*/ 215 h 216"/>
                <a:gd name="GluePoint8X" fmla="*/ 97 w 141"/>
                <a:gd name="GluePoint8Y" fmla="*/ 208 h 216"/>
                <a:gd name="GluePoint9X" fmla="*/ 84 w 141"/>
                <a:gd name="GluePoint9Y" fmla="*/ 215 h 216"/>
                <a:gd name="GluePoint10X" fmla="*/ 70 w 141"/>
                <a:gd name="GluePoint10Y" fmla="*/ 208 h 216"/>
                <a:gd name="GluePoint11X" fmla="*/ 57 w 141"/>
                <a:gd name="GluePoint11Y" fmla="*/ 215 h 216"/>
                <a:gd name="GluePoint12X" fmla="*/ 43 w 141"/>
                <a:gd name="GluePoint12Y" fmla="*/ 208 h 216"/>
                <a:gd name="GluePoint13X" fmla="*/ 30 w 141"/>
                <a:gd name="GluePoint13Y" fmla="*/ 215 h 216"/>
                <a:gd name="GluePoint14X" fmla="*/ 16 w 141"/>
                <a:gd name="GluePoint14Y" fmla="*/ 208 h 216"/>
                <a:gd name="GluePoint15X" fmla="*/ 0 w 141"/>
                <a:gd name="GluePoint15Y" fmla="*/ 216 h 216"/>
                <a:gd name="GluePoint16X" fmla="*/ 97 w 141"/>
                <a:gd name="GluePoint16Y" fmla="*/ 201 h 216"/>
                <a:gd name="GluePoint17X" fmla="*/ 111 w 141"/>
                <a:gd name="GluePoint17Y" fmla="*/ 207 h 216"/>
                <a:gd name="GluePoint18X" fmla="*/ 124 w 141"/>
                <a:gd name="GluePoint18Y" fmla="*/ 201 h 216"/>
                <a:gd name="GluePoint19X" fmla="*/ 134 w 141"/>
                <a:gd name="GluePoint19Y" fmla="*/ 206 h 216"/>
                <a:gd name="GluePoint20X" fmla="*/ 134 w 141"/>
                <a:gd name="GluePoint20Y" fmla="*/ 6 h 216"/>
                <a:gd name="GluePoint21X" fmla="*/ 51 w 141"/>
                <a:gd name="GluePoint21Y" fmla="*/ 6 h 216"/>
                <a:gd name="GluePoint22X" fmla="*/ 6 w 141"/>
                <a:gd name="GluePoint22Y" fmla="*/ 51 h 216"/>
                <a:gd name="GluePoint23X" fmla="*/ 6 w 141"/>
                <a:gd name="GluePoint23Y" fmla="*/ 206 h 216"/>
                <a:gd name="GluePoint24X" fmla="*/ 16 w 141"/>
                <a:gd name="GluePoint24Y" fmla="*/ 201 h 216"/>
                <a:gd name="GluePoint25X" fmla="*/ 30 w 141"/>
                <a:gd name="GluePoint25Y" fmla="*/ 207 h 216"/>
                <a:gd name="GluePoint26X" fmla="*/ 43 w 141"/>
                <a:gd name="GluePoint26Y" fmla="*/ 201 h 216"/>
                <a:gd name="GluePoint27X" fmla="*/ 57 w 141"/>
                <a:gd name="GluePoint27Y" fmla="*/ 207 h 216"/>
                <a:gd name="GluePoint28X" fmla="*/ 70 w 141"/>
                <a:gd name="GluePoint28Y" fmla="*/ 201 h 216"/>
                <a:gd name="GluePoint29X" fmla="*/ 84 w 141"/>
                <a:gd name="GluePoint29Y" fmla="*/ 207 h 216"/>
                <a:gd name="GluePoint30X" fmla="*/ 97 w 141"/>
                <a:gd name="GluePoint30Y" fmla="*/ 201 h 2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6">
                  <a:moveTo>
                    <a:pt x="0" y="216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141" y="0"/>
                  </a:lnTo>
                  <a:lnTo>
                    <a:pt x="141" y="216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0" y="208"/>
                  </a:lnTo>
                  <a:lnTo>
                    <a:pt x="57" y="215"/>
                  </a:lnTo>
                  <a:lnTo>
                    <a:pt x="43" y="208"/>
                  </a:lnTo>
                  <a:lnTo>
                    <a:pt x="30" y="215"/>
                  </a:lnTo>
                  <a:lnTo>
                    <a:pt x="16" y="208"/>
                  </a:lnTo>
                  <a:lnTo>
                    <a:pt x="0" y="216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1" y="6"/>
                  </a:lnTo>
                  <a:lnTo>
                    <a:pt x="6" y="51"/>
                  </a:lnTo>
                  <a:lnTo>
                    <a:pt x="6" y="206"/>
                  </a:lnTo>
                  <a:lnTo>
                    <a:pt x="16" y="201"/>
                  </a:lnTo>
                  <a:lnTo>
                    <a:pt x="30" y="207"/>
                  </a:lnTo>
                  <a:lnTo>
                    <a:pt x="43" y="201"/>
                  </a:lnTo>
                  <a:lnTo>
                    <a:pt x="57" y="207"/>
                  </a:lnTo>
                  <a:lnTo>
                    <a:pt x="70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81" name="Freeform 325"/>
            <p:cNvSpPr/>
            <p:nvPr/>
          </p:nvSpPr>
          <p:spPr>
            <a:xfrm>
              <a:off x="6846840" y="2840040"/>
              <a:ext cx="69840" cy="698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9840"/>
                <a:gd name="textAreaBottom" fmla="*/ 70200 h 69840"/>
                <a:gd name="GluePoint1X" fmla="*/ 50 w 50"/>
                <a:gd name="GluePoint1Y" fmla="*/ 50 h 50"/>
                <a:gd name="GluePoint2X" fmla="*/ 0 w 50"/>
                <a:gd name="GluePoint2Y" fmla="*/ 50 h 50"/>
                <a:gd name="GluePoint3X" fmla="*/ 0 w 50"/>
                <a:gd name="GluePoint3Y" fmla="*/ 44 h 50"/>
                <a:gd name="GluePoint4X" fmla="*/ 44 w 50"/>
                <a:gd name="GluePoint4Y" fmla="*/ 44 h 50"/>
                <a:gd name="GluePoint5X" fmla="*/ 44 w 50"/>
                <a:gd name="GluePoint5Y" fmla="*/ 0 h 50"/>
                <a:gd name="GluePoint6X" fmla="*/ 50 w 50"/>
                <a:gd name="GluePoint6Y" fmla="*/ 0 h 50"/>
                <a:gd name="GluePoint7X" fmla="*/ 50 w 50"/>
                <a:gd name="GluePoint7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0">
                  <a:moveTo>
                    <a:pt x="50" y="50"/>
                  </a:moveTo>
                  <a:lnTo>
                    <a:pt x="0" y="50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0" y="0"/>
                  </a:lnTo>
                  <a:lnTo>
                    <a:pt x="50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920" bIns="34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82" name="Freeform 326"/>
            <p:cNvSpPr/>
            <p:nvPr/>
          </p:nvSpPr>
          <p:spPr>
            <a:xfrm>
              <a:off x="6903000" y="2930040"/>
              <a:ext cx="79920" cy="13176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131760"/>
                <a:gd name="textAreaBottom" fmla="*/ 132120 h 131760"/>
                <a:gd name="GluePoint1X" fmla="*/ 57 w 57"/>
                <a:gd name="GluePoint1Y" fmla="*/ 94 h 94"/>
                <a:gd name="GluePoint2X" fmla="*/ 48 w 57"/>
                <a:gd name="GluePoint2Y" fmla="*/ 94 h 94"/>
                <a:gd name="GluePoint3X" fmla="*/ 7 w 57"/>
                <a:gd name="GluePoint3Y" fmla="*/ 11 h 94"/>
                <a:gd name="GluePoint4X" fmla="*/ 7 w 57"/>
                <a:gd name="GluePoint4Y" fmla="*/ 94 h 94"/>
                <a:gd name="GluePoint5X" fmla="*/ 0 w 57"/>
                <a:gd name="GluePoint5Y" fmla="*/ 94 h 94"/>
                <a:gd name="GluePoint6X" fmla="*/ 0 w 57"/>
                <a:gd name="GluePoint6Y" fmla="*/ 0 h 94"/>
                <a:gd name="GluePoint7X" fmla="*/ 9 w 57"/>
                <a:gd name="GluePoint7Y" fmla="*/ 0 h 94"/>
                <a:gd name="GluePoint8X" fmla="*/ 51 w 57"/>
                <a:gd name="GluePoint8Y" fmla="*/ 82 h 94"/>
                <a:gd name="GluePoint9X" fmla="*/ 51 w 57"/>
                <a:gd name="GluePoint9Y" fmla="*/ 0 h 94"/>
                <a:gd name="GluePoint10X" fmla="*/ 57 w 57"/>
                <a:gd name="GluePoint10Y" fmla="*/ 0 h 94"/>
                <a:gd name="GluePoint11X" fmla="*/ 57 w 57"/>
                <a:gd name="GluePoint11Y" fmla="*/ 94 h 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7" h="94">
                  <a:moveTo>
                    <a:pt x="57" y="94"/>
                  </a:moveTo>
                  <a:lnTo>
                    <a:pt x="48" y="94"/>
                  </a:lnTo>
                  <a:lnTo>
                    <a:pt x="7" y="11"/>
                  </a:lnTo>
                  <a:lnTo>
                    <a:pt x="7" y="94"/>
                  </a:lnTo>
                  <a:lnTo>
                    <a:pt x="0" y="94"/>
                  </a:lnTo>
                  <a:lnTo>
                    <a:pt x="0" y="0"/>
                  </a:lnTo>
                  <a:lnTo>
                    <a:pt x="9" y="0"/>
                  </a:lnTo>
                  <a:lnTo>
                    <a:pt x="51" y="82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57" y="9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83" name="Rectangle 327"/>
            <p:cNvSpPr/>
            <p:nvPr/>
          </p:nvSpPr>
          <p:spPr>
            <a:xfrm>
              <a:off x="6884640" y="2976480"/>
              <a:ext cx="113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84" name="Rectangle 328"/>
            <p:cNvSpPr/>
            <p:nvPr/>
          </p:nvSpPr>
          <p:spPr>
            <a:xfrm>
              <a:off x="6884640" y="3006000"/>
              <a:ext cx="113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85" name="Группа 493"/>
          <p:cNvGrpSpPr/>
          <p:nvPr/>
        </p:nvGrpSpPr>
        <p:grpSpPr>
          <a:xfrm>
            <a:off x="2126880" y="3228480"/>
            <a:ext cx="198000" cy="304920"/>
            <a:chOff x="2126880" y="3228480"/>
            <a:chExt cx="198000" cy="304920"/>
          </a:xfrm>
        </p:grpSpPr>
        <p:sp>
          <p:nvSpPr>
            <p:cNvPr id="2786" name="Freeform 329"/>
            <p:cNvSpPr/>
            <p:nvPr/>
          </p:nvSpPr>
          <p:spPr>
            <a:xfrm>
              <a:off x="2126880" y="3228480"/>
              <a:ext cx="198000" cy="30492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4920"/>
                <a:gd name="textAreaBottom" fmla="*/ 305280 h 304920"/>
                <a:gd name="GluePoint1X" fmla="*/ 0 w 141"/>
                <a:gd name="GluePoint1Y" fmla="*/ 217 h 217"/>
                <a:gd name="GluePoint2X" fmla="*/ 0 w 141"/>
                <a:gd name="GluePoint2Y" fmla="*/ 48 h 217"/>
                <a:gd name="GluePoint3X" fmla="*/ 49 w 141"/>
                <a:gd name="GluePoint3Y" fmla="*/ 0 h 217"/>
                <a:gd name="GluePoint4X" fmla="*/ 141 w 141"/>
                <a:gd name="GluePoint4Y" fmla="*/ 0 h 217"/>
                <a:gd name="GluePoint5X" fmla="*/ 141 w 141"/>
                <a:gd name="GluePoint5Y" fmla="*/ 217 h 217"/>
                <a:gd name="GluePoint6X" fmla="*/ 124 w 141"/>
                <a:gd name="GluePoint6Y" fmla="*/ 208 h 217"/>
                <a:gd name="GluePoint7X" fmla="*/ 111 w 141"/>
                <a:gd name="GluePoint7Y" fmla="*/ 215 h 217"/>
                <a:gd name="GluePoint8X" fmla="*/ 97 w 141"/>
                <a:gd name="GluePoint8Y" fmla="*/ 208 h 217"/>
                <a:gd name="GluePoint9X" fmla="*/ 84 w 141"/>
                <a:gd name="GluePoint9Y" fmla="*/ 215 h 217"/>
                <a:gd name="GluePoint10X" fmla="*/ 70 w 141"/>
                <a:gd name="GluePoint10Y" fmla="*/ 208 h 217"/>
                <a:gd name="GluePoint11X" fmla="*/ 57 w 141"/>
                <a:gd name="GluePoint11Y" fmla="*/ 215 h 217"/>
                <a:gd name="GluePoint12X" fmla="*/ 44 w 141"/>
                <a:gd name="GluePoint12Y" fmla="*/ 208 h 217"/>
                <a:gd name="GluePoint13X" fmla="*/ 30 w 141"/>
                <a:gd name="GluePoint13Y" fmla="*/ 215 h 217"/>
                <a:gd name="GluePoint14X" fmla="*/ 17 w 141"/>
                <a:gd name="GluePoint14Y" fmla="*/ 208 h 217"/>
                <a:gd name="GluePoint15X" fmla="*/ 0 w 141"/>
                <a:gd name="GluePoint15Y" fmla="*/ 217 h 217"/>
                <a:gd name="GluePoint16X" fmla="*/ 97 w 141"/>
                <a:gd name="GluePoint16Y" fmla="*/ 201 h 217"/>
                <a:gd name="GluePoint17X" fmla="*/ 111 w 141"/>
                <a:gd name="GluePoint17Y" fmla="*/ 207 h 217"/>
                <a:gd name="GluePoint18X" fmla="*/ 124 w 141"/>
                <a:gd name="GluePoint18Y" fmla="*/ 201 h 217"/>
                <a:gd name="GluePoint19X" fmla="*/ 134 w 141"/>
                <a:gd name="GluePoint19Y" fmla="*/ 206 h 217"/>
                <a:gd name="GluePoint20X" fmla="*/ 134 w 141"/>
                <a:gd name="GluePoint20Y" fmla="*/ 6 h 217"/>
                <a:gd name="GluePoint21X" fmla="*/ 52 w 141"/>
                <a:gd name="GluePoint21Y" fmla="*/ 6 h 217"/>
                <a:gd name="GluePoint22X" fmla="*/ 7 w 141"/>
                <a:gd name="GluePoint22Y" fmla="*/ 52 h 217"/>
                <a:gd name="GluePoint23X" fmla="*/ 7 w 141"/>
                <a:gd name="GluePoint23Y" fmla="*/ 206 h 217"/>
                <a:gd name="GluePoint24X" fmla="*/ 17 w 141"/>
                <a:gd name="GluePoint24Y" fmla="*/ 201 h 217"/>
                <a:gd name="GluePoint25X" fmla="*/ 30 w 141"/>
                <a:gd name="GluePoint25Y" fmla="*/ 207 h 217"/>
                <a:gd name="GluePoint26X" fmla="*/ 44 w 141"/>
                <a:gd name="GluePoint26Y" fmla="*/ 201 h 217"/>
                <a:gd name="GluePoint27X" fmla="*/ 57 w 141"/>
                <a:gd name="GluePoint27Y" fmla="*/ 207 h 217"/>
                <a:gd name="GluePoint28X" fmla="*/ 70 w 141"/>
                <a:gd name="GluePoint28Y" fmla="*/ 201 h 217"/>
                <a:gd name="GluePoint29X" fmla="*/ 84 w 141"/>
                <a:gd name="GluePoint29Y" fmla="*/ 207 h 217"/>
                <a:gd name="GluePoint30X" fmla="*/ 97 w 141"/>
                <a:gd name="GluePoint30Y" fmla="*/ 201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0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0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87" name="Freeform 330"/>
            <p:cNvSpPr/>
            <p:nvPr/>
          </p:nvSpPr>
          <p:spPr>
            <a:xfrm>
              <a:off x="2130840" y="3232440"/>
              <a:ext cx="71280" cy="7128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71280"/>
                <a:gd name="textAreaBottom" fmla="*/ 71640 h 71280"/>
                <a:gd name="GluePoint1X" fmla="*/ 51 w 51"/>
                <a:gd name="GluePoint1Y" fmla="*/ 51 h 51"/>
                <a:gd name="GluePoint2X" fmla="*/ 0 w 51"/>
                <a:gd name="GluePoint2Y" fmla="*/ 51 h 51"/>
                <a:gd name="GluePoint3X" fmla="*/ 0 w 51"/>
                <a:gd name="GluePoint3Y" fmla="*/ 44 h 51"/>
                <a:gd name="GluePoint4X" fmla="*/ 44 w 51"/>
                <a:gd name="GluePoint4Y" fmla="*/ 44 h 51"/>
                <a:gd name="GluePoint5X" fmla="*/ 44 w 51"/>
                <a:gd name="GluePoint5Y" fmla="*/ 0 h 51"/>
                <a:gd name="GluePoint6X" fmla="*/ 51 w 51"/>
                <a:gd name="GluePoint6Y" fmla="*/ 0 h 51"/>
                <a:gd name="GluePoint7X" fmla="*/ 51 w 51"/>
                <a:gd name="GluePoint7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88" name="Rectangle 331"/>
            <p:cNvSpPr/>
            <p:nvPr/>
          </p:nvSpPr>
          <p:spPr>
            <a:xfrm>
              <a:off x="2183040" y="3322800"/>
              <a:ext cx="9360" cy="131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89" name="Freeform 332"/>
            <p:cNvSpPr/>
            <p:nvPr/>
          </p:nvSpPr>
          <p:spPr>
            <a:xfrm>
              <a:off x="2188800" y="3321360"/>
              <a:ext cx="79920" cy="8676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86760"/>
                <a:gd name="textAreaBottom" fmla="*/ 87120 h 86760"/>
                <a:gd name="GluePoint1X" fmla="*/ 26 w 68"/>
                <a:gd name="GluePoint1Y" fmla="*/ 73 h 73"/>
                <a:gd name="GluePoint2X" fmla="*/ 24 w 68"/>
                <a:gd name="GluePoint2Y" fmla="*/ 73 h 73"/>
                <a:gd name="GluePoint3X" fmla="*/ 0 w 68"/>
                <a:gd name="GluePoint3Y" fmla="*/ 73 h 73"/>
                <a:gd name="GluePoint4X" fmla="*/ 0 w 68"/>
                <a:gd name="GluePoint4Y" fmla="*/ 65 h 73"/>
                <a:gd name="GluePoint5X" fmla="*/ 24 w 68"/>
                <a:gd name="GluePoint5Y" fmla="*/ 65 h 73"/>
                <a:gd name="GluePoint6X" fmla="*/ 53 w 68"/>
                <a:gd name="GluePoint6Y" fmla="*/ 56 h 73"/>
                <a:gd name="GluePoint7X" fmla="*/ 60 w 68"/>
                <a:gd name="GluePoint7Y" fmla="*/ 37 h 73"/>
                <a:gd name="GluePoint8X" fmla="*/ 53 w 68"/>
                <a:gd name="GluePoint8Y" fmla="*/ 18 h 73"/>
                <a:gd name="GluePoint9X" fmla="*/ 24 w 68"/>
                <a:gd name="GluePoint9Y" fmla="*/ 9 h 73"/>
                <a:gd name="GluePoint10X" fmla="*/ 0 w 68"/>
                <a:gd name="GluePoint10Y" fmla="*/ 9 h 73"/>
                <a:gd name="GluePoint11X" fmla="*/ 0 w 68"/>
                <a:gd name="GluePoint11Y" fmla="*/ 1 h 73"/>
                <a:gd name="GluePoint12X" fmla="*/ 24 w 68"/>
                <a:gd name="GluePoint12Y" fmla="*/ 1 h 73"/>
                <a:gd name="GluePoint13X" fmla="*/ 58 w 68"/>
                <a:gd name="GluePoint13Y" fmla="*/ 12 h 73"/>
                <a:gd name="GluePoint14X" fmla="*/ 68 w 68"/>
                <a:gd name="GluePoint14Y" fmla="*/ 37 h 73"/>
                <a:gd name="GluePoint15X" fmla="*/ 58 w 68"/>
                <a:gd name="GluePoint15Y" fmla="*/ 62 h 73"/>
                <a:gd name="GluePoint16X" fmla="*/ 26 w 68"/>
                <a:gd name="GluePoint16Y" fmla="*/ 73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68" h="73">
                  <a:moveTo>
                    <a:pt x="26" y="73"/>
                  </a:moveTo>
                  <a:cubicBezTo>
                    <a:pt x="25" y="73"/>
                    <a:pt x="24" y="73"/>
                    <a:pt x="24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5" y="65"/>
                    <a:pt x="42" y="66"/>
                    <a:pt x="53" y="56"/>
                  </a:cubicBezTo>
                  <a:cubicBezTo>
                    <a:pt x="58" y="52"/>
                    <a:pt x="60" y="45"/>
                    <a:pt x="60" y="37"/>
                  </a:cubicBezTo>
                  <a:cubicBezTo>
                    <a:pt x="60" y="29"/>
                    <a:pt x="58" y="22"/>
                    <a:pt x="53" y="18"/>
                  </a:cubicBezTo>
                  <a:cubicBezTo>
                    <a:pt x="42" y="8"/>
                    <a:pt x="25" y="9"/>
                    <a:pt x="24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5" y="1"/>
                    <a:pt x="45" y="0"/>
                    <a:pt x="58" y="12"/>
                  </a:cubicBezTo>
                  <a:cubicBezTo>
                    <a:pt x="65" y="18"/>
                    <a:pt x="68" y="26"/>
                    <a:pt x="68" y="37"/>
                  </a:cubicBezTo>
                  <a:cubicBezTo>
                    <a:pt x="68" y="48"/>
                    <a:pt x="65" y="56"/>
                    <a:pt x="58" y="62"/>
                  </a:cubicBezTo>
                  <a:cubicBezTo>
                    <a:pt x="48" y="72"/>
                    <a:pt x="32" y="73"/>
                    <a:pt x="26" y="7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560" bIns="43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90" name="Rectangle 333"/>
            <p:cNvSpPr/>
            <p:nvPr/>
          </p:nvSpPr>
          <p:spPr>
            <a:xfrm>
              <a:off x="2169000" y="3350880"/>
              <a:ext cx="113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91" name="Rectangle 334"/>
            <p:cNvSpPr/>
            <p:nvPr/>
          </p:nvSpPr>
          <p:spPr>
            <a:xfrm>
              <a:off x="2169000" y="3370320"/>
              <a:ext cx="113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92" name="Группа 494"/>
          <p:cNvGrpSpPr/>
          <p:nvPr/>
        </p:nvGrpSpPr>
        <p:grpSpPr>
          <a:xfrm>
            <a:off x="2519280" y="3228480"/>
            <a:ext cx="198000" cy="304920"/>
            <a:chOff x="2519280" y="3228480"/>
            <a:chExt cx="198000" cy="304920"/>
          </a:xfrm>
        </p:grpSpPr>
        <p:sp>
          <p:nvSpPr>
            <p:cNvPr id="2793" name="Freeform 335"/>
            <p:cNvSpPr/>
            <p:nvPr/>
          </p:nvSpPr>
          <p:spPr>
            <a:xfrm>
              <a:off x="2519280" y="3228480"/>
              <a:ext cx="198000" cy="30492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4920"/>
                <a:gd name="textAreaBottom" fmla="*/ 305280 h 304920"/>
                <a:gd name="GluePoint1X" fmla="*/ 0 w 141"/>
                <a:gd name="GluePoint1Y" fmla="*/ 217 h 217"/>
                <a:gd name="GluePoint2X" fmla="*/ 0 w 141"/>
                <a:gd name="GluePoint2Y" fmla="*/ 48 h 217"/>
                <a:gd name="GluePoint3X" fmla="*/ 50 w 141"/>
                <a:gd name="GluePoint3Y" fmla="*/ 0 h 217"/>
                <a:gd name="GluePoint4X" fmla="*/ 141 w 141"/>
                <a:gd name="GluePoint4Y" fmla="*/ 0 h 217"/>
                <a:gd name="GluePoint5X" fmla="*/ 141 w 141"/>
                <a:gd name="GluePoint5Y" fmla="*/ 217 h 217"/>
                <a:gd name="GluePoint6X" fmla="*/ 124 w 141"/>
                <a:gd name="GluePoint6Y" fmla="*/ 208 h 217"/>
                <a:gd name="GluePoint7X" fmla="*/ 111 w 141"/>
                <a:gd name="GluePoint7Y" fmla="*/ 215 h 217"/>
                <a:gd name="GluePoint8X" fmla="*/ 97 w 141"/>
                <a:gd name="GluePoint8Y" fmla="*/ 208 h 217"/>
                <a:gd name="GluePoint9X" fmla="*/ 84 w 141"/>
                <a:gd name="GluePoint9Y" fmla="*/ 215 h 217"/>
                <a:gd name="GluePoint10X" fmla="*/ 71 w 141"/>
                <a:gd name="GluePoint10Y" fmla="*/ 208 h 217"/>
                <a:gd name="GluePoint11X" fmla="*/ 57 w 141"/>
                <a:gd name="GluePoint11Y" fmla="*/ 215 h 217"/>
                <a:gd name="GluePoint12X" fmla="*/ 44 w 141"/>
                <a:gd name="GluePoint12Y" fmla="*/ 208 h 217"/>
                <a:gd name="GluePoint13X" fmla="*/ 30 w 141"/>
                <a:gd name="GluePoint13Y" fmla="*/ 215 h 217"/>
                <a:gd name="GluePoint14X" fmla="*/ 17 w 141"/>
                <a:gd name="GluePoint14Y" fmla="*/ 208 h 217"/>
                <a:gd name="GluePoint15X" fmla="*/ 0 w 141"/>
                <a:gd name="GluePoint15Y" fmla="*/ 217 h 217"/>
                <a:gd name="GluePoint16X" fmla="*/ 97 w 141"/>
                <a:gd name="GluePoint16Y" fmla="*/ 201 h 217"/>
                <a:gd name="GluePoint17X" fmla="*/ 111 w 141"/>
                <a:gd name="GluePoint17Y" fmla="*/ 207 h 217"/>
                <a:gd name="GluePoint18X" fmla="*/ 124 w 141"/>
                <a:gd name="GluePoint18Y" fmla="*/ 201 h 217"/>
                <a:gd name="GluePoint19X" fmla="*/ 134 w 141"/>
                <a:gd name="GluePoint19Y" fmla="*/ 206 h 217"/>
                <a:gd name="GluePoint20X" fmla="*/ 134 w 141"/>
                <a:gd name="GluePoint20Y" fmla="*/ 6 h 217"/>
                <a:gd name="GluePoint21X" fmla="*/ 52 w 141"/>
                <a:gd name="GluePoint21Y" fmla="*/ 6 h 217"/>
                <a:gd name="GluePoint22X" fmla="*/ 7 w 141"/>
                <a:gd name="GluePoint22Y" fmla="*/ 52 h 217"/>
                <a:gd name="GluePoint23X" fmla="*/ 7 w 141"/>
                <a:gd name="GluePoint23Y" fmla="*/ 206 h 217"/>
                <a:gd name="GluePoint24X" fmla="*/ 17 w 141"/>
                <a:gd name="GluePoint24Y" fmla="*/ 201 h 217"/>
                <a:gd name="GluePoint25X" fmla="*/ 30 w 141"/>
                <a:gd name="GluePoint25Y" fmla="*/ 207 h 217"/>
                <a:gd name="GluePoint26X" fmla="*/ 44 w 141"/>
                <a:gd name="GluePoint26Y" fmla="*/ 201 h 217"/>
                <a:gd name="GluePoint27X" fmla="*/ 57 w 141"/>
                <a:gd name="GluePoint27Y" fmla="*/ 207 h 217"/>
                <a:gd name="GluePoint28X" fmla="*/ 71 w 141"/>
                <a:gd name="GluePoint28Y" fmla="*/ 201 h 217"/>
                <a:gd name="GluePoint29X" fmla="*/ 84 w 141"/>
                <a:gd name="GluePoint29Y" fmla="*/ 207 h 217"/>
                <a:gd name="GluePoint30X" fmla="*/ 97 w 141"/>
                <a:gd name="GluePoint30Y" fmla="*/ 201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94" name="Freeform 336"/>
            <p:cNvSpPr/>
            <p:nvPr/>
          </p:nvSpPr>
          <p:spPr>
            <a:xfrm>
              <a:off x="2523600" y="3232440"/>
              <a:ext cx="71280" cy="7128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71280"/>
                <a:gd name="textAreaBottom" fmla="*/ 71640 h 71280"/>
                <a:gd name="GluePoint1X" fmla="*/ 51 w 51"/>
                <a:gd name="GluePoint1Y" fmla="*/ 51 h 51"/>
                <a:gd name="GluePoint2X" fmla="*/ 0 w 51"/>
                <a:gd name="GluePoint2Y" fmla="*/ 51 h 51"/>
                <a:gd name="GluePoint3X" fmla="*/ 0 w 51"/>
                <a:gd name="GluePoint3Y" fmla="*/ 44 h 51"/>
                <a:gd name="GluePoint4X" fmla="*/ 44 w 51"/>
                <a:gd name="GluePoint4Y" fmla="*/ 44 h 51"/>
                <a:gd name="GluePoint5X" fmla="*/ 44 w 51"/>
                <a:gd name="GluePoint5Y" fmla="*/ 0 h 51"/>
                <a:gd name="GluePoint6X" fmla="*/ 51 w 51"/>
                <a:gd name="GluePoint6Y" fmla="*/ 0 h 51"/>
                <a:gd name="GluePoint7X" fmla="*/ 51 w 51"/>
                <a:gd name="GluePoint7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95" name="Freeform 337"/>
            <p:cNvSpPr/>
            <p:nvPr/>
          </p:nvSpPr>
          <p:spPr>
            <a:xfrm>
              <a:off x="2589840" y="3322800"/>
              <a:ext cx="65880" cy="13176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31760"/>
                <a:gd name="textAreaBottom" fmla="*/ 132120 h 131760"/>
                <a:gd name="GluePoint1X" fmla="*/ 48 w 56"/>
                <a:gd name="GluePoint1Y" fmla="*/ 112 h 112"/>
                <a:gd name="GluePoint2X" fmla="*/ 0 w 56"/>
                <a:gd name="GluePoint2Y" fmla="*/ 112 h 112"/>
                <a:gd name="GluePoint3X" fmla="*/ 0 w 56"/>
                <a:gd name="GluePoint3Y" fmla="*/ 24 h 112"/>
                <a:gd name="GluePoint4X" fmla="*/ 33 w 56"/>
                <a:gd name="GluePoint4Y" fmla="*/ 0 h 112"/>
                <a:gd name="GluePoint5X" fmla="*/ 56 w 56"/>
                <a:gd name="GluePoint5Y" fmla="*/ 10 h 112"/>
                <a:gd name="GluePoint6X" fmla="*/ 49 w 56"/>
                <a:gd name="GluePoint6Y" fmla="*/ 14 h 112"/>
                <a:gd name="GluePoint7X" fmla="*/ 33 w 56"/>
                <a:gd name="GluePoint7Y" fmla="*/ 8 h 112"/>
                <a:gd name="GluePoint8X" fmla="*/ 8 w 56"/>
                <a:gd name="GluePoint8Y" fmla="*/ 24 h 112"/>
                <a:gd name="GluePoint9X" fmla="*/ 8 w 56"/>
                <a:gd name="GluePoint9Y" fmla="*/ 104 h 112"/>
                <a:gd name="GluePoint10X" fmla="*/ 48 w 56"/>
                <a:gd name="GluePoint10Y" fmla="*/ 104 h 112"/>
                <a:gd name="GluePoint11X" fmla="*/ 48 w 56"/>
                <a:gd name="GluePoint11Y" fmla="*/ 1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6" h="112">
                  <a:moveTo>
                    <a:pt x="48" y="112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8"/>
                    <a:pt x="11" y="0"/>
                    <a:pt x="33" y="0"/>
                  </a:cubicBezTo>
                  <a:cubicBezTo>
                    <a:pt x="50" y="0"/>
                    <a:pt x="55" y="9"/>
                    <a:pt x="56" y="10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5" y="8"/>
                    <a:pt x="33" y="8"/>
                  </a:cubicBezTo>
                  <a:cubicBezTo>
                    <a:pt x="11" y="8"/>
                    <a:pt x="8" y="16"/>
                    <a:pt x="8" y="2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48" y="104"/>
                    <a:pt x="48" y="104"/>
                    <a:pt x="48" y="104"/>
                  </a:cubicBezTo>
                  <a:lnTo>
                    <a:pt x="48" y="1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96" name="Rectangle 338"/>
            <p:cNvSpPr/>
            <p:nvPr/>
          </p:nvSpPr>
          <p:spPr>
            <a:xfrm>
              <a:off x="2571480" y="3384720"/>
              <a:ext cx="558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797" name="Rectangle 339"/>
            <p:cNvSpPr/>
            <p:nvPr/>
          </p:nvSpPr>
          <p:spPr>
            <a:xfrm>
              <a:off x="2571480" y="3445200"/>
              <a:ext cx="234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798" name="Группа 495"/>
          <p:cNvGrpSpPr/>
          <p:nvPr/>
        </p:nvGrpSpPr>
        <p:grpSpPr>
          <a:xfrm>
            <a:off x="2912040" y="3228480"/>
            <a:ext cx="198000" cy="304920"/>
            <a:chOff x="2912040" y="3228480"/>
            <a:chExt cx="198000" cy="304920"/>
          </a:xfrm>
        </p:grpSpPr>
        <p:sp>
          <p:nvSpPr>
            <p:cNvPr id="2799" name="Freeform 340"/>
            <p:cNvSpPr/>
            <p:nvPr/>
          </p:nvSpPr>
          <p:spPr>
            <a:xfrm>
              <a:off x="2912040" y="3228480"/>
              <a:ext cx="198000" cy="30492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4920"/>
                <a:gd name="textAreaBottom" fmla="*/ 305280 h 304920"/>
                <a:gd name="GluePoint1X" fmla="*/ 0 w 141"/>
                <a:gd name="GluePoint1Y" fmla="*/ 217 h 217"/>
                <a:gd name="GluePoint2X" fmla="*/ 0 w 141"/>
                <a:gd name="GluePoint2Y" fmla="*/ 48 h 217"/>
                <a:gd name="GluePoint3X" fmla="*/ 50 w 141"/>
                <a:gd name="GluePoint3Y" fmla="*/ 0 h 217"/>
                <a:gd name="GluePoint4X" fmla="*/ 141 w 141"/>
                <a:gd name="GluePoint4Y" fmla="*/ 0 h 217"/>
                <a:gd name="GluePoint5X" fmla="*/ 141 w 141"/>
                <a:gd name="GluePoint5Y" fmla="*/ 217 h 217"/>
                <a:gd name="GluePoint6X" fmla="*/ 124 w 141"/>
                <a:gd name="GluePoint6Y" fmla="*/ 208 h 217"/>
                <a:gd name="GluePoint7X" fmla="*/ 111 w 141"/>
                <a:gd name="GluePoint7Y" fmla="*/ 215 h 217"/>
                <a:gd name="GluePoint8X" fmla="*/ 98 w 141"/>
                <a:gd name="GluePoint8Y" fmla="*/ 208 h 217"/>
                <a:gd name="GluePoint9X" fmla="*/ 84 w 141"/>
                <a:gd name="GluePoint9Y" fmla="*/ 215 h 217"/>
                <a:gd name="GluePoint10X" fmla="*/ 71 w 141"/>
                <a:gd name="GluePoint10Y" fmla="*/ 208 h 217"/>
                <a:gd name="GluePoint11X" fmla="*/ 57 w 141"/>
                <a:gd name="GluePoint11Y" fmla="*/ 215 h 217"/>
                <a:gd name="GluePoint12X" fmla="*/ 44 w 141"/>
                <a:gd name="GluePoint12Y" fmla="*/ 208 h 217"/>
                <a:gd name="GluePoint13X" fmla="*/ 30 w 141"/>
                <a:gd name="GluePoint13Y" fmla="*/ 215 h 217"/>
                <a:gd name="GluePoint14X" fmla="*/ 17 w 141"/>
                <a:gd name="GluePoint14Y" fmla="*/ 208 h 217"/>
                <a:gd name="GluePoint15X" fmla="*/ 0 w 141"/>
                <a:gd name="GluePoint15Y" fmla="*/ 217 h 217"/>
                <a:gd name="GluePoint16X" fmla="*/ 98 w 141"/>
                <a:gd name="GluePoint16Y" fmla="*/ 201 h 217"/>
                <a:gd name="GluePoint17X" fmla="*/ 111 w 141"/>
                <a:gd name="GluePoint17Y" fmla="*/ 207 h 217"/>
                <a:gd name="GluePoint18X" fmla="*/ 124 w 141"/>
                <a:gd name="GluePoint18Y" fmla="*/ 201 h 217"/>
                <a:gd name="GluePoint19X" fmla="*/ 135 w 141"/>
                <a:gd name="GluePoint19Y" fmla="*/ 206 h 217"/>
                <a:gd name="GluePoint20X" fmla="*/ 135 w 141"/>
                <a:gd name="GluePoint20Y" fmla="*/ 6 h 217"/>
                <a:gd name="GluePoint21X" fmla="*/ 52 w 141"/>
                <a:gd name="GluePoint21Y" fmla="*/ 6 h 217"/>
                <a:gd name="GluePoint22X" fmla="*/ 7 w 141"/>
                <a:gd name="GluePoint22Y" fmla="*/ 52 h 217"/>
                <a:gd name="GluePoint23X" fmla="*/ 7 w 141"/>
                <a:gd name="GluePoint23Y" fmla="*/ 206 h 217"/>
                <a:gd name="GluePoint24X" fmla="*/ 17 w 141"/>
                <a:gd name="GluePoint24Y" fmla="*/ 201 h 217"/>
                <a:gd name="GluePoint25X" fmla="*/ 30 w 141"/>
                <a:gd name="GluePoint25Y" fmla="*/ 207 h 217"/>
                <a:gd name="GluePoint26X" fmla="*/ 44 w 141"/>
                <a:gd name="GluePoint26Y" fmla="*/ 201 h 217"/>
                <a:gd name="GluePoint27X" fmla="*/ 57 w 141"/>
                <a:gd name="GluePoint27Y" fmla="*/ 207 h 217"/>
                <a:gd name="GluePoint28X" fmla="*/ 71 w 141"/>
                <a:gd name="GluePoint28Y" fmla="*/ 201 h 217"/>
                <a:gd name="GluePoint29X" fmla="*/ 84 w 141"/>
                <a:gd name="GluePoint29Y" fmla="*/ 207 h 217"/>
                <a:gd name="GluePoint30X" fmla="*/ 98 w 141"/>
                <a:gd name="GluePoint30Y" fmla="*/ 201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00" name="Freeform 341"/>
            <p:cNvSpPr/>
            <p:nvPr/>
          </p:nvSpPr>
          <p:spPr>
            <a:xfrm>
              <a:off x="2916360" y="3232440"/>
              <a:ext cx="71280" cy="7128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71280"/>
                <a:gd name="textAreaBottom" fmla="*/ 71640 h 71280"/>
                <a:gd name="GluePoint1X" fmla="*/ 51 w 51"/>
                <a:gd name="GluePoint1Y" fmla="*/ 51 h 51"/>
                <a:gd name="GluePoint2X" fmla="*/ 0 w 51"/>
                <a:gd name="GluePoint2Y" fmla="*/ 51 h 51"/>
                <a:gd name="GluePoint3X" fmla="*/ 0 w 51"/>
                <a:gd name="GluePoint3Y" fmla="*/ 44 h 51"/>
                <a:gd name="GluePoint4X" fmla="*/ 44 w 51"/>
                <a:gd name="GluePoint4Y" fmla="*/ 44 h 51"/>
                <a:gd name="GluePoint5X" fmla="*/ 44 w 51"/>
                <a:gd name="GluePoint5Y" fmla="*/ 0 h 51"/>
                <a:gd name="GluePoint6X" fmla="*/ 51 w 51"/>
                <a:gd name="GluePoint6Y" fmla="*/ 0 h 51"/>
                <a:gd name="GluePoint7X" fmla="*/ 51 w 51"/>
                <a:gd name="GluePoint7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01" name="Rectangle 342"/>
            <p:cNvSpPr/>
            <p:nvPr/>
          </p:nvSpPr>
          <p:spPr>
            <a:xfrm>
              <a:off x="2978280" y="3322800"/>
              <a:ext cx="9360" cy="131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02" name="Freeform 343"/>
            <p:cNvSpPr/>
            <p:nvPr/>
          </p:nvSpPr>
          <p:spPr>
            <a:xfrm>
              <a:off x="2964240" y="3321360"/>
              <a:ext cx="99720" cy="8676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86760"/>
                <a:gd name="textAreaBottom" fmla="*/ 87120 h 86760"/>
                <a:gd name="GluePoint1X" fmla="*/ 43 w 85"/>
                <a:gd name="GluePoint1Y" fmla="*/ 73 h 73"/>
                <a:gd name="GluePoint2X" fmla="*/ 40 w 85"/>
                <a:gd name="GluePoint2Y" fmla="*/ 73 h 73"/>
                <a:gd name="GluePoint3X" fmla="*/ 0 w 85"/>
                <a:gd name="GluePoint3Y" fmla="*/ 73 h 73"/>
                <a:gd name="GluePoint4X" fmla="*/ 0 w 85"/>
                <a:gd name="GluePoint4Y" fmla="*/ 65 h 73"/>
                <a:gd name="GluePoint5X" fmla="*/ 40 w 85"/>
                <a:gd name="GluePoint5Y" fmla="*/ 65 h 73"/>
                <a:gd name="GluePoint6X" fmla="*/ 69 w 85"/>
                <a:gd name="GluePoint6Y" fmla="*/ 56 h 73"/>
                <a:gd name="GluePoint7X" fmla="*/ 77 w 85"/>
                <a:gd name="GluePoint7Y" fmla="*/ 37 h 73"/>
                <a:gd name="GluePoint8X" fmla="*/ 69 w 85"/>
                <a:gd name="GluePoint8Y" fmla="*/ 18 h 73"/>
                <a:gd name="GluePoint9X" fmla="*/ 41 w 85"/>
                <a:gd name="GluePoint9Y" fmla="*/ 9 h 73"/>
                <a:gd name="GluePoint10X" fmla="*/ 16 w 85"/>
                <a:gd name="GluePoint10Y" fmla="*/ 9 h 73"/>
                <a:gd name="GluePoint11X" fmla="*/ 16 w 85"/>
                <a:gd name="GluePoint11Y" fmla="*/ 1 h 73"/>
                <a:gd name="GluePoint12X" fmla="*/ 40 w 85"/>
                <a:gd name="GluePoint12Y" fmla="*/ 1 h 73"/>
                <a:gd name="GluePoint13X" fmla="*/ 75 w 85"/>
                <a:gd name="GluePoint13Y" fmla="*/ 12 h 73"/>
                <a:gd name="GluePoint14X" fmla="*/ 85 w 85"/>
                <a:gd name="GluePoint14Y" fmla="*/ 37 h 73"/>
                <a:gd name="GluePoint15X" fmla="*/ 75 w 85"/>
                <a:gd name="GluePoint15Y" fmla="*/ 62 h 73"/>
                <a:gd name="GluePoint16X" fmla="*/ 43 w 85"/>
                <a:gd name="GluePoint16Y" fmla="*/ 73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85" h="73">
                  <a:moveTo>
                    <a:pt x="43" y="73"/>
                  </a:moveTo>
                  <a:cubicBezTo>
                    <a:pt x="41" y="73"/>
                    <a:pt x="40" y="73"/>
                    <a:pt x="4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1" y="65"/>
                    <a:pt x="59" y="66"/>
                    <a:pt x="69" y="56"/>
                  </a:cubicBezTo>
                  <a:cubicBezTo>
                    <a:pt x="74" y="52"/>
                    <a:pt x="77" y="45"/>
                    <a:pt x="77" y="37"/>
                  </a:cubicBezTo>
                  <a:cubicBezTo>
                    <a:pt x="77" y="29"/>
                    <a:pt x="74" y="22"/>
                    <a:pt x="69" y="18"/>
                  </a:cubicBezTo>
                  <a:cubicBezTo>
                    <a:pt x="59" y="8"/>
                    <a:pt x="41" y="9"/>
                    <a:pt x="41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1" y="1"/>
                    <a:pt x="62" y="0"/>
                    <a:pt x="75" y="12"/>
                  </a:cubicBezTo>
                  <a:cubicBezTo>
                    <a:pt x="81" y="18"/>
                    <a:pt x="85" y="26"/>
                    <a:pt x="85" y="37"/>
                  </a:cubicBezTo>
                  <a:cubicBezTo>
                    <a:pt x="85" y="48"/>
                    <a:pt x="81" y="56"/>
                    <a:pt x="75" y="62"/>
                  </a:cubicBezTo>
                  <a:cubicBezTo>
                    <a:pt x="64" y="72"/>
                    <a:pt x="49" y="73"/>
                    <a:pt x="43" y="7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560" bIns="43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03" name="Rectangle 344"/>
            <p:cNvSpPr/>
            <p:nvPr/>
          </p:nvSpPr>
          <p:spPr>
            <a:xfrm>
              <a:off x="2964240" y="3422520"/>
              <a:ext cx="518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04" name="Группа 496"/>
          <p:cNvGrpSpPr/>
          <p:nvPr/>
        </p:nvGrpSpPr>
        <p:grpSpPr>
          <a:xfrm>
            <a:off x="3305880" y="3228480"/>
            <a:ext cx="198000" cy="304920"/>
            <a:chOff x="3305880" y="3228480"/>
            <a:chExt cx="198000" cy="304920"/>
          </a:xfrm>
        </p:grpSpPr>
        <p:sp>
          <p:nvSpPr>
            <p:cNvPr id="2805" name="Freeform 345"/>
            <p:cNvSpPr/>
            <p:nvPr/>
          </p:nvSpPr>
          <p:spPr>
            <a:xfrm>
              <a:off x="3305880" y="3228480"/>
              <a:ext cx="198000" cy="30492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4920"/>
                <a:gd name="textAreaBottom" fmla="*/ 305280 h 304920"/>
                <a:gd name="GluePoint1X" fmla="*/ 0 w 141"/>
                <a:gd name="GluePoint1Y" fmla="*/ 217 h 217"/>
                <a:gd name="GluePoint2X" fmla="*/ 0 w 141"/>
                <a:gd name="GluePoint2Y" fmla="*/ 48 h 217"/>
                <a:gd name="GluePoint3X" fmla="*/ 49 w 141"/>
                <a:gd name="GluePoint3Y" fmla="*/ 0 h 217"/>
                <a:gd name="GluePoint4X" fmla="*/ 141 w 141"/>
                <a:gd name="GluePoint4Y" fmla="*/ 0 h 217"/>
                <a:gd name="GluePoint5X" fmla="*/ 141 w 141"/>
                <a:gd name="GluePoint5Y" fmla="*/ 217 h 217"/>
                <a:gd name="GluePoint6X" fmla="*/ 124 w 141"/>
                <a:gd name="GluePoint6Y" fmla="*/ 208 h 217"/>
                <a:gd name="GluePoint7X" fmla="*/ 111 w 141"/>
                <a:gd name="GluePoint7Y" fmla="*/ 215 h 217"/>
                <a:gd name="GluePoint8X" fmla="*/ 97 w 141"/>
                <a:gd name="GluePoint8Y" fmla="*/ 208 h 217"/>
                <a:gd name="GluePoint9X" fmla="*/ 84 w 141"/>
                <a:gd name="GluePoint9Y" fmla="*/ 215 h 217"/>
                <a:gd name="GluePoint10X" fmla="*/ 71 w 141"/>
                <a:gd name="GluePoint10Y" fmla="*/ 208 h 217"/>
                <a:gd name="GluePoint11X" fmla="*/ 57 w 141"/>
                <a:gd name="GluePoint11Y" fmla="*/ 215 h 217"/>
                <a:gd name="GluePoint12X" fmla="*/ 44 w 141"/>
                <a:gd name="GluePoint12Y" fmla="*/ 208 h 217"/>
                <a:gd name="GluePoint13X" fmla="*/ 30 w 141"/>
                <a:gd name="GluePoint13Y" fmla="*/ 215 h 217"/>
                <a:gd name="GluePoint14X" fmla="*/ 17 w 141"/>
                <a:gd name="GluePoint14Y" fmla="*/ 208 h 217"/>
                <a:gd name="GluePoint15X" fmla="*/ 0 w 141"/>
                <a:gd name="GluePoint15Y" fmla="*/ 217 h 217"/>
                <a:gd name="GluePoint16X" fmla="*/ 97 w 141"/>
                <a:gd name="GluePoint16Y" fmla="*/ 201 h 217"/>
                <a:gd name="GluePoint17X" fmla="*/ 111 w 141"/>
                <a:gd name="GluePoint17Y" fmla="*/ 207 h 217"/>
                <a:gd name="GluePoint18X" fmla="*/ 124 w 141"/>
                <a:gd name="GluePoint18Y" fmla="*/ 201 h 217"/>
                <a:gd name="GluePoint19X" fmla="*/ 134 w 141"/>
                <a:gd name="GluePoint19Y" fmla="*/ 206 h 217"/>
                <a:gd name="GluePoint20X" fmla="*/ 134 w 141"/>
                <a:gd name="GluePoint20Y" fmla="*/ 6 h 217"/>
                <a:gd name="GluePoint21X" fmla="*/ 51 w 141"/>
                <a:gd name="GluePoint21Y" fmla="*/ 6 h 217"/>
                <a:gd name="GluePoint22X" fmla="*/ 7 w 141"/>
                <a:gd name="GluePoint22Y" fmla="*/ 52 h 217"/>
                <a:gd name="GluePoint23X" fmla="*/ 7 w 141"/>
                <a:gd name="GluePoint23Y" fmla="*/ 206 h 217"/>
                <a:gd name="GluePoint24X" fmla="*/ 17 w 141"/>
                <a:gd name="GluePoint24Y" fmla="*/ 201 h 217"/>
                <a:gd name="GluePoint25X" fmla="*/ 30 w 141"/>
                <a:gd name="GluePoint25Y" fmla="*/ 207 h 217"/>
                <a:gd name="GluePoint26X" fmla="*/ 44 w 141"/>
                <a:gd name="GluePoint26Y" fmla="*/ 201 h 217"/>
                <a:gd name="GluePoint27X" fmla="*/ 57 w 141"/>
                <a:gd name="GluePoint27Y" fmla="*/ 207 h 217"/>
                <a:gd name="GluePoint28X" fmla="*/ 71 w 141"/>
                <a:gd name="GluePoint28Y" fmla="*/ 201 h 217"/>
                <a:gd name="GluePoint29X" fmla="*/ 84 w 141"/>
                <a:gd name="GluePoint29Y" fmla="*/ 207 h 217"/>
                <a:gd name="GluePoint30X" fmla="*/ 97 w 141"/>
                <a:gd name="GluePoint30Y" fmla="*/ 201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7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7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4" y="206"/>
                  </a:lnTo>
                  <a:lnTo>
                    <a:pt x="134" y="6"/>
                  </a:lnTo>
                  <a:lnTo>
                    <a:pt x="51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7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06" name="Freeform 346"/>
            <p:cNvSpPr/>
            <p:nvPr/>
          </p:nvSpPr>
          <p:spPr>
            <a:xfrm>
              <a:off x="3310200" y="3232440"/>
              <a:ext cx="71280" cy="7128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71280"/>
                <a:gd name="textAreaBottom" fmla="*/ 71640 h 71280"/>
                <a:gd name="GluePoint1X" fmla="*/ 51 w 51"/>
                <a:gd name="GluePoint1Y" fmla="*/ 51 h 51"/>
                <a:gd name="GluePoint2X" fmla="*/ 0 w 51"/>
                <a:gd name="GluePoint2Y" fmla="*/ 51 h 51"/>
                <a:gd name="GluePoint3X" fmla="*/ 0 w 51"/>
                <a:gd name="GluePoint3Y" fmla="*/ 44 h 51"/>
                <a:gd name="GluePoint4X" fmla="*/ 44 w 51"/>
                <a:gd name="GluePoint4Y" fmla="*/ 44 h 51"/>
                <a:gd name="GluePoint5X" fmla="*/ 44 w 51"/>
                <a:gd name="GluePoint5Y" fmla="*/ 0 h 51"/>
                <a:gd name="GluePoint6X" fmla="*/ 51 w 51"/>
                <a:gd name="GluePoint6Y" fmla="*/ 0 h 51"/>
                <a:gd name="GluePoint7X" fmla="*/ 51 w 51"/>
                <a:gd name="GluePoint7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07" name="Freeform 347"/>
            <p:cNvSpPr/>
            <p:nvPr/>
          </p:nvSpPr>
          <p:spPr>
            <a:xfrm>
              <a:off x="3353760" y="3322800"/>
              <a:ext cx="84240" cy="14472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44720"/>
                <a:gd name="textAreaBottom" fmla="*/ 145080 h 144720"/>
                <a:gd name="GluePoint1X" fmla="*/ 53 w 72"/>
                <a:gd name="GluePoint1Y" fmla="*/ 123 h 123"/>
                <a:gd name="GluePoint2X" fmla="*/ 0 w 72"/>
                <a:gd name="GluePoint2Y" fmla="*/ 74 h 123"/>
                <a:gd name="GluePoint3X" fmla="*/ 0 w 72"/>
                <a:gd name="GluePoint3Y" fmla="*/ 64 h 123"/>
                <a:gd name="GluePoint4X" fmla="*/ 28 w 72"/>
                <a:gd name="GluePoint4Y" fmla="*/ 64 h 123"/>
                <a:gd name="GluePoint5X" fmla="*/ 56 w 72"/>
                <a:gd name="GluePoint5Y" fmla="*/ 56 h 123"/>
                <a:gd name="GluePoint6X" fmla="*/ 64 w 72"/>
                <a:gd name="GluePoint6Y" fmla="*/ 36 h 123"/>
                <a:gd name="GluePoint7X" fmla="*/ 46 w 72"/>
                <a:gd name="GluePoint7Y" fmla="*/ 12 h 123"/>
                <a:gd name="GluePoint8X" fmla="*/ 28 w 72"/>
                <a:gd name="GluePoint8Y" fmla="*/ 8 h 123"/>
                <a:gd name="GluePoint9X" fmla="*/ 0 w 72"/>
                <a:gd name="GluePoint9Y" fmla="*/ 8 h 123"/>
                <a:gd name="GluePoint10X" fmla="*/ 0 w 72"/>
                <a:gd name="GluePoint10Y" fmla="*/ 0 h 123"/>
                <a:gd name="GluePoint11X" fmla="*/ 28 w 72"/>
                <a:gd name="GluePoint11Y" fmla="*/ 0 h 123"/>
                <a:gd name="GluePoint12X" fmla="*/ 72 w 72"/>
                <a:gd name="GluePoint12Y" fmla="*/ 36 h 123"/>
                <a:gd name="GluePoint13X" fmla="*/ 61 w 72"/>
                <a:gd name="GluePoint13Y" fmla="*/ 61 h 123"/>
                <a:gd name="GluePoint14X" fmla="*/ 27 w 72"/>
                <a:gd name="GluePoint14Y" fmla="*/ 72 h 123"/>
                <a:gd name="GluePoint15X" fmla="*/ 10 w 72"/>
                <a:gd name="GluePoint15Y" fmla="*/ 72 h 123"/>
                <a:gd name="GluePoint16X" fmla="*/ 59 w 72"/>
                <a:gd name="GluePoint16Y" fmla="*/ 117 h 123"/>
                <a:gd name="GluePoint17X" fmla="*/ 53 w 72"/>
                <a:gd name="GluePoint17Y" fmla="*/ 123 h 1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72" h="123">
                  <a:moveTo>
                    <a:pt x="53" y="123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28" y="64"/>
                    <a:pt x="46" y="65"/>
                    <a:pt x="56" y="56"/>
                  </a:cubicBezTo>
                  <a:cubicBezTo>
                    <a:pt x="61" y="51"/>
                    <a:pt x="64" y="44"/>
                    <a:pt x="64" y="36"/>
                  </a:cubicBezTo>
                  <a:cubicBezTo>
                    <a:pt x="64" y="25"/>
                    <a:pt x="58" y="17"/>
                    <a:pt x="46" y="12"/>
                  </a:cubicBezTo>
                  <a:cubicBezTo>
                    <a:pt x="37" y="8"/>
                    <a:pt x="28" y="8"/>
                    <a:pt x="28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3" y="0"/>
                    <a:pt x="72" y="8"/>
                    <a:pt x="72" y="36"/>
                  </a:cubicBezTo>
                  <a:cubicBezTo>
                    <a:pt x="72" y="47"/>
                    <a:pt x="68" y="55"/>
                    <a:pt x="61" y="61"/>
                  </a:cubicBezTo>
                  <a:cubicBezTo>
                    <a:pt x="49" y="73"/>
                    <a:pt x="28" y="72"/>
                    <a:pt x="27" y="72"/>
                  </a:cubicBezTo>
                  <a:cubicBezTo>
                    <a:pt x="10" y="72"/>
                    <a:pt x="10" y="72"/>
                    <a:pt x="10" y="72"/>
                  </a:cubicBezTo>
                  <a:cubicBezTo>
                    <a:pt x="59" y="117"/>
                    <a:pt x="59" y="117"/>
                    <a:pt x="59" y="117"/>
                  </a:cubicBezTo>
                  <a:lnTo>
                    <a:pt x="53" y="12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08" name="Rectangle 348"/>
            <p:cNvSpPr/>
            <p:nvPr/>
          </p:nvSpPr>
          <p:spPr>
            <a:xfrm>
              <a:off x="3353760" y="3322800"/>
              <a:ext cx="1036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09" name="Rectangle 349"/>
            <p:cNvSpPr/>
            <p:nvPr/>
          </p:nvSpPr>
          <p:spPr>
            <a:xfrm>
              <a:off x="3353760" y="3346560"/>
              <a:ext cx="1036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10" name="Группа 497"/>
          <p:cNvGrpSpPr/>
          <p:nvPr/>
        </p:nvGrpSpPr>
        <p:grpSpPr>
          <a:xfrm>
            <a:off x="3698640" y="3228480"/>
            <a:ext cx="198000" cy="304920"/>
            <a:chOff x="3698640" y="3228480"/>
            <a:chExt cx="198000" cy="304920"/>
          </a:xfrm>
        </p:grpSpPr>
        <p:sp>
          <p:nvSpPr>
            <p:cNvPr id="2811" name="Freeform 350"/>
            <p:cNvSpPr/>
            <p:nvPr/>
          </p:nvSpPr>
          <p:spPr>
            <a:xfrm>
              <a:off x="3698640" y="3228480"/>
              <a:ext cx="198000" cy="30492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4920"/>
                <a:gd name="textAreaBottom" fmla="*/ 305280 h 304920"/>
                <a:gd name="GluePoint1X" fmla="*/ 0 w 141"/>
                <a:gd name="GluePoint1Y" fmla="*/ 217 h 217"/>
                <a:gd name="GluePoint2X" fmla="*/ 0 w 141"/>
                <a:gd name="GluePoint2Y" fmla="*/ 48 h 217"/>
                <a:gd name="GluePoint3X" fmla="*/ 49 w 141"/>
                <a:gd name="GluePoint3Y" fmla="*/ 0 h 217"/>
                <a:gd name="GluePoint4X" fmla="*/ 141 w 141"/>
                <a:gd name="GluePoint4Y" fmla="*/ 0 h 217"/>
                <a:gd name="GluePoint5X" fmla="*/ 141 w 141"/>
                <a:gd name="GluePoint5Y" fmla="*/ 217 h 217"/>
                <a:gd name="GluePoint6X" fmla="*/ 124 w 141"/>
                <a:gd name="GluePoint6Y" fmla="*/ 208 h 217"/>
                <a:gd name="GluePoint7X" fmla="*/ 111 w 141"/>
                <a:gd name="GluePoint7Y" fmla="*/ 215 h 217"/>
                <a:gd name="GluePoint8X" fmla="*/ 98 w 141"/>
                <a:gd name="GluePoint8Y" fmla="*/ 208 h 217"/>
                <a:gd name="GluePoint9X" fmla="*/ 84 w 141"/>
                <a:gd name="GluePoint9Y" fmla="*/ 215 h 217"/>
                <a:gd name="GluePoint10X" fmla="*/ 71 w 141"/>
                <a:gd name="GluePoint10Y" fmla="*/ 208 h 217"/>
                <a:gd name="GluePoint11X" fmla="*/ 57 w 141"/>
                <a:gd name="GluePoint11Y" fmla="*/ 215 h 217"/>
                <a:gd name="GluePoint12X" fmla="*/ 44 w 141"/>
                <a:gd name="GluePoint12Y" fmla="*/ 208 h 217"/>
                <a:gd name="GluePoint13X" fmla="*/ 30 w 141"/>
                <a:gd name="GluePoint13Y" fmla="*/ 215 h 217"/>
                <a:gd name="GluePoint14X" fmla="*/ 17 w 141"/>
                <a:gd name="GluePoint14Y" fmla="*/ 208 h 217"/>
                <a:gd name="GluePoint15X" fmla="*/ 0 w 141"/>
                <a:gd name="GluePoint15Y" fmla="*/ 217 h 217"/>
                <a:gd name="GluePoint16X" fmla="*/ 98 w 141"/>
                <a:gd name="GluePoint16Y" fmla="*/ 201 h 217"/>
                <a:gd name="GluePoint17X" fmla="*/ 111 w 141"/>
                <a:gd name="GluePoint17Y" fmla="*/ 207 h 217"/>
                <a:gd name="GluePoint18X" fmla="*/ 124 w 141"/>
                <a:gd name="GluePoint18Y" fmla="*/ 201 h 217"/>
                <a:gd name="GluePoint19X" fmla="*/ 135 w 141"/>
                <a:gd name="GluePoint19Y" fmla="*/ 206 h 217"/>
                <a:gd name="GluePoint20X" fmla="*/ 135 w 141"/>
                <a:gd name="GluePoint20Y" fmla="*/ 6 h 217"/>
                <a:gd name="GluePoint21X" fmla="*/ 51 w 141"/>
                <a:gd name="GluePoint21Y" fmla="*/ 6 h 217"/>
                <a:gd name="GluePoint22X" fmla="*/ 7 w 141"/>
                <a:gd name="GluePoint22Y" fmla="*/ 52 h 217"/>
                <a:gd name="GluePoint23X" fmla="*/ 7 w 141"/>
                <a:gd name="GluePoint23Y" fmla="*/ 206 h 217"/>
                <a:gd name="GluePoint24X" fmla="*/ 17 w 141"/>
                <a:gd name="GluePoint24Y" fmla="*/ 201 h 217"/>
                <a:gd name="GluePoint25X" fmla="*/ 30 w 141"/>
                <a:gd name="GluePoint25Y" fmla="*/ 207 h 217"/>
                <a:gd name="GluePoint26X" fmla="*/ 44 w 141"/>
                <a:gd name="GluePoint26Y" fmla="*/ 201 h 217"/>
                <a:gd name="GluePoint27X" fmla="*/ 57 w 141"/>
                <a:gd name="GluePoint27Y" fmla="*/ 207 h 217"/>
                <a:gd name="GluePoint28X" fmla="*/ 71 w 141"/>
                <a:gd name="GluePoint28Y" fmla="*/ 201 h 217"/>
                <a:gd name="GluePoint29X" fmla="*/ 84 w 141"/>
                <a:gd name="GluePoint29Y" fmla="*/ 207 h 217"/>
                <a:gd name="GluePoint30X" fmla="*/ 98 w 141"/>
                <a:gd name="GluePoint30Y" fmla="*/ 201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4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4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1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12" name="Freeform 351"/>
            <p:cNvSpPr/>
            <p:nvPr/>
          </p:nvSpPr>
          <p:spPr>
            <a:xfrm>
              <a:off x="3702960" y="3232440"/>
              <a:ext cx="71280" cy="7128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71280"/>
                <a:gd name="textAreaBottom" fmla="*/ 71640 h 71280"/>
                <a:gd name="GluePoint1X" fmla="*/ 51 w 51"/>
                <a:gd name="GluePoint1Y" fmla="*/ 51 h 51"/>
                <a:gd name="GluePoint2X" fmla="*/ 0 w 51"/>
                <a:gd name="GluePoint2Y" fmla="*/ 51 h 51"/>
                <a:gd name="GluePoint3X" fmla="*/ 0 w 51"/>
                <a:gd name="GluePoint3Y" fmla="*/ 44 h 51"/>
                <a:gd name="GluePoint4X" fmla="*/ 44 w 51"/>
                <a:gd name="GluePoint4Y" fmla="*/ 44 h 51"/>
                <a:gd name="GluePoint5X" fmla="*/ 44 w 51"/>
                <a:gd name="GluePoint5Y" fmla="*/ 0 h 51"/>
                <a:gd name="GluePoint6X" fmla="*/ 51 w 51"/>
                <a:gd name="GluePoint6Y" fmla="*/ 0 h 51"/>
                <a:gd name="GluePoint7X" fmla="*/ 51 w 51"/>
                <a:gd name="GluePoint7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13" name="Rectangle 352"/>
            <p:cNvSpPr/>
            <p:nvPr/>
          </p:nvSpPr>
          <p:spPr>
            <a:xfrm>
              <a:off x="3792960" y="3326760"/>
              <a:ext cx="9360" cy="1278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14" name="Rectangle 353"/>
            <p:cNvSpPr/>
            <p:nvPr/>
          </p:nvSpPr>
          <p:spPr>
            <a:xfrm>
              <a:off x="3746520" y="3322800"/>
              <a:ext cx="1036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15" name="Freeform 354"/>
            <p:cNvSpPr/>
            <p:nvPr/>
          </p:nvSpPr>
          <p:spPr>
            <a:xfrm>
              <a:off x="3771720" y="3348000"/>
              <a:ext cx="51840" cy="3492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34920"/>
                <a:gd name="textAreaBottom" fmla="*/ 35280 h 34920"/>
                <a:gd name="GluePoint1X" fmla="*/ 34 w 37"/>
                <a:gd name="GluePoint1Y" fmla="*/ 0 h 25"/>
                <a:gd name="GluePoint2X" fmla="*/ 37 w 37"/>
                <a:gd name="GluePoint2Y" fmla="*/ 5 h 25"/>
                <a:gd name="GluePoint3X" fmla="*/ 4 w 37"/>
                <a:gd name="GluePoint3Y" fmla="*/ 25 h 25"/>
                <a:gd name="GluePoint4X" fmla="*/ 0 w 37"/>
                <a:gd name="GluePoint4Y" fmla="*/ 20 h 25"/>
                <a:gd name="GluePoint5X" fmla="*/ 34 w 37"/>
                <a:gd name="GluePoint5Y" fmla="*/ 0 h 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7" h="25">
                  <a:moveTo>
                    <a:pt x="34" y="0"/>
                  </a:moveTo>
                  <a:lnTo>
                    <a:pt x="37" y="5"/>
                  </a:lnTo>
                  <a:lnTo>
                    <a:pt x="4" y="25"/>
                  </a:lnTo>
                  <a:lnTo>
                    <a:pt x="0" y="2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7640" bIns="17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16" name="Freeform 355"/>
            <p:cNvSpPr/>
            <p:nvPr/>
          </p:nvSpPr>
          <p:spPr>
            <a:xfrm>
              <a:off x="3771720" y="3370320"/>
              <a:ext cx="51840" cy="3636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36360"/>
                <a:gd name="textAreaBottom" fmla="*/ 36720 h 36360"/>
                <a:gd name="GluePoint1X" fmla="*/ 34 w 37"/>
                <a:gd name="GluePoint1Y" fmla="*/ 0 h 26"/>
                <a:gd name="GluePoint2X" fmla="*/ 37 w 37"/>
                <a:gd name="GluePoint2Y" fmla="*/ 6 h 26"/>
                <a:gd name="GluePoint3X" fmla="*/ 4 w 37"/>
                <a:gd name="GluePoint3Y" fmla="*/ 26 h 26"/>
                <a:gd name="GluePoint4X" fmla="*/ 0 w 37"/>
                <a:gd name="GluePoint4Y" fmla="*/ 21 h 26"/>
                <a:gd name="GluePoint5X" fmla="*/ 34 w 37"/>
                <a:gd name="GluePoint5Y" fmla="*/ 0 h 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7" h="26">
                  <a:moveTo>
                    <a:pt x="34" y="0"/>
                  </a:moveTo>
                  <a:lnTo>
                    <a:pt x="37" y="6"/>
                  </a:lnTo>
                  <a:lnTo>
                    <a:pt x="4" y="26"/>
                  </a:lnTo>
                  <a:lnTo>
                    <a:pt x="0" y="2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360" bIns="18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17" name="Группа 498"/>
          <p:cNvGrpSpPr/>
          <p:nvPr/>
        </p:nvGrpSpPr>
        <p:grpSpPr>
          <a:xfrm>
            <a:off x="4091400" y="3228480"/>
            <a:ext cx="198000" cy="304920"/>
            <a:chOff x="4091400" y="3228480"/>
            <a:chExt cx="198000" cy="304920"/>
          </a:xfrm>
        </p:grpSpPr>
        <p:sp>
          <p:nvSpPr>
            <p:cNvPr id="2818" name="Freeform 356"/>
            <p:cNvSpPr/>
            <p:nvPr/>
          </p:nvSpPr>
          <p:spPr>
            <a:xfrm>
              <a:off x="4091400" y="3228480"/>
              <a:ext cx="198000" cy="30492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4920"/>
                <a:gd name="textAreaBottom" fmla="*/ 305280 h 304920"/>
                <a:gd name="GluePoint1X" fmla="*/ 0 w 141"/>
                <a:gd name="GluePoint1Y" fmla="*/ 217 h 217"/>
                <a:gd name="GluePoint2X" fmla="*/ 0 w 141"/>
                <a:gd name="GluePoint2Y" fmla="*/ 48 h 217"/>
                <a:gd name="GluePoint3X" fmla="*/ 49 w 141"/>
                <a:gd name="GluePoint3Y" fmla="*/ 0 h 217"/>
                <a:gd name="GluePoint4X" fmla="*/ 141 w 141"/>
                <a:gd name="GluePoint4Y" fmla="*/ 0 h 217"/>
                <a:gd name="GluePoint5X" fmla="*/ 141 w 141"/>
                <a:gd name="GluePoint5Y" fmla="*/ 217 h 217"/>
                <a:gd name="GluePoint6X" fmla="*/ 125 w 141"/>
                <a:gd name="GluePoint6Y" fmla="*/ 208 h 217"/>
                <a:gd name="GluePoint7X" fmla="*/ 111 w 141"/>
                <a:gd name="GluePoint7Y" fmla="*/ 215 h 217"/>
                <a:gd name="GluePoint8X" fmla="*/ 98 w 141"/>
                <a:gd name="GluePoint8Y" fmla="*/ 208 h 217"/>
                <a:gd name="GluePoint9X" fmla="*/ 84 w 141"/>
                <a:gd name="GluePoint9Y" fmla="*/ 215 h 217"/>
                <a:gd name="GluePoint10X" fmla="*/ 71 w 141"/>
                <a:gd name="GluePoint10Y" fmla="*/ 208 h 217"/>
                <a:gd name="GluePoint11X" fmla="*/ 57 w 141"/>
                <a:gd name="GluePoint11Y" fmla="*/ 215 h 217"/>
                <a:gd name="GluePoint12X" fmla="*/ 44 w 141"/>
                <a:gd name="GluePoint12Y" fmla="*/ 208 h 217"/>
                <a:gd name="GluePoint13X" fmla="*/ 30 w 141"/>
                <a:gd name="GluePoint13Y" fmla="*/ 215 h 217"/>
                <a:gd name="GluePoint14X" fmla="*/ 17 w 141"/>
                <a:gd name="GluePoint14Y" fmla="*/ 208 h 217"/>
                <a:gd name="GluePoint15X" fmla="*/ 0 w 141"/>
                <a:gd name="GluePoint15Y" fmla="*/ 217 h 217"/>
                <a:gd name="GluePoint16X" fmla="*/ 98 w 141"/>
                <a:gd name="GluePoint16Y" fmla="*/ 201 h 217"/>
                <a:gd name="GluePoint17X" fmla="*/ 111 w 141"/>
                <a:gd name="GluePoint17Y" fmla="*/ 207 h 217"/>
                <a:gd name="GluePoint18X" fmla="*/ 125 w 141"/>
                <a:gd name="GluePoint18Y" fmla="*/ 201 h 217"/>
                <a:gd name="GluePoint19X" fmla="*/ 135 w 141"/>
                <a:gd name="GluePoint19Y" fmla="*/ 206 h 217"/>
                <a:gd name="GluePoint20X" fmla="*/ 135 w 141"/>
                <a:gd name="GluePoint20Y" fmla="*/ 6 h 217"/>
                <a:gd name="GluePoint21X" fmla="*/ 51 w 141"/>
                <a:gd name="GluePoint21Y" fmla="*/ 6 h 217"/>
                <a:gd name="GluePoint22X" fmla="*/ 7 w 141"/>
                <a:gd name="GluePoint22Y" fmla="*/ 52 h 217"/>
                <a:gd name="GluePoint23X" fmla="*/ 7 w 141"/>
                <a:gd name="GluePoint23Y" fmla="*/ 206 h 217"/>
                <a:gd name="GluePoint24X" fmla="*/ 17 w 141"/>
                <a:gd name="GluePoint24Y" fmla="*/ 201 h 217"/>
                <a:gd name="GluePoint25X" fmla="*/ 30 w 141"/>
                <a:gd name="GluePoint25Y" fmla="*/ 207 h 217"/>
                <a:gd name="GluePoint26X" fmla="*/ 44 w 141"/>
                <a:gd name="GluePoint26Y" fmla="*/ 201 h 217"/>
                <a:gd name="GluePoint27X" fmla="*/ 57 w 141"/>
                <a:gd name="GluePoint27Y" fmla="*/ 207 h 217"/>
                <a:gd name="GluePoint28X" fmla="*/ 71 w 141"/>
                <a:gd name="GluePoint28Y" fmla="*/ 201 h 217"/>
                <a:gd name="GluePoint29X" fmla="*/ 84 w 141"/>
                <a:gd name="GluePoint29Y" fmla="*/ 207 h 217"/>
                <a:gd name="GluePoint30X" fmla="*/ 98 w 141"/>
                <a:gd name="GluePoint30Y" fmla="*/ 201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1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19" name="Freeform 357"/>
            <p:cNvSpPr/>
            <p:nvPr/>
          </p:nvSpPr>
          <p:spPr>
            <a:xfrm>
              <a:off x="4095360" y="3232440"/>
              <a:ext cx="71280" cy="71280"/>
            </a:xfrm>
            <a:custGeom>
              <a:avLst/>
              <a:gdLst>
                <a:gd name="textAreaLeft" fmla="*/ 0 w 71280"/>
                <a:gd name="textAreaRight" fmla="*/ 71640 w 71280"/>
                <a:gd name="textAreaTop" fmla="*/ 0 h 71280"/>
                <a:gd name="textAreaBottom" fmla="*/ 71640 h 71280"/>
                <a:gd name="GluePoint1X" fmla="*/ 51 w 51"/>
                <a:gd name="GluePoint1Y" fmla="*/ 51 h 51"/>
                <a:gd name="GluePoint2X" fmla="*/ 0 w 51"/>
                <a:gd name="GluePoint2Y" fmla="*/ 51 h 51"/>
                <a:gd name="GluePoint3X" fmla="*/ 0 w 51"/>
                <a:gd name="GluePoint3Y" fmla="*/ 44 h 51"/>
                <a:gd name="GluePoint4X" fmla="*/ 44 w 51"/>
                <a:gd name="GluePoint4Y" fmla="*/ 44 h 51"/>
                <a:gd name="GluePoint5X" fmla="*/ 44 w 51"/>
                <a:gd name="GluePoint5Y" fmla="*/ 0 h 51"/>
                <a:gd name="GluePoint6X" fmla="*/ 51 w 51"/>
                <a:gd name="GluePoint6Y" fmla="*/ 0 h 51"/>
                <a:gd name="GluePoint7X" fmla="*/ 51 w 51"/>
                <a:gd name="GluePoint7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1" h="51">
                  <a:moveTo>
                    <a:pt x="51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4" y="44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20" name="Freeform 358"/>
            <p:cNvSpPr/>
            <p:nvPr/>
          </p:nvSpPr>
          <p:spPr>
            <a:xfrm>
              <a:off x="4119480" y="3321360"/>
              <a:ext cx="141840" cy="13320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133200"/>
                <a:gd name="textAreaBottom" fmla="*/ 133560 h 133200"/>
                <a:gd name="GluePoint1X" fmla="*/ 80 w 101"/>
                <a:gd name="GluePoint1Y" fmla="*/ 95 h 95"/>
                <a:gd name="GluePoint2X" fmla="*/ 72 w 101"/>
                <a:gd name="GluePoint2Y" fmla="*/ 95 h 95"/>
                <a:gd name="GluePoint3X" fmla="*/ 52 w 101"/>
                <a:gd name="GluePoint3Y" fmla="*/ 11 h 95"/>
                <a:gd name="GluePoint4X" fmla="*/ 50 w 101"/>
                <a:gd name="GluePoint4Y" fmla="*/ 11 h 95"/>
                <a:gd name="GluePoint5X" fmla="*/ 30 w 101"/>
                <a:gd name="GluePoint5Y" fmla="*/ 95 h 95"/>
                <a:gd name="GluePoint6X" fmla="*/ 21 w 101"/>
                <a:gd name="GluePoint6Y" fmla="*/ 95 h 95"/>
                <a:gd name="GluePoint7X" fmla="*/ 0 w 101"/>
                <a:gd name="GluePoint7Y" fmla="*/ 2 h 95"/>
                <a:gd name="GluePoint8X" fmla="*/ 7 w 101"/>
                <a:gd name="GluePoint8Y" fmla="*/ 0 h 95"/>
                <a:gd name="GluePoint9X" fmla="*/ 26 w 101"/>
                <a:gd name="GluePoint9Y" fmla="*/ 84 h 95"/>
                <a:gd name="GluePoint10X" fmla="*/ 45 w 101"/>
                <a:gd name="GluePoint10Y" fmla="*/ 4 h 95"/>
                <a:gd name="GluePoint11X" fmla="*/ 57 w 101"/>
                <a:gd name="GluePoint11Y" fmla="*/ 4 h 95"/>
                <a:gd name="GluePoint12X" fmla="*/ 76 w 101"/>
                <a:gd name="GluePoint12Y" fmla="*/ 84 h 95"/>
                <a:gd name="GluePoint13X" fmla="*/ 94 w 101"/>
                <a:gd name="GluePoint13Y" fmla="*/ 0 h 95"/>
                <a:gd name="GluePoint14X" fmla="*/ 101 w 101"/>
                <a:gd name="GluePoint14Y" fmla="*/ 2 h 95"/>
                <a:gd name="GluePoint15X" fmla="*/ 80 w 101"/>
                <a:gd name="GluePoint15Y" fmla="*/ 95 h 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01" h="95">
                  <a:moveTo>
                    <a:pt x="80" y="95"/>
                  </a:moveTo>
                  <a:lnTo>
                    <a:pt x="72" y="95"/>
                  </a:lnTo>
                  <a:lnTo>
                    <a:pt x="52" y="11"/>
                  </a:lnTo>
                  <a:lnTo>
                    <a:pt x="50" y="11"/>
                  </a:lnTo>
                  <a:lnTo>
                    <a:pt x="30" y="95"/>
                  </a:lnTo>
                  <a:lnTo>
                    <a:pt x="21" y="95"/>
                  </a:lnTo>
                  <a:lnTo>
                    <a:pt x="0" y="2"/>
                  </a:lnTo>
                  <a:lnTo>
                    <a:pt x="7" y="0"/>
                  </a:lnTo>
                  <a:lnTo>
                    <a:pt x="26" y="84"/>
                  </a:lnTo>
                  <a:lnTo>
                    <a:pt x="45" y="4"/>
                  </a:lnTo>
                  <a:lnTo>
                    <a:pt x="57" y="4"/>
                  </a:lnTo>
                  <a:lnTo>
                    <a:pt x="76" y="84"/>
                  </a:lnTo>
                  <a:lnTo>
                    <a:pt x="94" y="0"/>
                  </a:lnTo>
                  <a:lnTo>
                    <a:pt x="101" y="2"/>
                  </a:lnTo>
                  <a:lnTo>
                    <a:pt x="80" y="9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21" name="Rectangle 359"/>
            <p:cNvSpPr/>
            <p:nvPr/>
          </p:nvSpPr>
          <p:spPr>
            <a:xfrm>
              <a:off x="4115160" y="3374640"/>
              <a:ext cx="1515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22" name="Rectangle 360"/>
            <p:cNvSpPr/>
            <p:nvPr/>
          </p:nvSpPr>
          <p:spPr>
            <a:xfrm>
              <a:off x="4115160" y="3398760"/>
              <a:ext cx="1515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23" name="Группа 499"/>
          <p:cNvGrpSpPr/>
          <p:nvPr/>
        </p:nvGrpSpPr>
        <p:grpSpPr>
          <a:xfrm>
            <a:off x="4483800" y="3228480"/>
            <a:ext cx="198000" cy="304920"/>
            <a:chOff x="4483800" y="3228480"/>
            <a:chExt cx="198000" cy="304920"/>
          </a:xfrm>
        </p:grpSpPr>
        <p:sp>
          <p:nvSpPr>
            <p:cNvPr id="2824" name="Freeform 361"/>
            <p:cNvSpPr/>
            <p:nvPr/>
          </p:nvSpPr>
          <p:spPr>
            <a:xfrm>
              <a:off x="4483800" y="3228480"/>
              <a:ext cx="198000" cy="30492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304920"/>
                <a:gd name="textAreaBottom" fmla="*/ 305280 h 304920"/>
                <a:gd name="GluePoint1X" fmla="*/ 0 w 141"/>
                <a:gd name="GluePoint1Y" fmla="*/ 217 h 217"/>
                <a:gd name="GluePoint2X" fmla="*/ 0 w 141"/>
                <a:gd name="GluePoint2Y" fmla="*/ 48 h 217"/>
                <a:gd name="GluePoint3X" fmla="*/ 49 w 141"/>
                <a:gd name="GluePoint3Y" fmla="*/ 0 h 217"/>
                <a:gd name="GluePoint4X" fmla="*/ 141 w 141"/>
                <a:gd name="GluePoint4Y" fmla="*/ 0 h 217"/>
                <a:gd name="GluePoint5X" fmla="*/ 141 w 141"/>
                <a:gd name="GluePoint5Y" fmla="*/ 217 h 217"/>
                <a:gd name="GluePoint6X" fmla="*/ 125 w 141"/>
                <a:gd name="GluePoint6Y" fmla="*/ 208 h 217"/>
                <a:gd name="GluePoint7X" fmla="*/ 111 w 141"/>
                <a:gd name="GluePoint7Y" fmla="*/ 215 h 217"/>
                <a:gd name="GluePoint8X" fmla="*/ 98 w 141"/>
                <a:gd name="GluePoint8Y" fmla="*/ 208 h 217"/>
                <a:gd name="GluePoint9X" fmla="*/ 84 w 141"/>
                <a:gd name="GluePoint9Y" fmla="*/ 215 h 217"/>
                <a:gd name="GluePoint10X" fmla="*/ 71 w 141"/>
                <a:gd name="GluePoint10Y" fmla="*/ 208 h 217"/>
                <a:gd name="GluePoint11X" fmla="*/ 57 w 141"/>
                <a:gd name="GluePoint11Y" fmla="*/ 215 h 217"/>
                <a:gd name="GluePoint12X" fmla="*/ 44 w 141"/>
                <a:gd name="GluePoint12Y" fmla="*/ 208 h 217"/>
                <a:gd name="GluePoint13X" fmla="*/ 30 w 141"/>
                <a:gd name="GluePoint13Y" fmla="*/ 215 h 217"/>
                <a:gd name="GluePoint14X" fmla="*/ 17 w 141"/>
                <a:gd name="GluePoint14Y" fmla="*/ 208 h 217"/>
                <a:gd name="GluePoint15X" fmla="*/ 0 w 141"/>
                <a:gd name="GluePoint15Y" fmla="*/ 217 h 217"/>
                <a:gd name="GluePoint16X" fmla="*/ 98 w 141"/>
                <a:gd name="GluePoint16Y" fmla="*/ 201 h 217"/>
                <a:gd name="GluePoint17X" fmla="*/ 111 w 141"/>
                <a:gd name="GluePoint17Y" fmla="*/ 207 h 217"/>
                <a:gd name="GluePoint18X" fmla="*/ 125 w 141"/>
                <a:gd name="GluePoint18Y" fmla="*/ 201 h 217"/>
                <a:gd name="GluePoint19X" fmla="*/ 135 w 141"/>
                <a:gd name="GluePoint19Y" fmla="*/ 206 h 217"/>
                <a:gd name="GluePoint20X" fmla="*/ 135 w 141"/>
                <a:gd name="GluePoint20Y" fmla="*/ 6 h 217"/>
                <a:gd name="GluePoint21X" fmla="*/ 52 w 141"/>
                <a:gd name="GluePoint21Y" fmla="*/ 6 h 217"/>
                <a:gd name="GluePoint22X" fmla="*/ 7 w 141"/>
                <a:gd name="GluePoint22Y" fmla="*/ 52 h 217"/>
                <a:gd name="GluePoint23X" fmla="*/ 7 w 141"/>
                <a:gd name="GluePoint23Y" fmla="*/ 206 h 217"/>
                <a:gd name="GluePoint24X" fmla="*/ 17 w 141"/>
                <a:gd name="GluePoint24Y" fmla="*/ 201 h 217"/>
                <a:gd name="GluePoint25X" fmla="*/ 30 w 141"/>
                <a:gd name="GluePoint25Y" fmla="*/ 207 h 217"/>
                <a:gd name="GluePoint26X" fmla="*/ 44 w 141"/>
                <a:gd name="GluePoint26Y" fmla="*/ 201 h 217"/>
                <a:gd name="GluePoint27X" fmla="*/ 57 w 141"/>
                <a:gd name="GluePoint27Y" fmla="*/ 207 h 217"/>
                <a:gd name="GluePoint28X" fmla="*/ 71 w 141"/>
                <a:gd name="GluePoint28Y" fmla="*/ 201 h 217"/>
                <a:gd name="GluePoint29X" fmla="*/ 84 w 141"/>
                <a:gd name="GluePoint29Y" fmla="*/ 207 h 217"/>
                <a:gd name="GluePoint30X" fmla="*/ 98 w 141"/>
                <a:gd name="GluePoint30Y" fmla="*/ 201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1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1" y="0"/>
                  </a:lnTo>
                  <a:lnTo>
                    <a:pt x="141" y="217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0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0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25" name="Freeform 362"/>
            <p:cNvSpPr/>
            <p:nvPr/>
          </p:nvSpPr>
          <p:spPr>
            <a:xfrm>
              <a:off x="4489560" y="3232440"/>
              <a:ext cx="69840" cy="7128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71280"/>
                <a:gd name="textAreaBottom" fmla="*/ 71640 h 71280"/>
                <a:gd name="GluePoint1X" fmla="*/ 50 w 50"/>
                <a:gd name="GluePoint1Y" fmla="*/ 51 h 51"/>
                <a:gd name="GluePoint2X" fmla="*/ 0 w 50"/>
                <a:gd name="GluePoint2Y" fmla="*/ 51 h 51"/>
                <a:gd name="GluePoint3X" fmla="*/ 0 w 50"/>
                <a:gd name="GluePoint3Y" fmla="*/ 44 h 51"/>
                <a:gd name="GluePoint4X" fmla="*/ 43 w 50"/>
                <a:gd name="GluePoint4Y" fmla="*/ 44 h 51"/>
                <a:gd name="GluePoint5X" fmla="*/ 43 w 50"/>
                <a:gd name="GluePoint5Y" fmla="*/ 0 h 51"/>
                <a:gd name="GluePoint6X" fmla="*/ 50 w 50"/>
                <a:gd name="GluePoint6Y" fmla="*/ 0 h 51"/>
                <a:gd name="GluePoint7X" fmla="*/ 50 w 50"/>
                <a:gd name="GluePoint7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1">
                  <a:moveTo>
                    <a:pt x="50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26" name="Freeform 363"/>
            <p:cNvSpPr/>
            <p:nvPr/>
          </p:nvSpPr>
          <p:spPr>
            <a:xfrm>
              <a:off x="4533120" y="3329640"/>
              <a:ext cx="54360" cy="12492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124920"/>
                <a:gd name="textAreaBottom" fmla="*/ 125280 h 124920"/>
                <a:gd name="GluePoint1X" fmla="*/ 39 w 39"/>
                <a:gd name="GluePoint1Y" fmla="*/ 89 h 89"/>
                <a:gd name="GluePoint2X" fmla="*/ 32 w 39"/>
                <a:gd name="GluePoint2Y" fmla="*/ 89 h 89"/>
                <a:gd name="GluePoint3X" fmla="*/ 32 w 39"/>
                <a:gd name="GluePoint3Y" fmla="*/ 50 h 89"/>
                <a:gd name="GluePoint4X" fmla="*/ 0 w 39"/>
                <a:gd name="GluePoint4Y" fmla="*/ 3 h 89"/>
                <a:gd name="GluePoint5X" fmla="*/ 5 w 39"/>
                <a:gd name="GluePoint5Y" fmla="*/ 0 h 89"/>
                <a:gd name="GluePoint6X" fmla="*/ 39 w 39"/>
                <a:gd name="GluePoint6Y" fmla="*/ 48 h 89"/>
                <a:gd name="GluePoint7X" fmla="*/ 39 w 39"/>
                <a:gd name="GluePoint7Y" fmla="*/ 89 h 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39" h="89">
                  <a:moveTo>
                    <a:pt x="39" y="89"/>
                  </a:moveTo>
                  <a:lnTo>
                    <a:pt x="32" y="89"/>
                  </a:lnTo>
                  <a:lnTo>
                    <a:pt x="32" y="50"/>
                  </a:lnTo>
                  <a:lnTo>
                    <a:pt x="0" y="3"/>
                  </a:lnTo>
                  <a:lnTo>
                    <a:pt x="5" y="0"/>
                  </a:lnTo>
                  <a:lnTo>
                    <a:pt x="39" y="48"/>
                  </a:lnTo>
                  <a:lnTo>
                    <a:pt x="39" y="8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27" name="Freeform 364"/>
            <p:cNvSpPr/>
            <p:nvPr/>
          </p:nvSpPr>
          <p:spPr>
            <a:xfrm>
              <a:off x="4579560" y="3329640"/>
              <a:ext cx="54360" cy="7128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71280"/>
                <a:gd name="textAreaBottom" fmla="*/ 71640 h 71280"/>
                <a:gd name="GluePoint1X" fmla="*/ 34 w 39"/>
                <a:gd name="GluePoint1Y" fmla="*/ 0 h 51"/>
                <a:gd name="GluePoint2X" fmla="*/ 39 w 39"/>
                <a:gd name="GluePoint2Y" fmla="*/ 3 h 51"/>
                <a:gd name="GluePoint3X" fmla="*/ 5 w 39"/>
                <a:gd name="GluePoint3Y" fmla="*/ 51 h 51"/>
                <a:gd name="GluePoint4X" fmla="*/ 0 w 39"/>
                <a:gd name="GluePoint4Y" fmla="*/ 47 h 51"/>
                <a:gd name="GluePoint5X" fmla="*/ 34 w 39"/>
                <a:gd name="GluePoint5Y" fmla="*/ 0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9" h="51">
                  <a:moveTo>
                    <a:pt x="34" y="0"/>
                  </a:moveTo>
                  <a:lnTo>
                    <a:pt x="39" y="3"/>
                  </a:lnTo>
                  <a:lnTo>
                    <a:pt x="5" y="51"/>
                  </a:lnTo>
                  <a:lnTo>
                    <a:pt x="0" y="4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28" name="Rectangle 365"/>
            <p:cNvSpPr/>
            <p:nvPr/>
          </p:nvSpPr>
          <p:spPr>
            <a:xfrm>
              <a:off x="4541760" y="3402720"/>
              <a:ext cx="842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29" name="Rectangle 366"/>
            <p:cNvSpPr/>
            <p:nvPr/>
          </p:nvSpPr>
          <p:spPr>
            <a:xfrm>
              <a:off x="4593600" y="3378960"/>
              <a:ext cx="320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30" name="Rectangle 367"/>
            <p:cNvSpPr/>
            <p:nvPr/>
          </p:nvSpPr>
          <p:spPr>
            <a:xfrm>
              <a:off x="4541760" y="3378960"/>
              <a:ext cx="320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31" name="Группа 500"/>
          <p:cNvGrpSpPr/>
          <p:nvPr/>
        </p:nvGrpSpPr>
        <p:grpSpPr>
          <a:xfrm>
            <a:off x="4876560" y="3228480"/>
            <a:ext cx="199440" cy="304920"/>
            <a:chOff x="4876560" y="3228480"/>
            <a:chExt cx="199440" cy="304920"/>
          </a:xfrm>
        </p:grpSpPr>
        <p:sp>
          <p:nvSpPr>
            <p:cNvPr id="2832" name="Freeform 368"/>
            <p:cNvSpPr/>
            <p:nvPr/>
          </p:nvSpPr>
          <p:spPr>
            <a:xfrm>
              <a:off x="4876560" y="3228480"/>
              <a:ext cx="199440" cy="304920"/>
            </a:xfrm>
            <a:custGeom>
              <a:avLst/>
              <a:gdLst>
                <a:gd name="textAreaLeft" fmla="*/ 0 w 199440"/>
                <a:gd name="textAreaRight" fmla="*/ 199800 w 199440"/>
                <a:gd name="textAreaTop" fmla="*/ 0 h 304920"/>
                <a:gd name="textAreaBottom" fmla="*/ 305280 h 304920"/>
                <a:gd name="GluePoint1X" fmla="*/ 0 w 142"/>
                <a:gd name="GluePoint1Y" fmla="*/ 217 h 217"/>
                <a:gd name="GluePoint2X" fmla="*/ 0 w 142"/>
                <a:gd name="GluePoint2Y" fmla="*/ 48 h 217"/>
                <a:gd name="GluePoint3X" fmla="*/ 49 w 142"/>
                <a:gd name="GluePoint3Y" fmla="*/ 0 h 217"/>
                <a:gd name="GluePoint4X" fmla="*/ 142 w 142"/>
                <a:gd name="GluePoint4Y" fmla="*/ 0 h 217"/>
                <a:gd name="GluePoint5X" fmla="*/ 142 w 142"/>
                <a:gd name="GluePoint5Y" fmla="*/ 217 h 217"/>
                <a:gd name="GluePoint6X" fmla="*/ 125 w 142"/>
                <a:gd name="GluePoint6Y" fmla="*/ 208 h 217"/>
                <a:gd name="GluePoint7X" fmla="*/ 111 w 142"/>
                <a:gd name="GluePoint7Y" fmla="*/ 215 h 217"/>
                <a:gd name="GluePoint8X" fmla="*/ 98 w 142"/>
                <a:gd name="GluePoint8Y" fmla="*/ 208 h 217"/>
                <a:gd name="GluePoint9X" fmla="*/ 84 w 142"/>
                <a:gd name="GluePoint9Y" fmla="*/ 215 h 217"/>
                <a:gd name="GluePoint10X" fmla="*/ 71 w 142"/>
                <a:gd name="GluePoint10Y" fmla="*/ 208 h 217"/>
                <a:gd name="GluePoint11X" fmla="*/ 57 w 142"/>
                <a:gd name="GluePoint11Y" fmla="*/ 215 h 217"/>
                <a:gd name="GluePoint12X" fmla="*/ 44 w 142"/>
                <a:gd name="GluePoint12Y" fmla="*/ 208 h 217"/>
                <a:gd name="GluePoint13X" fmla="*/ 31 w 142"/>
                <a:gd name="GluePoint13Y" fmla="*/ 215 h 217"/>
                <a:gd name="GluePoint14X" fmla="*/ 17 w 142"/>
                <a:gd name="GluePoint14Y" fmla="*/ 208 h 217"/>
                <a:gd name="GluePoint15X" fmla="*/ 0 w 142"/>
                <a:gd name="GluePoint15Y" fmla="*/ 217 h 217"/>
                <a:gd name="GluePoint16X" fmla="*/ 98 w 142"/>
                <a:gd name="GluePoint16Y" fmla="*/ 201 h 217"/>
                <a:gd name="GluePoint17X" fmla="*/ 111 w 142"/>
                <a:gd name="GluePoint17Y" fmla="*/ 207 h 217"/>
                <a:gd name="GluePoint18X" fmla="*/ 125 w 142"/>
                <a:gd name="GluePoint18Y" fmla="*/ 201 h 217"/>
                <a:gd name="GluePoint19X" fmla="*/ 135 w 142"/>
                <a:gd name="GluePoint19Y" fmla="*/ 206 h 217"/>
                <a:gd name="GluePoint20X" fmla="*/ 135 w 142"/>
                <a:gd name="GluePoint20Y" fmla="*/ 6 h 217"/>
                <a:gd name="GluePoint21X" fmla="*/ 52 w 142"/>
                <a:gd name="GluePoint21Y" fmla="*/ 6 h 217"/>
                <a:gd name="GluePoint22X" fmla="*/ 7 w 142"/>
                <a:gd name="GluePoint22Y" fmla="*/ 52 h 217"/>
                <a:gd name="GluePoint23X" fmla="*/ 7 w 142"/>
                <a:gd name="GluePoint23Y" fmla="*/ 206 h 217"/>
                <a:gd name="GluePoint24X" fmla="*/ 17 w 142"/>
                <a:gd name="GluePoint24Y" fmla="*/ 201 h 217"/>
                <a:gd name="GluePoint25X" fmla="*/ 31 w 142"/>
                <a:gd name="GluePoint25Y" fmla="*/ 207 h 217"/>
                <a:gd name="GluePoint26X" fmla="*/ 44 w 142"/>
                <a:gd name="GluePoint26Y" fmla="*/ 201 h 217"/>
                <a:gd name="GluePoint27X" fmla="*/ 57 w 142"/>
                <a:gd name="GluePoint27Y" fmla="*/ 207 h 217"/>
                <a:gd name="GluePoint28X" fmla="*/ 71 w 142"/>
                <a:gd name="GluePoint28Y" fmla="*/ 201 h 217"/>
                <a:gd name="GluePoint29X" fmla="*/ 84 w 142"/>
                <a:gd name="GluePoint29Y" fmla="*/ 207 h 217"/>
                <a:gd name="GluePoint30X" fmla="*/ 98 w 142"/>
                <a:gd name="GluePoint30Y" fmla="*/ 201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2" h="217">
                  <a:moveTo>
                    <a:pt x="0" y="217"/>
                  </a:moveTo>
                  <a:lnTo>
                    <a:pt x="0" y="48"/>
                  </a:lnTo>
                  <a:lnTo>
                    <a:pt x="49" y="0"/>
                  </a:lnTo>
                  <a:lnTo>
                    <a:pt x="142" y="0"/>
                  </a:lnTo>
                  <a:lnTo>
                    <a:pt x="142" y="217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7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2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7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33" name="Freeform 369"/>
            <p:cNvSpPr/>
            <p:nvPr/>
          </p:nvSpPr>
          <p:spPr>
            <a:xfrm>
              <a:off x="4882320" y="3232440"/>
              <a:ext cx="69840" cy="7128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71280"/>
                <a:gd name="textAreaBottom" fmla="*/ 71640 h 71280"/>
                <a:gd name="GluePoint1X" fmla="*/ 50 w 50"/>
                <a:gd name="GluePoint1Y" fmla="*/ 51 h 51"/>
                <a:gd name="GluePoint2X" fmla="*/ 0 w 50"/>
                <a:gd name="GluePoint2Y" fmla="*/ 51 h 51"/>
                <a:gd name="GluePoint3X" fmla="*/ 0 w 50"/>
                <a:gd name="GluePoint3Y" fmla="*/ 44 h 51"/>
                <a:gd name="GluePoint4X" fmla="*/ 43 w 50"/>
                <a:gd name="GluePoint4Y" fmla="*/ 44 h 51"/>
                <a:gd name="GluePoint5X" fmla="*/ 43 w 50"/>
                <a:gd name="GluePoint5Y" fmla="*/ 0 h 51"/>
                <a:gd name="GluePoint6X" fmla="*/ 50 w 50"/>
                <a:gd name="GluePoint6Y" fmla="*/ 0 h 51"/>
                <a:gd name="GluePoint7X" fmla="*/ 50 w 50"/>
                <a:gd name="GluePoint7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1">
                  <a:moveTo>
                    <a:pt x="50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34" name="Rectangle 370"/>
            <p:cNvSpPr/>
            <p:nvPr/>
          </p:nvSpPr>
          <p:spPr>
            <a:xfrm>
              <a:off x="4928760" y="3322800"/>
              <a:ext cx="954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35" name="Rectangle 371"/>
            <p:cNvSpPr/>
            <p:nvPr/>
          </p:nvSpPr>
          <p:spPr>
            <a:xfrm>
              <a:off x="4914360" y="3346560"/>
              <a:ext cx="1234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36" name="Freeform 372"/>
            <p:cNvSpPr/>
            <p:nvPr/>
          </p:nvSpPr>
          <p:spPr>
            <a:xfrm>
              <a:off x="4928760" y="3356280"/>
              <a:ext cx="33480" cy="9828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98280"/>
                <a:gd name="textAreaBottom" fmla="*/ 98640 h 98280"/>
                <a:gd name="GluePoint1X" fmla="*/ 12 w 28"/>
                <a:gd name="GluePoint1Y" fmla="*/ 84 h 84"/>
                <a:gd name="GluePoint2X" fmla="*/ 0 w 28"/>
                <a:gd name="GluePoint2Y" fmla="*/ 84 h 84"/>
                <a:gd name="GluePoint3X" fmla="*/ 0 w 28"/>
                <a:gd name="GluePoint3Y" fmla="*/ 76 h 84"/>
                <a:gd name="GluePoint4X" fmla="*/ 12 w 28"/>
                <a:gd name="GluePoint4Y" fmla="*/ 76 h 84"/>
                <a:gd name="GluePoint5X" fmla="*/ 20 w 28"/>
                <a:gd name="GluePoint5Y" fmla="*/ 64 h 84"/>
                <a:gd name="GluePoint6X" fmla="*/ 20 w 28"/>
                <a:gd name="GluePoint6Y" fmla="*/ 0 h 84"/>
                <a:gd name="GluePoint7X" fmla="*/ 28 w 28"/>
                <a:gd name="GluePoint7Y" fmla="*/ 0 h 84"/>
                <a:gd name="GluePoint8X" fmla="*/ 28 w 28"/>
                <a:gd name="GluePoint8Y" fmla="*/ 65 h 84"/>
                <a:gd name="GluePoint9X" fmla="*/ 12 w 28"/>
                <a:gd name="GluePoint9Y" fmla="*/ 84 h 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8" h="84">
                  <a:moveTo>
                    <a:pt x="12" y="84"/>
                  </a:moveTo>
                  <a:cubicBezTo>
                    <a:pt x="0" y="84"/>
                    <a:pt x="0" y="84"/>
                    <a:pt x="0" y="8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7" y="76"/>
                    <a:pt x="20" y="65"/>
                    <a:pt x="20" y="6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72"/>
                    <a:pt x="22" y="84"/>
                    <a:pt x="12" y="8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37" name="Freeform 373"/>
            <p:cNvSpPr/>
            <p:nvPr/>
          </p:nvSpPr>
          <p:spPr>
            <a:xfrm>
              <a:off x="4990680" y="3356280"/>
              <a:ext cx="33480" cy="9828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98280"/>
                <a:gd name="textAreaBottom" fmla="*/ 98640 h 98280"/>
                <a:gd name="GluePoint1X" fmla="*/ 28 w 28"/>
                <a:gd name="GluePoint1Y" fmla="*/ 84 h 84"/>
                <a:gd name="GluePoint2X" fmla="*/ 20 w 28"/>
                <a:gd name="GluePoint2Y" fmla="*/ 84 h 84"/>
                <a:gd name="GluePoint3X" fmla="*/ 0 w 28"/>
                <a:gd name="GluePoint3Y" fmla="*/ 69 h 84"/>
                <a:gd name="GluePoint4X" fmla="*/ 0 w 28"/>
                <a:gd name="GluePoint4Y" fmla="*/ 68 h 84"/>
                <a:gd name="GluePoint5X" fmla="*/ 0 w 28"/>
                <a:gd name="GluePoint5Y" fmla="*/ 0 h 84"/>
                <a:gd name="GluePoint6X" fmla="*/ 8 w 28"/>
                <a:gd name="GluePoint6Y" fmla="*/ 0 h 84"/>
                <a:gd name="GluePoint7X" fmla="*/ 8 w 28"/>
                <a:gd name="GluePoint7Y" fmla="*/ 67 h 84"/>
                <a:gd name="GluePoint8X" fmla="*/ 20 w 28"/>
                <a:gd name="GluePoint8Y" fmla="*/ 76 h 84"/>
                <a:gd name="GluePoint9X" fmla="*/ 28 w 28"/>
                <a:gd name="GluePoint9Y" fmla="*/ 76 h 84"/>
                <a:gd name="GluePoint10X" fmla="*/ 28 w 28"/>
                <a:gd name="GluePoint10Y" fmla="*/ 84 h 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8" h="84">
                  <a:moveTo>
                    <a:pt x="28" y="84"/>
                  </a:moveTo>
                  <a:cubicBezTo>
                    <a:pt x="20" y="84"/>
                    <a:pt x="20" y="84"/>
                    <a:pt x="20" y="84"/>
                  </a:cubicBezTo>
                  <a:cubicBezTo>
                    <a:pt x="7" y="84"/>
                    <a:pt x="1" y="74"/>
                    <a:pt x="0" y="69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69"/>
                    <a:pt x="11" y="76"/>
                    <a:pt x="20" y="76"/>
                  </a:cubicBezTo>
                  <a:cubicBezTo>
                    <a:pt x="28" y="76"/>
                    <a:pt x="28" y="76"/>
                    <a:pt x="28" y="76"/>
                  </a:cubicBezTo>
                  <a:lnTo>
                    <a:pt x="28" y="8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38" name="Группа 501"/>
          <p:cNvGrpSpPr/>
          <p:nvPr/>
        </p:nvGrpSpPr>
        <p:grpSpPr>
          <a:xfrm>
            <a:off x="5269320" y="3228480"/>
            <a:ext cx="199440" cy="304920"/>
            <a:chOff x="5269320" y="3228480"/>
            <a:chExt cx="199440" cy="304920"/>
          </a:xfrm>
        </p:grpSpPr>
        <p:sp>
          <p:nvSpPr>
            <p:cNvPr id="2839" name="Freeform 374"/>
            <p:cNvSpPr/>
            <p:nvPr/>
          </p:nvSpPr>
          <p:spPr>
            <a:xfrm>
              <a:off x="5269320" y="3228480"/>
              <a:ext cx="199440" cy="304920"/>
            </a:xfrm>
            <a:custGeom>
              <a:avLst/>
              <a:gdLst>
                <a:gd name="textAreaLeft" fmla="*/ 0 w 199440"/>
                <a:gd name="textAreaRight" fmla="*/ 199800 w 199440"/>
                <a:gd name="textAreaTop" fmla="*/ 0 h 304920"/>
                <a:gd name="textAreaBottom" fmla="*/ 305280 h 304920"/>
                <a:gd name="GluePoint1X" fmla="*/ 0 w 142"/>
                <a:gd name="GluePoint1Y" fmla="*/ 217 h 217"/>
                <a:gd name="GluePoint2X" fmla="*/ 0 w 142"/>
                <a:gd name="GluePoint2Y" fmla="*/ 48 h 217"/>
                <a:gd name="GluePoint3X" fmla="*/ 50 w 142"/>
                <a:gd name="GluePoint3Y" fmla="*/ 0 h 217"/>
                <a:gd name="GluePoint4X" fmla="*/ 142 w 142"/>
                <a:gd name="GluePoint4Y" fmla="*/ 0 h 217"/>
                <a:gd name="GluePoint5X" fmla="*/ 142 w 142"/>
                <a:gd name="GluePoint5Y" fmla="*/ 217 h 217"/>
                <a:gd name="GluePoint6X" fmla="*/ 125 w 142"/>
                <a:gd name="GluePoint6Y" fmla="*/ 208 h 217"/>
                <a:gd name="GluePoint7X" fmla="*/ 111 w 142"/>
                <a:gd name="GluePoint7Y" fmla="*/ 215 h 217"/>
                <a:gd name="GluePoint8X" fmla="*/ 98 w 142"/>
                <a:gd name="GluePoint8Y" fmla="*/ 208 h 217"/>
                <a:gd name="GluePoint9X" fmla="*/ 84 w 142"/>
                <a:gd name="GluePoint9Y" fmla="*/ 215 h 217"/>
                <a:gd name="GluePoint10X" fmla="*/ 71 w 142"/>
                <a:gd name="GluePoint10Y" fmla="*/ 208 h 217"/>
                <a:gd name="GluePoint11X" fmla="*/ 58 w 142"/>
                <a:gd name="GluePoint11Y" fmla="*/ 215 h 217"/>
                <a:gd name="GluePoint12X" fmla="*/ 44 w 142"/>
                <a:gd name="GluePoint12Y" fmla="*/ 208 h 217"/>
                <a:gd name="GluePoint13X" fmla="*/ 31 w 142"/>
                <a:gd name="GluePoint13Y" fmla="*/ 215 h 217"/>
                <a:gd name="GluePoint14X" fmla="*/ 17 w 142"/>
                <a:gd name="GluePoint14Y" fmla="*/ 208 h 217"/>
                <a:gd name="GluePoint15X" fmla="*/ 0 w 142"/>
                <a:gd name="GluePoint15Y" fmla="*/ 217 h 217"/>
                <a:gd name="GluePoint16X" fmla="*/ 98 w 142"/>
                <a:gd name="GluePoint16Y" fmla="*/ 201 h 217"/>
                <a:gd name="GluePoint17X" fmla="*/ 111 w 142"/>
                <a:gd name="GluePoint17Y" fmla="*/ 207 h 217"/>
                <a:gd name="GluePoint18X" fmla="*/ 125 w 142"/>
                <a:gd name="GluePoint18Y" fmla="*/ 201 h 217"/>
                <a:gd name="GluePoint19X" fmla="*/ 135 w 142"/>
                <a:gd name="GluePoint19Y" fmla="*/ 206 h 217"/>
                <a:gd name="GluePoint20X" fmla="*/ 135 w 142"/>
                <a:gd name="GluePoint20Y" fmla="*/ 6 h 217"/>
                <a:gd name="GluePoint21X" fmla="*/ 53 w 142"/>
                <a:gd name="GluePoint21Y" fmla="*/ 6 h 217"/>
                <a:gd name="GluePoint22X" fmla="*/ 7 w 142"/>
                <a:gd name="GluePoint22Y" fmla="*/ 52 h 217"/>
                <a:gd name="GluePoint23X" fmla="*/ 7 w 142"/>
                <a:gd name="GluePoint23Y" fmla="*/ 206 h 217"/>
                <a:gd name="GluePoint24X" fmla="*/ 17 w 142"/>
                <a:gd name="GluePoint24Y" fmla="*/ 201 h 217"/>
                <a:gd name="GluePoint25X" fmla="*/ 31 w 142"/>
                <a:gd name="GluePoint25Y" fmla="*/ 207 h 217"/>
                <a:gd name="GluePoint26X" fmla="*/ 44 w 142"/>
                <a:gd name="GluePoint26Y" fmla="*/ 201 h 217"/>
                <a:gd name="GluePoint27X" fmla="*/ 58 w 142"/>
                <a:gd name="GluePoint27Y" fmla="*/ 207 h 217"/>
                <a:gd name="GluePoint28X" fmla="*/ 71 w 142"/>
                <a:gd name="GluePoint28Y" fmla="*/ 201 h 217"/>
                <a:gd name="GluePoint29X" fmla="*/ 84 w 142"/>
                <a:gd name="GluePoint29Y" fmla="*/ 207 h 217"/>
                <a:gd name="GluePoint30X" fmla="*/ 98 w 142"/>
                <a:gd name="GluePoint30Y" fmla="*/ 201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42" h="217">
                  <a:moveTo>
                    <a:pt x="0" y="217"/>
                  </a:moveTo>
                  <a:lnTo>
                    <a:pt x="0" y="48"/>
                  </a:lnTo>
                  <a:lnTo>
                    <a:pt x="50" y="0"/>
                  </a:lnTo>
                  <a:lnTo>
                    <a:pt x="142" y="0"/>
                  </a:lnTo>
                  <a:lnTo>
                    <a:pt x="142" y="217"/>
                  </a:lnTo>
                  <a:lnTo>
                    <a:pt x="125" y="208"/>
                  </a:lnTo>
                  <a:lnTo>
                    <a:pt x="111" y="215"/>
                  </a:lnTo>
                  <a:lnTo>
                    <a:pt x="98" y="208"/>
                  </a:lnTo>
                  <a:lnTo>
                    <a:pt x="84" y="215"/>
                  </a:lnTo>
                  <a:lnTo>
                    <a:pt x="71" y="208"/>
                  </a:lnTo>
                  <a:lnTo>
                    <a:pt x="58" y="215"/>
                  </a:lnTo>
                  <a:lnTo>
                    <a:pt x="44" y="208"/>
                  </a:lnTo>
                  <a:lnTo>
                    <a:pt x="31" y="215"/>
                  </a:lnTo>
                  <a:lnTo>
                    <a:pt x="17" y="208"/>
                  </a:lnTo>
                  <a:lnTo>
                    <a:pt x="0" y="217"/>
                  </a:lnTo>
                  <a:close/>
                  <a:moveTo>
                    <a:pt x="98" y="201"/>
                  </a:moveTo>
                  <a:lnTo>
                    <a:pt x="111" y="207"/>
                  </a:lnTo>
                  <a:lnTo>
                    <a:pt x="125" y="201"/>
                  </a:lnTo>
                  <a:lnTo>
                    <a:pt x="135" y="206"/>
                  </a:lnTo>
                  <a:lnTo>
                    <a:pt x="135" y="6"/>
                  </a:lnTo>
                  <a:lnTo>
                    <a:pt x="53" y="6"/>
                  </a:lnTo>
                  <a:lnTo>
                    <a:pt x="7" y="52"/>
                  </a:lnTo>
                  <a:lnTo>
                    <a:pt x="7" y="206"/>
                  </a:lnTo>
                  <a:lnTo>
                    <a:pt x="17" y="201"/>
                  </a:lnTo>
                  <a:lnTo>
                    <a:pt x="31" y="207"/>
                  </a:lnTo>
                  <a:lnTo>
                    <a:pt x="44" y="201"/>
                  </a:lnTo>
                  <a:lnTo>
                    <a:pt x="58" y="207"/>
                  </a:lnTo>
                  <a:lnTo>
                    <a:pt x="71" y="201"/>
                  </a:lnTo>
                  <a:lnTo>
                    <a:pt x="84" y="207"/>
                  </a:lnTo>
                  <a:lnTo>
                    <a:pt x="98" y="20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40" name="Freeform 375"/>
            <p:cNvSpPr/>
            <p:nvPr/>
          </p:nvSpPr>
          <p:spPr>
            <a:xfrm>
              <a:off x="5274720" y="3232440"/>
              <a:ext cx="69840" cy="7128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71280"/>
                <a:gd name="textAreaBottom" fmla="*/ 71640 h 71280"/>
                <a:gd name="GluePoint1X" fmla="*/ 50 w 50"/>
                <a:gd name="GluePoint1Y" fmla="*/ 51 h 51"/>
                <a:gd name="GluePoint2X" fmla="*/ 0 w 50"/>
                <a:gd name="GluePoint2Y" fmla="*/ 51 h 51"/>
                <a:gd name="GluePoint3X" fmla="*/ 0 w 50"/>
                <a:gd name="GluePoint3Y" fmla="*/ 44 h 51"/>
                <a:gd name="GluePoint4X" fmla="*/ 43 w 50"/>
                <a:gd name="GluePoint4Y" fmla="*/ 44 h 51"/>
                <a:gd name="GluePoint5X" fmla="*/ 43 w 50"/>
                <a:gd name="GluePoint5Y" fmla="*/ 0 h 51"/>
                <a:gd name="GluePoint6X" fmla="*/ 50 w 50"/>
                <a:gd name="GluePoint6Y" fmla="*/ 0 h 51"/>
                <a:gd name="GluePoint7X" fmla="*/ 50 w 50"/>
                <a:gd name="GluePoint7Y" fmla="*/ 5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50" h="51">
                  <a:moveTo>
                    <a:pt x="50" y="51"/>
                  </a:moveTo>
                  <a:lnTo>
                    <a:pt x="0" y="51"/>
                  </a:lnTo>
                  <a:lnTo>
                    <a:pt x="0" y="44"/>
                  </a:lnTo>
                  <a:lnTo>
                    <a:pt x="43" y="44"/>
                  </a:lnTo>
                  <a:lnTo>
                    <a:pt x="43" y="0"/>
                  </a:lnTo>
                  <a:lnTo>
                    <a:pt x="50" y="0"/>
                  </a:lnTo>
                  <a:lnTo>
                    <a:pt x="50" y="5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640" bIns="35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41" name="Freeform 376"/>
            <p:cNvSpPr/>
            <p:nvPr/>
          </p:nvSpPr>
          <p:spPr>
            <a:xfrm>
              <a:off x="5331240" y="3332520"/>
              <a:ext cx="89640" cy="11772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17720"/>
                <a:gd name="textAreaBottom" fmla="*/ 118080 h 117720"/>
                <a:gd name="GluePoint1X" fmla="*/ 40 w 76"/>
                <a:gd name="GluePoint1Y" fmla="*/ 100 h 100"/>
                <a:gd name="GluePoint2X" fmla="*/ 0 w 76"/>
                <a:gd name="GluePoint2Y" fmla="*/ 48 h 100"/>
                <a:gd name="GluePoint3X" fmla="*/ 40 w 76"/>
                <a:gd name="GluePoint3Y" fmla="*/ 0 h 100"/>
                <a:gd name="GluePoint4X" fmla="*/ 76 w 76"/>
                <a:gd name="GluePoint4Y" fmla="*/ 15 h 100"/>
                <a:gd name="GluePoint5X" fmla="*/ 68 w 76"/>
                <a:gd name="GluePoint5Y" fmla="*/ 17 h 100"/>
                <a:gd name="GluePoint6X" fmla="*/ 68 w 76"/>
                <a:gd name="GluePoint6Y" fmla="*/ 17 h 100"/>
                <a:gd name="GluePoint7X" fmla="*/ 40 w 76"/>
                <a:gd name="GluePoint7Y" fmla="*/ 8 h 100"/>
                <a:gd name="GluePoint8X" fmla="*/ 8 w 76"/>
                <a:gd name="GluePoint8Y" fmla="*/ 48 h 100"/>
                <a:gd name="GluePoint9X" fmla="*/ 40 w 76"/>
                <a:gd name="GluePoint9Y" fmla="*/ 92 h 100"/>
                <a:gd name="GluePoint10X" fmla="*/ 68 w 76"/>
                <a:gd name="GluePoint10Y" fmla="*/ 79 h 100"/>
                <a:gd name="GluePoint11X" fmla="*/ 76 w 76"/>
                <a:gd name="GluePoint11Y" fmla="*/ 81 h 100"/>
                <a:gd name="GluePoint12X" fmla="*/ 40 w 76"/>
                <a:gd name="GluePoint12Y" fmla="*/ 100 h 1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76" h="100">
                  <a:moveTo>
                    <a:pt x="40" y="100"/>
                  </a:moveTo>
                  <a:cubicBezTo>
                    <a:pt x="22" y="100"/>
                    <a:pt x="0" y="91"/>
                    <a:pt x="0" y="48"/>
                  </a:cubicBezTo>
                  <a:cubicBezTo>
                    <a:pt x="0" y="16"/>
                    <a:pt x="13" y="0"/>
                    <a:pt x="40" y="0"/>
                  </a:cubicBezTo>
                  <a:cubicBezTo>
                    <a:pt x="71" y="0"/>
                    <a:pt x="76" y="13"/>
                    <a:pt x="76" y="15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4" y="8"/>
                    <a:pt x="40" y="8"/>
                  </a:cubicBezTo>
                  <a:cubicBezTo>
                    <a:pt x="18" y="8"/>
                    <a:pt x="8" y="20"/>
                    <a:pt x="8" y="48"/>
                  </a:cubicBezTo>
                  <a:cubicBezTo>
                    <a:pt x="8" y="78"/>
                    <a:pt x="19" y="92"/>
                    <a:pt x="40" y="92"/>
                  </a:cubicBezTo>
                  <a:cubicBezTo>
                    <a:pt x="65" y="92"/>
                    <a:pt x="68" y="79"/>
                    <a:pt x="68" y="79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6" y="82"/>
                    <a:pt x="71" y="100"/>
                    <a:pt x="40" y="1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42" name="Freeform 377"/>
            <p:cNvSpPr/>
            <p:nvPr/>
          </p:nvSpPr>
          <p:spPr>
            <a:xfrm>
              <a:off x="5328360" y="3319920"/>
              <a:ext cx="72720" cy="13320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33200"/>
                <a:gd name="textAreaBottom" fmla="*/ 133560 h 133200"/>
                <a:gd name="GluePoint1X" fmla="*/ 46 w 52"/>
                <a:gd name="GluePoint1Y" fmla="*/ 0 h 95"/>
                <a:gd name="GluePoint2X" fmla="*/ 52 w 52"/>
                <a:gd name="GluePoint2Y" fmla="*/ 4 h 95"/>
                <a:gd name="GluePoint3X" fmla="*/ 5 w 52"/>
                <a:gd name="GluePoint3Y" fmla="*/ 95 h 95"/>
                <a:gd name="GluePoint4X" fmla="*/ 0 w 52"/>
                <a:gd name="GluePoint4Y" fmla="*/ 91 h 95"/>
                <a:gd name="GluePoint5X" fmla="*/ 46 w 52"/>
                <a:gd name="GluePoint5Y" fmla="*/ 0 h 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2" h="95">
                  <a:moveTo>
                    <a:pt x="46" y="0"/>
                  </a:moveTo>
                  <a:lnTo>
                    <a:pt x="52" y="4"/>
                  </a:lnTo>
                  <a:lnTo>
                    <a:pt x="5" y="95"/>
                  </a:lnTo>
                  <a:lnTo>
                    <a:pt x="0" y="91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43" name="Freeform 378"/>
            <p:cNvSpPr/>
            <p:nvPr/>
          </p:nvSpPr>
          <p:spPr>
            <a:xfrm>
              <a:off x="5346720" y="3325320"/>
              <a:ext cx="74160" cy="13176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131760"/>
                <a:gd name="textAreaBottom" fmla="*/ 132120 h 131760"/>
                <a:gd name="GluePoint1X" fmla="*/ 47 w 53"/>
                <a:gd name="GluePoint1Y" fmla="*/ 0 h 94"/>
                <a:gd name="GluePoint2X" fmla="*/ 53 w 53"/>
                <a:gd name="GluePoint2Y" fmla="*/ 3 h 94"/>
                <a:gd name="GluePoint3X" fmla="*/ 6 w 53"/>
                <a:gd name="GluePoint3Y" fmla="*/ 94 h 94"/>
                <a:gd name="GluePoint4X" fmla="*/ 0 w 53"/>
                <a:gd name="GluePoint4Y" fmla="*/ 91 h 94"/>
                <a:gd name="GluePoint5X" fmla="*/ 47 w 53"/>
                <a:gd name="GluePoint5Y" fmla="*/ 0 h 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3" h="94">
                  <a:moveTo>
                    <a:pt x="47" y="0"/>
                  </a:moveTo>
                  <a:lnTo>
                    <a:pt x="53" y="3"/>
                  </a:lnTo>
                  <a:lnTo>
                    <a:pt x="6" y="94"/>
                  </a:lnTo>
                  <a:lnTo>
                    <a:pt x="0" y="91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44" name="Группа 480"/>
          <p:cNvGrpSpPr/>
          <p:nvPr/>
        </p:nvGrpSpPr>
        <p:grpSpPr>
          <a:xfrm>
            <a:off x="2074680" y="2835720"/>
            <a:ext cx="302040" cy="303480"/>
            <a:chOff x="2074680" y="2835720"/>
            <a:chExt cx="302040" cy="303480"/>
          </a:xfrm>
        </p:grpSpPr>
        <p:sp>
          <p:nvSpPr>
            <p:cNvPr id="2845" name="Freeform 379"/>
            <p:cNvSpPr/>
            <p:nvPr/>
          </p:nvSpPr>
          <p:spPr>
            <a:xfrm>
              <a:off x="2074680" y="2835720"/>
              <a:ext cx="302040" cy="3034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3480"/>
                <a:gd name="textAreaBottom" fmla="*/ 303840 h 303480"/>
                <a:gd name="GluePoint1X" fmla="*/ 128 w 256"/>
                <a:gd name="GluePoint1Y" fmla="*/ 256 h 256"/>
                <a:gd name="GluePoint2X" fmla="*/ 38 w 256"/>
                <a:gd name="GluePoint2Y" fmla="*/ 219 h 256"/>
                <a:gd name="GluePoint3X" fmla="*/ 0 w 256"/>
                <a:gd name="GluePoint3Y" fmla="*/ 128 h 256"/>
                <a:gd name="GluePoint4X" fmla="*/ 38 w 256"/>
                <a:gd name="GluePoint4Y" fmla="*/ 38 h 256"/>
                <a:gd name="GluePoint5X" fmla="*/ 128 w 256"/>
                <a:gd name="GluePoint5Y" fmla="*/ 0 h 256"/>
                <a:gd name="GluePoint6X" fmla="*/ 219 w 256"/>
                <a:gd name="GluePoint6Y" fmla="*/ 38 h 256"/>
                <a:gd name="GluePoint7X" fmla="*/ 256 w 256"/>
                <a:gd name="GluePoint7Y" fmla="*/ 128 h 256"/>
                <a:gd name="GluePoint8X" fmla="*/ 219 w 256"/>
                <a:gd name="GluePoint8Y" fmla="*/ 219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9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8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2" y="0"/>
                    <a:pt x="195" y="13"/>
                    <a:pt x="219" y="38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9"/>
                  </a:cubicBezTo>
                  <a:cubicBezTo>
                    <a:pt x="195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1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6"/>
                    <a:pt x="96" y="248"/>
                    <a:pt x="128" y="248"/>
                  </a:cubicBezTo>
                  <a:cubicBezTo>
                    <a:pt x="160" y="248"/>
                    <a:pt x="190" y="236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0" y="21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46" name="Rectangle 380"/>
            <p:cNvSpPr/>
            <p:nvPr/>
          </p:nvSpPr>
          <p:spPr>
            <a:xfrm>
              <a:off x="2183040" y="2911680"/>
              <a:ext cx="9360" cy="1515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47" name="Freeform 381"/>
            <p:cNvSpPr/>
            <p:nvPr/>
          </p:nvSpPr>
          <p:spPr>
            <a:xfrm>
              <a:off x="2164680" y="2910240"/>
              <a:ext cx="112320" cy="9540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95400"/>
                <a:gd name="textAreaBottom" fmla="*/ 95760 h 95400"/>
                <a:gd name="GluePoint1X" fmla="*/ 52 w 96"/>
                <a:gd name="GluePoint1Y" fmla="*/ 82 h 82"/>
                <a:gd name="GluePoint2X" fmla="*/ 48 w 96"/>
                <a:gd name="GluePoint2Y" fmla="*/ 82 h 82"/>
                <a:gd name="GluePoint3X" fmla="*/ 0 w 96"/>
                <a:gd name="GluePoint3Y" fmla="*/ 82 h 82"/>
                <a:gd name="GluePoint4X" fmla="*/ 0 w 96"/>
                <a:gd name="GluePoint4Y" fmla="*/ 74 h 82"/>
                <a:gd name="GluePoint5X" fmla="*/ 48 w 96"/>
                <a:gd name="GluePoint5Y" fmla="*/ 74 h 82"/>
                <a:gd name="GluePoint6X" fmla="*/ 79 w 96"/>
                <a:gd name="GluePoint6Y" fmla="*/ 65 h 82"/>
                <a:gd name="GluePoint7X" fmla="*/ 88 w 96"/>
                <a:gd name="GluePoint7Y" fmla="*/ 42 h 82"/>
                <a:gd name="GluePoint8X" fmla="*/ 79 w 96"/>
                <a:gd name="GluePoint8Y" fmla="*/ 19 h 82"/>
                <a:gd name="GluePoint9X" fmla="*/ 49 w 96"/>
                <a:gd name="GluePoint9Y" fmla="*/ 10 h 82"/>
                <a:gd name="GluePoint10X" fmla="*/ 20 w 96"/>
                <a:gd name="GluePoint10Y" fmla="*/ 10 h 82"/>
                <a:gd name="GluePoint11X" fmla="*/ 20 w 96"/>
                <a:gd name="GluePoint11Y" fmla="*/ 2 h 82"/>
                <a:gd name="GluePoint12X" fmla="*/ 48 w 96"/>
                <a:gd name="GluePoint12Y" fmla="*/ 2 h 82"/>
                <a:gd name="GluePoint13X" fmla="*/ 85 w 96"/>
                <a:gd name="GluePoint13Y" fmla="*/ 13 h 82"/>
                <a:gd name="GluePoint14X" fmla="*/ 96 w 96"/>
                <a:gd name="GluePoint14Y" fmla="*/ 42 h 82"/>
                <a:gd name="GluePoint15X" fmla="*/ 85 w 96"/>
                <a:gd name="GluePoint15Y" fmla="*/ 71 h 82"/>
                <a:gd name="GluePoint16X" fmla="*/ 52 w 96"/>
                <a:gd name="GluePoint16Y" fmla="*/ 82 h 8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96" h="82">
                  <a:moveTo>
                    <a:pt x="52" y="82"/>
                  </a:moveTo>
                  <a:cubicBezTo>
                    <a:pt x="49" y="82"/>
                    <a:pt x="48" y="82"/>
                    <a:pt x="48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9" y="74"/>
                    <a:pt x="68" y="76"/>
                    <a:pt x="79" y="65"/>
                  </a:cubicBezTo>
                  <a:cubicBezTo>
                    <a:pt x="85" y="60"/>
                    <a:pt x="88" y="52"/>
                    <a:pt x="88" y="42"/>
                  </a:cubicBezTo>
                  <a:cubicBezTo>
                    <a:pt x="88" y="32"/>
                    <a:pt x="85" y="24"/>
                    <a:pt x="79" y="19"/>
                  </a:cubicBezTo>
                  <a:cubicBezTo>
                    <a:pt x="68" y="8"/>
                    <a:pt x="49" y="10"/>
                    <a:pt x="49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9" y="2"/>
                    <a:pt x="71" y="0"/>
                    <a:pt x="85" y="13"/>
                  </a:cubicBezTo>
                  <a:cubicBezTo>
                    <a:pt x="92" y="20"/>
                    <a:pt x="96" y="30"/>
                    <a:pt x="96" y="42"/>
                  </a:cubicBezTo>
                  <a:cubicBezTo>
                    <a:pt x="96" y="54"/>
                    <a:pt x="92" y="64"/>
                    <a:pt x="85" y="71"/>
                  </a:cubicBezTo>
                  <a:cubicBezTo>
                    <a:pt x="74" y="81"/>
                    <a:pt x="59" y="82"/>
                    <a:pt x="52" y="8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48" name="Rectangle 382"/>
            <p:cNvSpPr/>
            <p:nvPr/>
          </p:nvSpPr>
          <p:spPr>
            <a:xfrm>
              <a:off x="2164680" y="3025800"/>
              <a:ext cx="601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49" name="Группа 481"/>
          <p:cNvGrpSpPr/>
          <p:nvPr/>
        </p:nvGrpSpPr>
        <p:grpSpPr>
          <a:xfrm>
            <a:off x="2467440" y="2835720"/>
            <a:ext cx="302040" cy="303480"/>
            <a:chOff x="2467440" y="2835720"/>
            <a:chExt cx="302040" cy="303480"/>
          </a:xfrm>
        </p:grpSpPr>
        <p:sp>
          <p:nvSpPr>
            <p:cNvPr id="2850" name="Freeform 383"/>
            <p:cNvSpPr/>
            <p:nvPr/>
          </p:nvSpPr>
          <p:spPr>
            <a:xfrm>
              <a:off x="2467440" y="2835720"/>
              <a:ext cx="302040" cy="3034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3480"/>
                <a:gd name="textAreaBottom" fmla="*/ 303840 h 303480"/>
                <a:gd name="GluePoint1X" fmla="*/ 128 w 256"/>
                <a:gd name="GluePoint1Y" fmla="*/ 256 h 256"/>
                <a:gd name="GluePoint2X" fmla="*/ 38 w 256"/>
                <a:gd name="GluePoint2Y" fmla="*/ 219 h 256"/>
                <a:gd name="GluePoint3X" fmla="*/ 0 w 256"/>
                <a:gd name="GluePoint3Y" fmla="*/ 128 h 256"/>
                <a:gd name="GluePoint4X" fmla="*/ 38 w 256"/>
                <a:gd name="GluePoint4Y" fmla="*/ 38 h 256"/>
                <a:gd name="GluePoint5X" fmla="*/ 128 w 256"/>
                <a:gd name="GluePoint5Y" fmla="*/ 0 h 256"/>
                <a:gd name="GluePoint6X" fmla="*/ 219 w 256"/>
                <a:gd name="GluePoint6Y" fmla="*/ 38 h 256"/>
                <a:gd name="GluePoint7X" fmla="*/ 256 w 256"/>
                <a:gd name="GluePoint7Y" fmla="*/ 128 h 256"/>
                <a:gd name="GluePoint8X" fmla="*/ 219 w 256"/>
                <a:gd name="GluePoint8Y" fmla="*/ 219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9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8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8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9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1"/>
                    <a:pt x="43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3" y="213"/>
                  </a:cubicBezTo>
                  <a:cubicBezTo>
                    <a:pt x="66" y="236"/>
                    <a:pt x="96" y="248"/>
                    <a:pt x="128" y="248"/>
                  </a:cubicBezTo>
                  <a:cubicBezTo>
                    <a:pt x="160" y="248"/>
                    <a:pt x="191" y="236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1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51" name="Freeform 384"/>
            <p:cNvSpPr/>
            <p:nvPr/>
          </p:nvSpPr>
          <p:spPr>
            <a:xfrm>
              <a:off x="2561760" y="2911680"/>
              <a:ext cx="93960" cy="16416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164160"/>
                <a:gd name="textAreaBottom" fmla="*/ 164520 h 164160"/>
                <a:gd name="GluePoint1X" fmla="*/ 62 w 80"/>
                <a:gd name="GluePoint1Y" fmla="*/ 139 h 139"/>
                <a:gd name="GluePoint2X" fmla="*/ 0 w 80"/>
                <a:gd name="GluePoint2Y" fmla="*/ 82 h 139"/>
                <a:gd name="GluePoint3X" fmla="*/ 0 w 80"/>
                <a:gd name="GluePoint3Y" fmla="*/ 72 h 139"/>
                <a:gd name="GluePoint4X" fmla="*/ 32 w 80"/>
                <a:gd name="GluePoint4Y" fmla="*/ 72 h 139"/>
                <a:gd name="GluePoint5X" fmla="*/ 64 w 80"/>
                <a:gd name="GluePoint5Y" fmla="*/ 63 h 139"/>
                <a:gd name="GluePoint6X" fmla="*/ 72 w 80"/>
                <a:gd name="GluePoint6Y" fmla="*/ 40 h 139"/>
                <a:gd name="GluePoint7X" fmla="*/ 53 w 80"/>
                <a:gd name="GluePoint7Y" fmla="*/ 12 h 139"/>
                <a:gd name="GluePoint8X" fmla="*/ 32 w 80"/>
                <a:gd name="GluePoint8Y" fmla="*/ 8 h 139"/>
                <a:gd name="GluePoint9X" fmla="*/ 0 w 80"/>
                <a:gd name="GluePoint9Y" fmla="*/ 8 h 139"/>
                <a:gd name="GluePoint10X" fmla="*/ 0 w 80"/>
                <a:gd name="GluePoint10Y" fmla="*/ 0 h 139"/>
                <a:gd name="GluePoint11X" fmla="*/ 32 w 80"/>
                <a:gd name="GluePoint11Y" fmla="*/ 0 h 139"/>
                <a:gd name="GluePoint12X" fmla="*/ 80 w 80"/>
                <a:gd name="GluePoint12Y" fmla="*/ 40 h 139"/>
                <a:gd name="GluePoint13X" fmla="*/ 69 w 80"/>
                <a:gd name="GluePoint13Y" fmla="*/ 69 h 139"/>
                <a:gd name="GluePoint14X" fmla="*/ 32 w 80"/>
                <a:gd name="GluePoint14Y" fmla="*/ 80 h 139"/>
                <a:gd name="GluePoint15X" fmla="*/ 10 w 80"/>
                <a:gd name="GluePoint15Y" fmla="*/ 80 h 139"/>
                <a:gd name="GluePoint16X" fmla="*/ 67 w 80"/>
                <a:gd name="GluePoint16Y" fmla="*/ 133 h 139"/>
                <a:gd name="GluePoint17X" fmla="*/ 62 w 80"/>
                <a:gd name="GluePoint17Y" fmla="*/ 139 h 1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80" h="139">
                  <a:moveTo>
                    <a:pt x="62" y="139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33" y="72"/>
                    <a:pt x="52" y="74"/>
                    <a:pt x="64" y="63"/>
                  </a:cubicBezTo>
                  <a:cubicBezTo>
                    <a:pt x="69" y="58"/>
                    <a:pt x="72" y="50"/>
                    <a:pt x="72" y="40"/>
                  </a:cubicBezTo>
                  <a:cubicBezTo>
                    <a:pt x="72" y="27"/>
                    <a:pt x="66" y="18"/>
                    <a:pt x="53" y="12"/>
                  </a:cubicBezTo>
                  <a:cubicBezTo>
                    <a:pt x="43" y="8"/>
                    <a:pt x="32" y="8"/>
                    <a:pt x="32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9" y="0"/>
                    <a:pt x="80" y="8"/>
                    <a:pt x="80" y="40"/>
                  </a:cubicBezTo>
                  <a:cubicBezTo>
                    <a:pt x="80" y="52"/>
                    <a:pt x="76" y="62"/>
                    <a:pt x="69" y="69"/>
                  </a:cubicBezTo>
                  <a:cubicBezTo>
                    <a:pt x="55" y="82"/>
                    <a:pt x="33" y="80"/>
                    <a:pt x="32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67" y="133"/>
                    <a:pt x="67" y="133"/>
                    <a:pt x="67" y="133"/>
                  </a:cubicBezTo>
                  <a:lnTo>
                    <a:pt x="62" y="13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52" name="Rectangle 385"/>
            <p:cNvSpPr/>
            <p:nvPr/>
          </p:nvSpPr>
          <p:spPr>
            <a:xfrm>
              <a:off x="2561760" y="2911680"/>
              <a:ext cx="113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53" name="Rectangle 386"/>
            <p:cNvSpPr/>
            <p:nvPr/>
          </p:nvSpPr>
          <p:spPr>
            <a:xfrm>
              <a:off x="2561760" y="2939760"/>
              <a:ext cx="113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54" name="Группа 506"/>
          <p:cNvGrpSpPr/>
          <p:nvPr/>
        </p:nvGrpSpPr>
        <p:grpSpPr>
          <a:xfrm>
            <a:off x="2074680" y="3640680"/>
            <a:ext cx="302040" cy="265680"/>
            <a:chOff x="2074680" y="3640680"/>
            <a:chExt cx="302040" cy="265680"/>
          </a:xfrm>
        </p:grpSpPr>
        <p:sp>
          <p:nvSpPr>
            <p:cNvPr id="2855" name="Freeform 387"/>
            <p:cNvSpPr/>
            <p:nvPr/>
          </p:nvSpPr>
          <p:spPr>
            <a:xfrm>
              <a:off x="2074680" y="3640680"/>
              <a:ext cx="302040" cy="2656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265680"/>
                <a:gd name="textAreaBottom" fmla="*/ 266040 h 265680"/>
                <a:gd name="GluePoint1X" fmla="*/ 215 w 215"/>
                <a:gd name="GluePoint1Y" fmla="*/ 189 h 189"/>
                <a:gd name="GluePoint2X" fmla="*/ 0 w 215"/>
                <a:gd name="GluePoint2Y" fmla="*/ 189 h 189"/>
                <a:gd name="GluePoint3X" fmla="*/ 0 w 215"/>
                <a:gd name="GluePoint3Y" fmla="*/ 0 h 189"/>
                <a:gd name="GluePoint4X" fmla="*/ 215 w 215"/>
                <a:gd name="GluePoint4Y" fmla="*/ 0 h 189"/>
                <a:gd name="GluePoint5X" fmla="*/ 215 w 215"/>
                <a:gd name="GluePoint5Y" fmla="*/ 189 h 189"/>
                <a:gd name="GluePoint6X" fmla="*/ 7 w 215"/>
                <a:gd name="GluePoint6Y" fmla="*/ 182 h 189"/>
                <a:gd name="GluePoint7X" fmla="*/ 208 w 215"/>
                <a:gd name="GluePoint7Y" fmla="*/ 182 h 189"/>
                <a:gd name="GluePoint8X" fmla="*/ 208 w 215"/>
                <a:gd name="GluePoint8Y" fmla="*/ 7 h 189"/>
                <a:gd name="GluePoint9X" fmla="*/ 7 w 215"/>
                <a:gd name="GluePoint9Y" fmla="*/ 7 h 189"/>
                <a:gd name="GluePoint10X" fmla="*/ 7 w 215"/>
                <a:gd name="GluePoint10Y" fmla="*/ 182 h 1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5" h="189">
                  <a:moveTo>
                    <a:pt x="215" y="189"/>
                  </a:moveTo>
                  <a:lnTo>
                    <a:pt x="0" y="189"/>
                  </a:lnTo>
                  <a:lnTo>
                    <a:pt x="0" y="0"/>
                  </a:lnTo>
                  <a:lnTo>
                    <a:pt x="215" y="0"/>
                  </a:lnTo>
                  <a:lnTo>
                    <a:pt x="215" y="189"/>
                  </a:lnTo>
                  <a:close/>
                  <a:moveTo>
                    <a:pt x="7" y="182"/>
                  </a:moveTo>
                  <a:lnTo>
                    <a:pt x="208" y="182"/>
                  </a:lnTo>
                  <a:lnTo>
                    <a:pt x="208" y="7"/>
                  </a:lnTo>
                  <a:lnTo>
                    <a:pt x="7" y="7"/>
                  </a:lnTo>
                  <a:lnTo>
                    <a:pt x="7" y="18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56" name="Freeform 388"/>
            <p:cNvSpPr/>
            <p:nvPr/>
          </p:nvSpPr>
          <p:spPr>
            <a:xfrm>
              <a:off x="2121120" y="3668760"/>
              <a:ext cx="227520" cy="208080"/>
            </a:xfrm>
            <a:custGeom>
              <a:avLst/>
              <a:gdLst>
                <a:gd name="textAreaLeft" fmla="*/ 0 w 227520"/>
                <a:gd name="textAreaRight" fmla="*/ 227880 w 227520"/>
                <a:gd name="textAreaTop" fmla="*/ 0 h 208080"/>
                <a:gd name="textAreaBottom" fmla="*/ 208440 h 208080"/>
                <a:gd name="GluePoint1X" fmla="*/ 162 w 162"/>
                <a:gd name="GluePoint1Y" fmla="*/ 148 h 148"/>
                <a:gd name="GluePoint2X" fmla="*/ 0 w 162"/>
                <a:gd name="GluePoint2Y" fmla="*/ 148 h 148"/>
                <a:gd name="GluePoint3X" fmla="*/ 0 w 162"/>
                <a:gd name="GluePoint3Y" fmla="*/ 0 h 148"/>
                <a:gd name="GluePoint4X" fmla="*/ 162 w 162"/>
                <a:gd name="GluePoint4Y" fmla="*/ 0 h 148"/>
                <a:gd name="GluePoint5X" fmla="*/ 162 w 162"/>
                <a:gd name="GluePoint5Y" fmla="*/ 148 h 148"/>
                <a:gd name="GluePoint6X" fmla="*/ 7 w 162"/>
                <a:gd name="GluePoint6Y" fmla="*/ 142 h 148"/>
                <a:gd name="GluePoint7X" fmla="*/ 155 w 162"/>
                <a:gd name="GluePoint7Y" fmla="*/ 142 h 148"/>
                <a:gd name="GluePoint8X" fmla="*/ 155 w 162"/>
                <a:gd name="GluePoint8Y" fmla="*/ 7 h 148"/>
                <a:gd name="GluePoint9X" fmla="*/ 7 w 162"/>
                <a:gd name="GluePoint9Y" fmla="*/ 7 h 148"/>
                <a:gd name="GluePoint10X" fmla="*/ 7 w 162"/>
                <a:gd name="GluePoint10Y" fmla="*/ 142 h 1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62" h="148">
                  <a:moveTo>
                    <a:pt x="162" y="148"/>
                  </a:moveTo>
                  <a:lnTo>
                    <a:pt x="0" y="148"/>
                  </a:lnTo>
                  <a:lnTo>
                    <a:pt x="0" y="0"/>
                  </a:lnTo>
                  <a:lnTo>
                    <a:pt x="162" y="0"/>
                  </a:lnTo>
                  <a:lnTo>
                    <a:pt x="162" y="148"/>
                  </a:lnTo>
                  <a:close/>
                  <a:moveTo>
                    <a:pt x="7" y="142"/>
                  </a:moveTo>
                  <a:lnTo>
                    <a:pt x="155" y="142"/>
                  </a:lnTo>
                  <a:lnTo>
                    <a:pt x="155" y="7"/>
                  </a:lnTo>
                  <a:lnTo>
                    <a:pt x="7" y="7"/>
                  </a:lnTo>
                  <a:lnTo>
                    <a:pt x="7" y="14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57" name="Rectangle 389"/>
            <p:cNvSpPr/>
            <p:nvPr/>
          </p:nvSpPr>
          <p:spPr>
            <a:xfrm>
              <a:off x="2102760" y="3698280"/>
              <a:ext cx="27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58" name="Rectangle 390"/>
            <p:cNvSpPr/>
            <p:nvPr/>
          </p:nvSpPr>
          <p:spPr>
            <a:xfrm>
              <a:off x="2102760" y="374472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59" name="Rectangle 391"/>
            <p:cNvSpPr/>
            <p:nvPr/>
          </p:nvSpPr>
          <p:spPr>
            <a:xfrm>
              <a:off x="2102760" y="379260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0" name="Rectangle 392"/>
            <p:cNvSpPr/>
            <p:nvPr/>
          </p:nvSpPr>
          <p:spPr>
            <a:xfrm>
              <a:off x="2102760" y="383904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1" name="Freeform 393"/>
            <p:cNvSpPr/>
            <p:nvPr/>
          </p:nvSpPr>
          <p:spPr>
            <a:xfrm>
              <a:off x="2263320" y="3754800"/>
              <a:ext cx="37800" cy="378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7800"/>
                <a:gd name="textAreaBottom" fmla="*/ 38160 h 37800"/>
                <a:gd name="GluePoint1X" fmla="*/ 16 w 32"/>
                <a:gd name="GluePoint1Y" fmla="*/ 32 h 32"/>
                <a:gd name="GluePoint2X" fmla="*/ 0 w 32"/>
                <a:gd name="GluePoint2Y" fmla="*/ 16 h 32"/>
                <a:gd name="GluePoint3X" fmla="*/ 16 w 32"/>
                <a:gd name="GluePoint3Y" fmla="*/ 0 h 32"/>
                <a:gd name="GluePoint4X" fmla="*/ 32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8 w 32"/>
                <a:gd name="GluePoint7Y" fmla="*/ 16 h 32"/>
                <a:gd name="GluePoint8X" fmla="*/ 16 w 32"/>
                <a:gd name="GluePoint8Y" fmla="*/ 24 h 32"/>
                <a:gd name="GluePoint9X" fmla="*/ 24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1" y="24"/>
                    <a:pt x="24" y="21"/>
                    <a:pt x="24" y="16"/>
                  </a:cubicBezTo>
                  <a:cubicBezTo>
                    <a:pt x="24" y="12"/>
                    <a:pt x="21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2" name="Freeform 394"/>
            <p:cNvSpPr/>
            <p:nvPr/>
          </p:nvSpPr>
          <p:spPr>
            <a:xfrm>
              <a:off x="2235240" y="3726360"/>
              <a:ext cx="93960" cy="9396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93960"/>
                <a:gd name="textAreaBottom" fmla="*/ 94320 h 93960"/>
                <a:gd name="GluePoint1X" fmla="*/ 40 w 80"/>
                <a:gd name="GluePoint1Y" fmla="*/ 80 h 80"/>
                <a:gd name="GluePoint2X" fmla="*/ 0 w 80"/>
                <a:gd name="GluePoint2Y" fmla="*/ 40 h 80"/>
                <a:gd name="GluePoint3X" fmla="*/ 40 w 80"/>
                <a:gd name="GluePoint3Y" fmla="*/ 0 h 80"/>
                <a:gd name="GluePoint4X" fmla="*/ 80 w 80"/>
                <a:gd name="GluePoint4Y" fmla="*/ 40 h 80"/>
                <a:gd name="GluePoint5X" fmla="*/ 40 w 80"/>
                <a:gd name="GluePoint5Y" fmla="*/ 80 h 80"/>
                <a:gd name="GluePoint6X" fmla="*/ 40 w 80"/>
                <a:gd name="GluePoint6Y" fmla="*/ 8 h 80"/>
                <a:gd name="GluePoint7X" fmla="*/ 8 w 80"/>
                <a:gd name="GluePoint7Y" fmla="*/ 40 h 80"/>
                <a:gd name="GluePoint8X" fmla="*/ 40 w 80"/>
                <a:gd name="GluePoint8Y" fmla="*/ 72 h 80"/>
                <a:gd name="GluePoint9X" fmla="*/ 72 w 80"/>
                <a:gd name="GluePoint9Y" fmla="*/ 40 h 80"/>
                <a:gd name="GluePoint10X" fmla="*/ 40 w 80"/>
                <a:gd name="GluePoint10Y" fmla="*/ 8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80" h="80">
                  <a:moveTo>
                    <a:pt x="40" y="80"/>
                  </a:move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2" y="0"/>
                    <a:pt x="80" y="18"/>
                    <a:pt x="80" y="40"/>
                  </a:cubicBezTo>
                  <a:cubicBezTo>
                    <a:pt x="80" y="62"/>
                    <a:pt x="62" y="80"/>
                    <a:pt x="40" y="80"/>
                  </a:cubicBezTo>
                  <a:close/>
                  <a:moveTo>
                    <a:pt x="40" y="8"/>
                  </a:moveTo>
                  <a:cubicBezTo>
                    <a:pt x="23" y="8"/>
                    <a:pt x="8" y="23"/>
                    <a:pt x="8" y="40"/>
                  </a:cubicBezTo>
                  <a:cubicBezTo>
                    <a:pt x="8" y="58"/>
                    <a:pt x="23" y="72"/>
                    <a:pt x="40" y="72"/>
                  </a:cubicBezTo>
                  <a:cubicBezTo>
                    <a:pt x="58" y="72"/>
                    <a:pt x="72" y="58"/>
                    <a:pt x="72" y="40"/>
                  </a:cubicBezTo>
                  <a:cubicBezTo>
                    <a:pt x="72" y="23"/>
                    <a:pt x="58" y="8"/>
                    <a:pt x="40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3" name="Rectangle 395"/>
            <p:cNvSpPr/>
            <p:nvPr/>
          </p:nvSpPr>
          <p:spPr>
            <a:xfrm>
              <a:off x="2240640" y="376884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4" name="Rectangle 396"/>
            <p:cNvSpPr/>
            <p:nvPr/>
          </p:nvSpPr>
          <p:spPr>
            <a:xfrm>
              <a:off x="2277360" y="3730680"/>
              <a:ext cx="9360" cy="27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5" name="Rectangle 397"/>
            <p:cNvSpPr/>
            <p:nvPr/>
          </p:nvSpPr>
          <p:spPr>
            <a:xfrm>
              <a:off x="2297160" y="376884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6" name="Rectangle 398"/>
            <p:cNvSpPr/>
            <p:nvPr/>
          </p:nvSpPr>
          <p:spPr>
            <a:xfrm>
              <a:off x="2277360" y="3787200"/>
              <a:ext cx="9360" cy="291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7" name="Freeform 399"/>
            <p:cNvSpPr/>
            <p:nvPr/>
          </p:nvSpPr>
          <p:spPr>
            <a:xfrm>
              <a:off x="2288520" y="3780000"/>
              <a:ext cx="26280" cy="2484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4840"/>
                <a:gd name="textAreaBottom" fmla="*/ 25200 h 24840"/>
                <a:gd name="GluePoint1X" fmla="*/ 5 w 19"/>
                <a:gd name="GluePoint1Y" fmla="*/ 0 h 18"/>
                <a:gd name="GluePoint2X" fmla="*/ 19 w 19"/>
                <a:gd name="GluePoint2Y" fmla="*/ 13 h 18"/>
                <a:gd name="GluePoint3X" fmla="*/ 13 w 19"/>
                <a:gd name="GluePoint3Y" fmla="*/ 18 h 18"/>
                <a:gd name="GluePoint4X" fmla="*/ 0 w 19"/>
                <a:gd name="GluePoint4Y" fmla="*/ 5 h 18"/>
                <a:gd name="GluePoint5X" fmla="*/ 5 w 19"/>
                <a:gd name="GluePoint5Y" fmla="*/ 0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" h="18">
                  <a:moveTo>
                    <a:pt x="5" y="0"/>
                  </a:moveTo>
                  <a:lnTo>
                    <a:pt x="19" y="13"/>
                  </a:lnTo>
                  <a:lnTo>
                    <a:pt x="13" y="18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2600" bIns="12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8" name="Freeform 400"/>
            <p:cNvSpPr/>
            <p:nvPr/>
          </p:nvSpPr>
          <p:spPr>
            <a:xfrm>
              <a:off x="2288520" y="3741840"/>
              <a:ext cx="26280" cy="2484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4840"/>
                <a:gd name="textAreaBottom" fmla="*/ 25200 h 24840"/>
                <a:gd name="GluePoint1X" fmla="*/ 13 w 19"/>
                <a:gd name="GluePoint1Y" fmla="*/ 0 h 18"/>
                <a:gd name="GluePoint2X" fmla="*/ 19 w 19"/>
                <a:gd name="GluePoint2Y" fmla="*/ 5 h 18"/>
                <a:gd name="GluePoint3X" fmla="*/ 5 w 19"/>
                <a:gd name="GluePoint3Y" fmla="*/ 18 h 18"/>
                <a:gd name="GluePoint4X" fmla="*/ 0 w 19"/>
                <a:gd name="GluePoint4Y" fmla="*/ 13 h 18"/>
                <a:gd name="GluePoint5X" fmla="*/ 13 w 19"/>
                <a:gd name="GluePoint5Y" fmla="*/ 0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" h="18">
                  <a:moveTo>
                    <a:pt x="13" y="0"/>
                  </a:moveTo>
                  <a:lnTo>
                    <a:pt x="19" y="5"/>
                  </a:lnTo>
                  <a:lnTo>
                    <a:pt x="5" y="18"/>
                  </a:lnTo>
                  <a:lnTo>
                    <a:pt x="0" y="1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2600" bIns="12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69" name="Freeform 401"/>
            <p:cNvSpPr/>
            <p:nvPr/>
          </p:nvSpPr>
          <p:spPr>
            <a:xfrm>
              <a:off x="2250720" y="3741840"/>
              <a:ext cx="26280" cy="2484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4840"/>
                <a:gd name="textAreaBottom" fmla="*/ 25200 h 24840"/>
                <a:gd name="GluePoint1X" fmla="*/ 5 w 19"/>
                <a:gd name="GluePoint1Y" fmla="*/ 0 h 18"/>
                <a:gd name="GluePoint2X" fmla="*/ 19 w 19"/>
                <a:gd name="GluePoint2Y" fmla="*/ 13 h 18"/>
                <a:gd name="GluePoint3X" fmla="*/ 14 w 19"/>
                <a:gd name="GluePoint3Y" fmla="*/ 18 h 18"/>
                <a:gd name="GluePoint4X" fmla="*/ 0 w 19"/>
                <a:gd name="GluePoint4Y" fmla="*/ 5 h 18"/>
                <a:gd name="GluePoint5X" fmla="*/ 5 w 19"/>
                <a:gd name="GluePoint5Y" fmla="*/ 0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" h="18">
                  <a:moveTo>
                    <a:pt x="5" y="0"/>
                  </a:moveTo>
                  <a:lnTo>
                    <a:pt x="19" y="13"/>
                  </a:lnTo>
                  <a:lnTo>
                    <a:pt x="14" y="18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2600" bIns="12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70" name="Freeform 402"/>
            <p:cNvSpPr/>
            <p:nvPr/>
          </p:nvSpPr>
          <p:spPr>
            <a:xfrm>
              <a:off x="2250720" y="3780000"/>
              <a:ext cx="26280" cy="2484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4840"/>
                <a:gd name="textAreaBottom" fmla="*/ 25200 h 24840"/>
                <a:gd name="GluePoint1X" fmla="*/ 14 w 19"/>
                <a:gd name="GluePoint1Y" fmla="*/ 0 h 18"/>
                <a:gd name="GluePoint2X" fmla="*/ 19 w 19"/>
                <a:gd name="GluePoint2Y" fmla="*/ 5 h 18"/>
                <a:gd name="GluePoint3X" fmla="*/ 5 w 19"/>
                <a:gd name="GluePoint3Y" fmla="*/ 18 h 18"/>
                <a:gd name="GluePoint4X" fmla="*/ 0 w 19"/>
                <a:gd name="GluePoint4Y" fmla="*/ 13 h 18"/>
                <a:gd name="GluePoint5X" fmla="*/ 14 w 19"/>
                <a:gd name="GluePoint5Y" fmla="*/ 0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" h="18">
                  <a:moveTo>
                    <a:pt x="14" y="0"/>
                  </a:moveTo>
                  <a:lnTo>
                    <a:pt x="19" y="5"/>
                  </a:lnTo>
                  <a:lnTo>
                    <a:pt x="5" y="18"/>
                  </a:lnTo>
                  <a:lnTo>
                    <a:pt x="0" y="1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2600" bIns="12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71" name="Группа 502"/>
          <p:cNvGrpSpPr/>
          <p:nvPr/>
        </p:nvGrpSpPr>
        <p:grpSpPr>
          <a:xfrm>
            <a:off x="5609880" y="3228480"/>
            <a:ext cx="304920" cy="304920"/>
            <a:chOff x="5609880" y="3228480"/>
            <a:chExt cx="304920" cy="304920"/>
          </a:xfrm>
        </p:grpSpPr>
        <p:sp>
          <p:nvSpPr>
            <p:cNvPr id="2872" name="Freeform 403"/>
            <p:cNvSpPr/>
            <p:nvPr/>
          </p:nvSpPr>
          <p:spPr>
            <a:xfrm>
              <a:off x="5609880" y="3228480"/>
              <a:ext cx="304920" cy="30492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304920"/>
                <a:gd name="textAreaBottom" fmla="*/ 305280 h 304920"/>
                <a:gd name="GluePoint1X" fmla="*/ 131 w 217"/>
                <a:gd name="GluePoint1Y" fmla="*/ 217 h 217"/>
                <a:gd name="GluePoint2X" fmla="*/ 0 w 217"/>
                <a:gd name="GluePoint2Y" fmla="*/ 86 h 217"/>
                <a:gd name="GluePoint3X" fmla="*/ 0 w 217"/>
                <a:gd name="GluePoint3Y" fmla="*/ 0 h 217"/>
                <a:gd name="GluePoint4X" fmla="*/ 85 w 217"/>
                <a:gd name="GluePoint4Y" fmla="*/ 0 h 217"/>
                <a:gd name="GluePoint5X" fmla="*/ 217 w 217"/>
                <a:gd name="GluePoint5Y" fmla="*/ 131 h 217"/>
                <a:gd name="GluePoint6X" fmla="*/ 131 w 217"/>
                <a:gd name="GluePoint6Y" fmla="*/ 217 h 217"/>
                <a:gd name="GluePoint7X" fmla="*/ 6 w 217"/>
                <a:gd name="GluePoint7Y" fmla="*/ 83 h 217"/>
                <a:gd name="GluePoint8X" fmla="*/ 131 w 217"/>
                <a:gd name="GluePoint8Y" fmla="*/ 207 h 217"/>
                <a:gd name="GluePoint9X" fmla="*/ 207 w 217"/>
                <a:gd name="GluePoint9Y" fmla="*/ 131 h 217"/>
                <a:gd name="GluePoint10X" fmla="*/ 83 w 217"/>
                <a:gd name="GluePoint10Y" fmla="*/ 6 h 217"/>
                <a:gd name="GluePoint11X" fmla="*/ 6 w 217"/>
                <a:gd name="GluePoint11Y" fmla="*/ 6 h 217"/>
                <a:gd name="GluePoint12X" fmla="*/ 6 w 217"/>
                <a:gd name="GluePoint12Y" fmla="*/ 83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217" h="217">
                  <a:moveTo>
                    <a:pt x="131" y="217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85" y="0"/>
                  </a:lnTo>
                  <a:lnTo>
                    <a:pt x="217" y="131"/>
                  </a:lnTo>
                  <a:lnTo>
                    <a:pt x="131" y="217"/>
                  </a:lnTo>
                  <a:close/>
                  <a:moveTo>
                    <a:pt x="6" y="83"/>
                  </a:moveTo>
                  <a:lnTo>
                    <a:pt x="131" y="207"/>
                  </a:lnTo>
                  <a:lnTo>
                    <a:pt x="207" y="131"/>
                  </a:lnTo>
                  <a:lnTo>
                    <a:pt x="83" y="6"/>
                  </a:lnTo>
                  <a:lnTo>
                    <a:pt x="6" y="6"/>
                  </a:lnTo>
                  <a:lnTo>
                    <a:pt x="6" y="8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73" name="Freeform 404"/>
            <p:cNvSpPr/>
            <p:nvPr/>
          </p:nvSpPr>
          <p:spPr>
            <a:xfrm>
              <a:off x="5656320" y="3274920"/>
              <a:ext cx="65880" cy="6588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65880"/>
                <a:gd name="textAreaBottom" fmla="*/ 66240 h 65880"/>
                <a:gd name="GluePoint1X" fmla="*/ 28 w 56"/>
                <a:gd name="GluePoint1Y" fmla="*/ 56 h 56"/>
                <a:gd name="GluePoint2X" fmla="*/ 0 w 56"/>
                <a:gd name="GluePoint2Y" fmla="*/ 28 h 56"/>
                <a:gd name="GluePoint3X" fmla="*/ 28 w 56"/>
                <a:gd name="GluePoint3Y" fmla="*/ 0 h 56"/>
                <a:gd name="GluePoint4X" fmla="*/ 56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8 w 56"/>
                <a:gd name="GluePoint7Y" fmla="*/ 28 h 56"/>
                <a:gd name="GluePoint8X" fmla="*/ 28 w 56"/>
                <a:gd name="GluePoint8Y" fmla="*/ 48 h 56"/>
                <a:gd name="GluePoint9X" fmla="*/ 4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13" y="56"/>
                    <a:pt x="0" y="44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ubicBezTo>
                    <a:pt x="56" y="44"/>
                    <a:pt x="44" y="56"/>
                    <a:pt x="28" y="56"/>
                  </a:cubicBezTo>
                  <a:close/>
                  <a:moveTo>
                    <a:pt x="28" y="8"/>
                  </a:moveTo>
                  <a:cubicBezTo>
                    <a:pt x="17" y="8"/>
                    <a:pt x="8" y="1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40" y="48"/>
                    <a:pt x="48" y="39"/>
                    <a:pt x="48" y="28"/>
                  </a:cubicBezTo>
                  <a:cubicBezTo>
                    <a:pt x="48" y="17"/>
                    <a:pt x="40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74" name="Группа 503"/>
          <p:cNvGrpSpPr/>
          <p:nvPr/>
        </p:nvGrpSpPr>
        <p:grpSpPr>
          <a:xfrm>
            <a:off x="6003720" y="3246480"/>
            <a:ext cx="303480" cy="267120"/>
            <a:chOff x="6003720" y="3246480"/>
            <a:chExt cx="303480" cy="267120"/>
          </a:xfrm>
        </p:grpSpPr>
        <p:sp>
          <p:nvSpPr>
            <p:cNvPr id="2875" name="Freeform 405"/>
            <p:cNvSpPr/>
            <p:nvPr/>
          </p:nvSpPr>
          <p:spPr>
            <a:xfrm>
              <a:off x="6003720" y="3246480"/>
              <a:ext cx="265680" cy="267120"/>
            </a:xfrm>
            <a:custGeom>
              <a:avLst/>
              <a:gdLst>
                <a:gd name="textAreaLeft" fmla="*/ 0 w 265680"/>
                <a:gd name="textAreaRight" fmla="*/ 266040 w 265680"/>
                <a:gd name="textAreaTop" fmla="*/ 0 h 267120"/>
                <a:gd name="textAreaBottom" fmla="*/ 267480 h 267120"/>
                <a:gd name="GluePoint1X" fmla="*/ 114 w 189"/>
                <a:gd name="GluePoint1Y" fmla="*/ 190 h 190"/>
                <a:gd name="GluePoint2X" fmla="*/ 0 w 189"/>
                <a:gd name="GluePoint2Y" fmla="*/ 76 h 190"/>
                <a:gd name="GluePoint3X" fmla="*/ 0 w 189"/>
                <a:gd name="GluePoint3Y" fmla="*/ 0 h 190"/>
                <a:gd name="GluePoint4X" fmla="*/ 74 w 189"/>
                <a:gd name="GluePoint4Y" fmla="*/ 0 h 190"/>
                <a:gd name="GluePoint5X" fmla="*/ 189 w 189"/>
                <a:gd name="GluePoint5Y" fmla="*/ 115 h 190"/>
                <a:gd name="GluePoint6X" fmla="*/ 114 w 189"/>
                <a:gd name="GluePoint6Y" fmla="*/ 190 h 190"/>
                <a:gd name="GluePoint7X" fmla="*/ 6 w 189"/>
                <a:gd name="GluePoint7Y" fmla="*/ 73 h 190"/>
                <a:gd name="GluePoint8X" fmla="*/ 114 w 189"/>
                <a:gd name="GluePoint8Y" fmla="*/ 181 h 190"/>
                <a:gd name="GluePoint9X" fmla="*/ 179 w 189"/>
                <a:gd name="GluePoint9Y" fmla="*/ 115 h 190"/>
                <a:gd name="GluePoint10X" fmla="*/ 72 w 189"/>
                <a:gd name="GluePoint10Y" fmla="*/ 7 h 190"/>
                <a:gd name="GluePoint11X" fmla="*/ 6 w 189"/>
                <a:gd name="GluePoint11Y" fmla="*/ 7 h 190"/>
                <a:gd name="GluePoint12X" fmla="*/ 6 w 189"/>
                <a:gd name="GluePoint12Y" fmla="*/ 73 h 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89" h="190">
                  <a:moveTo>
                    <a:pt x="114" y="190"/>
                  </a:moveTo>
                  <a:lnTo>
                    <a:pt x="0" y="76"/>
                  </a:lnTo>
                  <a:lnTo>
                    <a:pt x="0" y="0"/>
                  </a:lnTo>
                  <a:lnTo>
                    <a:pt x="74" y="0"/>
                  </a:lnTo>
                  <a:lnTo>
                    <a:pt x="189" y="115"/>
                  </a:lnTo>
                  <a:lnTo>
                    <a:pt x="114" y="190"/>
                  </a:lnTo>
                  <a:close/>
                  <a:moveTo>
                    <a:pt x="6" y="73"/>
                  </a:moveTo>
                  <a:lnTo>
                    <a:pt x="114" y="181"/>
                  </a:lnTo>
                  <a:lnTo>
                    <a:pt x="179" y="115"/>
                  </a:lnTo>
                  <a:lnTo>
                    <a:pt x="72" y="7"/>
                  </a:lnTo>
                  <a:lnTo>
                    <a:pt x="6" y="7"/>
                  </a:lnTo>
                  <a:lnTo>
                    <a:pt x="6" y="7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76" name="Freeform 407"/>
            <p:cNvSpPr/>
            <p:nvPr/>
          </p:nvSpPr>
          <p:spPr>
            <a:xfrm>
              <a:off x="6140160" y="3249360"/>
              <a:ext cx="167040" cy="26136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261360"/>
                <a:gd name="textAreaBottom" fmla="*/ 261720 h 261360"/>
                <a:gd name="GluePoint1X" fmla="*/ 46 w 119"/>
                <a:gd name="GluePoint1Y" fmla="*/ 186 h 186"/>
                <a:gd name="GluePoint2X" fmla="*/ 41 w 119"/>
                <a:gd name="GluePoint2Y" fmla="*/ 182 h 186"/>
                <a:gd name="GluePoint3X" fmla="*/ 109 w 119"/>
                <a:gd name="GluePoint3Y" fmla="*/ 113 h 186"/>
                <a:gd name="GluePoint4X" fmla="*/ 0 w 119"/>
                <a:gd name="GluePoint4Y" fmla="*/ 4 h 186"/>
                <a:gd name="GluePoint5X" fmla="*/ 5 w 119"/>
                <a:gd name="GluePoint5Y" fmla="*/ 0 h 186"/>
                <a:gd name="GluePoint6X" fmla="*/ 119 w 119"/>
                <a:gd name="GluePoint6Y" fmla="*/ 113 h 186"/>
                <a:gd name="GluePoint7X" fmla="*/ 46 w 119"/>
                <a:gd name="GluePoint7Y" fmla="*/ 186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19" h="186">
                  <a:moveTo>
                    <a:pt x="46" y="186"/>
                  </a:moveTo>
                  <a:lnTo>
                    <a:pt x="41" y="182"/>
                  </a:lnTo>
                  <a:lnTo>
                    <a:pt x="109" y="113"/>
                  </a:lnTo>
                  <a:lnTo>
                    <a:pt x="0" y="4"/>
                  </a:lnTo>
                  <a:lnTo>
                    <a:pt x="5" y="0"/>
                  </a:lnTo>
                  <a:lnTo>
                    <a:pt x="119" y="113"/>
                  </a:lnTo>
                  <a:lnTo>
                    <a:pt x="46" y="18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77" name="Freeform 408"/>
            <p:cNvSpPr/>
            <p:nvPr/>
          </p:nvSpPr>
          <p:spPr>
            <a:xfrm>
              <a:off x="6040440" y="3284640"/>
              <a:ext cx="57240" cy="5580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55800"/>
                <a:gd name="textAreaBottom" fmla="*/ 56160 h 55800"/>
                <a:gd name="GluePoint1X" fmla="*/ 24 w 48"/>
                <a:gd name="GluePoint1Y" fmla="*/ 48 h 48"/>
                <a:gd name="GluePoint2X" fmla="*/ 0 w 48"/>
                <a:gd name="GluePoint2Y" fmla="*/ 24 h 48"/>
                <a:gd name="GluePoint3X" fmla="*/ 24 w 48"/>
                <a:gd name="GluePoint3Y" fmla="*/ 0 h 48"/>
                <a:gd name="GluePoint4X" fmla="*/ 48 w 48"/>
                <a:gd name="GluePoint4Y" fmla="*/ 24 h 48"/>
                <a:gd name="GluePoint5X" fmla="*/ 24 w 48"/>
                <a:gd name="GluePoint5Y" fmla="*/ 48 h 48"/>
                <a:gd name="GluePoint6X" fmla="*/ 24 w 48"/>
                <a:gd name="GluePoint6Y" fmla="*/ 8 h 48"/>
                <a:gd name="GluePoint7X" fmla="*/ 8 w 48"/>
                <a:gd name="GluePoint7Y" fmla="*/ 24 h 48"/>
                <a:gd name="GluePoint8X" fmla="*/ 24 w 48"/>
                <a:gd name="GluePoint8Y" fmla="*/ 40 h 48"/>
                <a:gd name="GluePoint9X" fmla="*/ 40 w 48"/>
                <a:gd name="GluePoint9Y" fmla="*/ 24 h 48"/>
                <a:gd name="GluePoint10X" fmla="*/ 24 w 48"/>
                <a:gd name="GluePoint10Y" fmla="*/ 8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8" h="48">
                  <a:moveTo>
                    <a:pt x="24" y="48"/>
                  </a:moveTo>
                  <a:cubicBezTo>
                    <a:pt x="10" y="48"/>
                    <a:pt x="0" y="38"/>
                    <a:pt x="0" y="24"/>
                  </a:cubicBezTo>
                  <a:cubicBezTo>
                    <a:pt x="0" y="11"/>
                    <a:pt x="10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8"/>
                    <a:pt x="37" y="48"/>
                    <a:pt x="24" y="48"/>
                  </a:cubicBezTo>
                  <a:close/>
                  <a:moveTo>
                    <a:pt x="24" y="8"/>
                  </a:moveTo>
                  <a:cubicBezTo>
                    <a:pt x="15" y="8"/>
                    <a:pt x="8" y="16"/>
                    <a:pt x="8" y="24"/>
                  </a:cubicBezTo>
                  <a:cubicBezTo>
                    <a:pt x="8" y="33"/>
                    <a:pt x="15" y="40"/>
                    <a:pt x="24" y="40"/>
                  </a:cubicBezTo>
                  <a:cubicBezTo>
                    <a:pt x="32" y="40"/>
                    <a:pt x="40" y="33"/>
                    <a:pt x="40" y="24"/>
                  </a:cubicBezTo>
                  <a:cubicBezTo>
                    <a:pt x="40" y="16"/>
                    <a:pt x="32" y="8"/>
                    <a:pt x="24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78" name="Группа 504"/>
          <p:cNvGrpSpPr/>
          <p:nvPr/>
        </p:nvGrpSpPr>
        <p:grpSpPr>
          <a:xfrm>
            <a:off x="6395040" y="3228480"/>
            <a:ext cx="306360" cy="306360"/>
            <a:chOff x="6395040" y="3228480"/>
            <a:chExt cx="306360" cy="306360"/>
          </a:xfrm>
        </p:grpSpPr>
        <p:sp>
          <p:nvSpPr>
            <p:cNvPr id="2879" name="Freeform 409"/>
            <p:cNvSpPr/>
            <p:nvPr/>
          </p:nvSpPr>
          <p:spPr>
            <a:xfrm>
              <a:off x="6395040" y="3228480"/>
              <a:ext cx="306360" cy="30636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306360"/>
                <a:gd name="textAreaBottom" fmla="*/ 306720 h 306360"/>
                <a:gd name="GluePoint1X" fmla="*/ 98 w 259"/>
                <a:gd name="GluePoint1Y" fmla="*/ 259 h 259"/>
                <a:gd name="GluePoint2X" fmla="*/ 68 w 259"/>
                <a:gd name="GluePoint2Y" fmla="*/ 229 h 259"/>
                <a:gd name="GluePoint3X" fmla="*/ 71 w 259"/>
                <a:gd name="GluePoint3Y" fmla="*/ 226 h 259"/>
                <a:gd name="GluePoint4X" fmla="*/ 78 w 259"/>
                <a:gd name="GluePoint4Y" fmla="*/ 209 h 259"/>
                <a:gd name="GluePoint5X" fmla="*/ 50 w 259"/>
                <a:gd name="GluePoint5Y" fmla="*/ 181 h 259"/>
                <a:gd name="GluePoint6X" fmla="*/ 32 w 259"/>
                <a:gd name="GluePoint6Y" fmla="*/ 188 h 259"/>
                <a:gd name="GluePoint7X" fmla="*/ 30 w 259"/>
                <a:gd name="GluePoint7Y" fmla="*/ 191 h 259"/>
                <a:gd name="GluePoint8X" fmla="*/ 0 w 259"/>
                <a:gd name="GluePoint8Y" fmla="*/ 161 h 259"/>
                <a:gd name="GluePoint9X" fmla="*/ 162 w 259"/>
                <a:gd name="GluePoint9Y" fmla="*/ 0 h 259"/>
                <a:gd name="GluePoint10X" fmla="*/ 191 w 259"/>
                <a:gd name="GluePoint10Y" fmla="*/ 29 h 259"/>
                <a:gd name="GluePoint11X" fmla="*/ 188 w 259"/>
                <a:gd name="GluePoint11Y" fmla="*/ 32 h 259"/>
                <a:gd name="GluePoint12X" fmla="*/ 182 w 259"/>
                <a:gd name="GluePoint12Y" fmla="*/ 49 h 259"/>
                <a:gd name="GluePoint13X" fmla="*/ 210 w 259"/>
                <a:gd name="GluePoint13Y" fmla="*/ 77 h 259"/>
                <a:gd name="GluePoint14X" fmla="*/ 227 w 259"/>
                <a:gd name="GluePoint14Y" fmla="*/ 70 h 259"/>
                <a:gd name="GluePoint15X" fmla="*/ 230 w 259"/>
                <a:gd name="GluePoint15Y" fmla="*/ 68 h 259"/>
                <a:gd name="GluePoint16X" fmla="*/ 259 w 259"/>
                <a:gd name="GluePoint16Y" fmla="*/ 97 h 259"/>
                <a:gd name="GluePoint17X" fmla="*/ 98 w 259"/>
                <a:gd name="GluePoint17Y" fmla="*/ 259 h 259"/>
                <a:gd name="GluePoint18X" fmla="*/ 79 w 259"/>
                <a:gd name="GluePoint18Y" fmla="*/ 229 h 259"/>
                <a:gd name="GluePoint19X" fmla="*/ 98 w 259"/>
                <a:gd name="GluePoint19Y" fmla="*/ 248 h 259"/>
                <a:gd name="GluePoint20X" fmla="*/ 248 w 259"/>
                <a:gd name="GluePoint20Y" fmla="*/ 97 h 259"/>
                <a:gd name="GluePoint21X" fmla="*/ 229 w 259"/>
                <a:gd name="GluePoint21Y" fmla="*/ 79 h 259"/>
                <a:gd name="GluePoint22X" fmla="*/ 210 w 259"/>
                <a:gd name="GluePoint22Y" fmla="*/ 85 h 259"/>
                <a:gd name="GluePoint23X" fmla="*/ 174 w 259"/>
                <a:gd name="GluePoint23Y" fmla="*/ 49 h 259"/>
                <a:gd name="GluePoint24X" fmla="*/ 180 w 259"/>
                <a:gd name="GluePoint24Y" fmla="*/ 29 h 259"/>
                <a:gd name="GluePoint25X" fmla="*/ 162 w 259"/>
                <a:gd name="GluePoint25Y" fmla="*/ 11 h 259"/>
                <a:gd name="GluePoint26X" fmla="*/ 11 w 259"/>
                <a:gd name="GluePoint26Y" fmla="*/ 161 h 259"/>
                <a:gd name="GluePoint27X" fmla="*/ 30 w 259"/>
                <a:gd name="GluePoint27Y" fmla="*/ 180 h 259"/>
                <a:gd name="GluePoint28X" fmla="*/ 50 w 259"/>
                <a:gd name="GluePoint28Y" fmla="*/ 173 h 259"/>
                <a:gd name="GluePoint29X" fmla="*/ 86 w 259"/>
                <a:gd name="GluePoint29Y" fmla="*/ 209 h 259"/>
                <a:gd name="GluePoint30X" fmla="*/ 79 w 259"/>
                <a:gd name="GluePoint30Y" fmla="*/ 229 h 2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259" h="259">
                  <a:moveTo>
                    <a:pt x="98" y="259"/>
                  </a:moveTo>
                  <a:cubicBezTo>
                    <a:pt x="68" y="229"/>
                    <a:pt x="68" y="229"/>
                    <a:pt x="68" y="229"/>
                  </a:cubicBezTo>
                  <a:cubicBezTo>
                    <a:pt x="71" y="226"/>
                    <a:pt x="71" y="226"/>
                    <a:pt x="71" y="226"/>
                  </a:cubicBezTo>
                  <a:cubicBezTo>
                    <a:pt x="76" y="221"/>
                    <a:pt x="78" y="217"/>
                    <a:pt x="78" y="209"/>
                  </a:cubicBezTo>
                  <a:cubicBezTo>
                    <a:pt x="78" y="193"/>
                    <a:pt x="66" y="181"/>
                    <a:pt x="50" y="181"/>
                  </a:cubicBezTo>
                  <a:cubicBezTo>
                    <a:pt x="42" y="181"/>
                    <a:pt x="38" y="183"/>
                    <a:pt x="32" y="188"/>
                  </a:cubicBezTo>
                  <a:cubicBezTo>
                    <a:pt x="30" y="191"/>
                    <a:pt x="30" y="191"/>
                    <a:pt x="30" y="191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91" y="29"/>
                    <a:pt x="191" y="29"/>
                    <a:pt x="191" y="29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3" y="37"/>
                    <a:pt x="182" y="41"/>
                    <a:pt x="182" y="49"/>
                  </a:cubicBezTo>
                  <a:cubicBezTo>
                    <a:pt x="182" y="65"/>
                    <a:pt x="193" y="77"/>
                    <a:pt x="210" y="77"/>
                  </a:cubicBezTo>
                  <a:cubicBezTo>
                    <a:pt x="218" y="77"/>
                    <a:pt x="221" y="76"/>
                    <a:pt x="227" y="70"/>
                  </a:cubicBezTo>
                  <a:cubicBezTo>
                    <a:pt x="230" y="68"/>
                    <a:pt x="230" y="68"/>
                    <a:pt x="230" y="68"/>
                  </a:cubicBezTo>
                  <a:cubicBezTo>
                    <a:pt x="259" y="97"/>
                    <a:pt x="259" y="97"/>
                    <a:pt x="259" y="97"/>
                  </a:cubicBezTo>
                  <a:lnTo>
                    <a:pt x="98" y="259"/>
                  </a:lnTo>
                  <a:close/>
                  <a:moveTo>
                    <a:pt x="79" y="229"/>
                  </a:moveTo>
                  <a:cubicBezTo>
                    <a:pt x="98" y="248"/>
                    <a:pt x="98" y="248"/>
                    <a:pt x="98" y="248"/>
                  </a:cubicBezTo>
                  <a:cubicBezTo>
                    <a:pt x="248" y="97"/>
                    <a:pt x="248" y="97"/>
                    <a:pt x="248" y="97"/>
                  </a:cubicBezTo>
                  <a:cubicBezTo>
                    <a:pt x="229" y="79"/>
                    <a:pt x="229" y="79"/>
                    <a:pt x="229" y="79"/>
                  </a:cubicBezTo>
                  <a:cubicBezTo>
                    <a:pt x="224" y="84"/>
                    <a:pt x="218" y="85"/>
                    <a:pt x="210" y="85"/>
                  </a:cubicBezTo>
                  <a:cubicBezTo>
                    <a:pt x="189" y="85"/>
                    <a:pt x="174" y="70"/>
                    <a:pt x="174" y="49"/>
                  </a:cubicBezTo>
                  <a:cubicBezTo>
                    <a:pt x="174" y="40"/>
                    <a:pt x="175" y="35"/>
                    <a:pt x="180" y="29"/>
                  </a:cubicBezTo>
                  <a:cubicBezTo>
                    <a:pt x="162" y="11"/>
                    <a:pt x="162" y="11"/>
                    <a:pt x="162" y="11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5" y="175"/>
                    <a:pt x="41" y="173"/>
                    <a:pt x="50" y="173"/>
                  </a:cubicBezTo>
                  <a:cubicBezTo>
                    <a:pt x="70" y="173"/>
                    <a:pt x="86" y="189"/>
                    <a:pt x="86" y="209"/>
                  </a:cubicBezTo>
                  <a:cubicBezTo>
                    <a:pt x="86" y="218"/>
                    <a:pt x="84" y="223"/>
                    <a:pt x="79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80" name="Freeform 410"/>
            <p:cNvSpPr/>
            <p:nvPr/>
          </p:nvSpPr>
          <p:spPr>
            <a:xfrm>
              <a:off x="6516000" y="3295800"/>
              <a:ext cx="24840" cy="262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26280"/>
                <a:gd name="textAreaBottom" fmla="*/ 26640 h 26280"/>
                <a:gd name="GluePoint1X" fmla="*/ 5 w 18"/>
                <a:gd name="GluePoint1Y" fmla="*/ 0 h 19"/>
                <a:gd name="GluePoint2X" fmla="*/ 18 w 18"/>
                <a:gd name="GluePoint2Y" fmla="*/ 14 h 19"/>
                <a:gd name="GluePoint3X" fmla="*/ 14 w 18"/>
                <a:gd name="GluePoint3Y" fmla="*/ 19 h 19"/>
                <a:gd name="GluePoint4X" fmla="*/ 0 w 18"/>
                <a:gd name="GluePoint4Y" fmla="*/ 6 h 19"/>
                <a:gd name="GluePoint5X" fmla="*/ 5 w 18"/>
                <a:gd name="GluePoint5Y" fmla="*/ 0 h 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9">
                  <a:moveTo>
                    <a:pt x="5" y="0"/>
                  </a:moveTo>
                  <a:lnTo>
                    <a:pt x="18" y="14"/>
                  </a:lnTo>
                  <a:lnTo>
                    <a:pt x="14" y="19"/>
                  </a:lnTo>
                  <a:lnTo>
                    <a:pt x="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3320" bIns="13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81" name="Freeform 411"/>
            <p:cNvSpPr/>
            <p:nvPr/>
          </p:nvSpPr>
          <p:spPr>
            <a:xfrm>
              <a:off x="6606000" y="3385800"/>
              <a:ext cx="24840" cy="262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26280"/>
                <a:gd name="textAreaBottom" fmla="*/ 26640 h 26280"/>
                <a:gd name="GluePoint1X" fmla="*/ 5 w 18"/>
                <a:gd name="GluePoint1Y" fmla="*/ 0 h 19"/>
                <a:gd name="GluePoint2X" fmla="*/ 18 w 18"/>
                <a:gd name="GluePoint2Y" fmla="*/ 14 h 19"/>
                <a:gd name="GluePoint3X" fmla="*/ 14 w 18"/>
                <a:gd name="GluePoint3Y" fmla="*/ 19 h 19"/>
                <a:gd name="GluePoint4X" fmla="*/ 0 w 18"/>
                <a:gd name="GluePoint4Y" fmla="*/ 5 h 19"/>
                <a:gd name="GluePoint5X" fmla="*/ 5 w 18"/>
                <a:gd name="GluePoint5Y" fmla="*/ 0 h 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9">
                  <a:moveTo>
                    <a:pt x="5" y="0"/>
                  </a:moveTo>
                  <a:lnTo>
                    <a:pt x="18" y="14"/>
                  </a:lnTo>
                  <a:lnTo>
                    <a:pt x="14" y="19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3320" bIns="13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82" name="Freeform 412"/>
            <p:cNvSpPr/>
            <p:nvPr/>
          </p:nvSpPr>
          <p:spPr>
            <a:xfrm>
              <a:off x="6545520" y="3325320"/>
              <a:ext cx="23400" cy="2484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24840"/>
                <a:gd name="textAreaBottom" fmla="*/ 25200 h 24840"/>
                <a:gd name="GluePoint1X" fmla="*/ 4 w 17"/>
                <a:gd name="GluePoint1Y" fmla="*/ 0 h 18"/>
                <a:gd name="GluePoint2X" fmla="*/ 17 w 17"/>
                <a:gd name="GluePoint2Y" fmla="*/ 13 h 18"/>
                <a:gd name="GluePoint3X" fmla="*/ 13 w 17"/>
                <a:gd name="GluePoint3Y" fmla="*/ 18 h 18"/>
                <a:gd name="GluePoint4X" fmla="*/ 0 w 17"/>
                <a:gd name="GluePoint4Y" fmla="*/ 5 h 18"/>
                <a:gd name="GluePoint5X" fmla="*/ 4 w 17"/>
                <a:gd name="GluePoint5Y" fmla="*/ 0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8">
                  <a:moveTo>
                    <a:pt x="4" y="0"/>
                  </a:moveTo>
                  <a:lnTo>
                    <a:pt x="17" y="13"/>
                  </a:lnTo>
                  <a:lnTo>
                    <a:pt x="13" y="18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2600" bIns="12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83" name="Freeform 413"/>
            <p:cNvSpPr/>
            <p:nvPr/>
          </p:nvSpPr>
          <p:spPr>
            <a:xfrm>
              <a:off x="6577920" y="3357720"/>
              <a:ext cx="24840" cy="262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26280"/>
                <a:gd name="textAreaBottom" fmla="*/ 26640 h 26280"/>
                <a:gd name="GluePoint1X" fmla="*/ 4 w 18"/>
                <a:gd name="GluePoint1Y" fmla="*/ 0 h 19"/>
                <a:gd name="GluePoint2X" fmla="*/ 18 w 18"/>
                <a:gd name="GluePoint2Y" fmla="*/ 14 h 19"/>
                <a:gd name="GluePoint3X" fmla="*/ 14 w 18"/>
                <a:gd name="GluePoint3Y" fmla="*/ 19 h 19"/>
                <a:gd name="GluePoint4X" fmla="*/ 0 w 18"/>
                <a:gd name="GluePoint4Y" fmla="*/ 5 h 19"/>
                <a:gd name="GluePoint5X" fmla="*/ 4 w 18"/>
                <a:gd name="GluePoint5Y" fmla="*/ 0 h 1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9">
                  <a:moveTo>
                    <a:pt x="4" y="0"/>
                  </a:moveTo>
                  <a:lnTo>
                    <a:pt x="18" y="14"/>
                  </a:lnTo>
                  <a:lnTo>
                    <a:pt x="14" y="19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3320" bIns="13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84" name="Группа 479"/>
          <p:cNvGrpSpPr/>
          <p:nvPr/>
        </p:nvGrpSpPr>
        <p:grpSpPr>
          <a:xfrm>
            <a:off x="6790320" y="2442960"/>
            <a:ext cx="302040" cy="302040"/>
            <a:chOff x="6790320" y="2442960"/>
            <a:chExt cx="302040" cy="302040"/>
          </a:xfrm>
        </p:grpSpPr>
        <p:sp>
          <p:nvSpPr>
            <p:cNvPr id="2885" name="Freeform 414"/>
            <p:cNvSpPr/>
            <p:nvPr/>
          </p:nvSpPr>
          <p:spPr>
            <a:xfrm>
              <a:off x="679032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7 w 256"/>
                <a:gd name="GluePoint2Y" fmla="*/ 218 h 256"/>
                <a:gd name="GluePoint3X" fmla="*/ 0 w 256"/>
                <a:gd name="GluePoint3Y" fmla="*/ 128 h 256"/>
                <a:gd name="GluePoint4X" fmla="*/ 37 w 256"/>
                <a:gd name="GluePoint4Y" fmla="*/ 37 h 256"/>
                <a:gd name="GluePoint5X" fmla="*/ 128 w 256"/>
                <a:gd name="GluePoint5Y" fmla="*/ 0 h 256"/>
                <a:gd name="GluePoint6X" fmla="*/ 218 w 256"/>
                <a:gd name="GluePoint6Y" fmla="*/ 37 h 256"/>
                <a:gd name="GluePoint7X" fmla="*/ 256 w 256"/>
                <a:gd name="GluePoint7Y" fmla="*/ 128 h 256"/>
                <a:gd name="GluePoint8X" fmla="*/ 218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3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3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2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5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5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86" name="Rectangle 415"/>
            <p:cNvSpPr/>
            <p:nvPr/>
          </p:nvSpPr>
          <p:spPr>
            <a:xfrm>
              <a:off x="6936840" y="2523240"/>
              <a:ext cx="9360" cy="165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87" name="Rectangle 416"/>
            <p:cNvSpPr/>
            <p:nvPr/>
          </p:nvSpPr>
          <p:spPr>
            <a:xfrm>
              <a:off x="6874920" y="2519280"/>
              <a:ext cx="131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88" name="Freeform 417"/>
            <p:cNvSpPr/>
            <p:nvPr/>
          </p:nvSpPr>
          <p:spPr>
            <a:xfrm>
              <a:off x="6905880" y="2552760"/>
              <a:ext cx="69840" cy="446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44640"/>
                <a:gd name="textAreaBottom" fmla="*/ 45000 h 44640"/>
                <a:gd name="GluePoint1X" fmla="*/ 47 w 50"/>
                <a:gd name="GluePoint1Y" fmla="*/ 0 h 32"/>
                <a:gd name="GluePoint2X" fmla="*/ 50 w 50"/>
                <a:gd name="GluePoint2Y" fmla="*/ 5 h 32"/>
                <a:gd name="GluePoint3X" fmla="*/ 3 w 50"/>
                <a:gd name="GluePoint3Y" fmla="*/ 32 h 32"/>
                <a:gd name="GluePoint4X" fmla="*/ 0 w 50"/>
                <a:gd name="GluePoint4Y" fmla="*/ 26 h 32"/>
                <a:gd name="GluePoint5X" fmla="*/ 47 w 50"/>
                <a:gd name="GluePoint5Y" fmla="*/ 0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0" h="32">
                  <a:moveTo>
                    <a:pt x="47" y="0"/>
                  </a:moveTo>
                  <a:lnTo>
                    <a:pt x="50" y="5"/>
                  </a:lnTo>
                  <a:lnTo>
                    <a:pt x="3" y="32"/>
                  </a:lnTo>
                  <a:lnTo>
                    <a:pt x="0" y="26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89" name="Freeform 418"/>
            <p:cNvSpPr/>
            <p:nvPr/>
          </p:nvSpPr>
          <p:spPr>
            <a:xfrm>
              <a:off x="6905880" y="2581200"/>
              <a:ext cx="69840" cy="4608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46080"/>
                <a:gd name="textAreaBottom" fmla="*/ 46440 h 46080"/>
                <a:gd name="GluePoint1X" fmla="*/ 47 w 50"/>
                <a:gd name="GluePoint1Y" fmla="*/ 0 h 33"/>
                <a:gd name="GluePoint2X" fmla="*/ 50 w 50"/>
                <a:gd name="GluePoint2Y" fmla="*/ 6 h 33"/>
                <a:gd name="GluePoint3X" fmla="*/ 3 w 50"/>
                <a:gd name="GluePoint3Y" fmla="*/ 33 h 33"/>
                <a:gd name="GluePoint4X" fmla="*/ 0 w 50"/>
                <a:gd name="GluePoint4Y" fmla="*/ 27 h 33"/>
                <a:gd name="GluePoint5X" fmla="*/ 47 w 50"/>
                <a:gd name="GluePoint5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50" h="33">
                  <a:moveTo>
                    <a:pt x="47" y="0"/>
                  </a:moveTo>
                  <a:lnTo>
                    <a:pt x="50" y="6"/>
                  </a:lnTo>
                  <a:lnTo>
                    <a:pt x="3" y="33"/>
                  </a:lnTo>
                  <a:lnTo>
                    <a:pt x="0" y="2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90" name="Группа 507"/>
          <p:cNvGrpSpPr/>
          <p:nvPr/>
        </p:nvGrpSpPr>
        <p:grpSpPr>
          <a:xfrm>
            <a:off x="2467440" y="3660480"/>
            <a:ext cx="302040" cy="226080"/>
            <a:chOff x="2467440" y="3660480"/>
            <a:chExt cx="302040" cy="226080"/>
          </a:xfrm>
        </p:grpSpPr>
        <p:sp>
          <p:nvSpPr>
            <p:cNvPr id="2891" name="Freeform 419"/>
            <p:cNvSpPr/>
            <p:nvPr/>
          </p:nvSpPr>
          <p:spPr>
            <a:xfrm>
              <a:off x="2467440" y="3688560"/>
              <a:ext cx="292320" cy="198000"/>
            </a:xfrm>
            <a:custGeom>
              <a:avLst/>
              <a:gdLst>
                <a:gd name="textAreaLeft" fmla="*/ 0 w 292320"/>
                <a:gd name="textAreaRight" fmla="*/ 292680 w 292320"/>
                <a:gd name="textAreaTop" fmla="*/ 0 h 198000"/>
                <a:gd name="textAreaBottom" fmla="*/ 198360 h 198000"/>
                <a:gd name="GluePoint1X" fmla="*/ 208 w 208"/>
                <a:gd name="GluePoint1Y" fmla="*/ 141 h 141"/>
                <a:gd name="GluePoint2X" fmla="*/ 0 w 208"/>
                <a:gd name="GluePoint2Y" fmla="*/ 141 h 141"/>
                <a:gd name="GluePoint3X" fmla="*/ 0 w 208"/>
                <a:gd name="GluePoint3Y" fmla="*/ 0 h 141"/>
                <a:gd name="GluePoint4X" fmla="*/ 208 w 208"/>
                <a:gd name="GluePoint4Y" fmla="*/ 0 h 141"/>
                <a:gd name="GluePoint5X" fmla="*/ 208 w 208"/>
                <a:gd name="GluePoint5Y" fmla="*/ 40 h 141"/>
                <a:gd name="GluePoint6X" fmla="*/ 202 w 208"/>
                <a:gd name="GluePoint6Y" fmla="*/ 40 h 141"/>
                <a:gd name="GluePoint7X" fmla="*/ 202 w 208"/>
                <a:gd name="GluePoint7Y" fmla="*/ 7 h 141"/>
                <a:gd name="GluePoint8X" fmla="*/ 7 w 208"/>
                <a:gd name="GluePoint8Y" fmla="*/ 7 h 141"/>
                <a:gd name="GluePoint9X" fmla="*/ 7 w 208"/>
                <a:gd name="GluePoint9Y" fmla="*/ 134 h 141"/>
                <a:gd name="GluePoint10X" fmla="*/ 202 w 208"/>
                <a:gd name="GluePoint10Y" fmla="*/ 134 h 141"/>
                <a:gd name="GluePoint11X" fmla="*/ 202 w 208"/>
                <a:gd name="GluePoint11Y" fmla="*/ 101 h 141"/>
                <a:gd name="GluePoint12X" fmla="*/ 208 w 208"/>
                <a:gd name="GluePoint12Y" fmla="*/ 101 h 141"/>
                <a:gd name="GluePoint13X" fmla="*/ 208 w 208"/>
                <a:gd name="GluePoint13Y" fmla="*/ 141 h 1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08" h="141">
                  <a:moveTo>
                    <a:pt x="208" y="141"/>
                  </a:moveTo>
                  <a:lnTo>
                    <a:pt x="0" y="141"/>
                  </a:lnTo>
                  <a:lnTo>
                    <a:pt x="0" y="0"/>
                  </a:lnTo>
                  <a:lnTo>
                    <a:pt x="208" y="0"/>
                  </a:lnTo>
                  <a:lnTo>
                    <a:pt x="208" y="40"/>
                  </a:lnTo>
                  <a:lnTo>
                    <a:pt x="202" y="40"/>
                  </a:lnTo>
                  <a:lnTo>
                    <a:pt x="202" y="7"/>
                  </a:lnTo>
                  <a:lnTo>
                    <a:pt x="7" y="7"/>
                  </a:lnTo>
                  <a:lnTo>
                    <a:pt x="7" y="134"/>
                  </a:lnTo>
                  <a:lnTo>
                    <a:pt x="202" y="134"/>
                  </a:lnTo>
                  <a:lnTo>
                    <a:pt x="202" y="101"/>
                  </a:lnTo>
                  <a:lnTo>
                    <a:pt x="208" y="101"/>
                  </a:lnTo>
                  <a:lnTo>
                    <a:pt x="208" y="14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92" name="Freeform 420"/>
            <p:cNvSpPr/>
            <p:nvPr/>
          </p:nvSpPr>
          <p:spPr>
            <a:xfrm>
              <a:off x="2495520" y="3660480"/>
              <a:ext cx="231840" cy="32040"/>
            </a:xfrm>
            <a:custGeom>
              <a:avLst/>
              <a:gdLst>
                <a:gd name="textAreaLeft" fmla="*/ 0 w 231840"/>
                <a:gd name="textAreaRight" fmla="*/ 232200 w 231840"/>
                <a:gd name="textAreaTop" fmla="*/ 0 h 32040"/>
                <a:gd name="textAreaBottom" fmla="*/ 32400 h 32040"/>
                <a:gd name="GluePoint1X" fmla="*/ 165 w 165"/>
                <a:gd name="GluePoint1Y" fmla="*/ 23 h 23"/>
                <a:gd name="GluePoint2X" fmla="*/ 158 w 165"/>
                <a:gd name="GluePoint2Y" fmla="*/ 23 h 23"/>
                <a:gd name="GluePoint3X" fmla="*/ 158 w 165"/>
                <a:gd name="GluePoint3Y" fmla="*/ 6 h 23"/>
                <a:gd name="GluePoint4X" fmla="*/ 0 w 165"/>
                <a:gd name="GluePoint4Y" fmla="*/ 6 h 23"/>
                <a:gd name="GluePoint5X" fmla="*/ 0 w 165"/>
                <a:gd name="GluePoint5Y" fmla="*/ 0 h 23"/>
                <a:gd name="GluePoint6X" fmla="*/ 165 w 165"/>
                <a:gd name="GluePoint6Y" fmla="*/ 0 h 23"/>
                <a:gd name="GluePoint7X" fmla="*/ 165 w 165"/>
                <a:gd name="GluePoint7Y" fmla="*/ 23 h 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65" h="23">
                  <a:moveTo>
                    <a:pt x="165" y="23"/>
                  </a:moveTo>
                  <a:lnTo>
                    <a:pt x="158" y="23"/>
                  </a:lnTo>
                  <a:lnTo>
                    <a:pt x="158" y="6"/>
                  </a:lnTo>
                  <a:lnTo>
                    <a:pt x="0" y="6"/>
                  </a:lnTo>
                  <a:lnTo>
                    <a:pt x="0" y="0"/>
                  </a:lnTo>
                  <a:lnTo>
                    <a:pt x="165" y="0"/>
                  </a:lnTo>
                  <a:lnTo>
                    <a:pt x="165" y="2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200" bIns="16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93" name="Freeform 421"/>
            <p:cNvSpPr/>
            <p:nvPr/>
          </p:nvSpPr>
          <p:spPr>
            <a:xfrm>
              <a:off x="2467440" y="3660480"/>
              <a:ext cx="27720" cy="277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27720"/>
                <a:gd name="textAreaBottom" fmla="*/ 28080 h 27720"/>
                <a:gd name="GluePoint1X" fmla="*/ 8 w 24"/>
                <a:gd name="GluePoint1Y" fmla="*/ 24 h 24"/>
                <a:gd name="GluePoint2X" fmla="*/ 0 w 24"/>
                <a:gd name="GluePoint2Y" fmla="*/ 24 h 24"/>
                <a:gd name="GluePoint3X" fmla="*/ 24 w 24"/>
                <a:gd name="GluePoint3Y" fmla="*/ 0 h 24"/>
                <a:gd name="GluePoint4X" fmla="*/ 24 w 24"/>
                <a:gd name="GluePoint4Y" fmla="*/ 8 h 24"/>
                <a:gd name="GluePoint5X" fmla="*/ 8 w 24"/>
                <a:gd name="GluePoint5Y" fmla="*/ 24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4" h="24">
                  <a:moveTo>
                    <a:pt x="8" y="24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16" y="8"/>
                    <a:pt x="8" y="15"/>
                    <a:pt x="8" y="2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94" name="Freeform 422"/>
            <p:cNvSpPr/>
            <p:nvPr/>
          </p:nvSpPr>
          <p:spPr>
            <a:xfrm>
              <a:off x="2624760" y="3740760"/>
              <a:ext cx="144720" cy="93960"/>
            </a:xfrm>
            <a:custGeom>
              <a:avLst/>
              <a:gdLst>
                <a:gd name="textAreaLeft" fmla="*/ 0 w 144720"/>
                <a:gd name="textAreaRight" fmla="*/ 145080 w 144720"/>
                <a:gd name="textAreaTop" fmla="*/ 0 h 93960"/>
                <a:gd name="textAreaBottom" fmla="*/ 94320 h 93960"/>
                <a:gd name="GluePoint1X" fmla="*/ 123 w 123"/>
                <a:gd name="GluePoint1Y" fmla="*/ 80 h 80"/>
                <a:gd name="GluePoint2X" fmla="*/ 40 w 123"/>
                <a:gd name="GluePoint2Y" fmla="*/ 80 h 80"/>
                <a:gd name="GluePoint3X" fmla="*/ 0 w 123"/>
                <a:gd name="GluePoint3Y" fmla="*/ 40 h 80"/>
                <a:gd name="GluePoint4X" fmla="*/ 40 w 123"/>
                <a:gd name="GluePoint4Y" fmla="*/ 0 h 80"/>
                <a:gd name="GluePoint5X" fmla="*/ 123 w 123"/>
                <a:gd name="GluePoint5Y" fmla="*/ 0 h 80"/>
                <a:gd name="GluePoint6X" fmla="*/ 123 w 123"/>
                <a:gd name="GluePoint6Y" fmla="*/ 80 h 80"/>
                <a:gd name="GluePoint7X" fmla="*/ 40 w 123"/>
                <a:gd name="GluePoint7Y" fmla="*/ 8 h 80"/>
                <a:gd name="GluePoint8X" fmla="*/ 8 w 123"/>
                <a:gd name="GluePoint8Y" fmla="*/ 40 h 80"/>
                <a:gd name="GluePoint9X" fmla="*/ 40 w 123"/>
                <a:gd name="GluePoint9Y" fmla="*/ 72 h 80"/>
                <a:gd name="GluePoint10X" fmla="*/ 115 w 123"/>
                <a:gd name="GluePoint10Y" fmla="*/ 72 h 80"/>
                <a:gd name="GluePoint11X" fmla="*/ 115 w 123"/>
                <a:gd name="GluePoint11Y" fmla="*/ 8 h 80"/>
                <a:gd name="GluePoint12X" fmla="*/ 40 w 123"/>
                <a:gd name="GluePoint12Y" fmla="*/ 8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23" h="80">
                  <a:moveTo>
                    <a:pt x="123" y="80"/>
                  </a:moveTo>
                  <a:cubicBezTo>
                    <a:pt x="40" y="80"/>
                    <a:pt x="40" y="80"/>
                    <a:pt x="40" y="80"/>
                  </a:cubicBezTo>
                  <a:cubicBezTo>
                    <a:pt x="18" y="80"/>
                    <a:pt x="0" y="62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23" y="0"/>
                    <a:pt x="123" y="0"/>
                    <a:pt x="123" y="0"/>
                  </a:cubicBezTo>
                  <a:lnTo>
                    <a:pt x="123" y="80"/>
                  </a:lnTo>
                  <a:close/>
                  <a:moveTo>
                    <a:pt x="40" y="8"/>
                  </a:moveTo>
                  <a:cubicBezTo>
                    <a:pt x="22" y="8"/>
                    <a:pt x="8" y="23"/>
                    <a:pt x="8" y="40"/>
                  </a:cubicBezTo>
                  <a:cubicBezTo>
                    <a:pt x="8" y="58"/>
                    <a:pt x="22" y="72"/>
                    <a:pt x="40" y="72"/>
                  </a:cubicBezTo>
                  <a:cubicBezTo>
                    <a:pt x="115" y="72"/>
                    <a:pt x="115" y="72"/>
                    <a:pt x="115" y="72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4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95" name="Freeform 423"/>
            <p:cNvSpPr/>
            <p:nvPr/>
          </p:nvSpPr>
          <p:spPr>
            <a:xfrm>
              <a:off x="2655720" y="3768840"/>
              <a:ext cx="37800" cy="378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7800"/>
                <a:gd name="textAreaBottom" fmla="*/ 38160 h 37800"/>
                <a:gd name="GluePoint1X" fmla="*/ 16 w 32"/>
                <a:gd name="GluePoint1Y" fmla="*/ 32 h 32"/>
                <a:gd name="GluePoint2X" fmla="*/ 0 w 32"/>
                <a:gd name="GluePoint2Y" fmla="*/ 16 h 32"/>
                <a:gd name="GluePoint3X" fmla="*/ 16 w 32"/>
                <a:gd name="GluePoint3Y" fmla="*/ 0 h 32"/>
                <a:gd name="GluePoint4X" fmla="*/ 32 w 32"/>
                <a:gd name="GluePoint4Y" fmla="*/ 16 h 32"/>
                <a:gd name="GluePoint5X" fmla="*/ 16 w 32"/>
                <a:gd name="GluePoint5Y" fmla="*/ 32 h 32"/>
                <a:gd name="GluePoint6X" fmla="*/ 16 w 32"/>
                <a:gd name="GluePoint6Y" fmla="*/ 8 h 32"/>
                <a:gd name="GluePoint7X" fmla="*/ 8 w 32"/>
                <a:gd name="GluePoint7Y" fmla="*/ 16 h 32"/>
                <a:gd name="GluePoint8X" fmla="*/ 16 w 32"/>
                <a:gd name="GluePoint8Y" fmla="*/ 24 h 32"/>
                <a:gd name="GluePoint9X" fmla="*/ 24 w 32"/>
                <a:gd name="GluePoint9Y" fmla="*/ 16 h 32"/>
                <a:gd name="GluePoint10X" fmla="*/ 16 w 32"/>
                <a:gd name="GluePoint10Y" fmla="*/ 8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32">
                  <a:moveTo>
                    <a:pt x="16" y="32"/>
                  </a:moveTo>
                  <a:cubicBezTo>
                    <a:pt x="8" y="32"/>
                    <a:pt x="0" y="25"/>
                    <a:pt x="0" y="16"/>
                  </a:cubicBezTo>
                  <a:cubicBezTo>
                    <a:pt x="0" y="7"/>
                    <a:pt x="8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1"/>
                    <a:pt x="12" y="24"/>
                    <a:pt x="16" y="24"/>
                  </a:cubicBezTo>
                  <a:cubicBezTo>
                    <a:pt x="21" y="24"/>
                    <a:pt x="24" y="21"/>
                    <a:pt x="24" y="16"/>
                  </a:cubicBezTo>
                  <a:cubicBezTo>
                    <a:pt x="24" y="12"/>
                    <a:pt x="21" y="8"/>
                    <a:pt x="1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9080" bIns="19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896" name="Группа 482"/>
          <p:cNvGrpSpPr/>
          <p:nvPr/>
        </p:nvGrpSpPr>
        <p:grpSpPr>
          <a:xfrm>
            <a:off x="2859840" y="2835720"/>
            <a:ext cx="302040" cy="303480"/>
            <a:chOff x="2859840" y="2835720"/>
            <a:chExt cx="302040" cy="303480"/>
          </a:xfrm>
        </p:grpSpPr>
        <p:sp>
          <p:nvSpPr>
            <p:cNvPr id="2897" name="Freeform 424"/>
            <p:cNvSpPr/>
            <p:nvPr/>
          </p:nvSpPr>
          <p:spPr>
            <a:xfrm>
              <a:off x="2859840" y="2835720"/>
              <a:ext cx="302040" cy="3034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3480"/>
                <a:gd name="textAreaBottom" fmla="*/ 303840 h 303480"/>
                <a:gd name="GluePoint1X" fmla="*/ 128 w 256"/>
                <a:gd name="GluePoint1Y" fmla="*/ 256 h 256"/>
                <a:gd name="GluePoint2X" fmla="*/ 38 w 256"/>
                <a:gd name="GluePoint2Y" fmla="*/ 219 h 256"/>
                <a:gd name="GluePoint3X" fmla="*/ 0 w 256"/>
                <a:gd name="GluePoint3Y" fmla="*/ 128 h 256"/>
                <a:gd name="GluePoint4X" fmla="*/ 38 w 256"/>
                <a:gd name="GluePoint4Y" fmla="*/ 38 h 256"/>
                <a:gd name="GluePoint5X" fmla="*/ 128 w 256"/>
                <a:gd name="GluePoint5Y" fmla="*/ 0 h 256"/>
                <a:gd name="GluePoint6X" fmla="*/ 219 w 256"/>
                <a:gd name="GluePoint6Y" fmla="*/ 38 h 256"/>
                <a:gd name="GluePoint7X" fmla="*/ 256 w 256"/>
                <a:gd name="GluePoint7Y" fmla="*/ 128 h 256"/>
                <a:gd name="GluePoint8X" fmla="*/ 219 w 256"/>
                <a:gd name="GluePoint8Y" fmla="*/ 219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4 w 256"/>
                <a:gd name="GluePoint11Y" fmla="*/ 43 h 256"/>
                <a:gd name="GluePoint12X" fmla="*/ 8 w 256"/>
                <a:gd name="GluePoint12Y" fmla="*/ 128 h 256"/>
                <a:gd name="GluePoint13X" fmla="*/ 44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2" y="243"/>
                    <a:pt x="38" y="219"/>
                  </a:cubicBezTo>
                  <a:cubicBezTo>
                    <a:pt x="14" y="194"/>
                    <a:pt x="0" y="162"/>
                    <a:pt x="0" y="128"/>
                  </a:cubicBezTo>
                  <a:cubicBezTo>
                    <a:pt x="0" y="94"/>
                    <a:pt x="14" y="62"/>
                    <a:pt x="38" y="38"/>
                  </a:cubicBezTo>
                  <a:cubicBezTo>
                    <a:pt x="62" y="13"/>
                    <a:pt x="94" y="0"/>
                    <a:pt x="128" y="0"/>
                  </a:cubicBezTo>
                  <a:cubicBezTo>
                    <a:pt x="163" y="0"/>
                    <a:pt x="195" y="13"/>
                    <a:pt x="219" y="38"/>
                  </a:cubicBezTo>
                  <a:cubicBezTo>
                    <a:pt x="243" y="62"/>
                    <a:pt x="256" y="94"/>
                    <a:pt x="256" y="128"/>
                  </a:cubicBezTo>
                  <a:cubicBezTo>
                    <a:pt x="256" y="162"/>
                    <a:pt x="243" y="194"/>
                    <a:pt x="219" y="219"/>
                  </a:cubicBezTo>
                  <a:cubicBezTo>
                    <a:pt x="195" y="243"/>
                    <a:pt x="163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1"/>
                    <a:pt x="44" y="43"/>
                  </a:cubicBezTo>
                  <a:cubicBezTo>
                    <a:pt x="21" y="66"/>
                    <a:pt x="8" y="96"/>
                    <a:pt x="8" y="128"/>
                  </a:cubicBezTo>
                  <a:cubicBezTo>
                    <a:pt x="8" y="160"/>
                    <a:pt x="21" y="190"/>
                    <a:pt x="44" y="213"/>
                  </a:cubicBezTo>
                  <a:cubicBezTo>
                    <a:pt x="66" y="236"/>
                    <a:pt x="96" y="248"/>
                    <a:pt x="128" y="248"/>
                  </a:cubicBezTo>
                  <a:cubicBezTo>
                    <a:pt x="161" y="248"/>
                    <a:pt x="191" y="236"/>
                    <a:pt x="213" y="213"/>
                  </a:cubicBezTo>
                  <a:cubicBezTo>
                    <a:pt x="236" y="190"/>
                    <a:pt x="248" y="160"/>
                    <a:pt x="248" y="128"/>
                  </a:cubicBezTo>
                  <a:cubicBezTo>
                    <a:pt x="248" y="96"/>
                    <a:pt x="236" y="66"/>
                    <a:pt x="213" y="43"/>
                  </a:cubicBezTo>
                  <a:cubicBezTo>
                    <a:pt x="191" y="21"/>
                    <a:pt x="161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98" name="Freeform 425"/>
            <p:cNvSpPr/>
            <p:nvPr/>
          </p:nvSpPr>
          <p:spPr>
            <a:xfrm>
              <a:off x="2927520" y="2910240"/>
              <a:ext cx="168480" cy="157320"/>
            </a:xfrm>
            <a:custGeom>
              <a:avLst/>
              <a:gdLst>
                <a:gd name="textAreaLeft" fmla="*/ 0 w 168480"/>
                <a:gd name="textAreaRight" fmla="*/ 168840 w 168480"/>
                <a:gd name="textAreaTop" fmla="*/ 0 h 157320"/>
                <a:gd name="textAreaBottom" fmla="*/ 157680 h 157320"/>
                <a:gd name="GluePoint1X" fmla="*/ 93 w 120"/>
                <a:gd name="GluePoint1Y" fmla="*/ 112 h 112"/>
                <a:gd name="GluePoint2X" fmla="*/ 84 w 120"/>
                <a:gd name="GluePoint2Y" fmla="*/ 112 h 112"/>
                <a:gd name="GluePoint3X" fmla="*/ 60 w 120"/>
                <a:gd name="GluePoint3Y" fmla="*/ 11 h 112"/>
                <a:gd name="GluePoint4X" fmla="*/ 60 w 120"/>
                <a:gd name="GluePoint4Y" fmla="*/ 11 h 112"/>
                <a:gd name="GluePoint5X" fmla="*/ 36 w 120"/>
                <a:gd name="GluePoint5Y" fmla="*/ 112 h 112"/>
                <a:gd name="GluePoint6X" fmla="*/ 27 w 120"/>
                <a:gd name="GluePoint6Y" fmla="*/ 112 h 112"/>
                <a:gd name="GluePoint7X" fmla="*/ 0 w 120"/>
                <a:gd name="GluePoint7Y" fmla="*/ 2 h 112"/>
                <a:gd name="GluePoint8X" fmla="*/ 6 w 120"/>
                <a:gd name="GluePoint8Y" fmla="*/ 0 h 112"/>
                <a:gd name="GluePoint9X" fmla="*/ 31 w 120"/>
                <a:gd name="GluePoint9Y" fmla="*/ 101 h 112"/>
                <a:gd name="GluePoint10X" fmla="*/ 54 w 120"/>
                <a:gd name="GluePoint10Y" fmla="*/ 5 h 112"/>
                <a:gd name="GluePoint11X" fmla="*/ 66 w 120"/>
                <a:gd name="GluePoint11Y" fmla="*/ 5 h 112"/>
                <a:gd name="GluePoint12X" fmla="*/ 89 w 120"/>
                <a:gd name="GluePoint12Y" fmla="*/ 101 h 112"/>
                <a:gd name="GluePoint13X" fmla="*/ 114 w 120"/>
                <a:gd name="GluePoint13Y" fmla="*/ 0 h 112"/>
                <a:gd name="GluePoint14X" fmla="*/ 120 w 120"/>
                <a:gd name="GluePoint14Y" fmla="*/ 2 h 112"/>
                <a:gd name="GluePoint15X" fmla="*/ 93 w 120"/>
                <a:gd name="GluePoint15Y" fmla="*/ 112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20" h="112">
                  <a:moveTo>
                    <a:pt x="93" y="112"/>
                  </a:moveTo>
                  <a:lnTo>
                    <a:pt x="84" y="112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36" y="112"/>
                  </a:lnTo>
                  <a:lnTo>
                    <a:pt x="27" y="112"/>
                  </a:lnTo>
                  <a:lnTo>
                    <a:pt x="0" y="2"/>
                  </a:lnTo>
                  <a:lnTo>
                    <a:pt x="6" y="0"/>
                  </a:lnTo>
                  <a:lnTo>
                    <a:pt x="31" y="101"/>
                  </a:lnTo>
                  <a:lnTo>
                    <a:pt x="54" y="5"/>
                  </a:lnTo>
                  <a:lnTo>
                    <a:pt x="66" y="5"/>
                  </a:lnTo>
                  <a:lnTo>
                    <a:pt x="89" y="101"/>
                  </a:lnTo>
                  <a:lnTo>
                    <a:pt x="114" y="0"/>
                  </a:lnTo>
                  <a:lnTo>
                    <a:pt x="120" y="2"/>
                  </a:lnTo>
                  <a:lnTo>
                    <a:pt x="93" y="1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899" name="Rectangle 426"/>
            <p:cNvSpPr/>
            <p:nvPr/>
          </p:nvSpPr>
          <p:spPr>
            <a:xfrm>
              <a:off x="2921760" y="2973600"/>
              <a:ext cx="1796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00" name="Rectangle 427"/>
            <p:cNvSpPr/>
            <p:nvPr/>
          </p:nvSpPr>
          <p:spPr>
            <a:xfrm>
              <a:off x="2921760" y="3001680"/>
              <a:ext cx="1796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01" name="Группа 471"/>
          <p:cNvGrpSpPr/>
          <p:nvPr/>
        </p:nvGrpSpPr>
        <p:grpSpPr>
          <a:xfrm>
            <a:off x="3646440" y="2442960"/>
            <a:ext cx="302040" cy="302040"/>
            <a:chOff x="3646440" y="2442960"/>
            <a:chExt cx="302040" cy="302040"/>
          </a:xfrm>
        </p:grpSpPr>
        <p:sp>
          <p:nvSpPr>
            <p:cNvPr id="2902" name="Freeform 428"/>
            <p:cNvSpPr/>
            <p:nvPr/>
          </p:nvSpPr>
          <p:spPr>
            <a:xfrm>
              <a:off x="364644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7 w 256"/>
                <a:gd name="GluePoint2Y" fmla="*/ 218 h 256"/>
                <a:gd name="GluePoint3X" fmla="*/ 0 w 256"/>
                <a:gd name="GluePoint3Y" fmla="*/ 128 h 256"/>
                <a:gd name="GluePoint4X" fmla="*/ 37 w 256"/>
                <a:gd name="GluePoint4Y" fmla="*/ 37 h 256"/>
                <a:gd name="GluePoint5X" fmla="*/ 128 w 256"/>
                <a:gd name="GluePoint5Y" fmla="*/ 0 h 256"/>
                <a:gd name="GluePoint6X" fmla="*/ 218 w 256"/>
                <a:gd name="GluePoint6Y" fmla="*/ 37 h 256"/>
                <a:gd name="GluePoint7X" fmla="*/ 256 w 256"/>
                <a:gd name="GluePoint7Y" fmla="*/ 128 h 256"/>
                <a:gd name="GluePoint8X" fmla="*/ 218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3 w 256"/>
                <a:gd name="GluePoint15Y" fmla="*/ 213 h 256"/>
                <a:gd name="GluePoint16X" fmla="*/ 248 w 256"/>
                <a:gd name="GluePoint16Y" fmla="*/ 128 h 256"/>
                <a:gd name="GluePoint17X" fmla="*/ 213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4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4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2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6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6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3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3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03" name="Freeform 429"/>
            <p:cNvSpPr/>
            <p:nvPr/>
          </p:nvSpPr>
          <p:spPr>
            <a:xfrm>
              <a:off x="3736800" y="2516400"/>
              <a:ext cx="65880" cy="15444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154440"/>
                <a:gd name="textAreaBottom" fmla="*/ 154800 h 154440"/>
                <a:gd name="GluePoint1X" fmla="*/ 47 w 47"/>
                <a:gd name="GluePoint1Y" fmla="*/ 110 h 110"/>
                <a:gd name="GluePoint2X" fmla="*/ 40 w 47"/>
                <a:gd name="GluePoint2Y" fmla="*/ 110 h 110"/>
                <a:gd name="GluePoint3X" fmla="*/ 40 w 47"/>
                <a:gd name="GluePoint3Y" fmla="*/ 60 h 110"/>
                <a:gd name="GluePoint4X" fmla="*/ 0 w 47"/>
                <a:gd name="GluePoint4Y" fmla="*/ 4 h 110"/>
                <a:gd name="GluePoint5X" fmla="*/ 6 w 47"/>
                <a:gd name="GluePoint5Y" fmla="*/ 0 h 110"/>
                <a:gd name="GluePoint6X" fmla="*/ 47 w 47"/>
                <a:gd name="GluePoint6Y" fmla="*/ 58 h 110"/>
                <a:gd name="GluePoint7X" fmla="*/ 47 w 47"/>
                <a:gd name="GluePoint7Y" fmla="*/ 110 h 1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47" h="110">
                  <a:moveTo>
                    <a:pt x="47" y="110"/>
                  </a:moveTo>
                  <a:lnTo>
                    <a:pt x="40" y="110"/>
                  </a:lnTo>
                  <a:lnTo>
                    <a:pt x="40" y="60"/>
                  </a:lnTo>
                  <a:lnTo>
                    <a:pt x="0" y="4"/>
                  </a:lnTo>
                  <a:lnTo>
                    <a:pt x="6" y="0"/>
                  </a:lnTo>
                  <a:lnTo>
                    <a:pt x="47" y="58"/>
                  </a:lnTo>
                  <a:lnTo>
                    <a:pt x="47" y="1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04" name="Freeform 430"/>
            <p:cNvSpPr/>
            <p:nvPr/>
          </p:nvSpPr>
          <p:spPr>
            <a:xfrm>
              <a:off x="3792960" y="2516400"/>
              <a:ext cx="65880" cy="8532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85320"/>
                <a:gd name="textAreaBottom" fmla="*/ 85680 h 85320"/>
                <a:gd name="GluePoint1X" fmla="*/ 41 w 47"/>
                <a:gd name="GluePoint1Y" fmla="*/ 0 h 61"/>
                <a:gd name="GluePoint2X" fmla="*/ 47 w 47"/>
                <a:gd name="GluePoint2Y" fmla="*/ 4 h 61"/>
                <a:gd name="GluePoint3X" fmla="*/ 6 w 47"/>
                <a:gd name="GluePoint3Y" fmla="*/ 61 h 61"/>
                <a:gd name="GluePoint4X" fmla="*/ 0 w 47"/>
                <a:gd name="GluePoint4Y" fmla="*/ 58 h 61"/>
                <a:gd name="GluePoint5X" fmla="*/ 41 w 47"/>
                <a:gd name="GluePoint5Y" fmla="*/ 0 h 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7" h="61">
                  <a:moveTo>
                    <a:pt x="41" y="0"/>
                  </a:moveTo>
                  <a:lnTo>
                    <a:pt x="47" y="4"/>
                  </a:lnTo>
                  <a:lnTo>
                    <a:pt x="6" y="61"/>
                  </a:lnTo>
                  <a:lnTo>
                    <a:pt x="0" y="5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05" name="Rectangle 431"/>
            <p:cNvSpPr/>
            <p:nvPr/>
          </p:nvSpPr>
          <p:spPr>
            <a:xfrm>
              <a:off x="3746520" y="2609280"/>
              <a:ext cx="1036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06" name="Rectangle 432"/>
            <p:cNvSpPr/>
            <p:nvPr/>
          </p:nvSpPr>
          <p:spPr>
            <a:xfrm>
              <a:off x="3807000" y="2581200"/>
              <a:ext cx="432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07" name="Rectangle 433"/>
            <p:cNvSpPr/>
            <p:nvPr/>
          </p:nvSpPr>
          <p:spPr>
            <a:xfrm>
              <a:off x="3746520" y="2581200"/>
              <a:ext cx="41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08" name="Группа 470"/>
          <p:cNvGrpSpPr/>
          <p:nvPr/>
        </p:nvGrpSpPr>
        <p:grpSpPr>
          <a:xfrm>
            <a:off x="3254040" y="2442960"/>
            <a:ext cx="302040" cy="302040"/>
            <a:chOff x="3254040" y="2442960"/>
            <a:chExt cx="302040" cy="302040"/>
          </a:xfrm>
        </p:grpSpPr>
        <p:sp>
          <p:nvSpPr>
            <p:cNvPr id="2909" name="Freeform 434"/>
            <p:cNvSpPr/>
            <p:nvPr/>
          </p:nvSpPr>
          <p:spPr>
            <a:xfrm>
              <a:off x="3254040" y="2442960"/>
              <a:ext cx="302040" cy="3020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2040"/>
                <a:gd name="textAreaBottom" fmla="*/ 302400 h 302040"/>
                <a:gd name="GluePoint1X" fmla="*/ 128 w 256"/>
                <a:gd name="GluePoint1Y" fmla="*/ 256 h 256"/>
                <a:gd name="GluePoint2X" fmla="*/ 37 w 256"/>
                <a:gd name="GluePoint2Y" fmla="*/ 218 h 256"/>
                <a:gd name="GluePoint3X" fmla="*/ 0 w 256"/>
                <a:gd name="GluePoint3Y" fmla="*/ 128 h 256"/>
                <a:gd name="GluePoint4X" fmla="*/ 37 w 256"/>
                <a:gd name="GluePoint4Y" fmla="*/ 37 h 256"/>
                <a:gd name="GluePoint5X" fmla="*/ 128 w 256"/>
                <a:gd name="GluePoint5Y" fmla="*/ 0 h 256"/>
                <a:gd name="GluePoint6X" fmla="*/ 218 w 256"/>
                <a:gd name="GluePoint6Y" fmla="*/ 37 h 256"/>
                <a:gd name="GluePoint7X" fmla="*/ 256 w 256"/>
                <a:gd name="GluePoint7Y" fmla="*/ 128 h 256"/>
                <a:gd name="GluePoint8X" fmla="*/ 218 w 256"/>
                <a:gd name="GluePoint8Y" fmla="*/ 218 h 256"/>
                <a:gd name="GluePoint9X" fmla="*/ 128 w 256"/>
                <a:gd name="GluePoint9Y" fmla="*/ 256 h 256"/>
                <a:gd name="GluePoint10X" fmla="*/ 128 w 256"/>
                <a:gd name="GluePoint10Y" fmla="*/ 8 h 256"/>
                <a:gd name="GluePoint11X" fmla="*/ 43 w 256"/>
                <a:gd name="GluePoint11Y" fmla="*/ 43 h 256"/>
                <a:gd name="GluePoint12X" fmla="*/ 8 w 256"/>
                <a:gd name="GluePoint12Y" fmla="*/ 128 h 256"/>
                <a:gd name="GluePoint13X" fmla="*/ 43 w 256"/>
                <a:gd name="GluePoint13Y" fmla="*/ 213 h 256"/>
                <a:gd name="GluePoint14X" fmla="*/ 128 w 256"/>
                <a:gd name="GluePoint14Y" fmla="*/ 248 h 256"/>
                <a:gd name="GluePoint15X" fmla="*/ 212 w 256"/>
                <a:gd name="GluePoint15Y" fmla="*/ 213 h 256"/>
                <a:gd name="GluePoint16X" fmla="*/ 248 w 256"/>
                <a:gd name="GluePoint16Y" fmla="*/ 128 h 256"/>
                <a:gd name="GluePoint17X" fmla="*/ 212 w 256"/>
                <a:gd name="GluePoint17Y" fmla="*/ 43 h 256"/>
                <a:gd name="GluePoint18X" fmla="*/ 128 w 256"/>
                <a:gd name="GluePoint18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93" y="256"/>
                    <a:pt x="61" y="243"/>
                    <a:pt x="37" y="218"/>
                  </a:cubicBezTo>
                  <a:cubicBezTo>
                    <a:pt x="13" y="194"/>
                    <a:pt x="0" y="162"/>
                    <a:pt x="0" y="128"/>
                  </a:cubicBezTo>
                  <a:cubicBezTo>
                    <a:pt x="0" y="94"/>
                    <a:pt x="13" y="62"/>
                    <a:pt x="37" y="37"/>
                  </a:cubicBezTo>
                  <a:cubicBezTo>
                    <a:pt x="61" y="13"/>
                    <a:pt x="93" y="0"/>
                    <a:pt x="128" y="0"/>
                  </a:cubicBezTo>
                  <a:cubicBezTo>
                    <a:pt x="162" y="0"/>
                    <a:pt x="194" y="13"/>
                    <a:pt x="218" y="37"/>
                  </a:cubicBezTo>
                  <a:cubicBezTo>
                    <a:pt x="242" y="62"/>
                    <a:pt x="256" y="94"/>
                    <a:pt x="256" y="128"/>
                  </a:cubicBezTo>
                  <a:cubicBezTo>
                    <a:pt x="256" y="162"/>
                    <a:pt x="242" y="194"/>
                    <a:pt x="218" y="218"/>
                  </a:cubicBezTo>
                  <a:cubicBezTo>
                    <a:pt x="194" y="243"/>
                    <a:pt x="162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96" y="8"/>
                    <a:pt x="65" y="20"/>
                    <a:pt x="43" y="43"/>
                  </a:cubicBezTo>
                  <a:cubicBezTo>
                    <a:pt x="20" y="66"/>
                    <a:pt x="8" y="96"/>
                    <a:pt x="8" y="128"/>
                  </a:cubicBezTo>
                  <a:cubicBezTo>
                    <a:pt x="8" y="160"/>
                    <a:pt x="20" y="190"/>
                    <a:pt x="43" y="213"/>
                  </a:cubicBezTo>
                  <a:cubicBezTo>
                    <a:pt x="65" y="235"/>
                    <a:pt x="96" y="248"/>
                    <a:pt x="128" y="248"/>
                  </a:cubicBezTo>
                  <a:cubicBezTo>
                    <a:pt x="160" y="248"/>
                    <a:pt x="190" y="235"/>
                    <a:pt x="212" y="213"/>
                  </a:cubicBezTo>
                  <a:cubicBezTo>
                    <a:pt x="235" y="190"/>
                    <a:pt x="248" y="160"/>
                    <a:pt x="248" y="128"/>
                  </a:cubicBezTo>
                  <a:cubicBezTo>
                    <a:pt x="248" y="96"/>
                    <a:pt x="235" y="66"/>
                    <a:pt x="212" y="43"/>
                  </a:cubicBezTo>
                  <a:cubicBezTo>
                    <a:pt x="190" y="20"/>
                    <a:pt x="160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10" name="Rectangle 435"/>
            <p:cNvSpPr/>
            <p:nvPr/>
          </p:nvSpPr>
          <p:spPr>
            <a:xfrm>
              <a:off x="3348360" y="2519280"/>
              <a:ext cx="113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11" name="Rectangle 436"/>
            <p:cNvSpPr/>
            <p:nvPr/>
          </p:nvSpPr>
          <p:spPr>
            <a:xfrm>
              <a:off x="3330000" y="2547360"/>
              <a:ext cx="1501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12" name="Freeform 437"/>
            <p:cNvSpPr/>
            <p:nvPr/>
          </p:nvSpPr>
          <p:spPr>
            <a:xfrm>
              <a:off x="3344040" y="2552760"/>
              <a:ext cx="37800" cy="12204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22040"/>
                <a:gd name="textAreaBottom" fmla="*/ 122400 h 122040"/>
                <a:gd name="GluePoint1X" fmla="*/ 16 w 32"/>
                <a:gd name="GluePoint1Y" fmla="*/ 104 h 104"/>
                <a:gd name="GluePoint2X" fmla="*/ 0 w 32"/>
                <a:gd name="GluePoint2Y" fmla="*/ 104 h 104"/>
                <a:gd name="GluePoint3X" fmla="*/ 0 w 32"/>
                <a:gd name="GluePoint3Y" fmla="*/ 96 h 104"/>
                <a:gd name="GluePoint4X" fmla="*/ 16 w 32"/>
                <a:gd name="GluePoint4Y" fmla="*/ 96 h 104"/>
                <a:gd name="GluePoint5X" fmla="*/ 24 w 32"/>
                <a:gd name="GluePoint5Y" fmla="*/ 80 h 104"/>
                <a:gd name="GluePoint6X" fmla="*/ 24 w 32"/>
                <a:gd name="GluePoint6Y" fmla="*/ 0 h 104"/>
                <a:gd name="GluePoint7X" fmla="*/ 32 w 32"/>
                <a:gd name="GluePoint7Y" fmla="*/ 0 h 104"/>
                <a:gd name="GluePoint8X" fmla="*/ 32 w 32"/>
                <a:gd name="GluePoint8Y" fmla="*/ 80 h 104"/>
                <a:gd name="GluePoint9X" fmla="*/ 16 w 32"/>
                <a:gd name="GluePoint9Y" fmla="*/ 104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32" h="104">
                  <a:moveTo>
                    <a:pt x="16" y="104"/>
                  </a:moveTo>
                  <a:cubicBezTo>
                    <a:pt x="0" y="104"/>
                    <a:pt x="0" y="104"/>
                    <a:pt x="0" y="104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23" y="96"/>
                    <a:pt x="24" y="80"/>
                    <a:pt x="24" y="8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32" y="89"/>
                    <a:pt x="28" y="104"/>
                    <a:pt x="16" y="10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13" name="Freeform 438"/>
            <p:cNvSpPr/>
            <p:nvPr/>
          </p:nvSpPr>
          <p:spPr>
            <a:xfrm>
              <a:off x="3424320" y="2552760"/>
              <a:ext cx="33480" cy="12204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122040"/>
                <a:gd name="textAreaBottom" fmla="*/ 122400 h 122040"/>
                <a:gd name="GluePoint1X" fmla="*/ 28 w 28"/>
                <a:gd name="GluePoint1Y" fmla="*/ 104 h 104"/>
                <a:gd name="GluePoint2X" fmla="*/ 20 w 28"/>
                <a:gd name="GluePoint2Y" fmla="*/ 104 h 104"/>
                <a:gd name="GluePoint3X" fmla="*/ 0 w 28"/>
                <a:gd name="GluePoint3Y" fmla="*/ 84 h 104"/>
                <a:gd name="GluePoint4X" fmla="*/ 0 w 28"/>
                <a:gd name="GluePoint4Y" fmla="*/ 0 h 104"/>
                <a:gd name="GluePoint5X" fmla="*/ 8 w 28"/>
                <a:gd name="GluePoint5Y" fmla="*/ 0 h 104"/>
                <a:gd name="GluePoint6X" fmla="*/ 8 w 28"/>
                <a:gd name="GluePoint6Y" fmla="*/ 84 h 104"/>
                <a:gd name="GluePoint7X" fmla="*/ 20 w 28"/>
                <a:gd name="GluePoint7Y" fmla="*/ 96 h 104"/>
                <a:gd name="GluePoint8X" fmla="*/ 28 w 28"/>
                <a:gd name="GluePoint8Y" fmla="*/ 96 h 104"/>
                <a:gd name="GluePoint9X" fmla="*/ 28 w 28"/>
                <a:gd name="GluePoint9Y" fmla="*/ 104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8" h="104">
                  <a:moveTo>
                    <a:pt x="28" y="104"/>
                  </a:moveTo>
                  <a:cubicBezTo>
                    <a:pt x="20" y="104"/>
                    <a:pt x="20" y="104"/>
                    <a:pt x="20" y="104"/>
                  </a:cubicBezTo>
                  <a:cubicBezTo>
                    <a:pt x="4" y="104"/>
                    <a:pt x="0" y="91"/>
                    <a:pt x="0" y="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8" y="86"/>
                    <a:pt x="8" y="96"/>
                    <a:pt x="20" y="96"/>
                  </a:cubicBezTo>
                  <a:cubicBezTo>
                    <a:pt x="28" y="96"/>
                    <a:pt x="28" y="96"/>
                    <a:pt x="28" y="96"/>
                  </a:cubicBezTo>
                  <a:lnTo>
                    <a:pt x="28" y="1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914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Ecommerce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5" name="Группа 1"/>
          <p:cNvGrpSpPr/>
          <p:nvPr/>
        </p:nvGrpSpPr>
        <p:grpSpPr>
          <a:xfrm>
            <a:off x="2073240" y="1349640"/>
            <a:ext cx="303120" cy="303840"/>
            <a:chOff x="2073240" y="1349640"/>
            <a:chExt cx="303120" cy="303840"/>
          </a:xfrm>
        </p:grpSpPr>
        <p:sp>
          <p:nvSpPr>
            <p:cNvPr id="2916" name="Freeform 6"/>
            <p:cNvSpPr/>
            <p:nvPr/>
          </p:nvSpPr>
          <p:spPr>
            <a:xfrm>
              <a:off x="2154240" y="1445040"/>
              <a:ext cx="75600" cy="11232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12320"/>
                <a:gd name="textAreaBottom" fmla="*/ 112680 h 112320"/>
                <a:gd name="GluePoint1X" fmla="*/ 0 w 74"/>
                <a:gd name="GluePoint1Y" fmla="*/ 51 h 110"/>
                <a:gd name="GluePoint2X" fmla="*/ 0 w 74"/>
                <a:gd name="GluePoint2Y" fmla="*/ 59 h 110"/>
                <a:gd name="GluePoint3X" fmla="*/ 66 w 74"/>
                <a:gd name="GluePoint3Y" fmla="*/ 110 h 110"/>
                <a:gd name="GluePoint4X" fmla="*/ 74 w 74"/>
                <a:gd name="GluePoint4Y" fmla="*/ 106 h 110"/>
                <a:gd name="GluePoint5X" fmla="*/ 74 w 74"/>
                <a:gd name="GluePoint5Y" fmla="*/ 5 h 110"/>
                <a:gd name="GluePoint6X" fmla="*/ 66 w 74"/>
                <a:gd name="GluePoint6Y" fmla="*/ 0 h 110"/>
                <a:gd name="GluePoint7X" fmla="*/ 0 w 74"/>
                <a:gd name="GluePoint7Y" fmla="*/ 51 h 110"/>
                <a:gd name="GluePoint8X" fmla="*/ 64 w 74"/>
                <a:gd name="GluePoint8Y" fmla="*/ 96 h 110"/>
                <a:gd name="GluePoint9X" fmla="*/ 12 w 74"/>
                <a:gd name="GluePoint9Y" fmla="*/ 56 h 110"/>
                <a:gd name="GluePoint10X" fmla="*/ 64 w 74"/>
                <a:gd name="GluePoint10Y" fmla="*/ 14 h 110"/>
                <a:gd name="GluePoint11X" fmla="*/ 64 w 74"/>
                <a:gd name="GluePoint11Y" fmla="*/ 96 h 1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" h="110">
                  <a:moveTo>
                    <a:pt x="0" y="51"/>
                  </a:moveTo>
                  <a:lnTo>
                    <a:pt x="0" y="59"/>
                  </a:lnTo>
                  <a:lnTo>
                    <a:pt x="66" y="110"/>
                  </a:lnTo>
                  <a:lnTo>
                    <a:pt x="74" y="106"/>
                  </a:lnTo>
                  <a:lnTo>
                    <a:pt x="74" y="5"/>
                  </a:lnTo>
                  <a:lnTo>
                    <a:pt x="66" y="0"/>
                  </a:lnTo>
                  <a:lnTo>
                    <a:pt x="0" y="51"/>
                  </a:lnTo>
                  <a:close/>
                  <a:moveTo>
                    <a:pt x="64" y="96"/>
                  </a:moveTo>
                  <a:lnTo>
                    <a:pt x="12" y="56"/>
                  </a:lnTo>
                  <a:lnTo>
                    <a:pt x="64" y="14"/>
                  </a:lnTo>
                  <a:lnTo>
                    <a:pt x="64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17" name="Freeform 7"/>
            <p:cNvSpPr/>
            <p:nvPr/>
          </p:nvSpPr>
          <p:spPr>
            <a:xfrm>
              <a:off x="2248560" y="1445040"/>
              <a:ext cx="75600" cy="11232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12320"/>
                <a:gd name="textAreaBottom" fmla="*/ 112680 h 112320"/>
                <a:gd name="GluePoint1X" fmla="*/ 0 w 74"/>
                <a:gd name="GluePoint1Y" fmla="*/ 51 h 110"/>
                <a:gd name="GluePoint2X" fmla="*/ 0 w 74"/>
                <a:gd name="GluePoint2Y" fmla="*/ 59 h 110"/>
                <a:gd name="GluePoint3X" fmla="*/ 66 w 74"/>
                <a:gd name="GluePoint3Y" fmla="*/ 110 h 110"/>
                <a:gd name="GluePoint4X" fmla="*/ 74 w 74"/>
                <a:gd name="GluePoint4Y" fmla="*/ 106 h 110"/>
                <a:gd name="GluePoint5X" fmla="*/ 74 w 74"/>
                <a:gd name="GluePoint5Y" fmla="*/ 5 h 110"/>
                <a:gd name="GluePoint6X" fmla="*/ 66 w 74"/>
                <a:gd name="GluePoint6Y" fmla="*/ 0 h 110"/>
                <a:gd name="GluePoint7X" fmla="*/ 0 w 74"/>
                <a:gd name="GluePoint7Y" fmla="*/ 51 h 110"/>
                <a:gd name="GluePoint8X" fmla="*/ 65 w 74"/>
                <a:gd name="GluePoint8Y" fmla="*/ 96 h 110"/>
                <a:gd name="GluePoint9X" fmla="*/ 13 w 74"/>
                <a:gd name="GluePoint9Y" fmla="*/ 56 h 110"/>
                <a:gd name="GluePoint10X" fmla="*/ 65 w 74"/>
                <a:gd name="GluePoint10Y" fmla="*/ 14 h 110"/>
                <a:gd name="GluePoint11X" fmla="*/ 65 w 74"/>
                <a:gd name="GluePoint11Y" fmla="*/ 96 h 1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" h="110">
                  <a:moveTo>
                    <a:pt x="0" y="51"/>
                  </a:moveTo>
                  <a:lnTo>
                    <a:pt x="0" y="59"/>
                  </a:lnTo>
                  <a:lnTo>
                    <a:pt x="66" y="110"/>
                  </a:lnTo>
                  <a:lnTo>
                    <a:pt x="74" y="106"/>
                  </a:lnTo>
                  <a:lnTo>
                    <a:pt x="74" y="5"/>
                  </a:lnTo>
                  <a:lnTo>
                    <a:pt x="66" y="0"/>
                  </a:lnTo>
                  <a:lnTo>
                    <a:pt x="0" y="51"/>
                  </a:lnTo>
                  <a:close/>
                  <a:moveTo>
                    <a:pt x="65" y="96"/>
                  </a:moveTo>
                  <a:lnTo>
                    <a:pt x="13" y="56"/>
                  </a:lnTo>
                  <a:lnTo>
                    <a:pt x="65" y="14"/>
                  </a:lnTo>
                  <a:lnTo>
                    <a:pt x="65" y="9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18" name="Rectangle 8"/>
            <p:cNvSpPr/>
            <p:nvPr/>
          </p:nvSpPr>
          <p:spPr>
            <a:xfrm>
              <a:off x="2125440" y="1459440"/>
              <a:ext cx="9000" cy="84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480" bIns="42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19" name="Freeform 9"/>
            <p:cNvSpPr/>
            <p:nvPr/>
          </p:nvSpPr>
          <p:spPr>
            <a:xfrm>
              <a:off x="2073240" y="1349640"/>
              <a:ext cx="303120" cy="3038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3840"/>
                <a:gd name="textAreaBottom" fmla="*/ 304200 h 303840"/>
                <a:gd name="GluePoint1X" fmla="*/ 128 w 256"/>
                <a:gd name="GluePoint1Y" fmla="*/ 0 h 256"/>
                <a:gd name="GluePoint2X" fmla="*/ 38 w 256"/>
                <a:gd name="GluePoint2Y" fmla="*/ 37 h 256"/>
                <a:gd name="GluePoint3X" fmla="*/ 0 w 256"/>
                <a:gd name="GluePoint3Y" fmla="*/ 128 h 256"/>
                <a:gd name="GluePoint4X" fmla="*/ 38 w 256"/>
                <a:gd name="GluePoint4Y" fmla="*/ 218 h 256"/>
                <a:gd name="GluePoint5X" fmla="*/ 128 w 256"/>
                <a:gd name="GluePoint5Y" fmla="*/ 256 h 256"/>
                <a:gd name="GluePoint6X" fmla="*/ 219 w 256"/>
                <a:gd name="GluePoint6Y" fmla="*/ 218 h 256"/>
                <a:gd name="GluePoint7X" fmla="*/ 256 w 256"/>
                <a:gd name="GluePoint7Y" fmla="*/ 128 h 256"/>
                <a:gd name="GluePoint8X" fmla="*/ 219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2 h 256"/>
                <a:gd name="GluePoint11X" fmla="*/ 128 w 256"/>
                <a:gd name="GluePoint11Y" fmla="*/ 248 h 256"/>
                <a:gd name="GluePoint12X" fmla="*/ 43 w 256"/>
                <a:gd name="GluePoint12Y" fmla="*/ 212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3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2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9" y="37"/>
                  </a:cubicBezTo>
                  <a:cubicBezTo>
                    <a:pt x="195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5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920" name="Freeform 10"/>
          <p:cNvSpPr/>
          <p:nvPr/>
        </p:nvSpPr>
        <p:spPr>
          <a:xfrm>
            <a:off x="2494440" y="1349640"/>
            <a:ext cx="245520" cy="303840"/>
          </a:xfrm>
          <a:custGeom>
            <a:avLst/>
            <a:gdLst>
              <a:gd name="textAreaLeft" fmla="*/ 0 w 245520"/>
              <a:gd name="textAreaRight" fmla="*/ 245880 w 245520"/>
              <a:gd name="textAreaTop" fmla="*/ 0 h 303840"/>
              <a:gd name="textAreaBottom" fmla="*/ 304200 h 303840"/>
              <a:gd name="GluePoint1X" fmla="*/ 180 w 208"/>
              <a:gd name="GluePoint1Y" fmla="*/ 100 h 256"/>
              <a:gd name="GluePoint2X" fmla="*/ 124 w 208"/>
              <a:gd name="GluePoint2Y" fmla="*/ 26 h 256"/>
              <a:gd name="GluePoint3X" fmla="*/ 124 w 208"/>
              <a:gd name="GluePoint3Y" fmla="*/ 0 h 256"/>
              <a:gd name="GluePoint4X" fmla="*/ 84 w 208"/>
              <a:gd name="GluePoint4Y" fmla="*/ 0 h 256"/>
              <a:gd name="GluePoint5X" fmla="*/ 84 w 208"/>
              <a:gd name="GluePoint5Y" fmla="*/ 26 h 256"/>
              <a:gd name="GluePoint6X" fmla="*/ 28 w 208"/>
              <a:gd name="GluePoint6Y" fmla="*/ 100 h 256"/>
              <a:gd name="GluePoint7X" fmla="*/ 28 w 208"/>
              <a:gd name="GluePoint7Y" fmla="*/ 174 h 256"/>
              <a:gd name="GluePoint8X" fmla="*/ 0 w 208"/>
              <a:gd name="GluePoint8Y" fmla="*/ 202 h 256"/>
              <a:gd name="GluePoint9X" fmla="*/ 0 w 208"/>
              <a:gd name="GluePoint9Y" fmla="*/ 224 h 256"/>
              <a:gd name="GluePoint10X" fmla="*/ 65 w 208"/>
              <a:gd name="GluePoint10Y" fmla="*/ 224 h 256"/>
              <a:gd name="GluePoint11X" fmla="*/ 100 w 208"/>
              <a:gd name="GluePoint11Y" fmla="*/ 256 h 256"/>
              <a:gd name="GluePoint12X" fmla="*/ 136 w 208"/>
              <a:gd name="GluePoint12Y" fmla="*/ 224 h 256"/>
              <a:gd name="GluePoint13X" fmla="*/ 208 w 208"/>
              <a:gd name="GluePoint13Y" fmla="*/ 224 h 256"/>
              <a:gd name="GluePoint14X" fmla="*/ 208 w 208"/>
              <a:gd name="GluePoint14Y" fmla="*/ 202 h 256"/>
              <a:gd name="GluePoint15X" fmla="*/ 180 w 208"/>
              <a:gd name="GluePoint15Y" fmla="*/ 174 h 256"/>
              <a:gd name="GluePoint16X" fmla="*/ 180 w 208"/>
              <a:gd name="GluePoint16Y" fmla="*/ 100 h 256"/>
              <a:gd name="GluePoint17X" fmla="*/ 172 w 208"/>
              <a:gd name="GluePoint17Y" fmla="*/ 160 h 256"/>
              <a:gd name="GluePoint18X" fmla="*/ 36 w 208"/>
              <a:gd name="GluePoint18Y" fmla="*/ 160 h 256"/>
              <a:gd name="GluePoint19X" fmla="*/ 36 w 208"/>
              <a:gd name="GluePoint19Y" fmla="*/ 144 h 256"/>
              <a:gd name="GluePoint20X" fmla="*/ 172 w 208"/>
              <a:gd name="GluePoint20Y" fmla="*/ 144 h 256"/>
              <a:gd name="GluePoint21X" fmla="*/ 172 w 208"/>
              <a:gd name="GluePoint21Y" fmla="*/ 160 h 256"/>
              <a:gd name="GluePoint22X" fmla="*/ 92 w 208"/>
              <a:gd name="GluePoint22Y" fmla="*/ 8 h 256"/>
              <a:gd name="GluePoint23X" fmla="*/ 116 w 208"/>
              <a:gd name="GluePoint23Y" fmla="*/ 8 h 256"/>
              <a:gd name="GluePoint24X" fmla="*/ 116 w 208"/>
              <a:gd name="GluePoint24Y" fmla="*/ 25 h 256"/>
              <a:gd name="GluePoint25X" fmla="*/ 104 w 208"/>
              <a:gd name="GluePoint25Y" fmla="*/ 24 h 256"/>
              <a:gd name="GluePoint26X" fmla="*/ 92 w 208"/>
              <a:gd name="GluePoint26Y" fmla="*/ 25 h 256"/>
              <a:gd name="GluePoint27X" fmla="*/ 92 w 208"/>
              <a:gd name="GluePoint27Y" fmla="*/ 8 h 256"/>
              <a:gd name="GluePoint28X" fmla="*/ 104 w 208"/>
              <a:gd name="GluePoint28Y" fmla="*/ 32 h 256"/>
              <a:gd name="GluePoint29X" fmla="*/ 172 w 208"/>
              <a:gd name="GluePoint29Y" fmla="*/ 100 h 256"/>
              <a:gd name="GluePoint30X" fmla="*/ 172 w 208"/>
              <a:gd name="GluePoint30Y" fmla="*/ 136 h 256"/>
              <a:gd name="GluePoint31X" fmla="*/ 36 w 208"/>
              <a:gd name="GluePoint31Y" fmla="*/ 136 h 256"/>
              <a:gd name="GluePoint32X" fmla="*/ 36 w 208"/>
              <a:gd name="GluePoint32Y" fmla="*/ 100 h 256"/>
              <a:gd name="GluePoint33X" fmla="*/ 104 w 208"/>
              <a:gd name="GluePoint33Y" fmla="*/ 32 h 256"/>
              <a:gd name="GluePoint34X" fmla="*/ 100 w 208"/>
              <a:gd name="GluePoint34Y" fmla="*/ 248 h 256"/>
              <a:gd name="GluePoint35X" fmla="*/ 73 w 208"/>
              <a:gd name="GluePoint35Y" fmla="*/ 224 h 256"/>
              <a:gd name="GluePoint36X" fmla="*/ 128 w 208"/>
              <a:gd name="GluePoint36Y" fmla="*/ 224 h 256"/>
              <a:gd name="GluePoint37X" fmla="*/ 100 w 208"/>
              <a:gd name="GluePoint37Y" fmla="*/ 248 h 256"/>
              <a:gd name="GluePoint38X" fmla="*/ 200 w 208"/>
              <a:gd name="GluePoint38Y" fmla="*/ 205 h 256"/>
              <a:gd name="GluePoint39X" fmla="*/ 200 w 208"/>
              <a:gd name="GluePoint39Y" fmla="*/ 216 h 256"/>
              <a:gd name="GluePoint40X" fmla="*/ 8 w 208"/>
              <a:gd name="GluePoint40Y" fmla="*/ 216 h 256"/>
              <a:gd name="GluePoint41X" fmla="*/ 8 w 208"/>
              <a:gd name="GluePoint41Y" fmla="*/ 205 h 256"/>
              <a:gd name="GluePoint42X" fmla="*/ 36 w 208"/>
              <a:gd name="GluePoint42Y" fmla="*/ 177 h 256"/>
              <a:gd name="GluePoint43X" fmla="*/ 36 w 208"/>
              <a:gd name="GluePoint43Y" fmla="*/ 168 h 256"/>
              <a:gd name="GluePoint44X" fmla="*/ 172 w 208"/>
              <a:gd name="GluePoint44Y" fmla="*/ 168 h 256"/>
              <a:gd name="GluePoint45X" fmla="*/ 172 w 208"/>
              <a:gd name="GluePoint45Y" fmla="*/ 177 h 256"/>
              <a:gd name="GluePoint46X" fmla="*/ 200 w 208"/>
              <a:gd name="GluePoint46Y" fmla="*/ 205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</a:cxnLst>
            <a:rect l="textAreaLeft" t="textAreaTop" r="textAreaRight" b="textAreaBottom"/>
            <a:pathLst>
              <a:path w="208" h="256">
                <a:moveTo>
                  <a:pt x="180" y="100"/>
                </a:moveTo>
                <a:cubicBezTo>
                  <a:pt x="180" y="65"/>
                  <a:pt x="157" y="35"/>
                  <a:pt x="124" y="26"/>
                </a:cubicBezTo>
                <a:cubicBezTo>
                  <a:pt x="124" y="0"/>
                  <a:pt x="124" y="0"/>
                  <a:pt x="12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26"/>
                  <a:pt x="84" y="26"/>
                  <a:pt x="84" y="26"/>
                </a:cubicBezTo>
                <a:cubicBezTo>
                  <a:pt x="52" y="35"/>
                  <a:pt x="28" y="65"/>
                  <a:pt x="28" y="100"/>
                </a:cubicBezTo>
                <a:cubicBezTo>
                  <a:pt x="28" y="174"/>
                  <a:pt x="28" y="174"/>
                  <a:pt x="28" y="174"/>
                </a:cubicBezTo>
                <a:cubicBezTo>
                  <a:pt x="0" y="202"/>
                  <a:pt x="0" y="202"/>
                  <a:pt x="0" y="202"/>
                </a:cubicBezTo>
                <a:cubicBezTo>
                  <a:pt x="0" y="224"/>
                  <a:pt x="0" y="224"/>
                  <a:pt x="0" y="224"/>
                </a:cubicBezTo>
                <a:cubicBezTo>
                  <a:pt x="65" y="224"/>
                  <a:pt x="65" y="224"/>
                  <a:pt x="65" y="224"/>
                </a:cubicBezTo>
                <a:cubicBezTo>
                  <a:pt x="67" y="242"/>
                  <a:pt x="82" y="256"/>
                  <a:pt x="100" y="256"/>
                </a:cubicBezTo>
                <a:cubicBezTo>
                  <a:pt x="119" y="256"/>
                  <a:pt x="134" y="242"/>
                  <a:pt x="136" y="224"/>
                </a:cubicBezTo>
                <a:cubicBezTo>
                  <a:pt x="208" y="224"/>
                  <a:pt x="208" y="224"/>
                  <a:pt x="208" y="224"/>
                </a:cubicBezTo>
                <a:cubicBezTo>
                  <a:pt x="208" y="202"/>
                  <a:pt x="208" y="202"/>
                  <a:pt x="208" y="202"/>
                </a:cubicBezTo>
                <a:cubicBezTo>
                  <a:pt x="180" y="174"/>
                  <a:pt x="180" y="174"/>
                  <a:pt x="180" y="174"/>
                </a:cubicBezTo>
                <a:lnTo>
                  <a:pt x="180" y="100"/>
                </a:lnTo>
                <a:close/>
                <a:moveTo>
                  <a:pt x="172" y="160"/>
                </a:moveTo>
                <a:cubicBezTo>
                  <a:pt x="36" y="160"/>
                  <a:pt x="36" y="160"/>
                  <a:pt x="36" y="160"/>
                </a:cubicBezTo>
                <a:cubicBezTo>
                  <a:pt x="36" y="144"/>
                  <a:pt x="36" y="144"/>
                  <a:pt x="36" y="144"/>
                </a:cubicBezTo>
                <a:cubicBezTo>
                  <a:pt x="172" y="144"/>
                  <a:pt x="172" y="144"/>
                  <a:pt x="172" y="144"/>
                </a:cubicBezTo>
                <a:lnTo>
                  <a:pt x="172" y="160"/>
                </a:lnTo>
                <a:close/>
                <a:moveTo>
                  <a:pt x="92" y="8"/>
                </a:moveTo>
                <a:cubicBezTo>
                  <a:pt x="116" y="8"/>
                  <a:pt x="116" y="8"/>
                  <a:pt x="116" y="8"/>
                </a:cubicBezTo>
                <a:cubicBezTo>
                  <a:pt x="116" y="25"/>
                  <a:pt x="116" y="25"/>
                  <a:pt x="116" y="25"/>
                </a:cubicBezTo>
                <a:cubicBezTo>
                  <a:pt x="112" y="24"/>
                  <a:pt x="108" y="24"/>
                  <a:pt x="104" y="24"/>
                </a:cubicBezTo>
                <a:cubicBezTo>
                  <a:pt x="100" y="24"/>
                  <a:pt x="96" y="24"/>
                  <a:pt x="92" y="25"/>
                </a:cubicBezTo>
                <a:lnTo>
                  <a:pt x="92" y="8"/>
                </a:lnTo>
                <a:close/>
                <a:moveTo>
                  <a:pt x="104" y="32"/>
                </a:moveTo>
                <a:cubicBezTo>
                  <a:pt x="142" y="32"/>
                  <a:pt x="172" y="62"/>
                  <a:pt x="172" y="100"/>
                </a:cubicBezTo>
                <a:cubicBezTo>
                  <a:pt x="172" y="136"/>
                  <a:pt x="172" y="136"/>
                  <a:pt x="172" y="136"/>
                </a:cubicBezTo>
                <a:cubicBezTo>
                  <a:pt x="36" y="136"/>
                  <a:pt x="36" y="136"/>
                  <a:pt x="36" y="136"/>
                </a:cubicBezTo>
                <a:cubicBezTo>
                  <a:pt x="36" y="100"/>
                  <a:pt x="36" y="100"/>
                  <a:pt x="36" y="100"/>
                </a:cubicBezTo>
                <a:cubicBezTo>
                  <a:pt x="36" y="62"/>
                  <a:pt x="67" y="32"/>
                  <a:pt x="104" y="32"/>
                </a:cubicBezTo>
                <a:close/>
                <a:moveTo>
                  <a:pt x="100" y="248"/>
                </a:moveTo>
                <a:cubicBezTo>
                  <a:pt x="86" y="248"/>
                  <a:pt x="75" y="237"/>
                  <a:pt x="73" y="224"/>
                </a:cubicBezTo>
                <a:cubicBezTo>
                  <a:pt x="128" y="224"/>
                  <a:pt x="128" y="224"/>
                  <a:pt x="128" y="224"/>
                </a:cubicBezTo>
                <a:cubicBezTo>
                  <a:pt x="126" y="237"/>
                  <a:pt x="114" y="248"/>
                  <a:pt x="100" y="248"/>
                </a:cubicBezTo>
                <a:close/>
                <a:moveTo>
                  <a:pt x="200" y="205"/>
                </a:moveTo>
                <a:cubicBezTo>
                  <a:pt x="200" y="216"/>
                  <a:pt x="200" y="216"/>
                  <a:pt x="200" y="216"/>
                </a:cubicBezTo>
                <a:cubicBezTo>
                  <a:pt x="8" y="216"/>
                  <a:pt x="8" y="216"/>
                  <a:pt x="8" y="216"/>
                </a:cubicBezTo>
                <a:cubicBezTo>
                  <a:pt x="8" y="205"/>
                  <a:pt x="8" y="205"/>
                  <a:pt x="8" y="205"/>
                </a:cubicBezTo>
                <a:cubicBezTo>
                  <a:pt x="36" y="177"/>
                  <a:pt x="36" y="177"/>
                  <a:pt x="36" y="177"/>
                </a:cubicBezTo>
                <a:cubicBezTo>
                  <a:pt x="36" y="168"/>
                  <a:pt x="36" y="168"/>
                  <a:pt x="36" y="168"/>
                </a:cubicBezTo>
                <a:cubicBezTo>
                  <a:pt x="172" y="168"/>
                  <a:pt x="172" y="168"/>
                  <a:pt x="172" y="168"/>
                </a:cubicBezTo>
                <a:cubicBezTo>
                  <a:pt x="172" y="177"/>
                  <a:pt x="172" y="177"/>
                  <a:pt x="172" y="177"/>
                </a:cubicBezTo>
                <a:lnTo>
                  <a:pt x="200" y="20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921" name="Freeform 11"/>
          <p:cNvSpPr/>
          <p:nvPr/>
        </p:nvSpPr>
        <p:spPr>
          <a:xfrm>
            <a:off x="2859480" y="1349640"/>
            <a:ext cx="302040" cy="303840"/>
          </a:xfrm>
          <a:custGeom>
            <a:avLst/>
            <a:gdLst>
              <a:gd name="textAreaLeft" fmla="*/ 0 w 302040"/>
              <a:gd name="textAreaRight" fmla="*/ 302400 w 302040"/>
              <a:gd name="textAreaTop" fmla="*/ 0 h 303840"/>
              <a:gd name="textAreaBottom" fmla="*/ 304200 h 303840"/>
              <a:gd name="GluePoint1X" fmla="*/ 128 w 256"/>
              <a:gd name="GluePoint1Y" fmla="*/ 0 h 256"/>
              <a:gd name="GluePoint2X" fmla="*/ 38 w 256"/>
              <a:gd name="GluePoint2Y" fmla="*/ 37 h 256"/>
              <a:gd name="GluePoint3X" fmla="*/ 0 w 256"/>
              <a:gd name="GluePoint3Y" fmla="*/ 128 h 256"/>
              <a:gd name="GluePoint4X" fmla="*/ 38 w 256"/>
              <a:gd name="GluePoint4Y" fmla="*/ 218 h 256"/>
              <a:gd name="GluePoint5X" fmla="*/ 128 w 256"/>
              <a:gd name="GluePoint5Y" fmla="*/ 256 h 256"/>
              <a:gd name="GluePoint6X" fmla="*/ 128 w 256"/>
              <a:gd name="GluePoint6Y" fmla="*/ 256 h 256"/>
              <a:gd name="GluePoint7X" fmla="*/ 128 w 256"/>
              <a:gd name="GluePoint7Y" fmla="*/ 256 h 256"/>
              <a:gd name="GluePoint8X" fmla="*/ 256 w 256"/>
              <a:gd name="GluePoint8Y" fmla="*/ 128 h 256"/>
              <a:gd name="GluePoint9X" fmla="*/ 219 w 256"/>
              <a:gd name="GluePoint9Y" fmla="*/ 37 h 256"/>
              <a:gd name="GluePoint10X" fmla="*/ 128 w 256"/>
              <a:gd name="GluePoint10Y" fmla="*/ 0 h 256"/>
              <a:gd name="GluePoint11X" fmla="*/ 44 w 256"/>
              <a:gd name="GluePoint11Y" fmla="*/ 43 h 256"/>
              <a:gd name="GluePoint12X" fmla="*/ 70 w 256"/>
              <a:gd name="GluePoint12Y" fmla="*/ 23 h 256"/>
              <a:gd name="GluePoint13X" fmla="*/ 115 w 256"/>
              <a:gd name="GluePoint13Y" fmla="*/ 103 h 256"/>
              <a:gd name="GluePoint14X" fmla="*/ 109 w 256"/>
              <a:gd name="GluePoint14Y" fmla="*/ 108 h 256"/>
              <a:gd name="GluePoint15X" fmla="*/ 104 w 256"/>
              <a:gd name="GluePoint15Y" fmla="*/ 114 h 256"/>
              <a:gd name="GluePoint16X" fmla="*/ 25 w 256"/>
              <a:gd name="GluePoint16Y" fmla="*/ 66 h 256"/>
              <a:gd name="GluePoint17X" fmla="*/ 44 w 256"/>
              <a:gd name="GluePoint17Y" fmla="*/ 43 h 256"/>
              <a:gd name="GluePoint18X" fmla="*/ 128 w 256"/>
              <a:gd name="GluePoint18Y" fmla="*/ 148 h 256"/>
              <a:gd name="GluePoint19X" fmla="*/ 114 w 256"/>
              <a:gd name="GluePoint19Y" fmla="*/ 142 h 256"/>
              <a:gd name="GluePoint20X" fmla="*/ 114 w 256"/>
              <a:gd name="GluePoint20Y" fmla="*/ 113 h 256"/>
              <a:gd name="GluePoint21X" fmla="*/ 128 w 256"/>
              <a:gd name="GluePoint21Y" fmla="*/ 108 h 256"/>
              <a:gd name="GluePoint22X" fmla="*/ 143 w 256"/>
              <a:gd name="GluePoint22Y" fmla="*/ 113 h 256"/>
              <a:gd name="GluePoint23X" fmla="*/ 143 w 256"/>
              <a:gd name="GluePoint23Y" fmla="*/ 142 h 256"/>
              <a:gd name="GluePoint24X" fmla="*/ 128 w 256"/>
              <a:gd name="GluePoint24Y" fmla="*/ 148 h 256"/>
              <a:gd name="GluePoint25X" fmla="*/ 128 w 256"/>
              <a:gd name="GluePoint25Y" fmla="*/ 248 h 256"/>
              <a:gd name="GluePoint26X" fmla="*/ 128 w 256"/>
              <a:gd name="GluePoint26Y" fmla="*/ 252 h 256"/>
              <a:gd name="GluePoint27X" fmla="*/ 128 w 256"/>
              <a:gd name="GluePoint27Y" fmla="*/ 248 h 256"/>
              <a:gd name="GluePoint28X" fmla="*/ 128 w 256"/>
              <a:gd name="GluePoint28Y" fmla="*/ 248 h 256"/>
              <a:gd name="GluePoint29X" fmla="*/ 44 w 256"/>
              <a:gd name="GluePoint29Y" fmla="*/ 212 h 256"/>
              <a:gd name="GluePoint30X" fmla="*/ 8 w 256"/>
              <a:gd name="GluePoint30Y" fmla="*/ 128 h 256"/>
              <a:gd name="GluePoint31X" fmla="*/ 22 w 256"/>
              <a:gd name="GluePoint31Y" fmla="*/ 73 h 256"/>
              <a:gd name="GluePoint32X" fmla="*/ 101 w 256"/>
              <a:gd name="GluePoint32Y" fmla="*/ 122 h 256"/>
              <a:gd name="GluePoint33X" fmla="*/ 109 w 256"/>
              <a:gd name="GluePoint33Y" fmla="*/ 147 h 256"/>
              <a:gd name="GluePoint34X" fmla="*/ 128 w 256"/>
              <a:gd name="GluePoint34Y" fmla="*/ 156 h 256"/>
              <a:gd name="GluePoint35X" fmla="*/ 134 w 256"/>
              <a:gd name="GluePoint35Y" fmla="*/ 155 h 256"/>
              <a:gd name="GluePoint36X" fmla="*/ 183 w 256"/>
              <a:gd name="GluePoint36Y" fmla="*/ 234 h 256"/>
              <a:gd name="GluePoint37X" fmla="*/ 128 w 256"/>
              <a:gd name="GluePoint37Y" fmla="*/ 248 h 256"/>
              <a:gd name="GluePoint38X" fmla="*/ 190 w 256"/>
              <a:gd name="GluePoint38Y" fmla="*/ 231 h 256"/>
              <a:gd name="GluePoint39X" fmla="*/ 142 w 256"/>
              <a:gd name="GluePoint39Y" fmla="*/ 152 h 256"/>
              <a:gd name="GluePoint40X" fmla="*/ 148 w 256"/>
              <a:gd name="GluePoint40Y" fmla="*/ 147 h 256"/>
              <a:gd name="GluePoint41X" fmla="*/ 153 w 256"/>
              <a:gd name="GluePoint41Y" fmla="*/ 141 h 256"/>
              <a:gd name="GluePoint42X" fmla="*/ 231 w 256"/>
              <a:gd name="GluePoint42Y" fmla="*/ 189 h 256"/>
              <a:gd name="GluePoint43X" fmla="*/ 190 w 256"/>
              <a:gd name="GluePoint43Y" fmla="*/ 231 h 256"/>
              <a:gd name="GluePoint44X" fmla="*/ 235 w 256"/>
              <a:gd name="GluePoint44Y" fmla="*/ 182 h 256"/>
              <a:gd name="GluePoint45X" fmla="*/ 156 w 256"/>
              <a:gd name="GluePoint45Y" fmla="*/ 133 h 256"/>
              <a:gd name="GluePoint46X" fmla="*/ 148 w 256"/>
              <a:gd name="GluePoint46Y" fmla="*/ 108 h 256"/>
              <a:gd name="GluePoint47X" fmla="*/ 128 w 256"/>
              <a:gd name="GluePoint47Y" fmla="*/ 100 h 256"/>
              <a:gd name="GluePoint48X" fmla="*/ 123 w 256"/>
              <a:gd name="GluePoint48Y" fmla="*/ 100 h 256"/>
              <a:gd name="GluePoint49X" fmla="*/ 77 w 256"/>
              <a:gd name="GluePoint49Y" fmla="*/ 19 h 256"/>
              <a:gd name="GluePoint50X" fmla="*/ 128 w 256"/>
              <a:gd name="GluePoint50Y" fmla="*/ 8 h 256"/>
              <a:gd name="GluePoint51X" fmla="*/ 213 w 256"/>
              <a:gd name="GluePoint51Y" fmla="*/ 43 h 256"/>
              <a:gd name="GluePoint52X" fmla="*/ 248 w 256"/>
              <a:gd name="GluePoint52Y" fmla="*/ 128 h 256"/>
              <a:gd name="GluePoint53X" fmla="*/ 235 w 256"/>
              <a:gd name="GluePoint53Y" fmla="*/ 182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</a:cxnLst>
            <a:rect l="textAreaLeft" t="textAreaTop" r="textAreaRight" b="textAreaBottom"/>
            <a:pathLst>
              <a:path w="256" h="256">
                <a:moveTo>
                  <a:pt x="128" y="0"/>
                </a:moveTo>
                <a:cubicBezTo>
                  <a:pt x="94" y="0"/>
                  <a:pt x="62" y="13"/>
                  <a:pt x="38" y="37"/>
                </a:cubicBezTo>
                <a:cubicBezTo>
                  <a:pt x="14" y="61"/>
                  <a:pt x="0" y="93"/>
                  <a:pt x="0" y="128"/>
                </a:cubicBezTo>
                <a:cubicBezTo>
                  <a:pt x="0" y="162"/>
                  <a:pt x="14" y="194"/>
                  <a:pt x="38" y="218"/>
                </a:cubicBezTo>
                <a:cubicBezTo>
                  <a:pt x="62" y="242"/>
                  <a:pt x="94" y="256"/>
                  <a:pt x="128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93"/>
                  <a:pt x="243" y="61"/>
                  <a:pt x="219" y="37"/>
                </a:cubicBezTo>
                <a:cubicBezTo>
                  <a:pt x="195" y="13"/>
                  <a:pt x="163" y="0"/>
                  <a:pt x="128" y="0"/>
                </a:cubicBezTo>
                <a:close/>
                <a:moveTo>
                  <a:pt x="44" y="43"/>
                </a:moveTo>
                <a:cubicBezTo>
                  <a:pt x="51" y="35"/>
                  <a:pt x="60" y="28"/>
                  <a:pt x="70" y="23"/>
                </a:cubicBezTo>
                <a:cubicBezTo>
                  <a:pt x="115" y="103"/>
                  <a:pt x="115" y="103"/>
                  <a:pt x="115" y="103"/>
                </a:cubicBezTo>
                <a:cubicBezTo>
                  <a:pt x="113" y="104"/>
                  <a:pt x="111" y="106"/>
                  <a:pt x="109" y="108"/>
                </a:cubicBezTo>
                <a:cubicBezTo>
                  <a:pt x="107" y="110"/>
                  <a:pt x="105" y="112"/>
                  <a:pt x="104" y="114"/>
                </a:cubicBezTo>
                <a:cubicBezTo>
                  <a:pt x="25" y="66"/>
                  <a:pt x="25" y="66"/>
                  <a:pt x="25" y="66"/>
                </a:cubicBezTo>
                <a:cubicBezTo>
                  <a:pt x="30" y="58"/>
                  <a:pt x="37" y="50"/>
                  <a:pt x="44" y="43"/>
                </a:cubicBezTo>
                <a:close/>
                <a:moveTo>
                  <a:pt x="128" y="148"/>
                </a:moveTo>
                <a:cubicBezTo>
                  <a:pt x="123" y="148"/>
                  <a:pt x="118" y="146"/>
                  <a:pt x="114" y="142"/>
                </a:cubicBezTo>
                <a:cubicBezTo>
                  <a:pt x="107" y="134"/>
                  <a:pt x="107" y="121"/>
                  <a:pt x="114" y="113"/>
                </a:cubicBezTo>
                <a:cubicBezTo>
                  <a:pt x="118" y="110"/>
                  <a:pt x="123" y="108"/>
                  <a:pt x="128" y="108"/>
                </a:cubicBezTo>
                <a:cubicBezTo>
                  <a:pt x="134" y="108"/>
                  <a:pt x="139" y="110"/>
                  <a:pt x="143" y="113"/>
                </a:cubicBezTo>
                <a:cubicBezTo>
                  <a:pt x="150" y="121"/>
                  <a:pt x="150" y="134"/>
                  <a:pt x="143" y="142"/>
                </a:cubicBezTo>
                <a:cubicBezTo>
                  <a:pt x="139" y="146"/>
                  <a:pt x="134" y="148"/>
                  <a:pt x="128" y="148"/>
                </a:cubicBezTo>
                <a:close/>
                <a:moveTo>
                  <a:pt x="128" y="248"/>
                </a:moveTo>
                <a:cubicBezTo>
                  <a:pt x="128" y="252"/>
                  <a:pt x="128" y="252"/>
                  <a:pt x="128" y="252"/>
                </a:cubicBezTo>
                <a:cubicBezTo>
                  <a:pt x="128" y="248"/>
                  <a:pt x="128" y="248"/>
                  <a:pt x="128" y="248"/>
                </a:cubicBezTo>
                <a:cubicBezTo>
                  <a:pt x="128" y="248"/>
                  <a:pt x="128" y="248"/>
                  <a:pt x="128" y="248"/>
                </a:cubicBezTo>
                <a:cubicBezTo>
                  <a:pt x="96" y="248"/>
                  <a:pt x="66" y="235"/>
                  <a:pt x="44" y="212"/>
                </a:cubicBezTo>
                <a:cubicBezTo>
                  <a:pt x="21" y="190"/>
                  <a:pt x="8" y="160"/>
                  <a:pt x="8" y="128"/>
                </a:cubicBezTo>
                <a:cubicBezTo>
                  <a:pt x="8" y="108"/>
                  <a:pt x="13" y="90"/>
                  <a:pt x="22" y="73"/>
                </a:cubicBezTo>
                <a:cubicBezTo>
                  <a:pt x="101" y="122"/>
                  <a:pt x="101" y="122"/>
                  <a:pt x="101" y="122"/>
                </a:cubicBezTo>
                <a:cubicBezTo>
                  <a:pt x="99" y="131"/>
                  <a:pt x="102" y="141"/>
                  <a:pt x="109" y="147"/>
                </a:cubicBezTo>
                <a:cubicBezTo>
                  <a:pt x="114" y="153"/>
                  <a:pt x="121" y="156"/>
                  <a:pt x="128" y="156"/>
                </a:cubicBezTo>
                <a:cubicBezTo>
                  <a:pt x="130" y="156"/>
                  <a:pt x="132" y="155"/>
                  <a:pt x="134" y="155"/>
                </a:cubicBezTo>
                <a:cubicBezTo>
                  <a:pt x="183" y="234"/>
                  <a:pt x="183" y="234"/>
                  <a:pt x="183" y="234"/>
                </a:cubicBezTo>
                <a:cubicBezTo>
                  <a:pt x="167" y="243"/>
                  <a:pt x="148" y="248"/>
                  <a:pt x="128" y="248"/>
                </a:cubicBezTo>
                <a:close/>
                <a:moveTo>
                  <a:pt x="190" y="231"/>
                </a:moveTo>
                <a:cubicBezTo>
                  <a:pt x="142" y="152"/>
                  <a:pt x="142" y="152"/>
                  <a:pt x="142" y="152"/>
                </a:cubicBezTo>
                <a:cubicBezTo>
                  <a:pt x="144" y="151"/>
                  <a:pt x="146" y="149"/>
                  <a:pt x="148" y="147"/>
                </a:cubicBezTo>
                <a:cubicBezTo>
                  <a:pt x="150" y="145"/>
                  <a:pt x="152" y="143"/>
                  <a:pt x="153" y="141"/>
                </a:cubicBezTo>
                <a:cubicBezTo>
                  <a:pt x="231" y="189"/>
                  <a:pt x="231" y="189"/>
                  <a:pt x="231" y="189"/>
                </a:cubicBezTo>
                <a:cubicBezTo>
                  <a:pt x="221" y="206"/>
                  <a:pt x="207" y="220"/>
                  <a:pt x="190" y="231"/>
                </a:cubicBezTo>
                <a:close/>
                <a:moveTo>
                  <a:pt x="235" y="182"/>
                </a:moveTo>
                <a:cubicBezTo>
                  <a:pt x="156" y="133"/>
                  <a:pt x="156" y="133"/>
                  <a:pt x="156" y="133"/>
                </a:cubicBezTo>
                <a:cubicBezTo>
                  <a:pt x="158" y="124"/>
                  <a:pt x="155" y="115"/>
                  <a:pt x="148" y="108"/>
                </a:cubicBezTo>
                <a:cubicBezTo>
                  <a:pt x="143" y="103"/>
                  <a:pt x="136" y="100"/>
                  <a:pt x="128" y="100"/>
                </a:cubicBezTo>
                <a:cubicBezTo>
                  <a:pt x="127" y="100"/>
                  <a:pt x="125" y="100"/>
                  <a:pt x="123" y="100"/>
                </a:cubicBezTo>
                <a:cubicBezTo>
                  <a:pt x="77" y="19"/>
                  <a:pt x="77" y="19"/>
                  <a:pt x="77" y="19"/>
                </a:cubicBezTo>
                <a:cubicBezTo>
                  <a:pt x="93" y="12"/>
                  <a:pt x="110" y="8"/>
                  <a:pt x="128" y="8"/>
                </a:cubicBezTo>
                <a:cubicBezTo>
                  <a:pt x="161" y="8"/>
                  <a:pt x="191" y="20"/>
                  <a:pt x="213" y="43"/>
                </a:cubicBezTo>
                <a:cubicBezTo>
                  <a:pt x="236" y="65"/>
                  <a:pt x="248" y="96"/>
                  <a:pt x="248" y="128"/>
                </a:cubicBezTo>
                <a:cubicBezTo>
                  <a:pt x="248" y="147"/>
                  <a:pt x="244" y="166"/>
                  <a:pt x="235" y="182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922" name="Freeform 12"/>
          <p:cNvSpPr/>
          <p:nvPr/>
        </p:nvSpPr>
        <p:spPr>
          <a:xfrm>
            <a:off x="3252960" y="1349640"/>
            <a:ext cx="302040" cy="302040"/>
          </a:xfrm>
          <a:custGeom>
            <a:avLst/>
            <a:gdLst>
              <a:gd name="textAreaLeft" fmla="*/ 0 w 302040"/>
              <a:gd name="textAreaRight" fmla="*/ 302400 w 302040"/>
              <a:gd name="textAreaTop" fmla="*/ 0 h 302040"/>
              <a:gd name="textAreaBottom" fmla="*/ 302400 h 302040"/>
              <a:gd name="GluePoint1X" fmla="*/ 137 w 255"/>
              <a:gd name="GluePoint1Y" fmla="*/ 156 h 255"/>
              <a:gd name="GluePoint2X" fmla="*/ 95 w 255"/>
              <a:gd name="GluePoint2Y" fmla="*/ 160 h 255"/>
              <a:gd name="GluePoint3X" fmla="*/ 87 w 255"/>
              <a:gd name="GluePoint3Y" fmla="*/ 139 h 255"/>
              <a:gd name="GluePoint4X" fmla="*/ 95 w 255"/>
              <a:gd name="GluePoint4Y" fmla="*/ 118 h 255"/>
              <a:gd name="GluePoint5X" fmla="*/ 207 w 255"/>
              <a:gd name="GluePoint5Y" fmla="*/ 6 h 255"/>
              <a:gd name="GluePoint6X" fmla="*/ 201 w 255"/>
              <a:gd name="GluePoint6Y" fmla="*/ 0 h 255"/>
              <a:gd name="GluePoint7X" fmla="*/ 89 w 255"/>
              <a:gd name="GluePoint7Y" fmla="*/ 112 h 255"/>
              <a:gd name="GluePoint8X" fmla="*/ 79 w 255"/>
              <a:gd name="GluePoint8Y" fmla="*/ 139 h 255"/>
              <a:gd name="GluePoint9X" fmla="*/ 87 w 255"/>
              <a:gd name="GluePoint9Y" fmla="*/ 163 h 255"/>
              <a:gd name="GluePoint10X" fmla="*/ 31 w 255"/>
              <a:gd name="GluePoint10Y" fmla="*/ 218 h 255"/>
              <a:gd name="GluePoint11X" fmla="*/ 20 w 255"/>
              <a:gd name="GluePoint11Y" fmla="*/ 215 h 255"/>
              <a:gd name="GluePoint12X" fmla="*/ 0 w 255"/>
              <a:gd name="GluePoint12Y" fmla="*/ 235 h 255"/>
              <a:gd name="GluePoint13X" fmla="*/ 20 w 255"/>
              <a:gd name="GluePoint13Y" fmla="*/ 255 h 255"/>
              <a:gd name="GluePoint14X" fmla="*/ 40 w 255"/>
              <a:gd name="GluePoint14Y" fmla="*/ 235 h 255"/>
              <a:gd name="GluePoint15X" fmla="*/ 37 w 255"/>
              <a:gd name="GluePoint15Y" fmla="*/ 224 h 255"/>
              <a:gd name="GluePoint16X" fmla="*/ 92 w 255"/>
              <a:gd name="GluePoint16Y" fmla="*/ 168 h 255"/>
              <a:gd name="GluePoint17X" fmla="*/ 112 w 255"/>
              <a:gd name="GluePoint17Y" fmla="*/ 175 h 255"/>
              <a:gd name="GluePoint18X" fmla="*/ 143 w 255"/>
              <a:gd name="GluePoint18Y" fmla="*/ 162 h 255"/>
              <a:gd name="GluePoint19X" fmla="*/ 255 w 255"/>
              <a:gd name="GluePoint19Y" fmla="*/ 50 h 255"/>
              <a:gd name="GluePoint20X" fmla="*/ 249 w 255"/>
              <a:gd name="GluePoint20Y" fmla="*/ 44 h 255"/>
              <a:gd name="GluePoint21X" fmla="*/ 137 w 255"/>
              <a:gd name="GluePoint21Y" fmla="*/ 156 h 255"/>
              <a:gd name="GluePoint22X" fmla="*/ 20 w 255"/>
              <a:gd name="GluePoint22Y" fmla="*/ 247 h 255"/>
              <a:gd name="GluePoint23X" fmla="*/ 8 w 255"/>
              <a:gd name="GluePoint23Y" fmla="*/ 235 h 255"/>
              <a:gd name="GluePoint24X" fmla="*/ 20 w 255"/>
              <a:gd name="GluePoint24Y" fmla="*/ 223 h 255"/>
              <a:gd name="GluePoint25X" fmla="*/ 32 w 255"/>
              <a:gd name="GluePoint25Y" fmla="*/ 235 h 255"/>
              <a:gd name="GluePoint26X" fmla="*/ 20 w 255"/>
              <a:gd name="GluePoint26Y" fmla="*/ 247 h 25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</a:cxnLst>
            <a:rect l="textAreaLeft" t="textAreaTop" r="textAreaRight" b="textAreaBottom"/>
            <a:pathLst>
              <a:path w="255" h="255">
                <a:moveTo>
                  <a:pt x="137" y="156"/>
                </a:moveTo>
                <a:cubicBezTo>
                  <a:pt x="126" y="167"/>
                  <a:pt x="106" y="171"/>
                  <a:pt x="95" y="160"/>
                </a:cubicBezTo>
                <a:cubicBezTo>
                  <a:pt x="90" y="155"/>
                  <a:pt x="87" y="147"/>
                  <a:pt x="87" y="139"/>
                </a:cubicBezTo>
                <a:cubicBezTo>
                  <a:pt x="87" y="131"/>
                  <a:pt x="90" y="123"/>
                  <a:pt x="95" y="118"/>
                </a:cubicBezTo>
                <a:cubicBezTo>
                  <a:pt x="207" y="6"/>
                  <a:pt x="207" y="6"/>
                  <a:pt x="207" y="6"/>
                </a:cubicBezTo>
                <a:cubicBezTo>
                  <a:pt x="201" y="0"/>
                  <a:pt x="201" y="0"/>
                  <a:pt x="201" y="0"/>
                </a:cubicBezTo>
                <a:cubicBezTo>
                  <a:pt x="89" y="112"/>
                  <a:pt x="89" y="112"/>
                  <a:pt x="89" y="112"/>
                </a:cubicBezTo>
                <a:cubicBezTo>
                  <a:pt x="83" y="119"/>
                  <a:pt x="79" y="129"/>
                  <a:pt x="79" y="139"/>
                </a:cubicBezTo>
                <a:cubicBezTo>
                  <a:pt x="79" y="148"/>
                  <a:pt x="82" y="156"/>
                  <a:pt x="87" y="163"/>
                </a:cubicBezTo>
                <a:cubicBezTo>
                  <a:pt x="31" y="218"/>
                  <a:pt x="31" y="218"/>
                  <a:pt x="31" y="218"/>
                </a:cubicBezTo>
                <a:cubicBezTo>
                  <a:pt x="28" y="216"/>
                  <a:pt x="24" y="215"/>
                  <a:pt x="20" y="215"/>
                </a:cubicBezTo>
                <a:cubicBezTo>
                  <a:pt x="9" y="215"/>
                  <a:pt x="0" y="224"/>
                  <a:pt x="0" y="235"/>
                </a:cubicBezTo>
                <a:cubicBezTo>
                  <a:pt x="0" y="246"/>
                  <a:pt x="9" y="255"/>
                  <a:pt x="20" y="255"/>
                </a:cubicBezTo>
                <a:cubicBezTo>
                  <a:pt x="31" y="255"/>
                  <a:pt x="40" y="246"/>
                  <a:pt x="40" y="235"/>
                </a:cubicBezTo>
                <a:cubicBezTo>
                  <a:pt x="40" y="231"/>
                  <a:pt x="39" y="227"/>
                  <a:pt x="37" y="224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8" y="173"/>
                  <a:pt x="105" y="175"/>
                  <a:pt x="112" y="175"/>
                </a:cubicBezTo>
                <a:cubicBezTo>
                  <a:pt x="123" y="175"/>
                  <a:pt x="135" y="170"/>
                  <a:pt x="143" y="162"/>
                </a:cubicBezTo>
                <a:cubicBezTo>
                  <a:pt x="255" y="50"/>
                  <a:pt x="255" y="50"/>
                  <a:pt x="255" y="50"/>
                </a:cubicBezTo>
                <a:cubicBezTo>
                  <a:pt x="249" y="44"/>
                  <a:pt x="249" y="44"/>
                  <a:pt x="249" y="44"/>
                </a:cubicBezTo>
                <a:lnTo>
                  <a:pt x="137" y="156"/>
                </a:lnTo>
                <a:close/>
                <a:moveTo>
                  <a:pt x="20" y="247"/>
                </a:moveTo>
                <a:cubicBezTo>
                  <a:pt x="14" y="247"/>
                  <a:pt x="8" y="242"/>
                  <a:pt x="8" y="235"/>
                </a:cubicBezTo>
                <a:cubicBezTo>
                  <a:pt x="8" y="228"/>
                  <a:pt x="14" y="223"/>
                  <a:pt x="20" y="223"/>
                </a:cubicBezTo>
                <a:cubicBezTo>
                  <a:pt x="27" y="223"/>
                  <a:pt x="32" y="228"/>
                  <a:pt x="32" y="235"/>
                </a:cubicBezTo>
                <a:cubicBezTo>
                  <a:pt x="32" y="242"/>
                  <a:pt x="27" y="247"/>
                  <a:pt x="20" y="247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923" name="Группа 2"/>
          <p:cNvGrpSpPr/>
          <p:nvPr/>
        </p:nvGrpSpPr>
        <p:grpSpPr>
          <a:xfrm>
            <a:off x="3646440" y="1349640"/>
            <a:ext cx="302040" cy="303840"/>
            <a:chOff x="3646440" y="1349640"/>
            <a:chExt cx="302040" cy="303840"/>
          </a:xfrm>
        </p:grpSpPr>
        <p:sp>
          <p:nvSpPr>
            <p:cNvPr id="2924" name="Freeform 13"/>
            <p:cNvSpPr/>
            <p:nvPr/>
          </p:nvSpPr>
          <p:spPr>
            <a:xfrm>
              <a:off x="3741840" y="1440000"/>
              <a:ext cx="111240" cy="7560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75600"/>
                <a:gd name="textAreaBottom" fmla="*/ 75960 h 75600"/>
                <a:gd name="GluePoint1X" fmla="*/ 51 w 109"/>
                <a:gd name="GluePoint1Y" fmla="*/ 0 h 74"/>
                <a:gd name="GluePoint2X" fmla="*/ 0 w 109"/>
                <a:gd name="GluePoint2Y" fmla="*/ 65 h 74"/>
                <a:gd name="GluePoint3X" fmla="*/ 4 w 109"/>
                <a:gd name="GluePoint3Y" fmla="*/ 74 h 74"/>
                <a:gd name="GluePoint4X" fmla="*/ 105 w 109"/>
                <a:gd name="GluePoint4Y" fmla="*/ 74 h 74"/>
                <a:gd name="GluePoint5X" fmla="*/ 109 w 109"/>
                <a:gd name="GluePoint5Y" fmla="*/ 65 h 74"/>
                <a:gd name="GluePoint6X" fmla="*/ 58 w 109"/>
                <a:gd name="GluePoint6Y" fmla="*/ 0 h 74"/>
                <a:gd name="GluePoint7X" fmla="*/ 51 w 109"/>
                <a:gd name="GluePoint7Y" fmla="*/ 0 h 74"/>
                <a:gd name="GluePoint8X" fmla="*/ 13 w 109"/>
                <a:gd name="GluePoint8Y" fmla="*/ 65 h 74"/>
                <a:gd name="GluePoint9X" fmla="*/ 55 w 109"/>
                <a:gd name="GluePoint9Y" fmla="*/ 12 h 74"/>
                <a:gd name="GluePoint10X" fmla="*/ 95 w 109"/>
                <a:gd name="GluePoint10Y" fmla="*/ 65 h 74"/>
                <a:gd name="GluePoint11X" fmla="*/ 13 w 109"/>
                <a:gd name="GluePoint11Y" fmla="*/ 65 h 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09" h="74">
                  <a:moveTo>
                    <a:pt x="51" y="0"/>
                  </a:moveTo>
                  <a:lnTo>
                    <a:pt x="0" y="65"/>
                  </a:lnTo>
                  <a:lnTo>
                    <a:pt x="4" y="74"/>
                  </a:lnTo>
                  <a:lnTo>
                    <a:pt x="105" y="74"/>
                  </a:lnTo>
                  <a:lnTo>
                    <a:pt x="109" y="65"/>
                  </a:lnTo>
                  <a:lnTo>
                    <a:pt x="58" y="0"/>
                  </a:lnTo>
                  <a:lnTo>
                    <a:pt x="51" y="0"/>
                  </a:lnTo>
                  <a:close/>
                  <a:moveTo>
                    <a:pt x="13" y="65"/>
                  </a:moveTo>
                  <a:lnTo>
                    <a:pt x="55" y="12"/>
                  </a:lnTo>
                  <a:lnTo>
                    <a:pt x="95" y="65"/>
                  </a:lnTo>
                  <a:lnTo>
                    <a:pt x="13" y="6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800" bIns="37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25" name="Rectangle 14"/>
            <p:cNvSpPr/>
            <p:nvPr/>
          </p:nvSpPr>
          <p:spPr>
            <a:xfrm>
              <a:off x="3749760" y="1535040"/>
              <a:ext cx="950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26" name="Freeform 15"/>
            <p:cNvSpPr/>
            <p:nvPr/>
          </p:nvSpPr>
          <p:spPr>
            <a:xfrm>
              <a:off x="3646440" y="1349640"/>
              <a:ext cx="302040" cy="30384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3840"/>
                <a:gd name="textAreaBottom" fmla="*/ 304200 h 303840"/>
                <a:gd name="GluePoint1X" fmla="*/ 128 w 256"/>
                <a:gd name="GluePoint1Y" fmla="*/ 0 h 256"/>
                <a:gd name="GluePoint2X" fmla="*/ 37 w 256"/>
                <a:gd name="GluePoint2Y" fmla="*/ 37 h 256"/>
                <a:gd name="GluePoint3X" fmla="*/ 0 w 256"/>
                <a:gd name="GluePoint3Y" fmla="*/ 128 h 256"/>
                <a:gd name="GluePoint4X" fmla="*/ 37 w 256"/>
                <a:gd name="GluePoint4Y" fmla="*/ 218 h 256"/>
                <a:gd name="GluePoint5X" fmla="*/ 128 w 256"/>
                <a:gd name="GluePoint5Y" fmla="*/ 256 h 256"/>
                <a:gd name="GluePoint6X" fmla="*/ 218 w 256"/>
                <a:gd name="GluePoint6Y" fmla="*/ 218 h 256"/>
                <a:gd name="GluePoint7X" fmla="*/ 256 w 256"/>
                <a:gd name="GluePoint7Y" fmla="*/ 128 h 256"/>
                <a:gd name="GluePoint8X" fmla="*/ 218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2 h 256"/>
                <a:gd name="GluePoint11X" fmla="*/ 128 w 256"/>
                <a:gd name="GluePoint11Y" fmla="*/ 248 h 256"/>
                <a:gd name="GluePoint12X" fmla="*/ 43 w 256"/>
                <a:gd name="GluePoint12Y" fmla="*/ 212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4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3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27" name="Группа 90"/>
          <p:cNvGrpSpPr/>
          <p:nvPr/>
        </p:nvGrpSpPr>
        <p:grpSpPr>
          <a:xfrm>
            <a:off x="4038840" y="1349640"/>
            <a:ext cx="303120" cy="303840"/>
            <a:chOff x="4038840" y="1349640"/>
            <a:chExt cx="303120" cy="303840"/>
          </a:xfrm>
        </p:grpSpPr>
        <p:sp>
          <p:nvSpPr>
            <p:cNvPr id="2928" name="Freeform 16"/>
            <p:cNvSpPr/>
            <p:nvPr/>
          </p:nvSpPr>
          <p:spPr>
            <a:xfrm>
              <a:off x="4185360" y="1445040"/>
              <a:ext cx="75600" cy="11232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12320"/>
                <a:gd name="textAreaBottom" fmla="*/ 112680 h 112320"/>
                <a:gd name="GluePoint1X" fmla="*/ 0 w 74"/>
                <a:gd name="GluePoint1Y" fmla="*/ 5 h 110"/>
                <a:gd name="GluePoint2X" fmla="*/ 0 w 74"/>
                <a:gd name="GluePoint2Y" fmla="*/ 106 h 110"/>
                <a:gd name="GluePoint3X" fmla="*/ 8 w 74"/>
                <a:gd name="GluePoint3Y" fmla="*/ 110 h 110"/>
                <a:gd name="GluePoint4X" fmla="*/ 74 w 74"/>
                <a:gd name="GluePoint4Y" fmla="*/ 59 h 110"/>
                <a:gd name="GluePoint5X" fmla="*/ 74 w 74"/>
                <a:gd name="GluePoint5Y" fmla="*/ 51 h 110"/>
                <a:gd name="GluePoint6X" fmla="*/ 8 w 74"/>
                <a:gd name="GluePoint6Y" fmla="*/ 0 h 110"/>
                <a:gd name="GluePoint7X" fmla="*/ 0 w 74"/>
                <a:gd name="GluePoint7Y" fmla="*/ 5 h 110"/>
                <a:gd name="GluePoint8X" fmla="*/ 9 w 74"/>
                <a:gd name="GluePoint8Y" fmla="*/ 14 h 110"/>
                <a:gd name="GluePoint9X" fmla="*/ 61 w 74"/>
                <a:gd name="GluePoint9Y" fmla="*/ 56 h 110"/>
                <a:gd name="GluePoint10X" fmla="*/ 9 w 74"/>
                <a:gd name="GluePoint10Y" fmla="*/ 96 h 110"/>
                <a:gd name="GluePoint11X" fmla="*/ 9 w 74"/>
                <a:gd name="GluePoint11Y" fmla="*/ 14 h 1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" h="110">
                  <a:moveTo>
                    <a:pt x="0" y="5"/>
                  </a:moveTo>
                  <a:lnTo>
                    <a:pt x="0" y="106"/>
                  </a:lnTo>
                  <a:lnTo>
                    <a:pt x="8" y="110"/>
                  </a:lnTo>
                  <a:lnTo>
                    <a:pt x="74" y="59"/>
                  </a:lnTo>
                  <a:lnTo>
                    <a:pt x="74" y="51"/>
                  </a:lnTo>
                  <a:lnTo>
                    <a:pt x="8" y="0"/>
                  </a:lnTo>
                  <a:lnTo>
                    <a:pt x="0" y="5"/>
                  </a:lnTo>
                  <a:close/>
                  <a:moveTo>
                    <a:pt x="9" y="14"/>
                  </a:moveTo>
                  <a:lnTo>
                    <a:pt x="61" y="56"/>
                  </a:lnTo>
                  <a:lnTo>
                    <a:pt x="9" y="96"/>
                  </a:lnTo>
                  <a:lnTo>
                    <a:pt x="9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29" name="Freeform 17"/>
            <p:cNvSpPr/>
            <p:nvPr/>
          </p:nvSpPr>
          <p:spPr>
            <a:xfrm>
              <a:off x="4091040" y="1445040"/>
              <a:ext cx="75600" cy="11232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12320"/>
                <a:gd name="textAreaBottom" fmla="*/ 112680 h 112320"/>
                <a:gd name="GluePoint1X" fmla="*/ 0 w 74"/>
                <a:gd name="GluePoint1Y" fmla="*/ 5 h 110"/>
                <a:gd name="GluePoint2X" fmla="*/ 0 w 74"/>
                <a:gd name="GluePoint2Y" fmla="*/ 106 h 110"/>
                <a:gd name="GluePoint3X" fmla="*/ 8 w 74"/>
                <a:gd name="GluePoint3Y" fmla="*/ 110 h 110"/>
                <a:gd name="GluePoint4X" fmla="*/ 74 w 74"/>
                <a:gd name="GluePoint4Y" fmla="*/ 59 h 110"/>
                <a:gd name="GluePoint5X" fmla="*/ 74 w 74"/>
                <a:gd name="GluePoint5Y" fmla="*/ 51 h 110"/>
                <a:gd name="GluePoint6X" fmla="*/ 8 w 74"/>
                <a:gd name="GluePoint6Y" fmla="*/ 0 h 110"/>
                <a:gd name="GluePoint7X" fmla="*/ 0 w 74"/>
                <a:gd name="GluePoint7Y" fmla="*/ 5 h 110"/>
                <a:gd name="GluePoint8X" fmla="*/ 9 w 74"/>
                <a:gd name="GluePoint8Y" fmla="*/ 14 h 110"/>
                <a:gd name="GluePoint9X" fmla="*/ 61 w 74"/>
                <a:gd name="GluePoint9Y" fmla="*/ 56 h 110"/>
                <a:gd name="GluePoint10X" fmla="*/ 9 w 74"/>
                <a:gd name="GluePoint10Y" fmla="*/ 96 h 110"/>
                <a:gd name="GluePoint11X" fmla="*/ 9 w 74"/>
                <a:gd name="GluePoint11Y" fmla="*/ 14 h 1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" h="110">
                  <a:moveTo>
                    <a:pt x="0" y="5"/>
                  </a:moveTo>
                  <a:lnTo>
                    <a:pt x="0" y="106"/>
                  </a:lnTo>
                  <a:lnTo>
                    <a:pt x="8" y="110"/>
                  </a:lnTo>
                  <a:lnTo>
                    <a:pt x="74" y="59"/>
                  </a:lnTo>
                  <a:lnTo>
                    <a:pt x="74" y="51"/>
                  </a:lnTo>
                  <a:lnTo>
                    <a:pt x="8" y="0"/>
                  </a:lnTo>
                  <a:lnTo>
                    <a:pt x="0" y="5"/>
                  </a:lnTo>
                  <a:close/>
                  <a:moveTo>
                    <a:pt x="9" y="14"/>
                  </a:moveTo>
                  <a:lnTo>
                    <a:pt x="61" y="56"/>
                  </a:lnTo>
                  <a:lnTo>
                    <a:pt x="9" y="96"/>
                  </a:lnTo>
                  <a:lnTo>
                    <a:pt x="9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30" name="Rectangle 18"/>
            <p:cNvSpPr/>
            <p:nvPr/>
          </p:nvSpPr>
          <p:spPr>
            <a:xfrm>
              <a:off x="4280760" y="1459440"/>
              <a:ext cx="9000" cy="84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480" bIns="42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31" name="Freeform 19"/>
            <p:cNvSpPr/>
            <p:nvPr/>
          </p:nvSpPr>
          <p:spPr>
            <a:xfrm>
              <a:off x="4038840" y="1349640"/>
              <a:ext cx="303120" cy="3038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3840"/>
                <a:gd name="textAreaBottom" fmla="*/ 304200 h 303840"/>
                <a:gd name="GluePoint1X" fmla="*/ 128 w 256"/>
                <a:gd name="GluePoint1Y" fmla="*/ 0 h 256"/>
                <a:gd name="GluePoint2X" fmla="*/ 37 w 256"/>
                <a:gd name="GluePoint2Y" fmla="*/ 37 h 256"/>
                <a:gd name="GluePoint3X" fmla="*/ 0 w 256"/>
                <a:gd name="GluePoint3Y" fmla="*/ 128 h 256"/>
                <a:gd name="GluePoint4X" fmla="*/ 37 w 256"/>
                <a:gd name="GluePoint4Y" fmla="*/ 218 h 256"/>
                <a:gd name="GluePoint5X" fmla="*/ 128 w 256"/>
                <a:gd name="GluePoint5Y" fmla="*/ 256 h 256"/>
                <a:gd name="GluePoint6X" fmla="*/ 218 w 256"/>
                <a:gd name="GluePoint6Y" fmla="*/ 218 h 256"/>
                <a:gd name="GluePoint7X" fmla="*/ 256 w 256"/>
                <a:gd name="GluePoint7Y" fmla="*/ 128 h 256"/>
                <a:gd name="GluePoint8X" fmla="*/ 218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2 h 256"/>
                <a:gd name="GluePoint11X" fmla="*/ 128 w 256"/>
                <a:gd name="GluePoint11Y" fmla="*/ 248 h 256"/>
                <a:gd name="GluePoint12X" fmla="*/ 43 w 256"/>
                <a:gd name="GluePoint12Y" fmla="*/ 212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4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32" name="Группа 91"/>
          <p:cNvGrpSpPr/>
          <p:nvPr/>
        </p:nvGrpSpPr>
        <p:grpSpPr>
          <a:xfrm>
            <a:off x="4431600" y="1349640"/>
            <a:ext cx="303120" cy="303840"/>
            <a:chOff x="4431600" y="1349640"/>
            <a:chExt cx="303120" cy="303840"/>
          </a:xfrm>
        </p:grpSpPr>
        <p:sp>
          <p:nvSpPr>
            <p:cNvPr id="2933" name="Freeform 20"/>
            <p:cNvSpPr/>
            <p:nvPr/>
          </p:nvSpPr>
          <p:spPr>
            <a:xfrm>
              <a:off x="4597560" y="1445040"/>
              <a:ext cx="75600" cy="11232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12320"/>
                <a:gd name="textAreaBottom" fmla="*/ 112680 h 112320"/>
                <a:gd name="GluePoint1X" fmla="*/ 0 w 74"/>
                <a:gd name="GluePoint1Y" fmla="*/ 5 h 110"/>
                <a:gd name="GluePoint2X" fmla="*/ 0 w 74"/>
                <a:gd name="GluePoint2Y" fmla="*/ 106 h 110"/>
                <a:gd name="GluePoint3X" fmla="*/ 8 w 74"/>
                <a:gd name="GluePoint3Y" fmla="*/ 110 h 110"/>
                <a:gd name="GluePoint4X" fmla="*/ 74 w 74"/>
                <a:gd name="GluePoint4Y" fmla="*/ 59 h 110"/>
                <a:gd name="GluePoint5X" fmla="*/ 74 w 74"/>
                <a:gd name="GluePoint5Y" fmla="*/ 51 h 110"/>
                <a:gd name="GluePoint6X" fmla="*/ 8 w 74"/>
                <a:gd name="GluePoint6Y" fmla="*/ 0 h 110"/>
                <a:gd name="GluePoint7X" fmla="*/ 0 w 74"/>
                <a:gd name="GluePoint7Y" fmla="*/ 5 h 110"/>
                <a:gd name="GluePoint8X" fmla="*/ 9 w 74"/>
                <a:gd name="GluePoint8Y" fmla="*/ 14 h 110"/>
                <a:gd name="GluePoint9X" fmla="*/ 61 w 74"/>
                <a:gd name="GluePoint9Y" fmla="*/ 56 h 110"/>
                <a:gd name="GluePoint10X" fmla="*/ 9 w 74"/>
                <a:gd name="GluePoint10Y" fmla="*/ 96 h 110"/>
                <a:gd name="GluePoint11X" fmla="*/ 9 w 74"/>
                <a:gd name="GluePoint11Y" fmla="*/ 14 h 1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" h="110">
                  <a:moveTo>
                    <a:pt x="0" y="5"/>
                  </a:moveTo>
                  <a:lnTo>
                    <a:pt x="0" y="106"/>
                  </a:lnTo>
                  <a:lnTo>
                    <a:pt x="8" y="110"/>
                  </a:lnTo>
                  <a:lnTo>
                    <a:pt x="74" y="59"/>
                  </a:lnTo>
                  <a:lnTo>
                    <a:pt x="74" y="51"/>
                  </a:lnTo>
                  <a:lnTo>
                    <a:pt x="8" y="0"/>
                  </a:lnTo>
                  <a:lnTo>
                    <a:pt x="0" y="5"/>
                  </a:lnTo>
                  <a:close/>
                  <a:moveTo>
                    <a:pt x="9" y="14"/>
                  </a:moveTo>
                  <a:lnTo>
                    <a:pt x="61" y="56"/>
                  </a:lnTo>
                  <a:lnTo>
                    <a:pt x="9" y="96"/>
                  </a:lnTo>
                  <a:lnTo>
                    <a:pt x="9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34" name="Freeform 21"/>
            <p:cNvSpPr/>
            <p:nvPr/>
          </p:nvSpPr>
          <p:spPr>
            <a:xfrm>
              <a:off x="4503240" y="1445040"/>
              <a:ext cx="75600" cy="11232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12320"/>
                <a:gd name="textAreaBottom" fmla="*/ 112680 h 112320"/>
                <a:gd name="GluePoint1X" fmla="*/ 0 w 74"/>
                <a:gd name="GluePoint1Y" fmla="*/ 5 h 110"/>
                <a:gd name="GluePoint2X" fmla="*/ 0 w 74"/>
                <a:gd name="GluePoint2Y" fmla="*/ 106 h 110"/>
                <a:gd name="GluePoint3X" fmla="*/ 8 w 74"/>
                <a:gd name="GluePoint3Y" fmla="*/ 110 h 110"/>
                <a:gd name="GluePoint4X" fmla="*/ 74 w 74"/>
                <a:gd name="GluePoint4Y" fmla="*/ 59 h 110"/>
                <a:gd name="GluePoint5X" fmla="*/ 74 w 74"/>
                <a:gd name="GluePoint5Y" fmla="*/ 51 h 110"/>
                <a:gd name="GluePoint6X" fmla="*/ 8 w 74"/>
                <a:gd name="GluePoint6Y" fmla="*/ 0 h 110"/>
                <a:gd name="GluePoint7X" fmla="*/ 0 w 74"/>
                <a:gd name="GluePoint7Y" fmla="*/ 5 h 110"/>
                <a:gd name="GluePoint8X" fmla="*/ 9 w 74"/>
                <a:gd name="GluePoint8Y" fmla="*/ 14 h 110"/>
                <a:gd name="GluePoint9X" fmla="*/ 61 w 74"/>
                <a:gd name="GluePoint9Y" fmla="*/ 56 h 110"/>
                <a:gd name="GluePoint10X" fmla="*/ 9 w 74"/>
                <a:gd name="GluePoint10Y" fmla="*/ 96 h 110"/>
                <a:gd name="GluePoint11X" fmla="*/ 9 w 74"/>
                <a:gd name="GluePoint11Y" fmla="*/ 14 h 1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" h="110">
                  <a:moveTo>
                    <a:pt x="0" y="5"/>
                  </a:moveTo>
                  <a:lnTo>
                    <a:pt x="0" y="106"/>
                  </a:lnTo>
                  <a:lnTo>
                    <a:pt x="8" y="110"/>
                  </a:lnTo>
                  <a:lnTo>
                    <a:pt x="74" y="59"/>
                  </a:lnTo>
                  <a:lnTo>
                    <a:pt x="74" y="51"/>
                  </a:lnTo>
                  <a:lnTo>
                    <a:pt x="8" y="0"/>
                  </a:lnTo>
                  <a:lnTo>
                    <a:pt x="0" y="5"/>
                  </a:lnTo>
                  <a:close/>
                  <a:moveTo>
                    <a:pt x="9" y="14"/>
                  </a:moveTo>
                  <a:lnTo>
                    <a:pt x="61" y="56"/>
                  </a:lnTo>
                  <a:lnTo>
                    <a:pt x="9" y="96"/>
                  </a:lnTo>
                  <a:lnTo>
                    <a:pt x="9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35" name="Freeform 22"/>
            <p:cNvSpPr/>
            <p:nvPr/>
          </p:nvSpPr>
          <p:spPr>
            <a:xfrm>
              <a:off x="4431600" y="1349640"/>
              <a:ext cx="303120" cy="3038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3840"/>
                <a:gd name="textAreaBottom" fmla="*/ 304200 h 303840"/>
                <a:gd name="GluePoint1X" fmla="*/ 128 w 256"/>
                <a:gd name="GluePoint1Y" fmla="*/ 0 h 256"/>
                <a:gd name="GluePoint2X" fmla="*/ 37 w 256"/>
                <a:gd name="GluePoint2Y" fmla="*/ 37 h 256"/>
                <a:gd name="GluePoint3X" fmla="*/ 0 w 256"/>
                <a:gd name="GluePoint3Y" fmla="*/ 128 h 256"/>
                <a:gd name="GluePoint4X" fmla="*/ 37 w 256"/>
                <a:gd name="GluePoint4Y" fmla="*/ 218 h 256"/>
                <a:gd name="GluePoint5X" fmla="*/ 128 w 256"/>
                <a:gd name="GluePoint5Y" fmla="*/ 256 h 256"/>
                <a:gd name="GluePoint6X" fmla="*/ 218 w 256"/>
                <a:gd name="GluePoint6Y" fmla="*/ 218 h 256"/>
                <a:gd name="GluePoint7X" fmla="*/ 256 w 256"/>
                <a:gd name="GluePoint7Y" fmla="*/ 128 h 256"/>
                <a:gd name="GluePoint8X" fmla="*/ 218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2 h 256"/>
                <a:gd name="GluePoint11X" fmla="*/ 128 w 256"/>
                <a:gd name="GluePoint11Y" fmla="*/ 248 h 256"/>
                <a:gd name="GluePoint12X" fmla="*/ 43 w 256"/>
                <a:gd name="GluePoint12Y" fmla="*/ 212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936" name="Freeform 23"/>
          <p:cNvSpPr/>
          <p:nvPr/>
        </p:nvSpPr>
        <p:spPr>
          <a:xfrm>
            <a:off x="4825080" y="1397880"/>
            <a:ext cx="302040" cy="207720"/>
          </a:xfrm>
          <a:custGeom>
            <a:avLst/>
            <a:gdLst>
              <a:gd name="textAreaLeft" fmla="*/ 0 w 302040"/>
              <a:gd name="textAreaRight" fmla="*/ 302400 w 302040"/>
              <a:gd name="textAreaTop" fmla="*/ 0 h 207720"/>
              <a:gd name="textAreaBottom" fmla="*/ 208080 h 207720"/>
              <a:gd name="GluePoint1X" fmla="*/ 212 w 256"/>
              <a:gd name="GluePoint1Y" fmla="*/ 88 h 176"/>
              <a:gd name="GluePoint2X" fmla="*/ 208 w 256"/>
              <a:gd name="GluePoint2Y" fmla="*/ 88 h 176"/>
              <a:gd name="GluePoint3X" fmla="*/ 208 w 256"/>
              <a:gd name="GluePoint3Y" fmla="*/ 68 h 176"/>
              <a:gd name="GluePoint4X" fmla="*/ 128 w 256"/>
              <a:gd name="GluePoint4Y" fmla="*/ 0 h 176"/>
              <a:gd name="GluePoint5X" fmla="*/ 48 w 256"/>
              <a:gd name="GluePoint5Y" fmla="*/ 68 h 176"/>
              <a:gd name="GluePoint6X" fmla="*/ 48 w 256"/>
              <a:gd name="GluePoint6Y" fmla="*/ 88 h 176"/>
              <a:gd name="GluePoint7X" fmla="*/ 44 w 256"/>
              <a:gd name="GluePoint7Y" fmla="*/ 88 h 176"/>
              <a:gd name="GluePoint8X" fmla="*/ 0 w 256"/>
              <a:gd name="GluePoint8Y" fmla="*/ 132 h 176"/>
              <a:gd name="GluePoint9X" fmla="*/ 44 w 256"/>
              <a:gd name="GluePoint9Y" fmla="*/ 176 h 176"/>
              <a:gd name="GluePoint10X" fmla="*/ 56 w 256"/>
              <a:gd name="GluePoint10Y" fmla="*/ 176 h 176"/>
              <a:gd name="GluePoint11X" fmla="*/ 56 w 256"/>
              <a:gd name="GluePoint11Y" fmla="*/ 104 h 176"/>
              <a:gd name="GluePoint12X" fmla="*/ 56 w 256"/>
              <a:gd name="GluePoint12Y" fmla="*/ 88 h 176"/>
              <a:gd name="GluePoint13X" fmla="*/ 56 w 256"/>
              <a:gd name="GluePoint13Y" fmla="*/ 68 h 176"/>
              <a:gd name="GluePoint14X" fmla="*/ 128 w 256"/>
              <a:gd name="GluePoint14Y" fmla="*/ 8 h 176"/>
              <a:gd name="GluePoint15X" fmla="*/ 200 w 256"/>
              <a:gd name="GluePoint15Y" fmla="*/ 68 h 176"/>
              <a:gd name="GluePoint16X" fmla="*/ 200 w 256"/>
              <a:gd name="GluePoint16Y" fmla="*/ 88 h 176"/>
              <a:gd name="GluePoint17X" fmla="*/ 200 w 256"/>
              <a:gd name="GluePoint17Y" fmla="*/ 92 h 176"/>
              <a:gd name="GluePoint18X" fmla="*/ 200 w 256"/>
              <a:gd name="GluePoint18Y" fmla="*/ 176 h 176"/>
              <a:gd name="GluePoint19X" fmla="*/ 212 w 256"/>
              <a:gd name="GluePoint19Y" fmla="*/ 176 h 176"/>
              <a:gd name="GluePoint20X" fmla="*/ 256 w 256"/>
              <a:gd name="GluePoint20Y" fmla="*/ 132 h 176"/>
              <a:gd name="GluePoint21X" fmla="*/ 212 w 256"/>
              <a:gd name="GluePoint21Y" fmla="*/ 88 h 176"/>
              <a:gd name="GluePoint22X" fmla="*/ 48 w 256"/>
              <a:gd name="GluePoint22Y" fmla="*/ 168 h 176"/>
              <a:gd name="GluePoint23X" fmla="*/ 44 w 256"/>
              <a:gd name="GluePoint23Y" fmla="*/ 168 h 176"/>
              <a:gd name="GluePoint24X" fmla="*/ 8 w 256"/>
              <a:gd name="GluePoint24Y" fmla="*/ 132 h 176"/>
              <a:gd name="GluePoint25X" fmla="*/ 44 w 256"/>
              <a:gd name="GluePoint25Y" fmla="*/ 96 h 176"/>
              <a:gd name="GluePoint26X" fmla="*/ 48 w 256"/>
              <a:gd name="GluePoint26Y" fmla="*/ 96 h 176"/>
              <a:gd name="GluePoint27X" fmla="*/ 48 w 256"/>
              <a:gd name="GluePoint27Y" fmla="*/ 104 h 176"/>
              <a:gd name="GluePoint28X" fmla="*/ 48 w 256"/>
              <a:gd name="GluePoint28Y" fmla="*/ 168 h 176"/>
              <a:gd name="GluePoint29X" fmla="*/ 212 w 256"/>
              <a:gd name="GluePoint29Y" fmla="*/ 168 h 176"/>
              <a:gd name="GluePoint30X" fmla="*/ 208 w 256"/>
              <a:gd name="GluePoint30Y" fmla="*/ 168 h 176"/>
              <a:gd name="GluePoint31X" fmla="*/ 208 w 256"/>
              <a:gd name="GluePoint31Y" fmla="*/ 96 h 176"/>
              <a:gd name="GluePoint32X" fmla="*/ 212 w 256"/>
              <a:gd name="GluePoint32Y" fmla="*/ 96 h 176"/>
              <a:gd name="GluePoint33X" fmla="*/ 248 w 256"/>
              <a:gd name="GluePoint33Y" fmla="*/ 132 h 176"/>
              <a:gd name="GluePoint34X" fmla="*/ 212 w 256"/>
              <a:gd name="GluePoint34Y" fmla="*/ 168 h 1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256" h="176">
                <a:moveTo>
                  <a:pt x="212" y="88"/>
                </a:moveTo>
                <a:cubicBezTo>
                  <a:pt x="208" y="88"/>
                  <a:pt x="208" y="88"/>
                  <a:pt x="208" y="88"/>
                </a:cubicBezTo>
                <a:cubicBezTo>
                  <a:pt x="208" y="68"/>
                  <a:pt x="208" y="68"/>
                  <a:pt x="208" y="68"/>
                </a:cubicBezTo>
                <a:cubicBezTo>
                  <a:pt x="208" y="67"/>
                  <a:pt x="207" y="0"/>
                  <a:pt x="128" y="0"/>
                </a:cubicBezTo>
                <a:cubicBezTo>
                  <a:pt x="49" y="0"/>
                  <a:pt x="48" y="67"/>
                  <a:pt x="48" y="68"/>
                </a:cubicBezTo>
                <a:cubicBezTo>
                  <a:pt x="48" y="88"/>
                  <a:pt x="48" y="88"/>
                  <a:pt x="48" y="88"/>
                </a:cubicBezTo>
                <a:cubicBezTo>
                  <a:pt x="44" y="88"/>
                  <a:pt x="44" y="88"/>
                  <a:pt x="44" y="88"/>
                </a:cubicBezTo>
                <a:cubicBezTo>
                  <a:pt x="20" y="88"/>
                  <a:pt x="0" y="107"/>
                  <a:pt x="0" y="132"/>
                </a:cubicBezTo>
                <a:cubicBezTo>
                  <a:pt x="0" y="156"/>
                  <a:pt x="20" y="176"/>
                  <a:pt x="44" y="176"/>
                </a:cubicBezTo>
                <a:cubicBezTo>
                  <a:pt x="56" y="176"/>
                  <a:pt x="56" y="176"/>
                  <a:pt x="56" y="176"/>
                </a:cubicBezTo>
                <a:cubicBezTo>
                  <a:pt x="56" y="104"/>
                  <a:pt x="56" y="104"/>
                  <a:pt x="56" y="104"/>
                </a:cubicBezTo>
                <a:cubicBezTo>
                  <a:pt x="56" y="88"/>
                  <a:pt x="56" y="88"/>
                  <a:pt x="56" y="88"/>
                </a:cubicBezTo>
                <a:cubicBezTo>
                  <a:pt x="56" y="68"/>
                  <a:pt x="56" y="68"/>
                  <a:pt x="56" y="68"/>
                </a:cubicBezTo>
                <a:cubicBezTo>
                  <a:pt x="56" y="65"/>
                  <a:pt x="57" y="8"/>
                  <a:pt x="128" y="8"/>
                </a:cubicBezTo>
                <a:cubicBezTo>
                  <a:pt x="199" y="8"/>
                  <a:pt x="200" y="65"/>
                  <a:pt x="200" y="68"/>
                </a:cubicBezTo>
                <a:cubicBezTo>
                  <a:pt x="200" y="88"/>
                  <a:pt x="200" y="88"/>
                  <a:pt x="200" y="88"/>
                </a:cubicBezTo>
                <a:cubicBezTo>
                  <a:pt x="200" y="92"/>
                  <a:pt x="200" y="92"/>
                  <a:pt x="200" y="92"/>
                </a:cubicBezTo>
                <a:cubicBezTo>
                  <a:pt x="200" y="176"/>
                  <a:pt x="200" y="176"/>
                  <a:pt x="200" y="176"/>
                </a:cubicBezTo>
                <a:cubicBezTo>
                  <a:pt x="212" y="176"/>
                  <a:pt x="212" y="176"/>
                  <a:pt x="212" y="176"/>
                </a:cubicBezTo>
                <a:cubicBezTo>
                  <a:pt x="236" y="176"/>
                  <a:pt x="256" y="156"/>
                  <a:pt x="256" y="132"/>
                </a:cubicBezTo>
                <a:cubicBezTo>
                  <a:pt x="256" y="107"/>
                  <a:pt x="236" y="88"/>
                  <a:pt x="212" y="88"/>
                </a:cubicBezTo>
                <a:close/>
                <a:moveTo>
                  <a:pt x="48" y="168"/>
                </a:moveTo>
                <a:cubicBezTo>
                  <a:pt x="44" y="168"/>
                  <a:pt x="44" y="168"/>
                  <a:pt x="44" y="168"/>
                </a:cubicBezTo>
                <a:cubicBezTo>
                  <a:pt x="24" y="168"/>
                  <a:pt x="8" y="151"/>
                  <a:pt x="8" y="132"/>
                </a:cubicBezTo>
                <a:cubicBezTo>
                  <a:pt x="8" y="112"/>
                  <a:pt x="24" y="96"/>
                  <a:pt x="44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8" y="104"/>
                  <a:pt x="48" y="104"/>
                  <a:pt x="48" y="104"/>
                </a:cubicBezTo>
                <a:lnTo>
                  <a:pt x="48" y="168"/>
                </a:lnTo>
                <a:close/>
                <a:moveTo>
                  <a:pt x="212" y="168"/>
                </a:moveTo>
                <a:cubicBezTo>
                  <a:pt x="208" y="168"/>
                  <a:pt x="208" y="168"/>
                  <a:pt x="208" y="168"/>
                </a:cubicBezTo>
                <a:cubicBezTo>
                  <a:pt x="208" y="96"/>
                  <a:pt x="208" y="96"/>
                  <a:pt x="208" y="96"/>
                </a:cubicBezTo>
                <a:cubicBezTo>
                  <a:pt x="212" y="96"/>
                  <a:pt x="212" y="96"/>
                  <a:pt x="212" y="96"/>
                </a:cubicBezTo>
                <a:cubicBezTo>
                  <a:pt x="232" y="96"/>
                  <a:pt x="248" y="112"/>
                  <a:pt x="248" y="132"/>
                </a:cubicBezTo>
                <a:cubicBezTo>
                  <a:pt x="248" y="151"/>
                  <a:pt x="232" y="168"/>
                  <a:pt x="212" y="16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937" name="Группа 92"/>
          <p:cNvGrpSpPr/>
          <p:nvPr/>
        </p:nvGrpSpPr>
        <p:grpSpPr>
          <a:xfrm>
            <a:off x="5288040" y="1349640"/>
            <a:ext cx="160560" cy="303840"/>
            <a:chOff x="5288040" y="1349640"/>
            <a:chExt cx="160560" cy="303840"/>
          </a:xfrm>
        </p:grpSpPr>
        <p:sp>
          <p:nvSpPr>
            <p:cNvPr id="2938" name="Freeform 24"/>
            <p:cNvSpPr/>
            <p:nvPr/>
          </p:nvSpPr>
          <p:spPr>
            <a:xfrm>
              <a:off x="5288040" y="1349640"/>
              <a:ext cx="160560" cy="30384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303840"/>
                <a:gd name="textAreaBottom" fmla="*/ 304200 h 303840"/>
                <a:gd name="GluePoint1X" fmla="*/ 0 w 157"/>
                <a:gd name="GluePoint1Y" fmla="*/ 297 h 297"/>
                <a:gd name="GluePoint2X" fmla="*/ 157 w 157"/>
                <a:gd name="GluePoint2Y" fmla="*/ 297 h 297"/>
                <a:gd name="GluePoint3X" fmla="*/ 157 w 157"/>
                <a:gd name="GluePoint3Y" fmla="*/ 0 h 297"/>
                <a:gd name="GluePoint4X" fmla="*/ 0 w 157"/>
                <a:gd name="GluePoint4Y" fmla="*/ 0 h 297"/>
                <a:gd name="GluePoint5X" fmla="*/ 0 w 157"/>
                <a:gd name="GluePoint5Y" fmla="*/ 297 h 297"/>
                <a:gd name="GluePoint6X" fmla="*/ 10 w 157"/>
                <a:gd name="GluePoint6Y" fmla="*/ 287 h 297"/>
                <a:gd name="GluePoint7X" fmla="*/ 10 w 157"/>
                <a:gd name="GluePoint7Y" fmla="*/ 172 h 297"/>
                <a:gd name="GluePoint8X" fmla="*/ 148 w 157"/>
                <a:gd name="GluePoint8Y" fmla="*/ 172 h 297"/>
                <a:gd name="GluePoint9X" fmla="*/ 148 w 157"/>
                <a:gd name="GluePoint9Y" fmla="*/ 287 h 297"/>
                <a:gd name="GluePoint10X" fmla="*/ 10 w 157"/>
                <a:gd name="GluePoint10Y" fmla="*/ 287 h 297"/>
                <a:gd name="GluePoint11X" fmla="*/ 10 w 157"/>
                <a:gd name="GluePoint11Y" fmla="*/ 162 h 297"/>
                <a:gd name="GluePoint12X" fmla="*/ 10 w 157"/>
                <a:gd name="GluePoint12Y" fmla="*/ 28 h 297"/>
                <a:gd name="GluePoint13X" fmla="*/ 148 w 157"/>
                <a:gd name="GluePoint13Y" fmla="*/ 28 h 297"/>
                <a:gd name="GluePoint14X" fmla="*/ 148 w 157"/>
                <a:gd name="GluePoint14Y" fmla="*/ 162 h 297"/>
                <a:gd name="GluePoint15X" fmla="*/ 10 w 157"/>
                <a:gd name="GluePoint15Y" fmla="*/ 162 h 297"/>
                <a:gd name="GluePoint16X" fmla="*/ 148 w 157"/>
                <a:gd name="GluePoint16Y" fmla="*/ 10 h 297"/>
                <a:gd name="GluePoint17X" fmla="*/ 148 w 157"/>
                <a:gd name="GluePoint17Y" fmla="*/ 19 h 297"/>
                <a:gd name="GluePoint18X" fmla="*/ 10 w 157"/>
                <a:gd name="GluePoint18Y" fmla="*/ 19 h 297"/>
                <a:gd name="GluePoint19X" fmla="*/ 10 w 157"/>
                <a:gd name="GluePoint19Y" fmla="*/ 10 h 297"/>
                <a:gd name="GluePoint20X" fmla="*/ 148 w 157"/>
                <a:gd name="GluePoint20Y" fmla="*/ 10 h 2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157" h="297">
                  <a:moveTo>
                    <a:pt x="0" y="297"/>
                  </a:moveTo>
                  <a:lnTo>
                    <a:pt x="157" y="297"/>
                  </a:lnTo>
                  <a:lnTo>
                    <a:pt x="157" y="0"/>
                  </a:lnTo>
                  <a:lnTo>
                    <a:pt x="0" y="0"/>
                  </a:lnTo>
                  <a:lnTo>
                    <a:pt x="0" y="297"/>
                  </a:lnTo>
                  <a:close/>
                  <a:moveTo>
                    <a:pt x="10" y="287"/>
                  </a:moveTo>
                  <a:lnTo>
                    <a:pt x="10" y="172"/>
                  </a:lnTo>
                  <a:lnTo>
                    <a:pt x="148" y="172"/>
                  </a:lnTo>
                  <a:lnTo>
                    <a:pt x="148" y="287"/>
                  </a:lnTo>
                  <a:lnTo>
                    <a:pt x="10" y="287"/>
                  </a:lnTo>
                  <a:close/>
                  <a:moveTo>
                    <a:pt x="10" y="162"/>
                  </a:moveTo>
                  <a:lnTo>
                    <a:pt x="10" y="28"/>
                  </a:lnTo>
                  <a:lnTo>
                    <a:pt x="148" y="28"/>
                  </a:lnTo>
                  <a:lnTo>
                    <a:pt x="148" y="162"/>
                  </a:lnTo>
                  <a:lnTo>
                    <a:pt x="10" y="162"/>
                  </a:lnTo>
                  <a:close/>
                  <a:moveTo>
                    <a:pt x="148" y="10"/>
                  </a:moveTo>
                  <a:lnTo>
                    <a:pt x="148" y="19"/>
                  </a:lnTo>
                  <a:lnTo>
                    <a:pt x="10" y="19"/>
                  </a:lnTo>
                  <a:lnTo>
                    <a:pt x="10" y="10"/>
                  </a:lnTo>
                  <a:lnTo>
                    <a:pt x="148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39" name="Freeform 25"/>
            <p:cNvSpPr/>
            <p:nvPr/>
          </p:nvSpPr>
          <p:spPr>
            <a:xfrm>
              <a:off x="5316840" y="1535040"/>
              <a:ext cx="99000" cy="9900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9000"/>
                <a:gd name="textAreaBottom" fmla="*/ 99360 h 99000"/>
                <a:gd name="GluePoint1X" fmla="*/ 42 w 84"/>
                <a:gd name="GluePoint1Y" fmla="*/ 0 h 84"/>
                <a:gd name="GluePoint2X" fmla="*/ 0 w 84"/>
                <a:gd name="GluePoint2Y" fmla="*/ 42 h 84"/>
                <a:gd name="GluePoint3X" fmla="*/ 42 w 84"/>
                <a:gd name="GluePoint3Y" fmla="*/ 84 h 84"/>
                <a:gd name="GluePoint4X" fmla="*/ 84 w 84"/>
                <a:gd name="GluePoint4Y" fmla="*/ 42 h 84"/>
                <a:gd name="GluePoint5X" fmla="*/ 42 w 84"/>
                <a:gd name="GluePoint5Y" fmla="*/ 0 h 84"/>
                <a:gd name="GluePoint6X" fmla="*/ 42 w 84"/>
                <a:gd name="GluePoint6Y" fmla="*/ 76 h 84"/>
                <a:gd name="GluePoint7X" fmla="*/ 8 w 84"/>
                <a:gd name="GluePoint7Y" fmla="*/ 42 h 84"/>
                <a:gd name="GluePoint8X" fmla="*/ 42 w 84"/>
                <a:gd name="GluePoint8Y" fmla="*/ 8 h 84"/>
                <a:gd name="GluePoint9X" fmla="*/ 76 w 84"/>
                <a:gd name="GluePoint9Y" fmla="*/ 42 h 84"/>
                <a:gd name="GluePoint10X" fmla="*/ 42 w 84"/>
                <a:gd name="GluePoint10Y" fmla="*/ 76 h 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84" h="84">
                  <a:moveTo>
                    <a:pt x="42" y="0"/>
                  </a:moveTo>
                  <a:cubicBezTo>
                    <a:pt x="19" y="0"/>
                    <a:pt x="0" y="18"/>
                    <a:pt x="0" y="42"/>
                  </a:cubicBezTo>
                  <a:cubicBezTo>
                    <a:pt x="0" y="65"/>
                    <a:pt x="19" y="84"/>
                    <a:pt x="42" y="84"/>
                  </a:cubicBezTo>
                  <a:cubicBezTo>
                    <a:pt x="65" y="84"/>
                    <a:pt x="84" y="65"/>
                    <a:pt x="84" y="42"/>
                  </a:cubicBezTo>
                  <a:cubicBezTo>
                    <a:pt x="84" y="18"/>
                    <a:pt x="65" y="0"/>
                    <a:pt x="42" y="0"/>
                  </a:cubicBezTo>
                  <a:close/>
                  <a:moveTo>
                    <a:pt x="42" y="76"/>
                  </a:moveTo>
                  <a:cubicBezTo>
                    <a:pt x="23" y="76"/>
                    <a:pt x="8" y="6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6" y="23"/>
                    <a:pt x="76" y="42"/>
                  </a:cubicBezTo>
                  <a:cubicBezTo>
                    <a:pt x="76" y="60"/>
                    <a:pt x="61" y="76"/>
                    <a:pt x="42" y="7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40" name="Freeform 26"/>
            <p:cNvSpPr/>
            <p:nvPr/>
          </p:nvSpPr>
          <p:spPr>
            <a:xfrm>
              <a:off x="5349600" y="1567800"/>
              <a:ext cx="33480" cy="3348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33480"/>
                <a:gd name="textAreaBottom" fmla="*/ 33840 h 33480"/>
                <a:gd name="GluePoint1X" fmla="*/ 14 w 28"/>
                <a:gd name="GluePoint1Y" fmla="*/ 0 h 28"/>
                <a:gd name="GluePoint2X" fmla="*/ 0 w 28"/>
                <a:gd name="GluePoint2Y" fmla="*/ 14 h 28"/>
                <a:gd name="GluePoint3X" fmla="*/ 14 w 28"/>
                <a:gd name="GluePoint3Y" fmla="*/ 28 h 28"/>
                <a:gd name="GluePoint4X" fmla="*/ 28 w 28"/>
                <a:gd name="GluePoint4Y" fmla="*/ 14 h 28"/>
                <a:gd name="GluePoint5X" fmla="*/ 14 w 28"/>
                <a:gd name="GluePoint5Y" fmla="*/ 0 h 28"/>
                <a:gd name="GluePoint6X" fmla="*/ 14 w 28"/>
                <a:gd name="GluePoint6Y" fmla="*/ 20 h 28"/>
                <a:gd name="GluePoint7X" fmla="*/ 8 w 28"/>
                <a:gd name="GluePoint7Y" fmla="*/ 14 h 28"/>
                <a:gd name="GluePoint8X" fmla="*/ 14 w 28"/>
                <a:gd name="GluePoint8Y" fmla="*/ 8 h 28"/>
                <a:gd name="GluePoint9X" fmla="*/ 20 w 28"/>
                <a:gd name="GluePoint9Y" fmla="*/ 14 h 28"/>
                <a:gd name="GluePoint10X" fmla="*/ 14 w 28"/>
                <a:gd name="GluePoint10Y" fmla="*/ 20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8" h="28">
                  <a:moveTo>
                    <a:pt x="14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8"/>
                    <a:pt x="14" y="28"/>
                  </a:cubicBezTo>
                  <a:cubicBezTo>
                    <a:pt x="22" y="28"/>
                    <a:pt x="28" y="21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14" y="20"/>
                  </a:moveTo>
                  <a:cubicBezTo>
                    <a:pt x="11" y="20"/>
                    <a:pt x="8" y="17"/>
                    <a:pt x="8" y="14"/>
                  </a:cubicBezTo>
                  <a:cubicBezTo>
                    <a:pt x="8" y="10"/>
                    <a:pt x="11" y="8"/>
                    <a:pt x="14" y="8"/>
                  </a:cubicBezTo>
                  <a:cubicBezTo>
                    <a:pt x="17" y="8"/>
                    <a:pt x="20" y="10"/>
                    <a:pt x="20" y="14"/>
                  </a:cubicBezTo>
                  <a:cubicBezTo>
                    <a:pt x="20" y="17"/>
                    <a:pt x="17" y="20"/>
                    <a:pt x="14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920" bIns="16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41" name="Группа 93"/>
          <p:cNvGrpSpPr/>
          <p:nvPr/>
        </p:nvGrpSpPr>
        <p:grpSpPr>
          <a:xfrm>
            <a:off x="5662440" y="1349640"/>
            <a:ext cx="198360" cy="303840"/>
            <a:chOff x="5662440" y="1349640"/>
            <a:chExt cx="198360" cy="303840"/>
          </a:xfrm>
        </p:grpSpPr>
        <p:sp>
          <p:nvSpPr>
            <p:cNvPr id="2942" name="Freeform 27"/>
            <p:cNvSpPr/>
            <p:nvPr/>
          </p:nvSpPr>
          <p:spPr>
            <a:xfrm>
              <a:off x="5662440" y="1349640"/>
              <a:ext cx="198360" cy="30384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303840"/>
                <a:gd name="textAreaBottom" fmla="*/ 304200 h 303840"/>
                <a:gd name="GluePoint1X" fmla="*/ 0 w 194"/>
                <a:gd name="GluePoint1Y" fmla="*/ 297 h 297"/>
                <a:gd name="GluePoint2X" fmla="*/ 194 w 194"/>
                <a:gd name="GluePoint2Y" fmla="*/ 297 h 297"/>
                <a:gd name="GluePoint3X" fmla="*/ 194 w 194"/>
                <a:gd name="GluePoint3Y" fmla="*/ 0 h 297"/>
                <a:gd name="GluePoint4X" fmla="*/ 0 w 194"/>
                <a:gd name="GluePoint4Y" fmla="*/ 0 h 297"/>
                <a:gd name="GluePoint5X" fmla="*/ 0 w 194"/>
                <a:gd name="GluePoint5Y" fmla="*/ 297 h 297"/>
                <a:gd name="GluePoint6X" fmla="*/ 9 w 194"/>
                <a:gd name="GluePoint6Y" fmla="*/ 10 h 297"/>
                <a:gd name="GluePoint7X" fmla="*/ 185 w 194"/>
                <a:gd name="GluePoint7Y" fmla="*/ 10 h 297"/>
                <a:gd name="GluePoint8X" fmla="*/ 185 w 194"/>
                <a:gd name="GluePoint8Y" fmla="*/ 287 h 297"/>
                <a:gd name="GluePoint9X" fmla="*/ 9 w 194"/>
                <a:gd name="GluePoint9Y" fmla="*/ 287 h 297"/>
                <a:gd name="GluePoint10X" fmla="*/ 9 w 194"/>
                <a:gd name="GluePoint10Y" fmla="*/ 10 h 2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4" h="297">
                  <a:moveTo>
                    <a:pt x="0" y="297"/>
                  </a:moveTo>
                  <a:lnTo>
                    <a:pt x="194" y="297"/>
                  </a:lnTo>
                  <a:lnTo>
                    <a:pt x="194" y="0"/>
                  </a:lnTo>
                  <a:lnTo>
                    <a:pt x="0" y="0"/>
                  </a:lnTo>
                  <a:lnTo>
                    <a:pt x="0" y="297"/>
                  </a:lnTo>
                  <a:close/>
                  <a:moveTo>
                    <a:pt x="9" y="10"/>
                  </a:moveTo>
                  <a:lnTo>
                    <a:pt x="185" y="10"/>
                  </a:lnTo>
                  <a:lnTo>
                    <a:pt x="185" y="287"/>
                  </a:lnTo>
                  <a:lnTo>
                    <a:pt x="9" y="287"/>
                  </a:lnTo>
                  <a:lnTo>
                    <a:pt x="9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43" name="Freeform 28"/>
            <p:cNvSpPr/>
            <p:nvPr/>
          </p:nvSpPr>
          <p:spPr>
            <a:xfrm>
              <a:off x="5700240" y="1487880"/>
              <a:ext cx="122760" cy="122760"/>
            </a:xfrm>
            <a:custGeom>
              <a:avLst/>
              <a:gdLst>
                <a:gd name="textAreaLeft" fmla="*/ 0 w 122760"/>
                <a:gd name="textAreaRight" fmla="*/ 123120 w 122760"/>
                <a:gd name="textAreaTop" fmla="*/ 0 h 122760"/>
                <a:gd name="textAreaBottom" fmla="*/ 123120 h 122760"/>
                <a:gd name="GluePoint1X" fmla="*/ 52 w 104"/>
                <a:gd name="GluePoint1Y" fmla="*/ 0 h 104"/>
                <a:gd name="GluePoint2X" fmla="*/ 0 w 104"/>
                <a:gd name="GluePoint2Y" fmla="*/ 52 h 104"/>
                <a:gd name="GluePoint3X" fmla="*/ 52 w 104"/>
                <a:gd name="GluePoint3Y" fmla="*/ 104 h 104"/>
                <a:gd name="GluePoint4X" fmla="*/ 104 w 104"/>
                <a:gd name="GluePoint4Y" fmla="*/ 52 h 104"/>
                <a:gd name="GluePoint5X" fmla="*/ 52 w 104"/>
                <a:gd name="GluePoint5Y" fmla="*/ 0 h 104"/>
                <a:gd name="GluePoint6X" fmla="*/ 52 w 104"/>
                <a:gd name="GluePoint6Y" fmla="*/ 96 h 104"/>
                <a:gd name="GluePoint7X" fmla="*/ 8 w 104"/>
                <a:gd name="GluePoint7Y" fmla="*/ 52 h 104"/>
                <a:gd name="GluePoint8X" fmla="*/ 52 w 104"/>
                <a:gd name="GluePoint8Y" fmla="*/ 8 h 104"/>
                <a:gd name="GluePoint9X" fmla="*/ 96 w 104"/>
                <a:gd name="GluePoint9Y" fmla="*/ 52 h 104"/>
                <a:gd name="GluePoint10X" fmla="*/ 52 w 104"/>
                <a:gd name="GluePoint10Y" fmla="*/ 96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4" h="104">
                  <a:moveTo>
                    <a:pt x="52" y="0"/>
                  </a:moveTo>
                  <a:cubicBezTo>
                    <a:pt x="24" y="0"/>
                    <a:pt x="0" y="23"/>
                    <a:pt x="0" y="52"/>
                  </a:cubicBezTo>
                  <a:cubicBezTo>
                    <a:pt x="0" y="80"/>
                    <a:pt x="24" y="104"/>
                    <a:pt x="52" y="104"/>
                  </a:cubicBezTo>
                  <a:cubicBezTo>
                    <a:pt x="81" y="104"/>
                    <a:pt x="104" y="80"/>
                    <a:pt x="104" y="52"/>
                  </a:cubicBezTo>
                  <a:cubicBezTo>
                    <a:pt x="104" y="23"/>
                    <a:pt x="81" y="0"/>
                    <a:pt x="52" y="0"/>
                  </a:cubicBezTo>
                  <a:close/>
                  <a:moveTo>
                    <a:pt x="52" y="96"/>
                  </a:moveTo>
                  <a:cubicBezTo>
                    <a:pt x="28" y="96"/>
                    <a:pt x="8" y="76"/>
                    <a:pt x="8" y="52"/>
                  </a:cubicBezTo>
                  <a:cubicBezTo>
                    <a:pt x="8" y="27"/>
                    <a:pt x="28" y="8"/>
                    <a:pt x="52" y="8"/>
                  </a:cubicBezTo>
                  <a:cubicBezTo>
                    <a:pt x="77" y="8"/>
                    <a:pt x="96" y="27"/>
                    <a:pt x="96" y="52"/>
                  </a:cubicBezTo>
                  <a:cubicBezTo>
                    <a:pt x="96" y="76"/>
                    <a:pt x="77" y="96"/>
                    <a:pt x="52" y="9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44" name="Freeform 29"/>
            <p:cNvSpPr/>
            <p:nvPr/>
          </p:nvSpPr>
          <p:spPr>
            <a:xfrm>
              <a:off x="5729040" y="1392840"/>
              <a:ext cx="66240" cy="6624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66240"/>
                <a:gd name="textAreaBottom" fmla="*/ 66600 h 66240"/>
                <a:gd name="GluePoint1X" fmla="*/ 28 w 56"/>
                <a:gd name="GluePoint1Y" fmla="*/ 56 h 56"/>
                <a:gd name="GluePoint2X" fmla="*/ 56 w 56"/>
                <a:gd name="GluePoint2Y" fmla="*/ 28 h 56"/>
                <a:gd name="GluePoint3X" fmla="*/ 28 w 56"/>
                <a:gd name="GluePoint3Y" fmla="*/ 0 h 56"/>
                <a:gd name="GluePoint4X" fmla="*/ 0 w 56"/>
                <a:gd name="GluePoint4Y" fmla="*/ 28 h 56"/>
                <a:gd name="GluePoint5X" fmla="*/ 28 w 56"/>
                <a:gd name="GluePoint5Y" fmla="*/ 56 h 56"/>
                <a:gd name="GluePoint6X" fmla="*/ 28 w 56"/>
                <a:gd name="GluePoint6Y" fmla="*/ 8 h 56"/>
                <a:gd name="GluePoint7X" fmla="*/ 48 w 56"/>
                <a:gd name="GluePoint7Y" fmla="*/ 28 h 56"/>
                <a:gd name="GluePoint8X" fmla="*/ 28 w 56"/>
                <a:gd name="GluePoint8Y" fmla="*/ 48 h 56"/>
                <a:gd name="GluePoint9X" fmla="*/ 8 w 56"/>
                <a:gd name="GluePoint9Y" fmla="*/ 28 h 56"/>
                <a:gd name="GluePoint10X" fmla="*/ 28 w 56"/>
                <a:gd name="GluePoint10Y" fmla="*/ 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56"/>
                  </a:moveTo>
                  <a:cubicBezTo>
                    <a:pt x="44" y="56"/>
                    <a:pt x="56" y="43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lose/>
                  <a:moveTo>
                    <a:pt x="28" y="8"/>
                  </a:move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45" name="Freeform 30"/>
            <p:cNvSpPr/>
            <p:nvPr/>
          </p:nvSpPr>
          <p:spPr>
            <a:xfrm>
              <a:off x="5745240" y="1533240"/>
              <a:ext cx="32400" cy="3240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2400"/>
                <a:gd name="textAreaBottom" fmla="*/ 32760 h 32400"/>
                <a:gd name="GluePoint1X" fmla="*/ 14 w 28"/>
                <a:gd name="GluePoint1Y" fmla="*/ 0 h 28"/>
                <a:gd name="GluePoint2X" fmla="*/ 0 w 28"/>
                <a:gd name="GluePoint2Y" fmla="*/ 14 h 28"/>
                <a:gd name="GluePoint3X" fmla="*/ 14 w 28"/>
                <a:gd name="GluePoint3Y" fmla="*/ 28 h 28"/>
                <a:gd name="GluePoint4X" fmla="*/ 28 w 28"/>
                <a:gd name="GluePoint4Y" fmla="*/ 14 h 28"/>
                <a:gd name="GluePoint5X" fmla="*/ 14 w 28"/>
                <a:gd name="GluePoint5Y" fmla="*/ 0 h 28"/>
                <a:gd name="GluePoint6X" fmla="*/ 14 w 28"/>
                <a:gd name="GluePoint6Y" fmla="*/ 20 h 28"/>
                <a:gd name="GluePoint7X" fmla="*/ 8 w 28"/>
                <a:gd name="GluePoint7Y" fmla="*/ 14 h 28"/>
                <a:gd name="GluePoint8X" fmla="*/ 14 w 28"/>
                <a:gd name="GluePoint8Y" fmla="*/ 8 h 28"/>
                <a:gd name="GluePoint9X" fmla="*/ 20 w 28"/>
                <a:gd name="GluePoint9Y" fmla="*/ 14 h 28"/>
                <a:gd name="GluePoint10X" fmla="*/ 14 w 28"/>
                <a:gd name="GluePoint10Y" fmla="*/ 20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8" h="28"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1"/>
                    <a:pt x="7" y="28"/>
                    <a:pt x="14" y="28"/>
                  </a:cubicBezTo>
                  <a:cubicBezTo>
                    <a:pt x="22" y="28"/>
                    <a:pt x="28" y="21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14" y="20"/>
                  </a:moveTo>
                  <a:cubicBezTo>
                    <a:pt x="11" y="20"/>
                    <a:pt x="8" y="17"/>
                    <a:pt x="8" y="14"/>
                  </a:cubicBezTo>
                  <a:cubicBezTo>
                    <a:pt x="8" y="10"/>
                    <a:pt x="11" y="8"/>
                    <a:pt x="14" y="8"/>
                  </a:cubicBezTo>
                  <a:cubicBezTo>
                    <a:pt x="18" y="8"/>
                    <a:pt x="20" y="10"/>
                    <a:pt x="20" y="14"/>
                  </a:cubicBezTo>
                  <a:cubicBezTo>
                    <a:pt x="20" y="17"/>
                    <a:pt x="18" y="20"/>
                    <a:pt x="14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200" bIns="16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946" name="Freeform 31"/>
          <p:cNvSpPr/>
          <p:nvPr/>
        </p:nvSpPr>
        <p:spPr>
          <a:xfrm>
            <a:off x="6024960" y="1349640"/>
            <a:ext cx="261000" cy="303840"/>
          </a:xfrm>
          <a:custGeom>
            <a:avLst/>
            <a:gdLst>
              <a:gd name="textAreaLeft" fmla="*/ 0 w 261000"/>
              <a:gd name="textAreaRight" fmla="*/ 261360 w 261000"/>
              <a:gd name="textAreaTop" fmla="*/ 0 h 303840"/>
              <a:gd name="textAreaBottom" fmla="*/ 304200 h 303840"/>
              <a:gd name="GluePoint1X" fmla="*/ 161 w 221"/>
              <a:gd name="GluePoint1Y" fmla="*/ 0 h 256"/>
              <a:gd name="GluePoint2X" fmla="*/ 101 w 221"/>
              <a:gd name="GluePoint2Y" fmla="*/ 60 h 256"/>
              <a:gd name="GluePoint3X" fmla="*/ 104 w 221"/>
              <a:gd name="GluePoint3Y" fmla="*/ 79 h 256"/>
              <a:gd name="GluePoint4X" fmla="*/ 0 w 221"/>
              <a:gd name="GluePoint4Y" fmla="*/ 184 h 256"/>
              <a:gd name="GluePoint5X" fmla="*/ 16 w 221"/>
              <a:gd name="GluePoint5Y" fmla="*/ 200 h 256"/>
              <a:gd name="GluePoint6X" fmla="*/ 0 w 221"/>
              <a:gd name="GluePoint6Y" fmla="*/ 216 h 256"/>
              <a:gd name="GluePoint7X" fmla="*/ 40 w 221"/>
              <a:gd name="GluePoint7Y" fmla="*/ 256 h 256"/>
              <a:gd name="GluePoint8X" fmla="*/ 63 w 221"/>
              <a:gd name="GluePoint8Y" fmla="*/ 256 h 256"/>
              <a:gd name="GluePoint9X" fmla="*/ 149 w 221"/>
              <a:gd name="GluePoint9Y" fmla="*/ 169 h 256"/>
              <a:gd name="GluePoint10X" fmla="*/ 164 w 221"/>
              <a:gd name="GluePoint10Y" fmla="*/ 184 h 256"/>
              <a:gd name="GluePoint11X" fmla="*/ 138 w 221"/>
              <a:gd name="GluePoint11Y" fmla="*/ 209 h 256"/>
              <a:gd name="GluePoint12X" fmla="*/ 144 w 221"/>
              <a:gd name="GluePoint12Y" fmla="*/ 214 h 256"/>
              <a:gd name="GluePoint13X" fmla="*/ 175 w 221"/>
              <a:gd name="GluePoint13Y" fmla="*/ 184 h 256"/>
              <a:gd name="GluePoint14X" fmla="*/ 149 w 221"/>
              <a:gd name="GluePoint14Y" fmla="*/ 158 h 256"/>
              <a:gd name="GluePoint15X" fmla="*/ 60 w 221"/>
              <a:gd name="GluePoint15Y" fmla="*/ 248 h 256"/>
              <a:gd name="GluePoint16X" fmla="*/ 43 w 221"/>
              <a:gd name="GluePoint16Y" fmla="*/ 248 h 256"/>
              <a:gd name="GluePoint17X" fmla="*/ 11 w 221"/>
              <a:gd name="GluePoint17Y" fmla="*/ 216 h 256"/>
              <a:gd name="GluePoint18X" fmla="*/ 21 w 221"/>
              <a:gd name="GluePoint18Y" fmla="*/ 205 h 256"/>
              <a:gd name="GluePoint19X" fmla="*/ 37 w 221"/>
              <a:gd name="GluePoint19Y" fmla="*/ 221 h 256"/>
              <a:gd name="GluePoint20X" fmla="*/ 142 w 221"/>
              <a:gd name="GluePoint20Y" fmla="*/ 116 h 256"/>
              <a:gd name="GluePoint21X" fmla="*/ 161 w 221"/>
              <a:gd name="GluePoint21Y" fmla="*/ 120 h 256"/>
              <a:gd name="GluePoint22X" fmla="*/ 221 w 221"/>
              <a:gd name="GluePoint22Y" fmla="*/ 60 h 256"/>
              <a:gd name="GluePoint23X" fmla="*/ 161 w 221"/>
              <a:gd name="GluePoint23Y" fmla="*/ 0 h 256"/>
              <a:gd name="GluePoint24X" fmla="*/ 11 w 221"/>
              <a:gd name="GluePoint24Y" fmla="*/ 184 h 256"/>
              <a:gd name="GluePoint25X" fmla="*/ 77 w 221"/>
              <a:gd name="GluePoint25Y" fmla="*/ 117 h 256"/>
              <a:gd name="GluePoint26X" fmla="*/ 104 w 221"/>
              <a:gd name="GluePoint26Y" fmla="*/ 144 h 256"/>
              <a:gd name="GluePoint27X" fmla="*/ 37 w 221"/>
              <a:gd name="GluePoint27Y" fmla="*/ 210 h 256"/>
              <a:gd name="GluePoint28X" fmla="*/ 11 w 221"/>
              <a:gd name="GluePoint28Y" fmla="*/ 184 h 256"/>
              <a:gd name="GluePoint29X" fmla="*/ 109 w 221"/>
              <a:gd name="GluePoint29Y" fmla="*/ 138 h 256"/>
              <a:gd name="GluePoint30X" fmla="*/ 83 w 221"/>
              <a:gd name="GluePoint30Y" fmla="*/ 112 h 256"/>
              <a:gd name="GluePoint31X" fmla="*/ 108 w 221"/>
              <a:gd name="GluePoint31Y" fmla="*/ 87 h 256"/>
              <a:gd name="GluePoint32X" fmla="*/ 134 w 221"/>
              <a:gd name="GluePoint32Y" fmla="*/ 113 h 256"/>
              <a:gd name="GluePoint33X" fmla="*/ 109 w 221"/>
              <a:gd name="GluePoint33Y" fmla="*/ 138 h 256"/>
              <a:gd name="GluePoint34X" fmla="*/ 161 w 221"/>
              <a:gd name="GluePoint34Y" fmla="*/ 112 h 256"/>
              <a:gd name="GluePoint35X" fmla="*/ 109 w 221"/>
              <a:gd name="GluePoint35Y" fmla="*/ 60 h 256"/>
              <a:gd name="GluePoint36X" fmla="*/ 161 w 221"/>
              <a:gd name="GluePoint36Y" fmla="*/ 8 h 256"/>
              <a:gd name="GluePoint37X" fmla="*/ 213 w 221"/>
              <a:gd name="GluePoint37Y" fmla="*/ 60 h 256"/>
              <a:gd name="GluePoint38X" fmla="*/ 161 w 221"/>
              <a:gd name="GluePoint38Y" fmla="*/ 112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w="221" h="256">
                <a:moveTo>
                  <a:pt x="161" y="0"/>
                </a:moveTo>
                <a:cubicBezTo>
                  <a:pt x="128" y="0"/>
                  <a:pt x="101" y="27"/>
                  <a:pt x="101" y="60"/>
                </a:cubicBezTo>
                <a:cubicBezTo>
                  <a:pt x="101" y="66"/>
                  <a:pt x="102" y="73"/>
                  <a:pt x="104" y="79"/>
                </a:cubicBezTo>
                <a:cubicBezTo>
                  <a:pt x="0" y="184"/>
                  <a:pt x="0" y="184"/>
                  <a:pt x="0" y="184"/>
                </a:cubicBezTo>
                <a:cubicBezTo>
                  <a:pt x="16" y="200"/>
                  <a:pt x="16" y="200"/>
                  <a:pt x="16" y="200"/>
                </a:cubicBezTo>
                <a:cubicBezTo>
                  <a:pt x="0" y="216"/>
                  <a:pt x="0" y="216"/>
                  <a:pt x="0" y="216"/>
                </a:cubicBezTo>
                <a:cubicBezTo>
                  <a:pt x="40" y="256"/>
                  <a:pt x="40" y="256"/>
                  <a:pt x="40" y="256"/>
                </a:cubicBezTo>
                <a:cubicBezTo>
                  <a:pt x="63" y="256"/>
                  <a:pt x="63" y="256"/>
                  <a:pt x="63" y="256"/>
                </a:cubicBezTo>
                <a:cubicBezTo>
                  <a:pt x="149" y="169"/>
                  <a:pt x="149" y="169"/>
                  <a:pt x="149" y="169"/>
                </a:cubicBezTo>
                <a:cubicBezTo>
                  <a:pt x="164" y="184"/>
                  <a:pt x="164" y="184"/>
                  <a:pt x="164" y="184"/>
                </a:cubicBezTo>
                <a:cubicBezTo>
                  <a:pt x="138" y="209"/>
                  <a:pt x="138" y="209"/>
                  <a:pt x="138" y="209"/>
                </a:cubicBezTo>
                <a:cubicBezTo>
                  <a:pt x="144" y="214"/>
                  <a:pt x="144" y="214"/>
                  <a:pt x="144" y="214"/>
                </a:cubicBezTo>
                <a:cubicBezTo>
                  <a:pt x="175" y="184"/>
                  <a:pt x="175" y="184"/>
                  <a:pt x="175" y="184"/>
                </a:cubicBezTo>
                <a:cubicBezTo>
                  <a:pt x="149" y="158"/>
                  <a:pt x="149" y="158"/>
                  <a:pt x="149" y="158"/>
                </a:cubicBezTo>
                <a:cubicBezTo>
                  <a:pt x="60" y="248"/>
                  <a:pt x="60" y="248"/>
                  <a:pt x="60" y="248"/>
                </a:cubicBezTo>
                <a:cubicBezTo>
                  <a:pt x="43" y="248"/>
                  <a:pt x="43" y="248"/>
                  <a:pt x="43" y="248"/>
                </a:cubicBezTo>
                <a:cubicBezTo>
                  <a:pt x="11" y="216"/>
                  <a:pt x="11" y="216"/>
                  <a:pt x="11" y="216"/>
                </a:cubicBezTo>
                <a:cubicBezTo>
                  <a:pt x="21" y="205"/>
                  <a:pt x="21" y="205"/>
                  <a:pt x="21" y="205"/>
                </a:cubicBezTo>
                <a:cubicBezTo>
                  <a:pt x="37" y="221"/>
                  <a:pt x="37" y="221"/>
                  <a:pt x="37" y="221"/>
                </a:cubicBezTo>
                <a:cubicBezTo>
                  <a:pt x="142" y="116"/>
                  <a:pt x="142" y="116"/>
                  <a:pt x="142" y="116"/>
                </a:cubicBezTo>
                <a:cubicBezTo>
                  <a:pt x="148" y="118"/>
                  <a:pt x="155" y="120"/>
                  <a:pt x="161" y="120"/>
                </a:cubicBezTo>
                <a:cubicBezTo>
                  <a:pt x="194" y="120"/>
                  <a:pt x="221" y="93"/>
                  <a:pt x="221" y="60"/>
                </a:cubicBezTo>
                <a:cubicBezTo>
                  <a:pt x="221" y="27"/>
                  <a:pt x="194" y="0"/>
                  <a:pt x="161" y="0"/>
                </a:cubicBezTo>
                <a:close/>
                <a:moveTo>
                  <a:pt x="11" y="184"/>
                </a:moveTo>
                <a:cubicBezTo>
                  <a:pt x="77" y="117"/>
                  <a:pt x="77" y="117"/>
                  <a:pt x="77" y="117"/>
                </a:cubicBezTo>
                <a:cubicBezTo>
                  <a:pt x="104" y="144"/>
                  <a:pt x="104" y="144"/>
                  <a:pt x="104" y="144"/>
                </a:cubicBezTo>
                <a:cubicBezTo>
                  <a:pt x="37" y="210"/>
                  <a:pt x="37" y="210"/>
                  <a:pt x="37" y="210"/>
                </a:cubicBezTo>
                <a:lnTo>
                  <a:pt x="11" y="184"/>
                </a:lnTo>
                <a:close/>
                <a:moveTo>
                  <a:pt x="109" y="138"/>
                </a:moveTo>
                <a:cubicBezTo>
                  <a:pt x="83" y="112"/>
                  <a:pt x="83" y="112"/>
                  <a:pt x="83" y="112"/>
                </a:cubicBezTo>
                <a:cubicBezTo>
                  <a:pt x="108" y="87"/>
                  <a:pt x="108" y="87"/>
                  <a:pt x="108" y="87"/>
                </a:cubicBezTo>
                <a:cubicBezTo>
                  <a:pt x="114" y="98"/>
                  <a:pt x="123" y="107"/>
                  <a:pt x="134" y="113"/>
                </a:cubicBezTo>
                <a:lnTo>
                  <a:pt x="109" y="138"/>
                </a:lnTo>
                <a:close/>
                <a:moveTo>
                  <a:pt x="161" y="112"/>
                </a:moveTo>
                <a:cubicBezTo>
                  <a:pt x="133" y="112"/>
                  <a:pt x="109" y="88"/>
                  <a:pt x="109" y="60"/>
                </a:cubicBezTo>
                <a:cubicBezTo>
                  <a:pt x="109" y="31"/>
                  <a:pt x="133" y="8"/>
                  <a:pt x="161" y="8"/>
                </a:cubicBezTo>
                <a:cubicBezTo>
                  <a:pt x="190" y="8"/>
                  <a:pt x="213" y="31"/>
                  <a:pt x="213" y="60"/>
                </a:cubicBezTo>
                <a:cubicBezTo>
                  <a:pt x="213" y="88"/>
                  <a:pt x="190" y="112"/>
                  <a:pt x="161" y="112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947" name="Группа 94"/>
          <p:cNvGrpSpPr/>
          <p:nvPr/>
        </p:nvGrpSpPr>
        <p:grpSpPr>
          <a:xfrm>
            <a:off x="6397200" y="1349640"/>
            <a:ext cx="303120" cy="303840"/>
            <a:chOff x="6397200" y="1349640"/>
            <a:chExt cx="303120" cy="303840"/>
          </a:xfrm>
        </p:grpSpPr>
        <p:sp>
          <p:nvSpPr>
            <p:cNvPr id="2948" name="Freeform 32"/>
            <p:cNvSpPr/>
            <p:nvPr/>
          </p:nvSpPr>
          <p:spPr>
            <a:xfrm>
              <a:off x="6397200" y="1349640"/>
              <a:ext cx="303120" cy="3038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3840"/>
                <a:gd name="textAreaBottom" fmla="*/ 304200 h 303840"/>
                <a:gd name="GluePoint1X" fmla="*/ 0 w 296"/>
                <a:gd name="GluePoint1Y" fmla="*/ 297 h 297"/>
                <a:gd name="GluePoint2X" fmla="*/ 296 w 296"/>
                <a:gd name="GluePoint2Y" fmla="*/ 297 h 297"/>
                <a:gd name="GluePoint3X" fmla="*/ 296 w 296"/>
                <a:gd name="GluePoint3Y" fmla="*/ 0 h 297"/>
                <a:gd name="GluePoint4X" fmla="*/ 0 w 296"/>
                <a:gd name="GluePoint4Y" fmla="*/ 0 h 297"/>
                <a:gd name="GluePoint5X" fmla="*/ 0 w 296"/>
                <a:gd name="GluePoint5Y" fmla="*/ 297 h 297"/>
                <a:gd name="GluePoint6X" fmla="*/ 9 w 296"/>
                <a:gd name="GluePoint6Y" fmla="*/ 10 h 297"/>
                <a:gd name="GluePoint7X" fmla="*/ 287 w 296"/>
                <a:gd name="GluePoint7Y" fmla="*/ 10 h 297"/>
                <a:gd name="GluePoint8X" fmla="*/ 287 w 296"/>
                <a:gd name="GluePoint8Y" fmla="*/ 287 h 297"/>
                <a:gd name="GluePoint9X" fmla="*/ 9 w 296"/>
                <a:gd name="GluePoint9Y" fmla="*/ 287 h 297"/>
                <a:gd name="GluePoint10X" fmla="*/ 9 w 296"/>
                <a:gd name="GluePoint10Y" fmla="*/ 10 h 29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96" h="297">
                  <a:moveTo>
                    <a:pt x="0" y="297"/>
                  </a:moveTo>
                  <a:lnTo>
                    <a:pt x="296" y="297"/>
                  </a:lnTo>
                  <a:lnTo>
                    <a:pt x="296" y="0"/>
                  </a:lnTo>
                  <a:lnTo>
                    <a:pt x="0" y="0"/>
                  </a:lnTo>
                  <a:lnTo>
                    <a:pt x="0" y="297"/>
                  </a:lnTo>
                  <a:close/>
                  <a:moveTo>
                    <a:pt x="9" y="10"/>
                  </a:moveTo>
                  <a:lnTo>
                    <a:pt x="287" y="10"/>
                  </a:lnTo>
                  <a:lnTo>
                    <a:pt x="287" y="287"/>
                  </a:lnTo>
                  <a:lnTo>
                    <a:pt x="9" y="287"/>
                  </a:lnTo>
                  <a:lnTo>
                    <a:pt x="9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49" name="Freeform 33"/>
            <p:cNvSpPr/>
            <p:nvPr/>
          </p:nvSpPr>
          <p:spPr>
            <a:xfrm>
              <a:off x="6444360" y="1397880"/>
              <a:ext cx="56880" cy="20772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207720"/>
                <a:gd name="textAreaBottom" fmla="*/ 208080 h 207720"/>
                <a:gd name="GluePoint1X" fmla="*/ 33 w 56"/>
                <a:gd name="GluePoint1Y" fmla="*/ 0 h 203"/>
                <a:gd name="GluePoint2X" fmla="*/ 24 w 56"/>
                <a:gd name="GluePoint2Y" fmla="*/ 0 h 203"/>
                <a:gd name="GluePoint3X" fmla="*/ 24 w 56"/>
                <a:gd name="GluePoint3Y" fmla="*/ 14 h 203"/>
                <a:gd name="GluePoint4X" fmla="*/ 0 w 56"/>
                <a:gd name="GluePoint4Y" fmla="*/ 14 h 203"/>
                <a:gd name="GluePoint5X" fmla="*/ 0 w 56"/>
                <a:gd name="GluePoint5Y" fmla="*/ 23 h 203"/>
                <a:gd name="GluePoint6X" fmla="*/ 24 w 56"/>
                <a:gd name="GluePoint6Y" fmla="*/ 23 h 203"/>
                <a:gd name="GluePoint7X" fmla="*/ 24 w 56"/>
                <a:gd name="GluePoint7Y" fmla="*/ 203 h 203"/>
                <a:gd name="GluePoint8X" fmla="*/ 33 w 56"/>
                <a:gd name="GluePoint8Y" fmla="*/ 203 h 203"/>
                <a:gd name="GluePoint9X" fmla="*/ 33 w 56"/>
                <a:gd name="GluePoint9Y" fmla="*/ 23 h 203"/>
                <a:gd name="GluePoint10X" fmla="*/ 56 w 56"/>
                <a:gd name="GluePoint10Y" fmla="*/ 23 h 203"/>
                <a:gd name="GluePoint11X" fmla="*/ 56 w 56"/>
                <a:gd name="GluePoint11Y" fmla="*/ 14 h 203"/>
                <a:gd name="GluePoint12X" fmla="*/ 33 w 56"/>
                <a:gd name="GluePoint12Y" fmla="*/ 14 h 203"/>
                <a:gd name="GluePoint13X" fmla="*/ 33 w 56"/>
                <a:gd name="GluePoint13Y" fmla="*/ 0 h 2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203">
                  <a:moveTo>
                    <a:pt x="33" y="0"/>
                  </a:moveTo>
                  <a:lnTo>
                    <a:pt x="24" y="0"/>
                  </a:lnTo>
                  <a:lnTo>
                    <a:pt x="24" y="14"/>
                  </a:lnTo>
                  <a:lnTo>
                    <a:pt x="0" y="14"/>
                  </a:lnTo>
                  <a:lnTo>
                    <a:pt x="0" y="23"/>
                  </a:lnTo>
                  <a:lnTo>
                    <a:pt x="24" y="23"/>
                  </a:lnTo>
                  <a:lnTo>
                    <a:pt x="24" y="203"/>
                  </a:lnTo>
                  <a:lnTo>
                    <a:pt x="33" y="203"/>
                  </a:lnTo>
                  <a:lnTo>
                    <a:pt x="33" y="23"/>
                  </a:lnTo>
                  <a:lnTo>
                    <a:pt x="56" y="23"/>
                  </a:lnTo>
                  <a:lnTo>
                    <a:pt x="56" y="14"/>
                  </a:lnTo>
                  <a:lnTo>
                    <a:pt x="33" y="1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50" name="Freeform 34"/>
            <p:cNvSpPr/>
            <p:nvPr/>
          </p:nvSpPr>
          <p:spPr>
            <a:xfrm>
              <a:off x="6595920" y="1397880"/>
              <a:ext cx="56880" cy="20772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207720"/>
                <a:gd name="textAreaBottom" fmla="*/ 208080 h 207720"/>
                <a:gd name="GluePoint1X" fmla="*/ 33 w 56"/>
                <a:gd name="GluePoint1Y" fmla="*/ 0 h 203"/>
                <a:gd name="GluePoint2X" fmla="*/ 23 w 56"/>
                <a:gd name="GluePoint2Y" fmla="*/ 0 h 203"/>
                <a:gd name="GluePoint3X" fmla="*/ 23 w 56"/>
                <a:gd name="GluePoint3Y" fmla="*/ 180 h 203"/>
                <a:gd name="GluePoint4X" fmla="*/ 0 w 56"/>
                <a:gd name="GluePoint4Y" fmla="*/ 180 h 203"/>
                <a:gd name="GluePoint5X" fmla="*/ 0 w 56"/>
                <a:gd name="GluePoint5Y" fmla="*/ 189 h 203"/>
                <a:gd name="GluePoint6X" fmla="*/ 23 w 56"/>
                <a:gd name="GluePoint6Y" fmla="*/ 189 h 203"/>
                <a:gd name="GluePoint7X" fmla="*/ 23 w 56"/>
                <a:gd name="GluePoint7Y" fmla="*/ 203 h 203"/>
                <a:gd name="GluePoint8X" fmla="*/ 33 w 56"/>
                <a:gd name="GluePoint8Y" fmla="*/ 203 h 203"/>
                <a:gd name="GluePoint9X" fmla="*/ 33 w 56"/>
                <a:gd name="GluePoint9Y" fmla="*/ 189 h 203"/>
                <a:gd name="GluePoint10X" fmla="*/ 56 w 56"/>
                <a:gd name="GluePoint10Y" fmla="*/ 189 h 203"/>
                <a:gd name="GluePoint11X" fmla="*/ 56 w 56"/>
                <a:gd name="GluePoint11Y" fmla="*/ 180 h 203"/>
                <a:gd name="GluePoint12X" fmla="*/ 33 w 56"/>
                <a:gd name="GluePoint12Y" fmla="*/ 180 h 203"/>
                <a:gd name="GluePoint13X" fmla="*/ 33 w 56"/>
                <a:gd name="GluePoint13Y" fmla="*/ 0 h 2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203">
                  <a:moveTo>
                    <a:pt x="33" y="0"/>
                  </a:moveTo>
                  <a:lnTo>
                    <a:pt x="23" y="0"/>
                  </a:lnTo>
                  <a:lnTo>
                    <a:pt x="23" y="180"/>
                  </a:lnTo>
                  <a:lnTo>
                    <a:pt x="0" y="180"/>
                  </a:lnTo>
                  <a:lnTo>
                    <a:pt x="0" y="189"/>
                  </a:lnTo>
                  <a:lnTo>
                    <a:pt x="23" y="189"/>
                  </a:lnTo>
                  <a:lnTo>
                    <a:pt x="23" y="203"/>
                  </a:lnTo>
                  <a:lnTo>
                    <a:pt x="33" y="203"/>
                  </a:lnTo>
                  <a:lnTo>
                    <a:pt x="33" y="189"/>
                  </a:lnTo>
                  <a:lnTo>
                    <a:pt x="56" y="189"/>
                  </a:lnTo>
                  <a:lnTo>
                    <a:pt x="56" y="180"/>
                  </a:lnTo>
                  <a:lnTo>
                    <a:pt x="33" y="1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51" name="Freeform 35"/>
            <p:cNvSpPr/>
            <p:nvPr/>
          </p:nvSpPr>
          <p:spPr>
            <a:xfrm>
              <a:off x="6519960" y="1397880"/>
              <a:ext cx="56880" cy="20772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207720"/>
                <a:gd name="textAreaBottom" fmla="*/ 208080 h 207720"/>
                <a:gd name="GluePoint1X" fmla="*/ 33 w 56"/>
                <a:gd name="GluePoint1Y" fmla="*/ 0 h 203"/>
                <a:gd name="GluePoint2X" fmla="*/ 23 w 56"/>
                <a:gd name="GluePoint2Y" fmla="*/ 0 h 203"/>
                <a:gd name="GluePoint3X" fmla="*/ 23 w 56"/>
                <a:gd name="GluePoint3Y" fmla="*/ 97 h 203"/>
                <a:gd name="GluePoint4X" fmla="*/ 0 w 56"/>
                <a:gd name="GluePoint4Y" fmla="*/ 97 h 203"/>
                <a:gd name="GluePoint5X" fmla="*/ 0 w 56"/>
                <a:gd name="GluePoint5Y" fmla="*/ 106 h 203"/>
                <a:gd name="GluePoint6X" fmla="*/ 23 w 56"/>
                <a:gd name="GluePoint6Y" fmla="*/ 106 h 203"/>
                <a:gd name="GluePoint7X" fmla="*/ 23 w 56"/>
                <a:gd name="GluePoint7Y" fmla="*/ 203 h 203"/>
                <a:gd name="GluePoint8X" fmla="*/ 33 w 56"/>
                <a:gd name="GluePoint8Y" fmla="*/ 203 h 203"/>
                <a:gd name="GluePoint9X" fmla="*/ 33 w 56"/>
                <a:gd name="GluePoint9Y" fmla="*/ 106 h 203"/>
                <a:gd name="GluePoint10X" fmla="*/ 56 w 56"/>
                <a:gd name="GluePoint10Y" fmla="*/ 106 h 203"/>
                <a:gd name="GluePoint11X" fmla="*/ 56 w 56"/>
                <a:gd name="GluePoint11Y" fmla="*/ 97 h 203"/>
                <a:gd name="GluePoint12X" fmla="*/ 33 w 56"/>
                <a:gd name="GluePoint12Y" fmla="*/ 97 h 203"/>
                <a:gd name="GluePoint13X" fmla="*/ 33 w 56"/>
                <a:gd name="GluePoint13Y" fmla="*/ 0 h 2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203">
                  <a:moveTo>
                    <a:pt x="33" y="0"/>
                  </a:moveTo>
                  <a:lnTo>
                    <a:pt x="23" y="0"/>
                  </a:lnTo>
                  <a:lnTo>
                    <a:pt x="23" y="97"/>
                  </a:lnTo>
                  <a:lnTo>
                    <a:pt x="0" y="97"/>
                  </a:lnTo>
                  <a:lnTo>
                    <a:pt x="0" y="106"/>
                  </a:lnTo>
                  <a:lnTo>
                    <a:pt x="23" y="106"/>
                  </a:lnTo>
                  <a:lnTo>
                    <a:pt x="23" y="203"/>
                  </a:lnTo>
                  <a:lnTo>
                    <a:pt x="33" y="203"/>
                  </a:lnTo>
                  <a:lnTo>
                    <a:pt x="33" y="106"/>
                  </a:lnTo>
                  <a:lnTo>
                    <a:pt x="56" y="106"/>
                  </a:lnTo>
                  <a:lnTo>
                    <a:pt x="56" y="97"/>
                  </a:lnTo>
                  <a:lnTo>
                    <a:pt x="33" y="97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52" name="Группа 383"/>
          <p:cNvGrpSpPr/>
          <p:nvPr/>
        </p:nvGrpSpPr>
        <p:grpSpPr>
          <a:xfrm>
            <a:off x="6804000" y="1347480"/>
            <a:ext cx="273240" cy="307080"/>
            <a:chOff x="6804000" y="1347480"/>
            <a:chExt cx="273240" cy="307080"/>
          </a:xfrm>
        </p:grpSpPr>
        <p:sp>
          <p:nvSpPr>
            <p:cNvPr id="2953" name="Freeform 36"/>
            <p:cNvSpPr/>
            <p:nvPr/>
          </p:nvSpPr>
          <p:spPr>
            <a:xfrm>
              <a:off x="6804000" y="1347480"/>
              <a:ext cx="151200" cy="307080"/>
            </a:xfrm>
            <a:custGeom>
              <a:avLst/>
              <a:gdLst>
                <a:gd name="textAreaLeft" fmla="*/ 0 w 151200"/>
                <a:gd name="textAreaRight" fmla="*/ 151560 w 151200"/>
                <a:gd name="textAreaTop" fmla="*/ 0 h 307080"/>
                <a:gd name="textAreaBottom" fmla="*/ 307440 h 307080"/>
                <a:gd name="GluePoint1X" fmla="*/ 148 w 148"/>
                <a:gd name="GluePoint1Y" fmla="*/ 300 h 300"/>
                <a:gd name="GluePoint2X" fmla="*/ 148 w 148"/>
                <a:gd name="GluePoint2Y" fmla="*/ 0 h 300"/>
                <a:gd name="GluePoint3X" fmla="*/ 59 w 148"/>
                <a:gd name="GluePoint3Y" fmla="*/ 90 h 300"/>
                <a:gd name="GluePoint4X" fmla="*/ 0 w 148"/>
                <a:gd name="GluePoint4Y" fmla="*/ 90 h 300"/>
                <a:gd name="GluePoint5X" fmla="*/ 0 w 148"/>
                <a:gd name="GluePoint5Y" fmla="*/ 211 h 300"/>
                <a:gd name="GluePoint6X" fmla="*/ 59 w 148"/>
                <a:gd name="GluePoint6Y" fmla="*/ 211 h 300"/>
                <a:gd name="GluePoint7X" fmla="*/ 148 w 148"/>
                <a:gd name="GluePoint7Y" fmla="*/ 300 h 300"/>
                <a:gd name="GluePoint8X" fmla="*/ 10 w 148"/>
                <a:gd name="GluePoint8Y" fmla="*/ 100 h 300"/>
                <a:gd name="GluePoint9X" fmla="*/ 63 w 148"/>
                <a:gd name="GluePoint9Y" fmla="*/ 100 h 300"/>
                <a:gd name="GluePoint10X" fmla="*/ 139 w 148"/>
                <a:gd name="GluePoint10Y" fmla="*/ 22 h 300"/>
                <a:gd name="GluePoint11X" fmla="*/ 139 w 148"/>
                <a:gd name="GluePoint11Y" fmla="*/ 278 h 300"/>
                <a:gd name="GluePoint12X" fmla="*/ 63 w 148"/>
                <a:gd name="GluePoint12Y" fmla="*/ 201 h 300"/>
                <a:gd name="GluePoint13X" fmla="*/ 10 w 148"/>
                <a:gd name="GluePoint13Y" fmla="*/ 201 h 300"/>
                <a:gd name="GluePoint14X" fmla="*/ 10 w 148"/>
                <a:gd name="GluePoint14Y" fmla="*/ 100 h 3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8" h="300">
                  <a:moveTo>
                    <a:pt x="148" y="300"/>
                  </a:moveTo>
                  <a:lnTo>
                    <a:pt x="148" y="0"/>
                  </a:lnTo>
                  <a:lnTo>
                    <a:pt x="59" y="90"/>
                  </a:lnTo>
                  <a:lnTo>
                    <a:pt x="0" y="90"/>
                  </a:lnTo>
                  <a:lnTo>
                    <a:pt x="0" y="211"/>
                  </a:lnTo>
                  <a:lnTo>
                    <a:pt x="59" y="211"/>
                  </a:lnTo>
                  <a:lnTo>
                    <a:pt x="148" y="300"/>
                  </a:lnTo>
                  <a:close/>
                  <a:moveTo>
                    <a:pt x="10" y="100"/>
                  </a:moveTo>
                  <a:lnTo>
                    <a:pt x="63" y="100"/>
                  </a:lnTo>
                  <a:lnTo>
                    <a:pt x="139" y="22"/>
                  </a:lnTo>
                  <a:lnTo>
                    <a:pt x="139" y="278"/>
                  </a:lnTo>
                  <a:lnTo>
                    <a:pt x="63" y="201"/>
                  </a:lnTo>
                  <a:lnTo>
                    <a:pt x="10" y="201"/>
                  </a:lnTo>
                  <a:lnTo>
                    <a:pt x="10" y="10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54" name="Freeform 37"/>
            <p:cNvSpPr/>
            <p:nvPr/>
          </p:nvSpPr>
          <p:spPr>
            <a:xfrm>
              <a:off x="6985440" y="1455120"/>
              <a:ext cx="91800" cy="9072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90720"/>
                <a:gd name="textAreaBottom" fmla="*/ 91080 h 90720"/>
                <a:gd name="GluePoint1X" fmla="*/ 83 w 90"/>
                <a:gd name="GluePoint1Y" fmla="*/ 0 h 89"/>
                <a:gd name="GluePoint2X" fmla="*/ 45 w 90"/>
                <a:gd name="GluePoint2Y" fmla="*/ 39 h 89"/>
                <a:gd name="GluePoint3X" fmla="*/ 7 w 90"/>
                <a:gd name="GluePoint3Y" fmla="*/ 0 h 89"/>
                <a:gd name="GluePoint4X" fmla="*/ 0 w 90"/>
                <a:gd name="GluePoint4Y" fmla="*/ 6 h 89"/>
                <a:gd name="GluePoint5X" fmla="*/ 39 w 90"/>
                <a:gd name="GluePoint5Y" fmla="*/ 46 h 89"/>
                <a:gd name="GluePoint6X" fmla="*/ 0 w 90"/>
                <a:gd name="GluePoint6Y" fmla="*/ 84 h 89"/>
                <a:gd name="GluePoint7X" fmla="*/ 7 w 90"/>
                <a:gd name="GluePoint7Y" fmla="*/ 89 h 89"/>
                <a:gd name="GluePoint8X" fmla="*/ 45 w 90"/>
                <a:gd name="GluePoint8Y" fmla="*/ 51 h 89"/>
                <a:gd name="GluePoint9X" fmla="*/ 83 w 90"/>
                <a:gd name="GluePoint9Y" fmla="*/ 89 h 89"/>
                <a:gd name="GluePoint10X" fmla="*/ 90 w 90"/>
                <a:gd name="GluePoint10Y" fmla="*/ 84 h 89"/>
                <a:gd name="GluePoint11X" fmla="*/ 52 w 90"/>
                <a:gd name="GluePoint11Y" fmla="*/ 46 h 89"/>
                <a:gd name="GluePoint12X" fmla="*/ 90 w 90"/>
                <a:gd name="GluePoint12Y" fmla="*/ 6 h 89"/>
                <a:gd name="GluePoint13X" fmla="*/ 83 w 90"/>
                <a:gd name="GluePoint13Y" fmla="*/ 0 h 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90" h="89">
                  <a:moveTo>
                    <a:pt x="83" y="0"/>
                  </a:moveTo>
                  <a:lnTo>
                    <a:pt x="45" y="39"/>
                  </a:lnTo>
                  <a:lnTo>
                    <a:pt x="7" y="0"/>
                  </a:lnTo>
                  <a:lnTo>
                    <a:pt x="0" y="6"/>
                  </a:lnTo>
                  <a:lnTo>
                    <a:pt x="39" y="46"/>
                  </a:lnTo>
                  <a:lnTo>
                    <a:pt x="0" y="84"/>
                  </a:lnTo>
                  <a:lnTo>
                    <a:pt x="7" y="89"/>
                  </a:lnTo>
                  <a:lnTo>
                    <a:pt x="45" y="51"/>
                  </a:lnTo>
                  <a:lnTo>
                    <a:pt x="83" y="89"/>
                  </a:lnTo>
                  <a:lnTo>
                    <a:pt x="90" y="84"/>
                  </a:lnTo>
                  <a:lnTo>
                    <a:pt x="52" y="46"/>
                  </a:lnTo>
                  <a:lnTo>
                    <a:pt x="90" y="6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5360" bIns="45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2955" name="Freeform 38"/>
          <p:cNvSpPr/>
          <p:nvPr/>
        </p:nvSpPr>
        <p:spPr>
          <a:xfrm>
            <a:off x="2116440" y="1742040"/>
            <a:ext cx="217080" cy="304920"/>
          </a:xfrm>
          <a:custGeom>
            <a:avLst/>
            <a:gdLst>
              <a:gd name="textAreaLeft" fmla="*/ 0 w 217080"/>
              <a:gd name="textAreaRight" fmla="*/ 217440 w 217080"/>
              <a:gd name="textAreaTop" fmla="*/ 0 h 304920"/>
              <a:gd name="textAreaBottom" fmla="*/ 305280 h 304920"/>
              <a:gd name="GluePoint1X" fmla="*/ 148 w 184"/>
              <a:gd name="GluePoint1Y" fmla="*/ 161 h 257"/>
              <a:gd name="GluePoint2X" fmla="*/ 112 w 184"/>
              <a:gd name="GluePoint2Y" fmla="*/ 197 h 257"/>
              <a:gd name="GluePoint3X" fmla="*/ 148 w 184"/>
              <a:gd name="GluePoint3Y" fmla="*/ 233 h 257"/>
              <a:gd name="GluePoint4X" fmla="*/ 184 w 184"/>
              <a:gd name="GluePoint4Y" fmla="*/ 197 h 257"/>
              <a:gd name="GluePoint5X" fmla="*/ 184 w 184"/>
              <a:gd name="GluePoint5Y" fmla="*/ 0 h 257"/>
              <a:gd name="GluePoint6X" fmla="*/ 64 w 184"/>
              <a:gd name="GluePoint6Y" fmla="*/ 26 h 257"/>
              <a:gd name="GluePoint7X" fmla="*/ 64 w 184"/>
              <a:gd name="GluePoint7Y" fmla="*/ 199 h 257"/>
              <a:gd name="GluePoint8X" fmla="*/ 36 w 184"/>
              <a:gd name="GluePoint8Y" fmla="*/ 185 h 257"/>
              <a:gd name="GluePoint9X" fmla="*/ 0 w 184"/>
              <a:gd name="GluePoint9Y" fmla="*/ 221 h 257"/>
              <a:gd name="GluePoint10X" fmla="*/ 36 w 184"/>
              <a:gd name="GluePoint10Y" fmla="*/ 257 h 257"/>
              <a:gd name="GluePoint11X" fmla="*/ 72 w 184"/>
              <a:gd name="GluePoint11Y" fmla="*/ 221 h 257"/>
              <a:gd name="GluePoint12X" fmla="*/ 72 w 184"/>
              <a:gd name="GluePoint12Y" fmla="*/ 96 h 257"/>
              <a:gd name="GluePoint13X" fmla="*/ 176 w 184"/>
              <a:gd name="GluePoint13Y" fmla="*/ 74 h 257"/>
              <a:gd name="GluePoint14X" fmla="*/ 176 w 184"/>
              <a:gd name="GluePoint14Y" fmla="*/ 175 h 257"/>
              <a:gd name="GluePoint15X" fmla="*/ 148 w 184"/>
              <a:gd name="GluePoint15Y" fmla="*/ 161 h 257"/>
              <a:gd name="GluePoint16X" fmla="*/ 36 w 184"/>
              <a:gd name="GluePoint16Y" fmla="*/ 249 h 257"/>
              <a:gd name="GluePoint17X" fmla="*/ 8 w 184"/>
              <a:gd name="GluePoint17Y" fmla="*/ 221 h 257"/>
              <a:gd name="GluePoint18X" fmla="*/ 36 w 184"/>
              <a:gd name="GluePoint18Y" fmla="*/ 193 h 257"/>
              <a:gd name="GluePoint19X" fmla="*/ 64 w 184"/>
              <a:gd name="GluePoint19Y" fmla="*/ 221 h 257"/>
              <a:gd name="GluePoint20X" fmla="*/ 36 w 184"/>
              <a:gd name="GluePoint20Y" fmla="*/ 249 h 257"/>
              <a:gd name="GluePoint21X" fmla="*/ 72 w 184"/>
              <a:gd name="GluePoint21Y" fmla="*/ 88 h 257"/>
              <a:gd name="GluePoint22X" fmla="*/ 72 w 184"/>
              <a:gd name="GluePoint22Y" fmla="*/ 32 h 257"/>
              <a:gd name="GluePoint23X" fmla="*/ 176 w 184"/>
              <a:gd name="GluePoint23Y" fmla="*/ 10 h 257"/>
              <a:gd name="GluePoint24X" fmla="*/ 176 w 184"/>
              <a:gd name="GluePoint24Y" fmla="*/ 66 h 257"/>
              <a:gd name="GluePoint25X" fmla="*/ 72 w 184"/>
              <a:gd name="GluePoint25Y" fmla="*/ 88 h 257"/>
              <a:gd name="GluePoint26X" fmla="*/ 148 w 184"/>
              <a:gd name="GluePoint26Y" fmla="*/ 225 h 257"/>
              <a:gd name="GluePoint27X" fmla="*/ 120 w 184"/>
              <a:gd name="GluePoint27Y" fmla="*/ 197 h 257"/>
              <a:gd name="GluePoint28X" fmla="*/ 148 w 184"/>
              <a:gd name="GluePoint28Y" fmla="*/ 169 h 257"/>
              <a:gd name="GluePoint29X" fmla="*/ 176 w 184"/>
              <a:gd name="GluePoint29Y" fmla="*/ 197 h 257"/>
              <a:gd name="GluePoint30X" fmla="*/ 148 w 184"/>
              <a:gd name="GluePoint30Y" fmla="*/ 225 h 25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</a:cxnLst>
            <a:rect l="textAreaLeft" t="textAreaTop" r="textAreaRight" b="textAreaBottom"/>
            <a:pathLst>
              <a:path w="184" h="257">
                <a:moveTo>
                  <a:pt x="148" y="161"/>
                </a:moveTo>
                <a:cubicBezTo>
                  <a:pt x="128" y="161"/>
                  <a:pt x="112" y="177"/>
                  <a:pt x="112" y="197"/>
                </a:cubicBezTo>
                <a:cubicBezTo>
                  <a:pt x="112" y="217"/>
                  <a:pt x="128" y="233"/>
                  <a:pt x="148" y="233"/>
                </a:cubicBezTo>
                <a:cubicBezTo>
                  <a:pt x="168" y="233"/>
                  <a:pt x="184" y="217"/>
                  <a:pt x="184" y="197"/>
                </a:cubicBezTo>
                <a:cubicBezTo>
                  <a:pt x="184" y="0"/>
                  <a:pt x="184" y="0"/>
                  <a:pt x="184" y="0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199"/>
                  <a:pt x="64" y="199"/>
                  <a:pt x="64" y="199"/>
                </a:cubicBezTo>
                <a:cubicBezTo>
                  <a:pt x="58" y="190"/>
                  <a:pt x="48" y="185"/>
                  <a:pt x="36" y="185"/>
                </a:cubicBezTo>
                <a:cubicBezTo>
                  <a:pt x="16" y="185"/>
                  <a:pt x="0" y="201"/>
                  <a:pt x="0" y="221"/>
                </a:cubicBezTo>
                <a:cubicBezTo>
                  <a:pt x="0" y="241"/>
                  <a:pt x="16" y="257"/>
                  <a:pt x="36" y="257"/>
                </a:cubicBezTo>
                <a:cubicBezTo>
                  <a:pt x="56" y="257"/>
                  <a:pt x="72" y="241"/>
                  <a:pt x="72" y="221"/>
                </a:cubicBezTo>
                <a:cubicBezTo>
                  <a:pt x="72" y="96"/>
                  <a:pt x="72" y="96"/>
                  <a:pt x="72" y="96"/>
                </a:cubicBezTo>
                <a:cubicBezTo>
                  <a:pt x="176" y="74"/>
                  <a:pt x="176" y="74"/>
                  <a:pt x="176" y="74"/>
                </a:cubicBezTo>
                <a:cubicBezTo>
                  <a:pt x="176" y="175"/>
                  <a:pt x="176" y="175"/>
                  <a:pt x="176" y="175"/>
                </a:cubicBezTo>
                <a:cubicBezTo>
                  <a:pt x="170" y="166"/>
                  <a:pt x="160" y="161"/>
                  <a:pt x="148" y="161"/>
                </a:cubicBezTo>
                <a:close/>
                <a:moveTo>
                  <a:pt x="36" y="249"/>
                </a:moveTo>
                <a:cubicBezTo>
                  <a:pt x="21" y="249"/>
                  <a:pt x="8" y="237"/>
                  <a:pt x="8" y="221"/>
                </a:cubicBezTo>
                <a:cubicBezTo>
                  <a:pt x="8" y="206"/>
                  <a:pt x="21" y="193"/>
                  <a:pt x="36" y="193"/>
                </a:cubicBezTo>
                <a:cubicBezTo>
                  <a:pt x="52" y="193"/>
                  <a:pt x="64" y="206"/>
                  <a:pt x="64" y="221"/>
                </a:cubicBezTo>
                <a:cubicBezTo>
                  <a:pt x="64" y="237"/>
                  <a:pt x="52" y="249"/>
                  <a:pt x="36" y="249"/>
                </a:cubicBezTo>
                <a:close/>
                <a:moveTo>
                  <a:pt x="72" y="88"/>
                </a:moveTo>
                <a:cubicBezTo>
                  <a:pt x="72" y="32"/>
                  <a:pt x="72" y="32"/>
                  <a:pt x="72" y="32"/>
                </a:cubicBezTo>
                <a:cubicBezTo>
                  <a:pt x="176" y="10"/>
                  <a:pt x="176" y="10"/>
                  <a:pt x="176" y="10"/>
                </a:cubicBezTo>
                <a:cubicBezTo>
                  <a:pt x="176" y="66"/>
                  <a:pt x="176" y="66"/>
                  <a:pt x="176" y="66"/>
                </a:cubicBezTo>
                <a:lnTo>
                  <a:pt x="72" y="88"/>
                </a:lnTo>
                <a:close/>
                <a:moveTo>
                  <a:pt x="148" y="225"/>
                </a:moveTo>
                <a:cubicBezTo>
                  <a:pt x="133" y="225"/>
                  <a:pt x="120" y="213"/>
                  <a:pt x="120" y="197"/>
                </a:cubicBezTo>
                <a:cubicBezTo>
                  <a:pt x="120" y="182"/>
                  <a:pt x="133" y="169"/>
                  <a:pt x="148" y="169"/>
                </a:cubicBezTo>
                <a:cubicBezTo>
                  <a:pt x="164" y="169"/>
                  <a:pt x="176" y="182"/>
                  <a:pt x="176" y="197"/>
                </a:cubicBezTo>
                <a:cubicBezTo>
                  <a:pt x="176" y="213"/>
                  <a:pt x="164" y="225"/>
                  <a:pt x="148" y="225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2956" name="Freeform 39"/>
          <p:cNvSpPr/>
          <p:nvPr/>
        </p:nvSpPr>
        <p:spPr>
          <a:xfrm>
            <a:off x="2528280" y="1742040"/>
            <a:ext cx="178920" cy="304920"/>
          </a:xfrm>
          <a:custGeom>
            <a:avLst/>
            <a:gdLst>
              <a:gd name="textAreaLeft" fmla="*/ 0 w 178920"/>
              <a:gd name="textAreaRight" fmla="*/ 179280 w 178920"/>
              <a:gd name="textAreaTop" fmla="*/ 0 h 304920"/>
              <a:gd name="textAreaBottom" fmla="*/ 305280 h 304920"/>
              <a:gd name="GluePoint1X" fmla="*/ 72 w 152"/>
              <a:gd name="GluePoint1Y" fmla="*/ 221 h 257"/>
              <a:gd name="GluePoint2X" fmla="*/ 72 w 152"/>
              <a:gd name="GluePoint2Y" fmla="*/ 88 h 257"/>
              <a:gd name="GluePoint3X" fmla="*/ 152 w 152"/>
              <a:gd name="GluePoint3Y" fmla="*/ 64 h 257"/>
              <a:gd name="GluePoint4X" fmla="*/ 152 w 152"/>
              <a:gd name="GluePoint4Y" fmla="*/ 0 h 257"/>
              <a:gd name="GluePoint5X" fmla="*/ 64 w 152"/>
              <a:gd name="GluePoint5Y" fmla="*/ 26 h 257"/>
              <a:gd name="GluePoint6X" fmla="*/ 64 w 152"/>
              <a:gd name="GluePoint6Y" fmla="*/ 199 h 257"/>
              <a:gd name="GluePoint7X" fmla="*/ 36 w 152"/>
              <a:gd name="GluePoint7Y" fmla="*/ 185 h 257"/>
              <a:gd name="GluePoint8X" fmla="*/ 0 w 152"/>
              <a:gd name="GluePoint8Y" fmla="*/ 221 h 257"/>
              <a:gd name="GluePoint9X" fmla="*/ 36 w 152"/>
              <a:gd name="GluePoint9Y" fmla="*/ 257 h 257"/>
              <a:gd name="GluePoint10X" fmla="*/ 72 w 152"/>
              <a:gd name="GluePoint10Y" fmla="*/ 221 h 257"/>
              <a:gd name="GluePoint11X" fmla="*/ 72 w 152"/>
              <a:gd name="GluePoint11Y" fmla="*/ 32 h 257"/>
              <a:gd name="GluePoint12X" fmla="*/ 144 w 152"/>
              <a:gd name="GluePoint12Y" fmla="*/ 11 h 257"/>
              <a:gd name="GluePoint13X" fmla="*/ 144 w 152"/>
              <a:gd name="GluePoint13Y" fmla="*/ 58 h 257"/>
              <a:gd name="GluePoint14X" fmla="*/ 72 w 152"/>
              <a:gd name="GluePoint14Y" fmla="*/ 80 h 257"/>
              <a:gd name="GluePoint15X" fmla="*/ 72 w 152"/>
              <a:gd name="GluePoint15Y" fmla="*/ 32 h 257"/>
              <a:gd name="GluePoint16X" fmla="*/ 8 w 152"/>
              <a:gd name="GluePoint16Y" fmla="*/ 221 h 257"/>
              <a:gd name="GluePoint17X" fmla="*/ 36 w 152"/>
              <a:gd name="GluePoint17Y" fmla="*/ 193 h 257"/>
              <a:gd name="GluePoint18X" fmla="*/ 64 w 152"/>
              <a:gd name="GluePoint18Y" fmla="*/ 221 h 257"/>
              <a:gd name="GluePoint19X" fmla="*/ 36 w 152"/>
              <a:gd name="GluePoint19Y" fmla="*/ 249 h 257"/>
              <a:gd name="GluePoint20X" fmla="*/ 8 w 152"/>
              <a:gd name="GluePoint20Y" fmla="*/ 221 h 25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</a:cxnLst>
            <a:rect l="textAreaLeft" t="textAreaTop" r="textAreaRight" b="textAreaBottom"/>
            <a:pathLst>
              <a:path w="152" h="257">
                <a:moveTo>
                  <a:pt x="72" y="221"/>
                </a:moveTo>
                <a:cubicBezTo>
                  <a:pt x="72" y="88"/>
                  <a:pt x="72" y="88"/>
                  <a:pt x="72" y="88"/>
                </a:cubicBezTo>
                <a:cubicBezTo>
                  <a:pt x="152" y="64"/>
                  <a:pt x="152" y="64"/>
                  <a:pt x="152" y="64"/>
                </a:cubicBezTo>
                <a:cubicBezTo>
                  <a:pt x="152" y="0"/>
                  <a:pt x="152" y="0"/>
                  <a:pt x="152" y="0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199"/>
                  <a:pt x="64" y="199"/>
                  <a:pt x="64" y="199"/>
                </a:cubicBezTo>
                <a:cubicBezTo>
                  <a:pt x="58" y="191"/>
                  <a:pt x="48" y="185"/>
                  <a:pt x="36" y="185"/>
                </a:cubicBezTo>
                <a:cubicBezTo>
                  <a:pt x="16" y="185"/>
                  <a:pt x="0" y="202"/>
                  <a:pt x="0" y="221"/>
                </a:cubicBezTo>
                <a:cubicBezTo>
                  <a:pt x="0" y="241"/>
                  <a:pt x="16" y="257"/>
                  <a:pt x="36" y="257"/>
                </a:cubicBezTo>
                <a:cubicBezTo>
                  <a:pt x="56" y="257"/>
                  <a:pt x="72" y="241"/>
                  <a:pt x="72" y="221"/>
                </a:cubicBezTo>
                <a:close/>
                <a:moveTo>
                  <a:pt x="72" y="32"/>
                </a:moveTo>
                <a:cubicBezTo>
                  <a:pt x="144" y="11"/>
                  <a:pt x="144" y="11"/>
                  <a:pt x="144" y="11"/>
                </a:cubicBezTo>
                <a:cubicBezTo>
                  <a:pt x="144" y="58"/>
                  <a:pt x="144" y="58"/>
                  <a:pt x="144" y="58"/>
                </a:cubicBezTo>
                <a:cubicBezTo>
                  <a:pt x="72" y="80"/>
                  <a:pt x="72" y="80"/>
                  <a:pt x="72" y="80"/>
                </a:cubicBezTo>
                <a:lnTo>
                  <a:pt x="72" y="32"/>
                </a:lnTo>
                <a:close/>
                <a:moveTo>
                  <a:pt x="8" y="221"/>
                </a:moveTo>
                <a:cubicBezTo>
                  <a:pt x="8" y="206"/>
                  <a:pt x="21" y="193"/>
                  <a:pt x="36" y="193"/>
                </a:cubicBezTo>
                <a:cubicBezTo>
                  <a:pt x="52" y="193"/>
                  <a:pt x="64" y="206"/>
                  <a:pt x="64" y="221"/>
                </a:cubicBezTo>
                <a:cubicBezTo>
                  <a:pt x="64" y="237"/>
                  <a:pt x="52" y="249"/>
                  <a:pt x="36" y="249"/>
                </a:cubicBezTo>
                <a:cubicBezTo>
                  <a:pt x="21" y="249"/>
                  <a:pt x="8" y="237"/>
                  <a:pt x="8" y="221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2957" name="Группа 384"/>
          <p:cNvGrpSpPr/>
          <p:nvPr/>
        </p:nvGrpSpPr>
        <p:grpSpPr>
          <a:xfrm>
            <a:off x="2859480" y="1744200"/>
            <a:ext cx="302040" cy="303120"/>
            <a:chOff x="2859480" y="1744200"/>
            <a:chExt cx="302040" cy="303120"/>
          </a:xfrm>
        </p:grpSpPr>
        <p:sp>
          <p:nvSpPr>
            <p:cNvPr id="2958" name="Rectangle 40"/>
            <p:cNvSpPr/>
            <p:nvPr/>
          </p:nvSpPr>
          <p:spPr>
            <a:xfrm>
              <a:off x="2973240" y="1852920"/>
              <a:ext cx="9000" cy="84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480" bIns="42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59" name="Rectangle 41"/>
            <p:cNvSpPr/>
            <p:nvPr/>
          </p:nvSpPr>
          <p:spPr>
            <a:xfrm>
              <a:off x="3034440" y="1852920"/>
              <a:ext cx="9000" cy="84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480" bIns="42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60" name="Freeform 42"/>
            <p:cNvSpPr/>
            <p:nvPr/>
          </p:nvSpPr>
          <p:spPr>
            <a:xfrm>
              <a:off x="2859480" y="1744200"/>
              <a:ext cx="302040" cy="30312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3120"/>
                <a:gd name="textAreaBottom" fmla="*/ 303480 h 303120"/>
                <a:gd name="GluePoint1X" fmla="*/ 128 w 256"/>
                <a:gd name="GluePoint1Y" fmla="*/ 0 h 256"/>
                <a:gd name="GluePoint2X" fmla="*/ 38 w 256"/>
                <a:gd name="GluePoint2Y" fmla="*/ 37 h 256"/>
                <a:gd name="GluePoint3X" fmla="*/ 0 w 256"/>
                <a:gd name="GluePoint3Y" fmla="*/ 128 h 256"/>
                <a:gd name="GluePoint4X" fmla="*/ 38 w 256"/>
                <a:gd name="GluePoint4Y" fmla="*/ 218 h 256"/>
                <a:gd name="GluePoint5X" fmla="*/ 128 w 256"/>
                <a:gd name="GluePoint5Y" fmla="*/ 256 h 256"/>
                <a:gd name="GluePoint6X" fmla="*/ 219 w 256"/>
                <a:gd name="GluePoint6Y" fmla="*/ 218 h 256"/>
                <a:gd name="GluePoint7X" fmla="*/ 256 w 256"/>
                <a:gd name="GluePoint7Y" fmla="*/ 128 h 256"/>
                <a:gd name="GluePoint8X" fmla="*/ 219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3 h 256"/>
                <a:gd name="GluePoint11X" fmla="*/ 128 w 256"/>
                <a:gd name="GluePoint11Y" fmla="*/ 248 h 256"/>
                <a:gd name="GluePoint12X" fmla="*/ 44 w 256"/>
                <a:gd name="GluePoint12Y" fmla="*/ 213 h 256"/>
                <a:gd name="GluePoint13X" fmla="*/ 8 w 256"/>
                <a:gd name="GluePoint13Y" fmla="*/ 128 h 256"/>
                <a:gd name="GluePoint14X" fmla="*/ 44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5"/>
                    <a:pt x="161" y="248"/>
                    <a:pt x="128" y="248"/>
                  </a:cubicBezTo>
                  <a:cubicBezTo>
                    <a:pt x="96" y="248"/>
                    <a:pt x="66" y="235"/>
                    <a:pt x="44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4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1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61" name="Группа 385"/>
          <p:cNvGrpSpPr/>
          <p:nvPr/>
        </p:nvGrpSpPr>
        <p:grpSpPr>
          <a:xfrm>
            <a:off x="3252960" y="1744200"/>
            <a:ext cx="303120" cy="303120"/>
            <a:chOff x="3252960" y="1744200"/>
            <a:chExt cx="303120" cy="303120"/>
          </a:xfrm>
        </p:grpSpPr>
        <p:sp>
          <p:nvSpPr>
            <p:cNvPr id="2962" name="Freeform 43"/>
            <p:cNvSpPr/>
            <p:nvPr/>
          </p:nvSpPr>
          <p:spPr>
            <a:xfrm>
              <a:off x="3375720" y="1839600"/>
              <a:ext cx="75600" cy="1112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11240"/>
                <a:gd name="textAreaBottom" fmla="*/ 111600 h 111240"/>
                <a:gd name="GluePoint1X" fmla="*/ 0 w 74"/>
                <a:gd name="GluePoint1Y" fmla="*/ 4 h 109"/>
                <a:gd name="GluePoint2X" fmla="*/ 0 w 74"/>
                <a:gd name="GluePoint2Y" fmla="*/ 105 h 109"/>
                <a:gd name="GluePoint3X" fmla="*/ 9 w 74"/>
                <a:gd name="GluePoint3Y" fmla="*/ 109 h 109"/>
                <a:gd name="GluePoint4X" fmla="*/ 74 w 74"/>
                <a:gd name="GluePoint4Y" fmla="*/ 58 h 109"/>
                <a:gd name="GluePoint5X" fmla="*/ 74 w 74"/>
                <a:gd name="GluePoint5Y" fmla="*/ 51 h 109"/>
                <a:gd name="GluePoint6X" fmla="*/ 9 w 74"/>
                <a:gd name="GluePoint6Y" fmla="*/ 0 h 109"/>
                <a:gd name="GluePoint7X" fmla="*/ 0 w 74"/>
                <a:gd name="GluePoint7Y" fmla="*/ 4 h 109"/>
                <a:gd name="GluePoint8X" fmla="*/ 10 w 74"/>
                <a:gd name="GluePoint8Y" fmla="*/ 13 h 109"/>
                <a:gd name="GluePoint9X" fmla="*/ 62 w 74"/>
                <a:gd name="GluePoint9Y" fmla="*/ 55 h 109"/>
                <a:gd name="GluePoint10X" fmla="*/ 10 w 74"/>
                <a:gd name="GluePoint10Y" fmla="*/ 95 h 109"/>
                <a:gd name="GluePoint11X" fmla="*/ 10 w 74"/>
                <a:gd name="GluePoint11Y" fmla="*/ 13 h 1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" h="109">
                  <a:moveTo>
                    <a:pt x="0" y="4"/>
                  </a:moveTo>
                  <a:lnTo>
                    <a:pt x="0" y="105"/>
                  </a:lnTo>
                  <a:lnTo>
                    <a:pt x="9" y="109"/>
                  </a:lnTo>
                  <a:lnTo>
                    <a:pt x="74" y="58"/>
                  </a:lnTo>
                  <a:lnTo>
                    <a:pt x="74" y="51"/>
                  </a:lnTo>
                  <a:lnTo>
                    <a:pt x="9" y="0"/>
                  </a:lnTo>
                  <a:lnTo>
                    <a:pt x="0" y="4"/>
                  </a:lnTo>
                  <a:close/>
                  <a:moveTo>
                    <a:pt x="10" y="13"/>
                  </a:moveTo>
                  <a:lnTo>
                    <a:pt x="62" y="55"/>
                  </a:lnTo>
                  <a:lnTo>
                    <a:pt x="10" y="95"/>
                  </a:lnTo>
                  <a:lnTo>
                    <a:pt x="10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63" name="Freeform 44"/>
            <p:cNvSpPr/>
            <p:nvPr/>
          </p:nvSpPr>
          <p:spPr>
            <a:xfrm>
              <a:off x="3252960" y="1744200"/>
              <a:ext cx="303120" cy="3031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3120"/>
                <a:gd name="textAreaBottom" fmla="*/ 303480 h 303120"/>
                <a:gd name="GluePoint1X" fmla="*/ 128 w 256"/>
                <a:gd name="GluePoint1Y" fmla="*/ 0 h 256"/>
                <a:gd name="GluePoint2X" fmla="*/ 37 w 256"/>
                <a:gd name="GluePoint2Y" fmla="*/ 37 h 256"/>
                <a:gd name="GluePoint3X" fmla="*/ 0 w 256"/>
                <a:gd name="GluePoint3Y" fmla="*/ 128 h 256"/>
                <a:gd name="GluePoint4X" fmla="*/ 37 w 256"/>
                <a:gd name="GluePoint4Y" fmla="*/ 218 h 256"/>
                <a:gd name="GluePoint5X" fmla="*/ 128 w 256"/>
                <a:gd name="GluePoint5Y" fmla="*/ 256 h 256"/>
                <a:gd name="GluePoint6X" fmla="*/ 218 w 256"/>
                <a:gd name="GluePoint6Y" fmla="*/ 218 h 256"/>
                <a:gd name="GluePoint7X" fmla="*/ 256 w 256"/>
                <a:gd name="GluePoint7Y" fmla="*/ 128 h 256"/>
                <a:gd name="GluePoint8X" fmla="*/ 218 w 256"/>
                <a:gd name="GluePoint8Y" fmla="*/ 37 h 256"/>
                <a:gd name="GluePoint9X" fmla="*/ 128 w 256"/>
                <a:gd name="GluePoint9Y" fmla="*/ 0 h 256"/>
                <a:gd name="GluePoint10X" fmla="*/ 212 w 256"/>
                <a:gd name="GluePoint10Y" fmla="*/ 213 h 256"/>
                <a:gd name="GluePoint11X" fmla="*/ 128 w 256"/>
                <a:gd name="GluePoint11Y" fmla="*/ 248 h 256"/>
                <a:gd name="GluePoint12X" fmla="*/ 43 w 256"/>
                <a:gd name="GluePoint12Y" fmla="*/ 213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2 w 256"/>
                <a:gd name="GluePoint16Y" fmla="*/ 43 h 256"/>
                <a:gd name="GluePoint17X" fmla="*/ 248 w 256"/>
                <a:gd name="GluePoint17Y" fmla="*/ 128 h 256"/>
                <a:gd name="GluePoint18X" fmla="*/ 212 w 256"/>
                <a:gd name="GluePoint18Y" fmla="*/ 21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4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2" y="213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5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ubicBezTo>
                    <a:pt x="65" y="20"/>
                    <a:pt x="96" y="8"/>
                    <a:pt x="128" y="8"/>
                  </a:cubicBezTo>
                  <a:cubicBezTo>
                    <a:pt x="160" y="8"/>
                    <a:pt x="190" y="20"/>
                    <a:pt x="212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2" y="21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64" name="Группа 386"/>
          <p:cNvGrpSpPr/>
          <p:nvPr/>
        </p:nvGrpSpPr>
        <p:grpSpPr>
          <a:xfrm>
            <a:off x="3655800" y="1742040"/>
            <a:ext cx="283320" cy="304920"/>
            <a:chOff x="3655800" y="1742040"/>
            <a:chExt cx="283320" cy="304920"/>
          </a:xfrm>
        </p:grpSpPr>
        <p:sp>
          <p:nvSpPr>
            <p:cNvPr id="2965" name="Freeform 45"/>
            <p:cNvSpPr/>
            <p:nvPr/>
          </p:nvSpPr>
          <p:spPr>
            <a:xfrm>
              <a:off x="3760200" y="1742040"/>
              <a:ext cx="178920" cy="30492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304920"/>
                <a:gd name="textAreaBottom" fmla="*/ 305280 h 304920"/>
                <a:gd name="GluePoint1X" fmla="*/ 64 w 152"/>
                <a:gd name="GluePoint1Y" fmla="*/ 199 h 257"/>
                <a:gd name="GluePoint2X" fmla="*/ 36 w 152"/>
                <a:gd name="GluePoint2Y" fmla="*/ 185 h 257"/>
                <a:gd name="GluePoint3X" fmla="*/ 0 w 152"/>
                <a:gd name="GluePoint3Y" fmla="*/ 221 h 257"/>
                <a:gd name="GluePoint4X" fmla="*/ 36 w 152"/>
                <a:gd name="GluePoint4Y" fmla="*/ 257 h 257"/>
                <a:gd name="GluePoint5X" fmla="*/ 72 w 152"/>
                <a:gd name="GluePoint5Y" fmla="*/ 221 h 257"/>
                <a:gd name="GluePoint6X" fmla="*/ 72 w 152"/>
                <a:gd name="GluePoint6Y" fmla="*/ 88 h 257"/>
                <a:gd name="GluePoint7X" fmla="*/ 152 w 152"/>
                <a:gd name="GluePoint7Y" fmla="*/ 64 h 257"/>
                <a:gd name="GluePoint8X" fmla="*/ 152 w 152"/>
                <a:gd name="GluePoint8Y" fmla="*/ 0 h 257"/>
                <a:gd name="GluePoint9X" fmla="*/ 64 w 152"/>
                <a:gd name="GluePoint9Y" fmla="*/ 26 h 257"/>
                <a:gd name="GluePoint10X" fmla="*/ 64 w 152"/>
                <a:gd name="GluePoint10Y" fmla="*/ 199 h 257"/>
                <a:gd name="GluePoint11X" fmla="*/ 36 w 152"/>
                <a:gd name="GluePoint11Y" fmla="*/ 249 h 257"/>
                <a:gd name="GluePoint12X" fmla="*/ 8 w 152"/>
                <a:gd name="GluePoint12Y" fmla="*/ 221 h 257"/>
                <a:gd name="GluePoint13X" fmla="*/ 36 w 152"/>
                <a:gd name="GluePoint13Y" fmla="*/ 193 h 257"/>
                <a:gd name="GluePoint14X" fmla="*/ 64 w 152"/>
                <a:gd name="GluePoint14Y" fmla="*/ 221 h 257"/>
                <a:gd name="GluePoint15X" fmla="*/ 36 w 152"/>
                <a:gd name="GluePoint15Y" fmla="*/ 249 h 257"/>
                <a:gd name="GluePoint16X" fmla="*/ 72 w 152"/>
                <a:gd name="GluePoint16Y" fmla="*/ 32 h 257"/>
                <a:gd name="GluePoint17X" fmla="*/ 144 w 152"/>
                <a:gd name="GluePoint17Y" fmla="*/ 11 h 257"/>
                <a:gd name="GluePoint18X" fmla="*/ 144 w 152"/>
                <a:gd name="GluePoint18Y" fmla="*/ 58 h 257"/>
                <a:gd name="GluePoint19X" fmla="*/ 72 w 152"/>
                <a:gd name="GluePoint19Y" fmla="*/ 80 h 257"/>
                <a:gd name="GluePoint20X" fmla="*/ 72 w 152"/>
                <a:gd name="GluePoint20Y" fmla="*/ 32 h 2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152" h="257">
                  <a:moveTo>
                    <a:pt x="64" y="199"/>
                  </a:moveTo>
                  <a:cubicBezTo>
                    <a:pt x="57" y="191"/>
                    <a:pt x="47" y="185"/>
                    <a:pt x="36" y="185"/>
                  </a:cubicBezTo>
                  <a:cubicBezTo>
                    <a:pt x="16" y="185"/>
                    <a:pt x="0" y="202"/>
                    <a:pt x="0" y="221"/>
                  </a:cubicBezTo>
                  <a:cubicBezTo>
                    <a:pt x="0" y="241"/>
                    <a:pt x="16" y="257"/>
                    <a:pt x="36" y="257"/>
                  </a:cubicBezTo>
                  <a:cubicBezTo>
                    <a:pt x="56" y="257"/>
                    <a:pt x="72" y="241"/>
                    <a:pt x="72" y="221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152" y="64"/>
                    <a:pt x="152" y="64"/>
                    <a:pt x="152" y="64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64" y="26"/>
                    <a:pt x="64" y="26"/>
                    <a:pt x="64" y="26"/>
                  </a:cubicBezTo>
                  <a:lnTo>
                    <a:pt x="64" y="199"/>
                  </a:lnTo>
                  <a:close/>
                  <a:moveTo>
                    <a:pt x="36" y="249"/>
                  </a:moveTo>
                  <a:cubicBezTo>
                    <a:pt x="20" y="249"/>
                    <a:pt x="8" y="237"/>
                    <a:pt x="8" y="221"/>
                  </a:cubicBezTo>
                  <a:cubicBezTo>
                    <a:pt x="8" y="206"/>
                    <a:pt x="20" y="193"/>
                    <a:pt x="36" y="193"/>
                  </a:cubicBezTo>
                  <a:cubicBezTo>
                    <a:pt x="51" y="193"/>
                    <a:pt x="64" y="206"/>
                    <a:pt x="64" y="221"/>
                  </a:cubicBezTo>
                  <a:cubicBezTo>
                    <a:pt x="64" y="237"/>
                    <a:pt x="51" y="249"/>
                    <a:pt x="36" y="249"/>
                  </a:cubicBezTo>
                  <a:close/>
                  <a:moveTo>
                    <a:pt x="72" y="32"/>
                  </a:moveTo>
                  <a:cubicBezTo>
                    <a:pt x="144" y="11"/>
                    <a:pt x="144" y="11"/>
                    <a:pt x="144" y="11"/>
                  </a:cubicBezTo>
                  <a:cubicBezTo>
                    <a:pt x="144" y="58"/>
                    <a:pt x="144" y="58"/>
                    <a:pt x="144" y="58"/>
                  </a:cubicBezTo>
                  <a:cubicBezTo>
                    <a:pt x="72" y="80"/>
                    <a:pt x="72" y="80"/>
                    <a:pt x="72" y="80"/>
                  </a:cubicBezTo>
                  <a:lnTo>
                    <a:pt x="72" y="3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66" name="Rectangle 46"/>
            <p:cNvSpPr/>
            <p:nvPr/>
          </p:nvSpPr>
          <p:spPr>
            <a:xfrm>
              <a:off x="3655800" y="1815120"/>
              <a:ext cx="160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67" name="Rectangle 47"/>
            <p:cNvSpPr/>
            <p:nvPr/>
          </p:nvSpPr>
          <p:spPr>
            <a:xfrm>
              <a:off x="3655800" y="1861920"/>
              <a:ext cx="160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68" name="Rectangle 48"/>
            <p:cNvSpPr/>
            <p:nvPr/>
          </p:nvSpPr>
          <p:spPr>
            <a:xfrm>
              <a:off x="3655800" y="1909080"/>
              <a:ext cx="160560" cy="9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040" bIns="5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69" name="Группа 387"/>
          <p:cNvGrpSpPr/>
          <p:nvPr/>
        </p:nvGrpSpPr>
        <p:grpSpPr>
          <a:xfrm>
            <a:off x="4038840" y="1776960"/>
            <a:ext cx="303120" cy="236520"/>
            <a:chOff x="4038840" y="1776960"/>
            <a:chExt cx="303120" cy="236520"/>
          </a:xfrm>
        </p:grpSpPr>
        <p:sp>
          <p:nvSpPr>
            <p:cNvPr id="2970" name="Freeform 49"/>
            <p:cNvSpPr/>
            <p:nvPr/>
          </p:nvSpPr>
          <p:spPr>
            <a:xfrm>
              <a:off x="4067640" y="1871280"/>
              <a:ext cx="108360" cy="10944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9440"/>
                <a:gd name="textAreaBottom" fmla="*/ 109800 h 109440"/>
                <a:gd name="GluePoint1X" fmla="*/ 46 w 92"/>
                <a:gd name="GluePoint1Y" fmla="*/ 92 h 92"/>
                <a:gd name="GluePoint2X" fmla="*/ 92 w 92"/>
                <a:gd name="GluePoint2Y" fmla="*/ 46 h 92"/>
                <a:gd name="GluePoint3X" fmla="*/ 46 w 92"/>
                <a:gd name="GluePoint3Y" fmla="*/ 0 h 92"/>
                <a:gd name="GluePoint4X" fmla="*/ 0 w 92"/>
                <a:gd name="GluePoint4Y" fmla="*/ 46 h 92"/>
                <a:gd name="GluePoint5X" fmla="*/ 46 w 92"/>
                <a:gd name="GluePoint5Y" fmla="*/ 92 h 92"/>
                <a:gd name="GluePoint6X" fmla="*/ 12 w 92"/>
                <a:gd name="GluePoint6Y" fmla="*/ 64 h 92"/>
                <a:gd name="GluePoint7X" fmla="*/ 28 w 92"/>
                <a:gd name="GluePoint7Y" fmla="*/ 64 h 92"/>
                <a:gd name="GluePoint8X" fmla="*/ 28 w 92"/>
                <a:gd name="GluePoint8Y" fmla="*/ 79 h 92"/>
                <a:gd name="GluePoint9X" fmla="*/ 12 w 92"/>
                <a:gd name="GluePoint9Y" fmla="*/ 64 h 92"/>
                <a:gd name="GluePoint10X" fmla="*/ 36 w 92"/>
                <a:gd name="GluePoint10Y" fmla="*/ 82 h 92"/>
                <a:gd name="GluePoint11X" fmla="*/ 36 w 92"/>
                <a:gd name="GluePoint11Y" fmla="*/ 64 h 92"/>
                <a:gd name="GluePoint12X" fmla="*/ 56 w 92"/>
                <a:gd name="GluePoint12Y" fmla="*/ 64 h 92"/>
                <a:gd name="GluePoint13X" fmla="*/ 56 w 92"/>
                <a:gd name="GluePoint13Y" fmla="*/ 82 h 92"/>
                <a:gd name="GluePoint14X" fmla="*/ 46 w 92"/>
                <a:gd name="GluePoint14Y" fmla="*/ 84 h 92"/>
                <a:gd name="GluePoint15X" fmla="*/ 36 w 92"/>
                <a:gd name="GluePoint15Y" fmla="*/ 82 h 92"/>
                <a:gd name="GluePoint16X" fmla="*/ 36 w 92"/>
                <a:gd name="GluePoint16Y" fmla="*/ 56 h 92"/>
                <a:gd name="GluePoint17X" fmla="*/ 36 w 92"/>
                <a:gd name="GluePoint17Y" fmla="*/ 36 h 92"/>
                <a:gd name="GluePoint18X" fmla="*/ 56 w 92"/>
                <a:gd name="GluePoint18Y" fmla="*/ 36 h 92"/>
                <a:gd name="GluePoint19X" fmla="*/ 56 w 92"/>
                <a:gd name="GluePoint19Y" fmla="*/ 56 h 92"/>
                <a:gd name="GluePoint20X" fmla="*/ 36 w 92"/>
                <a:gd name="GluePoint20Y" fmla="*/ 56 h 92"/>
                <a:gd name="GluePoint21X" fmla="*/ 64 w 92"/>
                <a:gd name="GluePoint21Y" fmla="*/ 79 h 92"/>
                <a:gd name="GluePoint22X" fmla="*/ 64 w 92"/>
                <a:gd name="GluePoint22Y" fmla="*/ 64 h 92"/>
                <a:gd name="GluePoint23X" fmla="*/ 79 w 92"/>
                <a:gd name="GluePoint23Y" fmla="*/ 64 h 92"/>
                <a:gd name="GluePoint24X" fmla="*/ 64 w 92"/>
                <a:gd name="GluePoint24Y" fmla="*/ 79 h 92"/>
                <a:gd name="GluePoint25X" fmla="*/ 82 w 92"/>
                <a:gd name="GluePoint25Y" fmla="*/ 56 h 92"/>
                <a:gd name="GluePoint26X" fmla="*/ 64 w 92"/>
                <a:gd name="GluePoint26Y" fmla="*/ 56 h 92"/>
                <a:gd name="GluePoint27X" fmla="*/ 64 w 92"/>
                <a:gd name="GluePoint27Y" fmla="*/ 36 h 92"/>
                <a:gd name="GluePoint28X" fmla="*/ 82 w 92"/>
                <a:gd name="GluePoint28Y" fmla="*/ 36 h 92"/>
                <a:gd name="GluePoint29X" fmla="*/ 84 w 92"/>
                <a:gd name="GluePoint29Y" fmla="*/ 46 h 92"/>
                <a:gd name="GluePoint30X" fmla="*/ 82 w 92"/>
                <a:gd name="GluePoint30Y" fmla="*/ 56 h 92"/>
                <a:gd name="GluePoint31X" fmla="*/ 79 w 92"/>
                <a:gd name="GluePoint31Y" fmla="*/ 28 h 92"/>
                <a:gd name="GluePoint32X" fmla="*/ 64 w 92"/>
                <a:gd name="GluePoint32Y" fmla="*/ 28 h 92"/>
                <a:gd name="GluePoint33X" fmla="*/ 64 w 92"/>
                <a:gd name="GluePoint33Y" fmla="*/ 12 h 92"/>
                <a:gd name="GluePoint34X" fmla="*/ 79 w 92"/>
                <a:gd name="GluePoint34Y" fmla="*/ 28 h 92"/>
                <a:gd name="GluePoint35X" fmla="*/ 56 w 92"/>
                <a:gd name="GluePoint35Y" fmla="*/ 9 h 92"/>
                <a:gd name="GluePoint36X" fmla="*/ 56 w 92"/>
                <a:gd name="GluePoint36Y" fmla="*/ 28 h 92"/>
                <a:gd name="GluePoint37X" fmla="*/ 36 w 92"/>
                <a:gd name="GluePoint37Y" fmla="*/ 28 h 92"/>
                <a:gd name="GluePoint38X" fmla="*/ 36 w 92"/>
                <a:gd name="GluePoint38Y" fmla="*/ 9 h 92"/>
                <a:gd name="GluePoint39X" fmla="*/ 46 w 92"/>
                <a:gd name="GluePoint39Y" fmla="*/ 8 h 92"/>
                <a:gd name="GluePoint40X" fmla="*/ 56 w 92"/>
                <a:gd name="GluePoint40Y" fmla="*/ 9 h 92"/>
                <a:gd name="GluePoint41X" fmla="*/ 28 w 92"/>
                <a:gd name="GluePoint41Y" fmla="*/ 12 h 92"/>
                <a:gd name="GluePoint42X" fmla="*/ 28 w 92"/>
                <a:gd name="GluePoint42Y" fmla="*/ 28 h 92"/>
                <a:gd name="GluePoint43X" fmla="*/ 12 w 92"/>
                <a:gd name="GluePoint43Y" fmla="*/ 28 h 92"/>
                <a:gd name="GluePoint44X" fmla="*/ 28 w 92"/>
                <a:gd name="GluePoint44Y" fmla="*/ 12 h 92"/>
                <a:gd name="GluePoint45X" fmla="*/ 9 w 92"/>
                <a:gd name="GluePoint45Y" fmla="*/ 36 h 92"/>
                <a:gd name="GluePoint46X" fmla="*/ 28 w 92"/>
                <a:gd name="GluePoint46Y" fmla="*/ 36 h 92"/>
                <a:gd name="GluePoint47X" fmla="*/ 28 w 92"/>
                <a:gd name="GluePoint47Y" fmla="*/ 56 h 92"/>
                <a:gd name="GluePoint48X" fmla="*/ 9 w 92"/>
                <a:gd name="GluePoint48Y" fmla="*/ 56 h 92"/>
                <a:gd name="GluePoint49X" fmla="*/ 8 w 92"/>
                <a:gd name="GluePoint49Y" fmla="*/ 46 h 92"/>
                <a:gd name="GluePoint50X" fmla="*/ 9 w 92"/>
                <a:gd name="GluePoint50Y" fmla="*/ 36 h 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</a:cxnLst>
              <a:rect l="textAreaLeft" t="textAreaTop" r="textAreaRight" b="textAreaBottom"/>
              <a:pathLst>
                <a:path w="92" h="92">
                  <a:moveTo>
                    <a:pt x="46" y="92"/>
                  </a:moveTo>
                  <a:cubicBezTo>
                    <a:pt x="71" y="92"/>
                    <a:pt x="92" y="71"/>
                    <a:pt x="92" y="46"/>
                  </a:cubicBezTo>
                  <a:cubicBezTo>
                    <a:pt x="92" y="20"/>
                    <a:pt x="71" y="0"/>
                    <a:pt x="46" y="0"/>
                  </a:cubicBezTo>
                  <a:cubicBezTo>
                    <a:pt x="20" y="0"/>
                    <a:pt x="0" y="20"/>
                    <a:pt x="0" y="46"/>
                  </a:cubicBezTo>
                  <a:cubicBezTo>
                    <a:pt x="0" y="71"/>
                    <a:pt x="20" y="92"/>
                    <a:pt x="46" y="92"/>
                  </a:cubicBezTo>
                  <a:close/>
                  <a:moveTo>
                    <a:pt x="12" y="64"/>
                  </a:moveTo>
                  <a:cubicBezTo>
                    <a:pt x="28" y="64"/>
                    <a:pt x="28" y="64"/>
                    <a:pt x="28" y="64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1" y="76"/>
                    <a:pt x="16" y="70"/>
                    <a:pt x="12" y="64"/>
                  </a:cubicBezTo>
                  <a:close/>
                  <a:moveTo>
                    <a:pt x="36" y="82"/>
                  </a:moveTo>
                  <a:cubicBezTo>
                    <a:pt x="36" y="64"/>
                    <a:pt x="36" y="64"/>
                    <a:pt x="36" y="64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6" y="82"/>
                    <a:pt x="56" y="82"/>
                    <a:pt x="56" y="82"/>
                  </a:cubicBezTo>
                  <a:cubicBezTo>
                    <a:pt x="53" y="83"/>
                    <a:pt x="49" y="84"/>
                    <a:pt x="46" y="84"/>
                  </a:cubicBezTo>
                  <a:cubicBezTo>
                    <a:pt x="42" y="84"/>
                    <a:pt x="39" y="83"/>
                    <a:pt x="36" y="82"/>
                  </a:cubicBezTo>
                  <a:close/>
                  <a:moveTo>
                    <a:pt x="36" y="56"/>
                  </a:moveTo>
                  <a:cubicBezTo>
                    <a:pt x="36" y="36"/>
                    <a:pt x="36" y="36"/>
                    <a:pt x="3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56"/>
                    <a:pt x="56" y="56"/>
                    <a:pt x="56" y="56"/>
                  </a:cubicBezTo>
                  <a:lnTo>
                    <a:pt x="36" y="56"/>
                  </a:lnTo>
                  <a:close/>
                  <a:moveTo>
                    <a:pt x="64" y="79"/>
                  </a:moveTo>
                  <a:cubicBezTo>
                    <a:pt x="64" y="64"/>
                    <a:pt x="64" y="64"/>
                    <a:pt x="6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70"/>
                    <a:pt x="70" y="76"/>
                    <a:pt x="64" y="79"/>
                  </a:cubicBezTo>
                  <a:close/>
                  <a:moveTo>
                    <a:pt x="82" y="56"/>
                  </a:moveTo>
                  <a:cubicBezTo>
                    <a:pt x="64" y="56"/>
                    <a:pt x="64" y="56"/>
                    <a:pt x="64" y="56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82" y="36"/>
                    <a:pt x="82" y="36"/>
                    <a:pt x="82" y="36"/>
                  </a:cubicBezTo>
                  <a:cubicBezTo>
                    <a:pt x="83" y="39"/>
                    <a:pt x="84" y="42"/>
                    <a:pt x="84" y="46"/>
                  </a:cubicBezTo>
                  <a:cubicBezTo>
                    <a:pt x="84" y="49"/>
                    <a:pt x="83" y="53"/>
                    <a:pt x="82" y="56"/>
                  </a:cubicBezTo>
                  <a:close/>
                  <a:moveTo>
                    <a:pt x="79" y="28"/>
                  </a:moveTo>
                  <a:cubicBezTo>
                    <a:pt x="64" y="28"/>
                    <a:pt x="64" y="28"/>
                    <a:pt x="64" y="28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0" y="16"/>
                    <a:pt x="76" y="21"/>
                    <a:pt x="79" y="28"/>
                  </a:cubicBezTo>
                  <a:close/>
                  <a:moveTo>
                    <a:pt x="56" y="9"/>
                  </a:moveTo>
                  <a:cubicBezTo>
                    <a:pt x="56" y="28"/>
                    <a:pt x="56" y="28"/>
                    <a:pt x="5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9" y="8"/>
                    <a:pt x="42" y="8"/>
                    <a:pt x="46" y="8"/>
                  </a:cubicBezTo>
                  <a:cubicBezTo>
                    <a:pt x="49" y="8"/>
                    <a:pt x="53" y="8"/>
                    <a:pt x="56" y="9"/>
                  </a:cubicBezTo>
                  <a:close/>
                  <a:moveTo>
                    <a:pt x="28" y="12"/>
                  </a:moveTo>
                  <a:cubicBezTo>
                    <a:pt x="28" y="28"/>
                    <a:pt x="28" y="28"/>
                    <a:pt x="28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6" y="21"/>
                    <a:pt x="21" y="16"/>
                    <a:pt x="28" y="12"/>
                  </a:cubicBezTo>
                  <a:close/>
                  <a:moveTo>
                    <a:pt x="9" y="36"/>
                  </a:moveTo>
                  <a:cubicBezTo>
                    <a:pt x="28" y="36"/>
                    <a:pt x="28" y="36"/>
                    <a:pt x="28" y="36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8" y="53"/>
                    <a:pt x="8" y="49"/>
                    <a:pt x="8" y="46"/>
                  </a:cubicBezTo>
                  <a:cubicBezTo>
                    <a:pt x="8" y="42"/>
                    <a:pt x="8" y="39"/>
                    <a:pt x="9" y="3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71" name="Freeform 50"/>
            <p:cNvSpPr/>
            <p:nvPr/>
          </p:nvSpPr>
          <p:spPr>
            <a:xfrm>
              <a:off x="4194720" y="1905120"/>
              <a:ext cx="118440" cy="8064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80640"/>
                <a:gd name="textAreaBottom" fmla="*/ 81000 h 80640"/>
                <a:gd name="GluePoint1X" fmla="*/ 116 w 116"/>
                <a:gd name="GluePoint1Y" fmla="*/ 0 h 79"/>
                <a:gd name="GluePoint2X" fmla="*/ 0 w 116"/>
                <a:gd name="GluePoint2Y" fmla="*/ 0 h 79"/>
                <a:gd name="GluePoint3X" fmla="*/ 0 w 116"/>
                <a:gd name="GluePoint3Y" fmla="*/ 79 h 79"/>
                <a:gd name="GluePoint4X" fmla="*/ 116 w 116"/>
                <a:gd name="GluePoint4Y" fmla="*/ 79 h 79"/>
                <a:gd name="GluePoint5X" fmla="*/ 116 w 116"/>
                <a:gd name="GluePoint5Y" fmla="*/ 0 h 79"/>
                <a:gd name="GluePoint6X" fmla="*/ 107 w 116"/>
                <a:gd name="GluePoint6Y" fmla="*/ 69 h 79"/>
                <a:gd name="GluePoint7X" fmla="*/ 10 w 116"/>
                <a:gd name="GluePoint7Y" fmla="*/ 69 h 79"/>
                <a:gd name="GluePoint8X" fmla="*/ 10 w 116"/>
                <a:gd name="GluePoint8Y" fmla="*/ 9 h 79"/>
                <a:gd name="GluePoint9X" fmla="*/ 107 w 116"/>
                <a:gd name="GluePoint9Y" fmla="*/ 9 h 79"/>
                <a:gd name="GluePoint10X" fmla="*/ 107 w 116"/>
                <a:gd name="GluePoint10Y" fmla="*/ 69 h 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16" h="79">
                  <a:moveTo>
                    <a:pt x="116" y="0"/>
                  </a:moveTo>
                  <a:lnTo>
                    <a:pt x="0" y="0"/>
                  </a:lnTo>
                  <a:lnTo>
                    <a:pt x="0" y="79"/>
                  </a:lnTo>
                  <a:lnTo>
                    <a:pt x="116" y="79"/>
                  </a:lnTo>
                  <a:lnTo>
                    <a:pt x="116" y="0"/>
                  </a:lnTo>
                  <a:close/>
                  <a:moveTo>
                    <a:pt x="107" y="69"/>
                  </a:moveTo>
                  <a:lnTo>
                    <a:pt x="10" y="69"/>
                  </a:lnTo>
                  <a:lnTo>
                    <a:pt x="10" y="9"/>
                  </a:lnTo>
                  <a:lnTo>
                    <a:pt x="107" y="9"/>
                  </a:lnTo>
                  <a:lnTo>
                    <a:pt x="107" y="6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320" bIns="40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72" name="Freeform 51"/>
            <p:cNvSpPr/>
            <p:nvPr/>
          </p:nvSpPr>
          <p:spPr>
            <a:xfrm>
              <a:off x="4280760" y="1867320"/>
              <a:ext cx="32400" cy="284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28440"/>
                <a:gd name="textAreaBottom" fmla="*/ 28800 h 28440"/>
                <a:gd name="GluePoint1X" fmla="*/ 32 w 32"/>
                <a:gd name="GluePoint1Y" fmla="*/ 0 h 28"/>
                <a:gd name="GluePoint2X" fmla="*/ 0 w 32"/>
                <a:gd name="GluePoint2Y" fmla="*/ 0 h 28"/>
                <a:gd name="GluePoint3X" fmla="*/ 0 w 32"/>
                <a:gd name="GluePoint3Y" fmla="*/ 28 h 28"/>
                <a:gd name="GluePoint4X" fmla="*/ 32 w 32"/>
                <a:gd name="GluePoint4Y" fmla="*/ 28 h 28"/>
                <a:gd name="GluePoint5X" fmla="*/ 32 w 32"/>
                <a:gd name="GluePoint5Y" fmla="*/ 0 h 28"/>
                <a:gd name="GluePoint6X" fmla="*/ 23 w 32"/>
                <a:gd name="GluePoint6Y" fmla="*/ 18 h 28"/>
                <a:gd name="GluePoint7X" fmla="*/ 9 w 32"/>
                <a:gd name="GluePoint7Y" fmla="*/ 18 h 28"/>
                <a:gd name="GluePoint8X" fmla="*/ 9 w 32"/>
                <a:gd name="GluePoint8Y" fmla="*/ 9 h 28"/>
                <a:gd name="GluePoint9X" fmla="*/ 23 w 32"/>
                <a:gd name="GluePoint9Y" fmla="*/ 9 h 28"/>
                <a:gd name="GluePoint10X" fmla="*/ 23 w 32"/>
                <a:gd name="GluePoint10Y" fmla="*/ 18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28">
                  <a:moveTo>
                    <a:pt x="32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2" y="28"/>
                  </a:lnTo>
                  <a:lnTo>
                    <a:pt x="32" y="0"/>
                  </a:lnTo>
                  <a:close/>
                  <a:moveTo>
                    <a:pt x="23" y="18"/>
                  </a:moveTo>
                  <a:lnTo>
                    <a:pt x="9" y="18"/>
                  </a:lnTo>
                  <a:lnTo>
                    <a:pt x="9" y="9"/>
                  </a:lnTo>
                  <a:lnTo>
                    <a:pt x="23" y="9"/>
                  </a:lnTo>
                  <a:lnTo>
                    <a:pt x="23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400" bIns="14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73" name="Freeform 52"/>
            <p:cNvSpPr/>
            <p:nvPr/>
          </p:nvSpPr>
          <p:spPr>
            <a:xfrm>
              <a:off x="4237920" y="1867320"/>
              <a:ext cx="32400" cy="284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28440"/>
                <a:gd name="textAreaBottom" fmla="*/ 28800 h 28440"/>
                <a:gd name="GluePoint1X" fmla="*/ 32 w 32"/>
                <a:gd name="GluePoint1Y" fmla="*/ 0 h 28"/>
                <a:gd name="GluePoint2X" fmla="*/ 0 w 32"/>
                <a:gd name="GluePoint2Y" fmla="*/ 0 h 28"/>
                <a:gd name="GluePoint3X" fmla="*/ 0 w 32"/>
                <a:gd name="GluePoint3Y" fmla="*/ 28 h 28"/>
                <a:gd name="GluePoint4X" fmla="*/ 32 w 32"/>
                <a:gd name="GluePoint4Y" fmla="*/ 28 h 28"/>
                <a:gd name="GluePoint5X" fmla="*/ 32 w 32"/>
                <a:gd name="GluePoint5Y" fmla="*/ 0 h 28"/>
                <a:gd name="GluePoint6X" fmla="*/ 23 w 32"/>
                <a:gd name="GluePoint6Y" fmla="*/ 18 h 28"/>
                <a:gd name="GluePoint7X" fmla="*/ 9 w 32"/>
                <a:gd name="GluePoint7Y" fmla="*/ 18 h 28"/>
                <a:gd name="GluePoint8X" fmla="*/ 9 w 32"/>
                <a:gd name="GluePoint8Y" fmla="*/ 9 h 28"/>
                <a:gd name="GluePoint9X" fmla="*/ 23 w 32"/>
                <a:gd name="GluePoint9Y" fmla="*/ 9 h 28"/>
                <a:gd name="GluePoint10X" fmla="*/ 23 w 32"/>
                <a:gd name="GluePoint10Y" fmla="*/ 18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28">
                  <a:moveTo>
                    <a:pt x="32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2" y="28"/>
                  </a:lnTo>
                  <a:lnTo>
                    <a:pt x="32" y="0"/>
                  </a:lnTo>
                  <a:close/>
                  <a:moveTo>
                    <a:pt x="23" y="18"/>
                  </a:moveTo>
                  <a:lnTo>
                    <a:pt x="9" y="18"/>
                  </a:lnTo>
                  <a:lnTo>
                    <a:pt x="9" y="9"/>
                  </a:lnTo>
                  <a:lnTo>
                    <a:pt x="23" y="9"/>
                  </a:lnTo>
                  <a:lnTo>
                    <a:pt x="23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400" bIns="14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74" name="Freeform 53"/>
            <p:cNvSpPr/>
            <p:nvPr/>
          </p:nvSpPr>
          <p:spPr>
            <a:xfrm>
              <a:off x="4194720" y="1867320"/>
              <a:ext cx="33480" cy="2844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8440"/>
                <a:gd name="textAreaBottom" fmla="*/ 28800 h 28440"/>
                <a:gd name="GluePoint1X" fmla="*/ 33 w 33"/>
                <a:gd name="GluePoint1Y" fmla="*/ 0 h 28"/>
                <a:gd name="GluePoint2X" fmla="*/ 0 w 33"/>
                <a:gd name="GluePoint2Y" fmla="*/ 0 h 28"/>
                <a:gd name="GluePoint3X" fmla="*/ 0 w 33"/>
                <a:gd name="GluePoint3Y" fmla="*/ 28 h 28"/>
                <a:gd name="GluePoint4X" fmla="*/ 33 w 33"/>
                <a:gd name="GluePoint4Y" fmla="*/ 28 h 28"/>
                <a:gd name="GluePoint5X" fmla="*/ 33 w 33"/>
                <a:gd name="GluePoint5Y" fmla="*/ 0 h 28"/>
                <a:gd name="GluePoint6X" fmla="*/ 24 w 33"/>
                <a:gd name="GluePoint6Y" fmla="*/ 18 h 28"/>
                <a:gd name="GluePoint7X" fmla="*/ 10 w 33"/>
                <a:gd name="GluePoint7Y" fmla="*/ 18 h 28"/>
                <a:gd name="GluePoint8X" fmla="*/ 10 w 33"/>
                <a:gd name="GluePoint8Y" fmla="*/ 9 h 28"/>
                <a:gd name="GluePoint9X" fmla="*/ 24 w 33"/>
                <a:gd name="GluePoint9Y" fmla="*/ 9 h 28"/>
                <a:gd name="GluePoint10X" fmla="*/ 24 w 33"/>
                <a:gd name="GluePoint10Y" fmla="*/ 18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3" h="28">
                  <a:moveTo>
                    <a:pt x="33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3" y="28"/>
                  </a:lnTo>
                  <a:lnTo>
                    <a:pt x="33" y="0"/>
                  </a:lnTo>
                  <a:close/>
                  <a:moveTo>
                    <a:pt x="24" y="18"/>
                  </a:moveTo>
                  <a:lnTo>
                    <a:pt x="10" y="18"/>
                  </a:lnTo>
                  <a:lnTo>
                    <a:pt x="10" y="9"/>
                  </a:lnTo>
                  <a:lnTo>
                    <a:pt x="24" y="9"/>
                  </a:lnTo>
                  <a:lnTo>
                    <a:pt x="24" y="1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400" bIns="14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75" name="Freeform 54"/>
            <p:cNvSpPr/>
            <p:nvPr/>
          </p:nvSpPr>
          <p:spPr>
            <a:xfrm>
              <a:off x="4038840" y="1776960"/>
              <a:ext cx="303120" cy="2365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36520"/>
                <a:gd name="textAreaBottom" fmla="*/ 236880 h 236520"/>
                <a:gd name="GluePoint1X" fmla="*/ 277 w 296"/>
                <a:gd name="GluePoint1Y" fmla="*/ 0 h 231"/>
                <a:gd name="GluePoint2X" fmla="*/ 19 w 296"/>
                <a:gd name="GluePoint2Y" fmla="*/ 0 h 231"/>
                <a:gd name="GluePoint3X" fmla="*/ 19 w 296"/>
                <a:gd name="GluePoint3Y" fmla="*/ 60 h 231"/>
                <a:gd name="GluePoint4X" fmla="*/ 0 w 296"/>
                <a:gd name="GluePoint4Y" fmla="*/ 60 h 231"/>
                <a:gd name="GluePoint5X" fmla="*/ 0 w 296"/>
                <a:gd name="GluePoint5Y" fmla="*/ 231 h 231"/>
                <a:gd name="GluePoint6X" fmla="*/ 296 w 296"/>
                <a:gd name="GluePoint6Y" fmla="*/ 231 h 231"/>
                <a:gd name="GluePoint7X" fmla="*/ 296 w 296"/>
                <a:gd name="GluePoint7Y" fmla="*/ 60 h 231"/>
                <a:gd name="GluePoint8X" fmla="*/ 277 w 296"/>
                <a:gd name="GluePoint8Y" fmla="*/ 60 h 231"/>
                <a:gd name="GluePoint9X" fmla="*/ 277 w 296"/>
                <a:gd name="GluePoint9Y" fmla="*/ 0 h 231"/>
                <a:gd name="GluePoint10X" fmla="*/ 268 w 296"/>
                <a:gd name="GluePoint10Y" fmla="*/ 9 h 231"/>
                <a:gd name="GluePoint11X" fmla="*/ 268 w 296"/>
                <a:gd name="GluePoint11Y" fmla="*/ 18 h 231"/>
                <a:gd name="GluePoint12X" fmla="*/ 28 w 296"/>
                <a:gd name="GluePoint12Y" fmla="*/ 18 h 231"/>
                <a:gd name="GluePoint13X" fmla="*/ 28 w 296"/>
                <a:gd name="GluePoint13Y" fmla="*/ 9 h 231"/>
                <a:gd name="GluePoint14X" fmla="*/ 268 w 296"/>
                <a:gd name="GluePoint14Y" fmla="*/ 9 h 231"/>
                <a:gd name="GluePoint15X" fmla="*/ 28 w 296"/>
                <a:gd name="GluePoint15Y" fmla="*/ 28 h 231"/>
                <a:gd name="GluePoint16X" fmla="*/ 268 w 296"/>
                <a:gd name="GluePoint16Y" fmla="*/ 28 h 231"/>
                <a:gd name="GluePoint17X" fmla="*/ 268 w 296"/>
                <a:gd name="GluePoint17Y" fmla="*/ 60 h 231"/>
                <a:gd name="GluePoint18X" fmla="*/ 28 w 296"/>
                <a:gd name="GluePoint18Y" fmla="*/ 60 h 231"/>
                <a:gd name="GluePoint19X" fmla="*/ 28 w 296"/>
                <a:gd name="GluePoint19Y" fmla="*/ 28 h 231"/>
                <a:gd name="GluePoint20X" fmla="*/ 286 w 296"/>
                <a:gd name="GluePoint20Y" fmla="*/ 222 h 231"/>
                <a:gd name="GluePoint21X" fmla="*/ 9 w 296"/>
                <a:gd name="GluePoint21Y" fmla="*/ 222 h 231"/>
                <a:gd name="GluePoint22X" fmla="*/ 9 w 296"/>
                <a:gd name="GluePoint22Y" fmla="*/ 69 h 231"/>
                <a:gd name="GluePoint23X" fmla="*/ 286 w 296"/>
                <a:gd name="GluePoint23Y" fmla="*/ 69 h 231"/>
                <a:gd name="GluePoint24X" fmla="*/ 286 w 296"/>
                <a:gd name="GluePoint24Y" fmla="*/ 222 h 2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296" h="231">
                  <a:moveTo>
                    <a:pt x="277" y="0"/>
                  </a:moveTo>
                  <a:lnTo>
                    <a:pt x="19" y="0"/>
                  </a:lnTo>
                  <a:lnTo>
                    <a:pt x="19" y="60"/>
                  </a:lnTo>
                  <a:lnTo>
                    <a:pt x="0" y="60"/>
                  </a:lnTo>
                  <a:lnTo>
                    <a:pt x="0" y="231"/>
                  </a:lnTo>
                  <a:lnTo>
                    <a:pt x="296" y="231"/>
                  </a:lnTo>
                  <a:lnTo>
                    <a:pt x="296" y="60"/>
                  </a:lnTo>
                  <a:lnTo>
                    <a:pt x="277" y="60"/>
                  </a:lnTo>
                  <a:lnTo>
                    <a:pt x="277" y="0"/>
                  </a:lnTo>
                  <a:close/>
                  <a:moveTo>
                    <a:pt x="268" y="9"/>
                  </a:moveTo>
                  <a:lnTo>
                    <a:pt x="268" y="18"/>
                  </a:lnTo>
                  <a:lnTo>
                    <a:pt x="28" y="18"/>
                  </a:lnTo>
                  <a:lnTo>
                    <a:pt x="28" y="9"/>
                  </a:lnTo>
                  <a:lnTo>
                    <a:pt x="268" y="9"/>
                  </a:lnTo>
                  <a:close/>
                  <a:moveTo>
                    <a:pt x="28" y="28"/>
                  </a:moveTo>
                  <a:lnTo>
                    <a:pt x="268" y="28"/>
                  </a:lnTo>
                  <a:lnTo>
                    <a:pt x="268" y="60"/>
                  </a:lnTo>
                  <a:lnTo>
                    <a:pt x="28" y="60"/>
                  </a:lnTo>
                  <a:lnTo>
                    <a:pt x="28" y="28"/>
                  </a:lnTo>
                  <a:close/>
                  <a:moveTo>
                    <a:pt x="286" y="222"/>
                  </a:moveTo>
                  <a:lnTo>
                    <a:pt x="9" y="222"/>
                  </a:lnTo>
                  <a:lnTo>
                    <a:pt x="9" y="69"/>
                  </a:lnTo>
                  <a:lnTo>
                    <a:pt x="286" y="69"/>
                  </a:lnTo>
                  <a:lnTo>
                    <a:pt x="286" y="2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76" name="Группа 388"/>
          <p:cNvGrpSpPr/>
          <p:nvPr/>
        </p:nvGrpSpPr>
        <p:grpSpPr>
          <a:xfrm>
            <a:off x="4431600" y="1757520"/>
            <a:ext cx="303120" cy="275400"/>
            <a:chOff x="4431600" y="1757520"/>
            <a:chExt cx="303120" cy="275400"/>
          </a:xfrm>
        </p:grpSpPr>
        <p:sp>
          <p:nvSpPr>
            <p:cNvPr id="2977" name="Freeform 55"/>
            <p:cNvSpPr/>
            <p:nvPr/>
          </p:nvSpPr>
          <p:spPr>
            <a:xfrm>
              <a:off x="4460040" y="1871280"/>
              <a:ext cx="131760" cy="13284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32840"/>
                <a:gd name="textAreaBottom" fmla="*/ 133200 h 132840"/>
                <a:gd name="GluePoint1X" fmla="*/ 56 w 112"/>
                <a:gd name="GluePoint1Y" fmla="*/ 112 h 112"/>
                <a:gd name="GluePoint2X" fmla="*/ 112 w 112"/>
                <a:gd name="GluePoint2Y" fmla="*/ 56 h 112"/>
                <a:gd name="GluePoint3X" fmla="*/ 56 w 112"/>
                <a:gd name="GluePoint3Y" fmla="*/ 0 h 112"/>
                <a:gd name="GluePoint4X" fmla="*/ 0 w 112"/>
                <a:gd name="GluePoint4Y" fmla="*/ 56 h 112"/>
                <a:gd name="GluePoint5X" fmla="*/ 56 w 112"/>
                <a:gd name="GluePoint5Y" fmla="*/ 112 h 112"/>
                <a:gd name="GluePoint6X" fmla="*/ 14 w 112"/>
                <a:gd name="GluePoint6Y" fmla="*/ 80 h 112"/>
                <a:gd name="GluePoint7X" fmla="*/ 32 w 112"/>
                <a:gd name="GluePoint7Y" fmla="*/ 80 h 112"/>
                <a:gd name="GluePoint8X" fmla="*/ 32 w 112"/>
                <a:gd name="GluePoint8Y" fmla="*/ 97 h 112"/>
                <a:gd name="GluePoint9X" fmla="*/ 14 w 112"/>
                <a:gd name="GluePoint9Y" fmla="*/ 80 h 112"/>
                <a:gd name="GluePoint10X" fmla="*/ 40 w 112"/>
                <a:gd name="GluePoint10Y" fmla="*/ 101 h 112"/>
                <a:gd name="GluePoint11X" fmla="*/ 40 w 112"/>
                <a:gd name="GluePoint11Y" fmla="*/ 80 h 112"/>
                <a:gd name="GluePoint12X" fmla="*/ 72 w 112"/>
                <a:gd name="GluePoint12Y" fmla="*/ 80 h 112"/>
                <a:gd name="GluePoint13X" fmla="*/ 72 w 112"/>
                <a:gd name="GluePoint13Y" fmla="*/ 101 h 112"/>
                <a:gd name="GluePoint14X" fmla="*/ 56 w 112"/>
                <a:gd name="GluePoint14Y" fmla="*/ 104 h 112"/>
                <a:gd name="GluePoint15X" fmla="*/ 40 w 112"/>
                <a:gd name="GluePoint15Y" fmla="*/ 101 h 112"/>
                <a:gd name="GluePoint16X" fmla="*/ 40 w 112"/>
                <a:gd name="GluePoint16Y" fmla="*/ 72 h 112"/>
                <a:gd name="GluePoint17X" fmla="*/ 40 w 112"/>
                <a:gd name="GluePoint17Y" fmla="*/ 40 h 112"/>
                <a:gd name="GluePoint18X" fmla="*/ 72 w 112"/>
                <a:gd name="GluePoint18Y" fmla="*/ 40 h 112"/>
                <a:gd name="GluePoint19X" fmla="*/ 72 w 112"/>
                <a:gd name="GluePoint19Y" fmla="*/ 72 h 112"/>
                <a:gd name="GluePoint20X" fmla="*/ 40 w 112"/>
                <a:gd name="GluePoint20Y" fmla="*/ 72 h 112"/>
                <a:gd name="GluePoint21X" fmla="*/ 80 w 112"/>
                <a:gd name="GluePoint21Y" fmla="*/ 97 h 112"/>
                <a:gd name="GluePoint22X" fmla="*/ 80 w 112"/>
                <a:gd name="GluePoint22Y" fmla="*/ 80 h 112"/>
                <a:gd name="GluePoint23X" fmla="*/ 97 w 112"/>
                <a:gd name="GluePoint23Y" fmla="*/ 80 h 112"/>
                <a:gd name="GluePoint24X" fmla="*/ 80 w 112"/>
                <a:gd name="GluePoint24Y" fmla="*/ 97 h 112"/>
                <a:gd name="GluePoint25X" fmla="*/ 101 w 112"/>
                <a:gd name="GluePoint25Y" fmla="*/ 72 h 112"/>
                <a:gd name="GluePoint26X" fmla="*/ 80 w 112"/>
                <a:gd name="GluePoint26Y" fmla="*/ 72 h 112"/>
                <a:gd name="GluePoint27X" fmla="*/ 80 w 112"/>
                <a:gd name="GluePoint27Y" fmla="*/ 40 h 112"/>
                <a:gd name="GluePoint28X" fmla="*/ 101 w 112"/>
                <a:gd name="GluePoint28Y" fmla="*/ 40 h 112"/>
                <a:gd name="GluePoint29X" fmla="*/ 104 w 112"/>
                <a:gd name="GluePoint29Y" fmla="*/ 56 h 112"/>
                <a:gd name="GluePoint30X" fmla="*/ 101 w 112"/>
                <a:gd name="GluePoint30Y" fmla="*/ 72 h 112"/>
                <a:gd name="GluePoint31X" fmla="*/ 97 w 112"/>
                <a:gd name="GluePoint31Y" fmla="*/ 32 h 112"/>
                <a:gd name="GluePoint32X" fmla="*/ 80 w 112"/>
                <a:gd name="GluePoint32Y" fmla="*/ 32 h 112"/>
                <a:gd name="GluePoint33X" fmla="*/ 80 w 112"/>
                <a:gd name="GluePoint33Y" fmla="*/ 14 h 112"/>
                <a:gd name="GluePoint34X" fmla="*/ 97 w 112"/>
                <a:gd name="GluePoint34Y" fmla="*/ 32 h 112"/>
                <a:gd name="GluePoint35X" fmla="*/ 72 w 112"/>
                <a:gd name="GluePoint35Y" fmla="*/ 10 h 112"/>
                <a:gd name="GluePoint36X" fmla="*/ 72 w 112"/>
                <a:gd name="GluePoint36Y" fmla="*/ 32 h 112"/>
                <a:gd name="GluePoint37X" fmla="*/ 40 w 112"/>
                <a:gd name="GluePoint37Y" fmla="*/ 32 h 112"/>
                <a:gd name="GluePoint38X" fmla="*/ 40 w 112"/>
                <a:gd name="GluePoint38Y" fmla="*/ 10 h 112"/>
                <a:gd name="GluePoint39X" fmla="*/ 56 w 112"/>
                <a:gd name="GluePoint39Y" fmla="*/ 8 h 112"/>
                <a:gd name="GluePoint40X" fmla="*/ 72 w 112"/>
                <a:gd name="GluePoint40Y" fmla="*/ 10 h 112"/>
                <a:gd name="GluePoint41X" fmla="*/ 32 w 112"/>
                <a:gd name="GluePoint41Y" fmla="*/ 14 h 112"/>
                <a:gd name="GluePoint42X" fmla="*/ 32 w 112"/>
                <a:gd name="GluePoint42Y" fmla="*/ 32 h 112"/>
                <a:gd name="GluePoint43X" fmla="*/ 14 w 112"/>
                <a:gd name="GluePoint43Y" fmla="*/ 32 h 112"/>
                <a:gd name="GluePoint44X" fmla="*/ 32 w 112"/>
                <a:gd name="GluePoint44Y" fmla="*/ 14 h 112"/>
                <a:gd name="GluePoint45X" fmla="*/ 11 w 112"/>
                <a:gd name="GluePoint45Y" fmla="*/ 40 h 112"/>
                <a:gd name="GluePoint46X" fmla="*/ 32 w 112"/>
                <a:gd name="GluePoint46Y" fmla="*/ 40 h 112"/>
                <a:gd name="GluePoint47X" fmla="*/ 32 w 112"/>
                <a:gd name="GluePoint47Y" fmla="*/ 72 h 112"/>
                <a:gd name="GluePoint48X" fmla="*/ 11 w 112"/>
                <a:gd name="GluePoint48Y" fmla="*/ 72 h 112"/>
                <a:gd name="GluePoint49X" fmla="*/ 8 w 112"/>
                <a:gd name="GluePoint49Y" fmla="*/ 56 h 112"/>
                <a:gd name="GluePoint50X" fmla="*/ 11 w 112"/>
                <a:gd name="GluePoint50Y" fmla="*/ 40 h 1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</a:cxnLst>
              <a:rect l="textAreaLeft" t="textAreaTop" r="textAreaRight" b="textAreaBottom"/>
              <a:pathLst>
                <a:path w="112" h="112">
                  <a:moveTo>
                    <a:pt x="56" y="112"/>
                  </a:moveTo>
                  <a:cubicBezTo>
                    <a:pt x="87" y="112"/>
                    <a:pt x="112" y="87"/>
                    <a:pt x="112" y="56"/>
                  </a:cubicBezTo>
                  <a:cubicBezTo>
                    <a:pt x="112" y="25"/>
                    <a:pt x="87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87"/>
                    <a:pt x="25" y="112"/>
                    <a:pt x="56" y="112"/>
                  </a:cubicBezTo>
                  <a:close/>
                  <a:moveTo>
                    <a:pt x="14" y="80"/>
                  </a:moveTo>
                  <a:cubicBezTo>
                    <a:pt x="32" y="80"/>
                    <a:pt x="32" y="80"/>
                    <a:pt x="32" y="80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25" y="93"/>
                    <a:pt x="19" y="87"/>
                    <a:pt x="14" y="80"/>
                  </a:cubicBezTo>
                  <a:close/>
                  <a:moveTo>
                    <a:pt x="40" y="101"/>
                  </a:moveTo>
                  <a:cubicBezTo>
                    <a:pt x="40" y="80"/>
                    <a:pt x="40" y="80"/>
                    <a:pt x="40" y="80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67" y="103"/>
                    <a:pt x="62" y="104"/>
                    <a:pt x="56" y="104"/>
                  </a:cubicBezTo>
                  <a:cubicBezTo>
                    <a:pt x="50" y="104"/>
                    <a:pt x="45" y="103"/>
                    <a:pt x="40" y="101"/>
                  </a:cubicBezTo>
                  <a:close/>
                  <a:moveTo>
                    <a:pt x="40" y="72"/>
                  </a:moveTo>
                  <a:cubicBezTo>
                    <a:pt x="40" y="40"/>
                    <a:pt x="40" y="40"/>
                    <a:pt x="40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2" y="72"/>
                    <a:pt x="72" y="72"/>
                    <a:pt x="72" y="72"/>
                  </a:cubicBezTo>
                  <a:lnTo>
                    <a:pt x="40" y="72"/>
                  </a:lnTo>
                  <a:close/>
                  <a:moveTo>
                    <a:pt x="80" y="97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97" y="80"/>
                    <a:pt x="97" y="80"/>
                    <a:pt x="97" y="80"/>
                  </a:cubicBezTo>
                  <a:cubicBezTo>
                    <a:pt x="93" y="87"/>
                    <a:pt x="87" y="93"/>
                    <a:pt x="80" y="97"/>
                  </a:cubicBezTo>
                  <a:close/>
                  <a:moveTo>
                    <a:pt x="101" y="72"/>
                  </a:moveTo>
                  <a:cubicBezTo>
                    <a:pt x="80" y="72"/>
                    <a:pt x="80" y="72"/>
                    <a:pt x="80" y="72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3" y="45"/>
                    <a:pt x="104" y="50"/>
                    <a:pt x="104" y="56"/>
                  </a:cubicBezTo>
                  <a:cubicBezTo>
                    <a:pt x="104" y="61"/>
                    <a:pt x="103" y="67"/>
                    <a:pt x="101" y="72"/>
                  </a:cubicBezTo>
                  <a:close/>
                  <a:moveTo>
                    <a:pt x="97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7" y="18"/>
                    <a:pt x="93" y="24"/>
                    <a:pt x="97" y="32"/>
                  </a:cubicBezTo>
                  <a:close/>
                  <a:moveTo>
                    <a:pt x="72" y="10"/>
                  </a:moveTo>
                  <a:cubicBezTo>
                    <a:pt x="72" y="32"/>
                    <a:pt x="72" y="32"/>
                    <a:pt x="72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5" y="9"/>
                    <a:pt x="50" y="8"/>
                    <a:pt x="56" y="8"/>
                  </a:cubicBezTo>
                  <a:cubicBezTo>
                    <a:pt x="62" y="8"/>
                    <a:pt x="67" y="9"/>
                    <a:pt x="72" y="10"/>
                  </a:cubicBezTo>
                  <a:close/>
                  <a:moveTo>
                    <a:pt x="32" y="14"/>
                  </a:moveTo>
                  <a:cubicBezTo>
                    <a:pt x="32" y="32"/>
                    <a:pt x="32" y="32"/>
                    <a:pt x="32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9" y="24"/>
                    <a:pt x="25" y="18"/>
                    <a:pt x="32" y="14"/>
                  </a:cubicBezTo>
                  <a:close/>
                  <a:moveTo>
                    <a:pt x="11" y="40"/>
                  </a:moveTo>
                  <a:cubicBezTo>
                    <a:pt x="32" y="40"/>
                    <a:pt x="32" y="40"/>
                    <a:pt x="32" y="40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9" y="67"/>
                    <a:pt x="8" y="61"/>
                    <a:pt x="8" y="56"/>
                  </a:cubicBezTo>
                  <a:cubicBezTo>
                    <a:pt x="8" y="50"/>
                    <a:pt x="9" y="45"/>
                    <a:pt x="11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78" name="Freeform 56"/>
            <p:cNvSpPr/>
            <p:nvPr/>
          </p:nvSpPr>
          <p:spPr>
            <a:xfrm>
              <a:off x="4630320" y="1871280"/>
              <a:ext cx="33480" cy="2844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8440"/>
                <a:gd name="textAreaBottom" fmla="*/ 28800 h 28440"/>
                <a:gd name="GluePoint1X" fmla="*/ 33 w 33"/>
                <a:gd name="GluePoint1Y" fmla="*/ 0 h 28"/>
                <a:gd name="GluePoint2X" fmla="*/ 0 w 33"/>
                <a:gd name="GluePoint2Y" fmla="*/ 0 h 28"/>
                <a:gd name="GluePoint3X" fmla="*/ 0 w 33"/>
                <a:gd name="GluePoint3Y" fmla="*/ 28 h 28"/>
                <a:gd name="GluePoint4X" fmla="*/ 33 w 33"/>
                <a:gd name="GluePoint4Y" fmla="*/ 28 h 28"/>
                <a:gd name="GluePoint5X" fmla="*/ 33 w 33"/>
                <a:gd name="GluePoint5Y" fmla="*/ 0 h 28"/>
                <a:gd name="GluePoint6X" fmla="*/ 23 w 33"/>
                <a:gd name="GluePoint6Y" fmla="*/ 19 h 28"/>
                <a:gd name="GluePoint7X" fmla="*/ 10 w 33"/>
                <a:gd name="GluePoint7Y" fmla="*/ 19 h 28"/>
                <a:gd name="GluePoint8X" fmla="*/ 10 w 33"/>
                <a:gd name="GluePoint8Y" fmla="*/ 10 h 28"/>
                <a:gd name="GluePoint9X" fmla="*/ 23 w 33"/>
                <a:gd name="GluePoint9Y" fmla="*/ 10 h 28"/>
                <a:gd name="GluePoint10X" fmla="*/ 23 w 33"/>
                <a:gd name="GluePoint10Y" fmla="*/ 19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3" h="28">
                  <a:moveTo>
                    <a:pt x="33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3" y="28"/>
                  </a:lnTo>
                  <a:lnTo>
                    <a:pt x="33" y="0"/>
                  </a:lnTo>
                  <a:close/>
                  <a:moveTo>
                    <a:pt x="23" y="19"/>
                  </a:moveTo>
                  <a:lnTo>
                    <a:pt x="10" y="19"/>
                  </a:lnTo>
                  <a:lnTo>
                    <a:pt x="10" y="10"/>
                  </a:lnTo>
                  <a:lnTo>
                    <a:pt x="23" y="10"/>
                  </a:lnTo>
                  <a:lnTo>
                    <a:pt x="23" y="1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400" bIns="14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79" name="Freeform 57"/>
            <p:cNvSpPr/>
            <p:nvPr/>
          </p:nvSpPr>
          <p:spPr>
            <a:xfrm>
              <a:off x="4673160" y="1871280"/>
              <a:ext cx="32400" cy="284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28440"/>
                <a:gd name="textAreaBottom" fmla="*/ 28800 h 28440"/>
                <a:gd name="GluePoint1X" fmla="*/ 32 w 32"/>
                <a:gd name="GluePoint1Y" fmla="*/ 0 h 28"/>
                <a:gd name="GluePoint2X" fmla="*/ 0 w 32"/>
                <a:gd name="GluePoint2Y" fmla="*/ 0 h 28"/>
                <a:gd name="GluePoint3X" fmla="*/ 0 w 32"/>
                <a:gd name="GluePoint3Y" fmla="*/ 28 h 28"/>
                <a:gd name="GluePoint4X" fmla="*/ 32 w 32"/>
                <a:gd name="GluePoint4Y" fmla="*/ 28 h 28"/>
                <a:gd name="GluePoint5X" fmla="*/ 32 w 32"/>
                <a:gd name="GluePoint5Y" fmla="*/ 0 h 28"/>
                <a:gd name="GluePoint6X" fmla="*/ 23 w 32"/>
                <a:gd name="GluePoint6Y" fmla="*/ 19 h 28"/>
                <a:gd name="GluePoint7X" fmla="*/ 9 w 32"/>
                <a:gd name="GluePoint7Y" fmla="*/ 19 h 28"/>
                <a:gd name="GluePoint8X" fmla="*/ 9 w 32"/>
                <a:gd name="GluePoint8Y" fmla="*/ 10 h 28"/>
                <a:gd name="GluePoint9X" fmla="*/ 23 w 32"/>
                <a:gd name="GluePoint9Y" fmla="*/ 10 h 28"/>
                <a:gd name="GluePoint10X" fmla="*/ 23 w 32"/>
                <a:gd name="GluePoint10Y" fmla="*/ 19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28">
                  <a:moveTo>
                    <a:pt x="32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32" y="28"/>
                  </a:lnTo>
                  <a:lnTo>
                    <a:pt x="32" y="0"/>
                  </a:lnTo>
                  <a:close/>
                  <a:moveTo>
                    <a:pt x="23" y="19"/>
                  </a:moveTo>
                  <a:lnTo>
                    <a:pt x="9" y="19"/>
                  </a:lnTo>
                  <a:lnTo>
                    <a:pt x="9" y="10"/>
                  </a:lnTo>
                  <a:lnTo>
                    <a:pt x="23" y="10"/>
                  </a:lnTo>
                  <a:lnTo>
                    <a:pt x="23" y="1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400" bIns="14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80" name="Freeform 58"/>
            <p:cNvSpPr/>
            <p:nvPr/>
          </p:nvSpPr>
          <p:spPr>
            <a:xfrm>
              <a:off x="4649760" y="1947240"/>
              <a:ext cx="56160" cy="5688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6880"/>
                <a:gd name="textAreaBottom" fmla="*/ 57240 h 56880"/>
                <a:gd name="GluePoint1X" fmla="*/ 24 w 48"/>
                <a:gd name="GluePoint1Y" fmla="*/ 0 h 48"/>
                <a:gd name="GluePoint2X" fmla="*/ 0 w 48"/>
                <a:gd name="GluePoint2Y" fmla="*/ 24 h 48"/>
                <a:gd name="GluePoint3X" fmla="*/ 24 w 48"/>
                <a:gd name="GluePoint3Y" fmla="*/ 48 h 48"/>
                <a:gd name="GluePoint4X" fmla="*/ 48 w 48"/>
                <a:gd name="GluePoint4Y" fmla="*/ 24 h 48"/>
                <a:gd name="GluePoint5X" fmla="*/ 24 w 48"/>
                <a:gd name="GluePoint5Y" fmla="*/ 0 h 48"/>
                <a:gd name="GluePoint6X" fmla="*/ 24 w 48"/>
                <a:gd name="GluePoint6Y" fmla="*/ 40 h 48"/>
                <a:gd name="GluePoint7X" fmla="*/ 8 w 48"/>
                <a:gd name="GluePoint7Y" fmla="*/ 24 h 48"/>
                <a:gd name="GluePoint8X" fmla="*/ 20 w 48"/>
                <a:gd name="GluePoint8Y" fmla="*/ 8 h 48"/>
                <a:gd name="GluePoint9X" fmla="*/ 20 w 48"/>
                <a:gd name="GluePoint9Y" fmla="*/ 20 h 48"/>
                <a:gd name="GluePoint10X" fmla="*/ 28 w 48"/>
                <a:gd name="GluePoint10Y" fmla="*/ 20 h 48"/>
                <a:gd name="GluePoint11X" fmla="*/ 28 w 48"/>
                <a:gd name="GluePoint11Y" fmla="*/ 8 h 48"/>
                <a:gd name="GluePoint12X" fmla="*/ 40 w 48"/>
                <a:gd name="GluePoint12Y" fmla="*/ 24 h 48"/>
                <a:gd name="GluePoint13X" fmla="*/ 24 w 48"/>
                <a:gd name="GluePoint13Y" fmla="*/ 40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8" h="48">
                  <a:moveTo>
                    <a:pt x="24" y="0"/>
                  </a:moveTo>
                  <a:cubicBezTo>
                    <a:pt x="11" y="0"/>
                    <a:pt x="0" y="10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8" y="37"/>
                    <a:pt x="48" y="24"/>
                  </a:cubicBezTo>
                  <a:cubicBezTo>
                    <a:pt x="48" y="10"/>
                    <a:pt x="37" y="0"/>
                    <a:pt x="24" y="0"/>
                  </a:cubicBezTo>
                  <a:close/>
                  <a:moveTo>
                    <a:pt x="24" y="40"/>
                  </a:moveTo>
                  <a:cubicBezTo>
                    <a:pt x="15" y="40"/>
                    <a:pt x="8" y="32"/>
                    <a:pt x="8" y="24"/>
                  </a:cubicBezTo>
                  <a:cubicBezTo>
                    <a:pt x="8" y="16"/>
                    <a:pt x="13" y="10"/>
                    <a:pt x="20" y="8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5" y="10"/>
                    <a:pt x="40" y="16"/>
                    <a:pt x="40" y="24"/>
                  </a:cubicBezTo>
                  <a:cubicBezTo>
                    <a:pt x="40" y="32"/>
                    <a:pt x="33" y="40"/>
                    <a:pt x="24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440" bIns="28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81" name="Freeform 59"/>
            <p:cNvSpPr/>
            <p:nvPr/>
          </p:nvSpPr>
          <p:spPr>
            <a:xfrm>
              <a:off x="4431600" y="1757520"/>
              <a:ext cx="303120" cy="27540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75400"/>
                <a:gd name="textAreaBottom" fmla="*/ 275760 h 275400"/>
                <a:gd name="GluePoint1X" fmla="*/ 47 w 296"/>
                <a:gd name="GluePoint1Y" fmla="*/ 65 h 269"/>
                <a:gd name="GluePoint2X" fmla="*/ 33 w 296"/>
                <a:gd name="GluePoint2Y" fmla="*/ 65 h 269"/>
                <a:gd name="GluePoint3X" fmla="*/ 33 w 296"/>
                <a:gd name="GluePoint3Y" fmla="*/ 64 h 269"/>
                <a:gd name="GluePoint4X" fmla="*/ 246 w 296"/>
                <a:gd name="GluePoint4Y" fmla="*/ 10 h 269"/>
                <a:gd name="GluePoint5X" fmla="*/ 244 w 296"/>
                <a:gd name="GluePoint5Y" fmla="*/ 0 h 269"/>
                <a:gd name="GluePoint6X" fmla="*/ 23 w 296"/>
                <a:gd name="GluePoint6Y" fmla="*/ 57 h 269"/>
                <a:gd name="GluePoint7X" fmla="*/ 23 w 296"/>
                <a:gd name="GluePoint7Y" fmla="*/ 65 h 269"/>
                <a:gd name="GluePoint8X" fmla="*/ 10 w 296"/>
                <a:gd name="GluePoint8Y" fmla="*/ 65 h 269"/>
                <a:gd name="GluePoint9X" fmla="*/ 10 w 296"/>
                <a:gd name="GluePoint9Y" fmla="*/ 84 h 269"/>
                <a:gd name="GluePoint10X" fmla="*/ 0 w 296"/>
                <a:gd name="GluePoint10Y" fmla="*/ 84 h 269"/>
                <a:gd name="GluePoint11X" fmla="*/ 0 w 296"/>
                <a:gd name="GluePoint11Y" fmla="*/ 269 h 269"/>
                <a:gd name="GluePoint12X" fmla="*/ 296 w 296"/>
                <a:gd name="GluePoint12Y" fmla="*/ 269 h 269"/>
                <a:gd name="GluePoint13X" fmla="*/ 296 w 296"/>
                <a:gd name="GluePoint13Y" fmla="*/ 84 h 269"/>
                <a:gd name="GluePoint14X" fmla="*/ 47 w 296"/>
                <a:gd name="GluePoint14Y" fmla="*/ 84 h 269"/>
                <a:gd name="GluePoint15X" fmla="*/ 47 w 296"/>
                <a:gd name="GluePoint15Y" fmla="*/ 65 h 269"/>
                <a:gd name="GluePoint16X" fmla="*/ 19 w 296"/>
                <a:gd name="GluePoint16Y" fmla="*/ 74 h 269"/>
                <a:gd name="GluePoint17X" fmla="*/ 37 w 296"/>
                <a:gd name="GluePoint17Y" fmla="*/ 74 h 269"/>
                <a:gd name="GluePoint18X" fmla="*/ 37 w 296"/>
                <a:gd name="GluePoint18Y" fmla="*/ 84 h 269"/>
                <a:gd name="GluePoint19X" fmla="*/ 19 w 296"/>
                <a:gd name="GluePoint19Y" fmla="*/ 84 h 269"/>
                <a:gd name="GluePoint20X" fmla="*/ 19 w 296"/>
                <a:gd name="GluePoint20Y" fmla="*/ 74 h 269"/>
                <a:gd name="GluePoint21X" fmla="*/ 287 w 296"/>
                <a:gd name="GluePoint21Y" fmla="*/ 260 h 269"/>
                <a:gd name="GluePoint22X" fmla="*/ 10 w 296"/>
                <a:gd name="GluePoint22Y" fmla="*/ 260 h 269"/>
                <a:gd name="GluePoint23X" fmla="*/ 10 w 296"/>
                <a:gd name="GluePoint23Y" fmla="*/ 93 h 269"/>
                <a:gd name="GluePoint24X" fmla="*/ 287 w 296"/>
                <a:gd name="GluePoint24Y" fmla="*/ 93 h 269"/>
                <a:gd name="GluePoint25X" fmla="*/ 287 w 296"/>
                <a:gd name="GluePoint25Y" fmla="*/ 260 h 26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296" h="269">
                  <a:moveTo>
                    <a:pt x="47" y="65"/>
                  </a:moveTo>
                  <a:lnTo>
                    <a:pt x="33" y="65"/>
                  </a:lnTo>
                  <a:lnTo>
                    <a:pt x="33" y="64"/>
                  </a:lnTo>
                  <a:lnTo>
                    <a:pt x="246" y="10"/>
                  </a:lnTo>
                  <a:lnTo>
                    <a:pt x="244" y="0"/>
                  </a:lnTo>
                  <a:lnTo>
                    <a:pt x="23" y="57"/>
                  </a:lnTo>
                  <a:lnTo>
                    <a:pt x="23" y="65"/>
                  </a:lnTo>
                  <a:lnTo>
                    <a:pt x="10" y="65"/>
                  </a:lnTo>
                  <a:lnTo>
                    <a:pt x="10" y="84"/>
                  </a:lnTo>
                  <a:lnTo>
                    <a:pt x="0" y="84"/>
                  </a:lnTo>
                  <a:lnTo>
                    <a:pt x="0" y="269"/>
                  </a:lnTo>
                  <a:lnTo>
                    <a:pt x="296" y="269"/>
                  </a:lnTo>
                  <a:lnTo>
                    <a:pt x="296" y="84"/>
                  </a:lnTo>
                  <a:lnTo>
                    <a:pt x="47" y="84"/>
                  </a:lnTo>
                  <a:lnTo>
                    <a:pt x="47" y="65"/>
                  </a:lnTo>
                  <a:close/>
                  <a:moveTo>
                    <a:pt x="19" y="74"/>
                  </a:moveTo>
                  <a:lnTo>
                    <a:pt x="37" y="74"/>
                  </a:lnTo>
                  <a:lnTo>
                    <a:pt x="37" y="84"/>
                  </a:lnTo>
                  <a:lnTo>
                    <a:pt x="19" y="84"/>
                  </a:lnTo>
                  <a:lnTo>
                    <a:pt x="19" y="74"/>
                  </a:lnTo>
                  <a:close/>
                  <a:moveTo>
                    <a:pt x="287" y="260"/>
                  </a:moveTo>
                  <a:lnTo>
                    <a:pt x="10" y="260"/>
                  </a:lnTo>
                  <a:lnTo>
                    <a:pt x="10" y="93"/>
                  </a:lnTo>
                  <a:lnTo>
                    <a:pt x="287" y="93"/>
                  </a:lnTo>
                  <a:lnTo>
                    <a:pt x="287" y="26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82" name="Группа 389"/>
          <p:cNvGrpSpPr/>
          <p:nvPr/>
        </p:nvGrpSpPr>
        <p:grpSpPr>
          <a:xfrm>
            <a:off x="4825080" y="1744200"/>
            <a:ext cx="302040" cy="303120"/>
            <a:chOff x="4825080" y="1744200"/>
            <a:chExt cx="302040" cy="303120"/>
          </a:xfrm>
        </p:grpSpPr>
        <p:sp>
          <p:nvSpPr>
            <p:cNvPr id="2983" name="Freeform 60"/>
            <p:cNvSpPr/>
            <p:nvPr/>
          </p:nvSpPr>
          <p:spPr>
            <a:xfrm>
              <a:off x="4825080" y="1744200"/>
              <a:ext cx="302040" cy="30312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3120"/>
                <a:gd name="textAreaBottom" fmla="*/ 303480 h 303120"/>
                <a:gd name="GluePoint1X" fmla="*/ 128 w 256"/>
                <a:gd name="GluePoint1Y" fmla="*/ 0 h 256"/>
                <a:gd name="GluePoint2X" fmla="*/ 38 w 256"/>
                <a:gd name="GluePoint2Y" fmla="*/ 37 h 256"/>
                <a:gd name="GluePoint3X" fmla="*/ 0 w 256"/>
                <a:gd name="GluePoint3Y" fmla="*/ 128 h 256"/>
                <a:gd name="GluePoint4X" fmla="*/ 38 w 256"/>
                <a:gd name="GluePoint4Y" fmla="*/ 218 h 256"/>
                <a:gd name="GluePoint5X" fmla="*/ 128 w 256"/>
                <a:gd name="GluePoint5Y" fmla="*/ 256 h 256"/>
                <a:gd name="GluePoint6X" fmla="*/ 128 w 256"/>
                <a:gd name="GluePoint6Y" fmla="*/ 256 h 256"/>
                <a:gd name="GluePoint7X" fmla="*/ 128 w 256"/>
                <a:gd name="GluePoint7Y" fmla="*/ 256 h 256"/>
                <a:gd name="GluePoint8X" fmla="*/ 256 w 256"/>
                <a:gd name="GluePoint8Y" fmla="*/ 128 h 256"/>
                <a:gd name="GluePoint9X" fmla="*/ 219 w 256"/>
                <a:gd name="GluePoint9Y" fmla="*/ 37 h 256"/>
                <a:gd name="GluePoint10X" fmla="*/ 128 w 256"/>
                <a:gd name="GluePoint10Y" fmla="*/ 0 h 256"/>
                <a:gd name="GluePoint11X" fmla="*/ 128 w 256"/>
                <a:gd name="GluePoint11Y" fmla="*/ 248 h 256"/>
                <a:gd name="GluePoint12X" fmla="*/ 128 w 256"/>
                <a:gd name="GluePoint12Y" fmla="*/ 252 h 256"/>
                <a:gd name="GluePoint13X" fmla="*/ 128 w 256"/>
                <a:gd name="GluePoint13Y" fmla="*/ 248 h 256"/>
                <a:gd name="GluePoint14X" fmla="*/ 128 w 256"/>
                <a:gd name="GluePoint14Y" fmla="*/ 248 h 256"/>
                <a:gd name="GluePoint15X" fmla="*/ 43 w 256"/>
                <a:gd name="GluePoint15Y" fmla="*/ 213 h 256"/>
                <a:gd name="GluePoint16X" fmla="*/ 8 w 256"/>
                <a:gd name="GluePoint16Y" fmla="*/ 128 h 256"/>
                <a:gd name="GluePoint17X" fmla="*/ 43 w 256"/>
                <a:gd name="GluePoint17Y" fmla="*/ 43 h 256"/>
                <a:gd name="GluePoint18X" fmla="*/ 128 w 256"/>
                <a:gd name="GluePoint18Y" fmla="*/ 8 h 256"/>
                <a:gd name="GluePoint19X" fmla="*/ 213 w 256"/>
                <a:gd name="GluePoint19Y" fmla="*/ 43 h 256"/>
                <a:gd name="GluePoint20X" fmla="*/ 248 w 256"/>
                <a:gd name="GluePoint20Y" fmla="*/ 128 h 256"/>
                <a:gd name="GluePoint21X" fmla="*/ 128 w 256"/>
                <a:gd name="GluePoint21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99" y="256"/>
                    <a:pt x="256" y="198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128" y="248"/>
                  </a:moveTo>
                  <a:cubicBezTo>
                    <a:pt x="128" y="252"/>
                    <a:pt x="128" y="252"/>
                    <a:pt x="128" y="252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96" y="248"/>
                    <a:pt x="66" y="235"/>
                    <a:pt x="43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94"/>
                    <a:pt x="196" y="248"/>
                    <a:pt x="128" y="2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84" name="Freeform 61"/>
            <p:cNvSpPr/>
            <p:nvPr/>
          </p:nvSpPr>
          <p:spPr>
            <a:xfrm>
              <a:off x="4933440" y="1852920"/>
              <a:ext cx="84600" cy="8460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4600"/>
                <a:gd name="textAreaBottom" fmla="*/ 84960 h 84600"/>
                <a:gd name="GluePoint1X" fmla="*/ 36 w 72"/>
                <a:gd name="GluePoint1Y" fmla="*/ 0 h 72"/>
                <a:gd name="GluePoint2X" fmla="*/ 0 w 72"/>
                <a:gd name="GluePoint2Y" fmla="*/ 36 h 72"/>
                <a:gd name="GluePoint3X" fmla="*/ 36 w 72"/>
                <a:gd name="GluePoint3Y" fmla="*/ 72 h 72"/>
                <a:gd name="GluePoint4X" fmla="*/ 36 w 72"/>
                <a:gd name="GluePoint4Y" fmla="*/ 72 h 72"/>
                <a:gd name="GluePoint5X" fmla="*/ 72 w 72"/>
                <a:gd name="GluePoint5Y" fmla="*/ 36 h 72"/>
                <a:gd name="GluePoint6X" fmla="*/ 36 w 72"/>
                <a:gd name="GluePoint6Y" fmla="*/ 0 h 72"/>
                <a:gd name="GluePoint7X" fmla="*/ 36 w 72"/>
                <a:gd name="GluePoint7Y" fmla="*/ 64 h 72"/>
                <a:gd name="GluePoint8X" fmla="*/ 8 w 72"/>
                <a:gd name="GluePoint8Y" fmla="*/ 36 h 72"/>
                <a:gd name="GluePoint9X" fmla="*/ 36 w 72"/>
                <a:gd name="GluePoint9Y" fmla="*/ 8 h 72"/>
                <a:gd name="GluePoint10X" fmla="*/ 64 w 72"/>
                <a:gd name="GluePoint10Y" fmla="*/ 36 h 72"/>
                <a:gd name="GluePoint11X" fmla="*/ 36 w 72"/>
                <a:gd name="GluePoint11Y" fmla="*/ 64 h 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2" h="72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6" y="72"/>
                    <a:pt x="72" y="56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36" y="64"/>
                  </a:moveTo>
                  <a:cubicBezTo>
                    <a:pt x="21" y="64"/>
                    <a:pt x="8" y="51"/>
                    <a:pt x="8" y="36"/>
                  </a:cubicBezTo>
                  <a:cubicBezTo>
                    <a:pt x="8" y="20"/>
                    <a:pt x="21" y="8"/>
                    <a:pt x="36" y="8"/>
                  </a:cubicBezTo>
                  <a:cubicBezTo>
                    <a:pt x="52" y="8"/>
                    <a:pt x="64" y="20"/>
                    <a:pt x="64" y="36"/>
                  </a:cubicBezTo>
                  <a:cubicBezTo>
                    <a:pt x="64" y="51"/>
                    <a:pt x="52" y="64"/>
                    <a:pt x="36" y="6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480" bIns="42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85" name="Freeform 62"/>
            <p:cNvSpPr/>
            <p:nvPr/>
          </p:nvSpPr>
          <p:spPr>
            <a:xfrm>
              <a:off x="4895640" y="1895760"/>
              <a:ext cx="80640" cy="7956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9560"/>
                <a:gd name="textAreaBottom" fmla="*/ 79920 h 79560"/>
                <a:gd name="GluePoint1X" fmla="*/ 68 w 68"/>
                <a:gd name="GluePoint1Y" fmla="*/ 68 h 68"/>
                <a:gd name="GluePoint2X" fmla="*/ 68 w 68"/>
                <a:gd name="GluePoint2Y" fmla="*/ 60 h 68"/>
                <a:gd name="GluePoint3X" fmla="*/ 8 w 68"/>
                <a:gd name="GluePoint3Y" fmla="*/ 0 h 68"/>
                <a:gd name="GluePoint4X" fmla="*/ 0 w 68"/>
                <a:gd name="GluePoint4Y" fmla="*/ 0 h 68"/>
                <a:gd name="GluePoint5X" fmla="*/ 68 w 68"/>
                <a:gd name="GluePoint5Y" fmla="*/ 68 h 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8" h="68">
                  <a:moveTo>
                    <a:pt x="68" y="68"/>
                  </a:moveTo>
                  <a:cubicBezTo>
                    <a:pt x="68" y="60"/>
                    <a:pt x="68" y="60"/>
                    <a:pt x="68" y="60"/>
                  </a:cubicBezTo>
                  <a:cubicBezTo>
                    <a:pt x="35" y="60"/>
                    <a:pt x="8" y="33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31" y="68"/>
                    <a:pt x="68" y="6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960" bIns="39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86" name="Freeform 63"/>
            <p:cNvSpPr/>
            <p:nvPr/>
          </p:nvSpPr>
          <p:spPr>
            <a:xfrm>
              <a:off x="4976640" y="1815120"/>
              <a:ext cx="79560" cy="806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80640"/>
                <a:gd name="textAreaBottom" fmla="*/ 81000 h 80640"/>
                <a:gd name="GluePoint1X" fmla="*/ 0 w 68"/>
                <a:gd name="GluePoint1Y" fmla="*/ 0 h 68"/>
                <a:gd name="GluePoint2X" fmla="*/ 0 w 68"/>
                <a:gd name="GluePoint2Y" fmla="*/ 8 h 68"/>
                <a:gd name="GluePoint3X" fmla="*/ 60 w 68"/>
                <a:gd name="GluePoint3Y" fmla="*/ 68 h 68"/>
                <a:gd name="GluePoint4X" fmla="*/ 68 w 68"/>
                <a:gd name="GluePoint4Y" fmla="*/ 68 h 68"/>
                <a:gd name="GluePoint5X" fmla="*/ 0 w 68"/>
                <a:gd name="GluePoint5Y" fmla="*/ 0 h 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8" h="6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33" y="8"/>
                    <a:pt x="60" y="35"/>
                    <a:pt x="60" y="68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68" y="30"/>
                    <a:pt x="38" y="0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0320" bIns="40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87" name="Freeform 64"/>
            <p:cNvSpPr/>
            <p:nvPr/>
          </p:nvSpPr>
          <p:spPr>
            <a:xfrm>
              <a:off x="4862880" y="1895760"/>
              <a:ext cx="113400" cy="11340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13400"/>
                <a:gd name="textAreaBottom" fmla="*/ 113760 h 113400"/>
                <a:gd name="GluePoint1X" fmla="*/ 8 w 96"/>
                <a:gd name="GluePoint1Y" fmla="*/ 0 h 96"/>
                <a:gd name="GluePoint2X" fmla="*/ 0 w 96"/>
                <a:gd name="GluePoint2Y" fmla="*/ 0 h 96"/>
                <a:gd name="GluePoint3X" fmla="*/ 96 w 96"/>
                <a:gd name="GluePoint3Y" fmla="*/ 96 h 96"/>
                <a:gd name="GluePoint4X" fmla="*/ 96 w 96"/>
                <a:gd name="GluePoint4Y" fmla="*/ 88 h 96"/>
                <a:gd name="GluePoint5X" fmla="*/ 8 w 96"/>
                <a:gd name="GluePoint5Y" fmla="*/ 0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6" h="96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3"/>
                    <a:pt x="44" y="96"/>
                    <a:pt x="96" y="96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48" y="88"/>
                    <a:pt x="8" y="48"/>
                    <a:pt x="8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88" name="Freeform 65"/>
            <p:cNvSpPr/>
            <p:nvPr/>
          </p:nvSpPr>
          <p:spPr>
            <a:xfrm>
              <a:off x="4976640" y="1782000"/>
              <a:ext cx="112320" cy="11340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113400"/>
                <a:gd name="textAreaBottom" fmla="*/ 113760 h 113400"/>
                <a:gd name="GluePoint1X" fmla="*/ 0 w 96"/>
                <a:gd name="GluePoint1Y" fmla="*/ 0 h 96"/>
                <a:gd name="GluePoint2X" fmla="*/ 0 w 96"/>
                <a:gd name="GluePoint2Y" fmla="*/ 8 h 96"/>
                <a:gd name="GluePoint3X" fmla="*/ 88 w 96"/>
                <a:gd name="GluePoint3Y" fmla="*/ 96 h 96"/>
                <a:gd name="GluePoint4X" fmla="*/ 96 w 96"/>
                <a:gd name="GluePoint4Y" fmla="*/ 96 h 96"/>
                <a:gd name="GluePoint5X" fmla="*/ 0 w 96"/>
                <a:gd name="GluePoint5Y" fmla="*/ 0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6" h="96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49" y="8"/>
                    <a:pt x="88" y="47"/>
                    <a:pt x="88" y="96"/>
                  </a:cubicBezTo>
                  <a:cubicBezTo>
                    <a:pt x="96" y="96"/>
                    <a:pt x="96" y="96"/>
                    <a:pt x="96" y="96"/>
                  </a:cubicBezTo>
                  <a:cubicBezTo>
                    <a:pt x="96" y="43"/>
                    <a:pt x="53" y="0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89" name="Группа 390"/>
          <p:cNvGrpSpPr/>
          <p:nvPr/>
        </p:nvGrpSpPr>
        <p:grpSpPr>
          <a:xfrm>
            <a:off x="5217480" y="1744200"/>
            <a:ext cx="303120" cy="303120"/>
            <a:chOff x="5217480" y="1744200"/>
            <a:chExt cx="303120" cy="303120"/>
          </a:xfrm>
        </p:grpSpPr>
        <p:sp>
          <p:nvSpPr>
            <p:cNvPr id="2990" name="Freeform 66"/>
            <p:cNvSpPr/>
            <p:nvPr/>
          </p:nvSpPr>
          <p:spPr>
            <a:xfrm>
              <a:off x="5217480" y="1744200"/>
              <a:ext cx="303120" cy="3031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303120"/>
                <a:gd name="textAreaBottom" fmla="*/ 303480 h 303120"/>
                <a:gd name="GluePoint1X" fmla="*/ 0 w 296"/>
                <a:gd name="GluePoint1Y" fmla="*/ 296 h 296"/>
                <a:gd name="GluePoint2X" fmla="*/ 296 w 296"/>
                <a:gd name="GluePoint2Y" fmla="*/ 296 h 296"/>
                <a:gd name="GluePoint3X" fmla="*/ 296 w 296"/>
                <a:gd name="GluePoint3Y" fmla="*/ 0 h 296"/>
                <a:gd name="GluePoint4X" fmla="*/ 0 w 296"/>
                <a:gd name="GluePoint4Y" fmla="*/ 0 h 296"/>
                <a:gd name="GluePoint5X" fmla="*/ 0 w 296"/>
                <a:gd name="GluePoint5Y" fmla="*/ 296 h 296"/>
                <a:gd name="GluePoint6X" fmla="*/ 9 w 296"/>
                <a:gd name="GluePoint6Y" fmla="*/ 9 h 296"/>
                <a:gd name="GluePoint7X" fmla="*/ 286 w 296"/>
                <a:gd name="GluePoint7Y" fmla="*/ 9 h 296"/>
                <a:gd name="GluePoint8X" fmla="*/ 286 w 296"/>
                <a:gd name="GluePoint8Y" fmla="*/ 286 h 296"/>
                <a:gd name="GluePoint9X" fmla="*/ 9 w 296"/>
                <a:gd name="GluePoint9Y" fmla="*/ 286 h 296"/>
                <a:gd name="GluePoint10X" fmla="*/ 9 w 296"/>
                <a:gd name="GluePoint10Y" fmla="*/ 9 h 2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96" h="296">
                  <a:moveTo>
                    <a:pt x="0" y="296"/>
                  </a:moveTo>
                  <a:lnTo>
                    <a:pt x="296" y="296"/>
                  </a:lnTo>
                  <a:lnTo>
                    <a:pt x="296" y="0"/>
                  </a:lnTo>
                  <a:lnTo>
                    <a:pt x="0" y="0"/>
                  </a:lnTo>
                  <a:lnTo>
                    <a:pt x="0" y="296"/>
                  </a:lnTo>
                  <a:close/>
                  <a:moveTo>
                    <a:pt x="9" y="9"/>
                  </a:moveTo>
                  <a:lnTo>
                    <a:pt x="286" y="9"/>
                  </a:lnTo>
                  <a:lnTo>
                    <a:pt x="286" y="286"/>
                  </a:lnTo>
                  <a:lnTo>
                    <a:pt x="9" y="286"/>
                  </a:lnTo>
                  <a:lnTo>
                    <a:pt x="9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91" name="Freeform 67"/>
            <p:cNvSpPr/>
            <p:nvPr/>
          </p:nvSpPr>
          <p:spPr>
            <a:xfrm>
              <a:off x="5454360" y="1771920"/>
              <a:ext cx="37440" cy="222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222120"/>
                <a:gd name="textAreaBottom" fmla="*/ 222480 h 222120"/>
                <a:gd name="GluePoint1X" fmla="*/ 9 w 37"/>
                <a:gd name="GluePoint1Y" fmla="*/ 47 h 217"/>
                <a:gd name="GluePoint2X" fmla="*/ 28 w 37"/>
                <a:gd name="GluePoint2Y" fmla="*/ 47 h 217"/>
                <a:gd name="GluePoint3X" fmla="*/ 28 w 37"/>
                <a:gd name="GluePoint3Y" fmla="*/ 177 h 217"/>
                <a:gd name="GluePoint4X" fmla="*/ 2 w 37"/>
                <a:gd name="GluePoint4Y" fmla="*/ 190 h 217"/>
                <a:gd name="GluePoint5X" fmla="*/ 0 w 37"/>
                <a:gd name="GluePoint5Y" fmla="*/ 195 h 217"/>
                <a:gd name="GluePoint6X" fmla="*/ 0 w 37"/>
                <a:gd name="GluePoint6Y" fmla="*/ 213 h 217"/>
                <a:gd name="GluePoint7X" fmla="*/ 7 w 37"/>
                <a:gd name="GluePoint7Y" fmla="*/ 217 h 217"/>
                <a:gd name="GluePoint8X" fmla="*/ 35 w 37"/>
                <a:gd name="GluePoint8Y" fmla="*/ 203 h 217"/>
                <a:gd name="GluePoint9X" fmla="*/ 37 w 37"/>
                <a:gd name="GluePoint9Y" fmla="*/ 199 h 217"/>
                <a:gd name="GluePoint10X" fmla="*/ 37 w 37"/>
                <a:gd name="GluePoint10Y" fmla="*/ 195 h 217"/>
                <a:gd name="GluePoint11X" fmla="*/ 37 w 37"/>
                <a:gd name="GluePoint11Y" fmla="*/ 181 h 217"/>
                <a:gd name="GluePoint12X" fmla="*/ 37 w 37"/>
                <a:gd name="GluePoint12Y" fmla="*/ 47 h 217"/>
                <a:gd name="GluePoint13X" fmla="*/ 37 w 37"/>
                <a:gd name="GluePoint13Y" fmla="*/ 42 h 217"/>
                <a:gd name="GluePoint14X" fmla="*/ 37 w 37"/>
                <a:gd name="GluePoint14Y" fmla="*/ 0 h 217"/>
                <a:gd name="GluePoint15X" fmla="*/ 9 w 37"/>
                <a:gd name="GluePoint15Y" fmla="*/ 0 h 217"/>
                <a:gd name="GluePoint16X" fmla="*/ 9 w 37"/>
                <a:gd name="GluePoint16Y" fmla="*/ 47 h 217"/>
                <a:gd name="GluePoint17X" fmla="*/ 28 w 37"/>
                <a:gd name="GluePoint17Y" fmla="*/ 196 h 217"/>
                <a:gd name="GluePoint18X" fmla="*/ 9 w 37"/>
                <a:gd name="GluePoint18Y" fmla="*/ 205 h 217"/>
                <a:gd name="GluePoint19X" fmla="*/ 9 w 37"/>
                <a:gd name="GluePoint19Y" fmla="*/ 197 h 217"/>
                <a:gd name="GluePoint20X" fmla="*/ 28 w 37"/>
                <a:gd name="GluePoint20Y" fmla="*/ 188 h 217"/>
                <a:gd name="GluePoint21X" fmla="*/ 28 w 37"/>
                <a:gd name="GluePoint21Y" fmla="*/ 195 h 217"/>
                <a:gd name="GluePoint22X" fmla="*/ 28 w 37"/>
                <a:gd name="GluePoint22Y" fmla="*/ 196 h 217"/>
                <a:gd name="GluePoint23X" fmla="*/ 18 w 37"/>
                <a:gd name="GluePoint23Y" fmla="*/ 10 h 217"/>
                <a:gd name="GluePoint24X" fmla="*/ 28 w 37"/>
                <a:gd name="GluePoint24Y" fmla="*/ 10 h 217"/>
                <a:gd name="GluePoint25X" fmla="*/ 28 w 37"/>
                <a:gd name="GluePoint25Y" fmla="*/ 37 h 217"/>
                <a:gd name="GluePoint26X" fmla="*/ 18 w 37"/>
                <a:gd name="GluePoint26Y" fmla="*/ 37 h 217"/>
                <a:gd name="GluePoint27X" fmla="*/ 18 w 37"/>
                <a:gd name="GluePoint27Y" fmla="*/ 10 h 2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37" h="217">
                  <a:moveTo>
                    <a:pt x="9" y="47"/>
                  </a:moveTo>
                  <a:lnTo>
                    <a:pt x="28" y="47"/>
                  </a:lnTo>
                  <a:lnTo>
                    <a:pt x="28" y="177"/>
                  </a:lnTo>
                  <a:lnTo>
                    <a:pt x="2" y="190"/>
                  </a:lnTo>
                  <a:lnTo>
                    <a:pt x="0" y="195"/>
                  </a:lnTo>
                  <a:lnTo>
                    <a:pt x="0" y="213"/>
                  </a:lnTo>
                  <a:lnTo>
                    <a:pt x="7" y="217"/>
                  </a:lnTo>
                  <a:lnTo>
                    <a:pt x="35" y="203"/>
                  </a:lnTo>
                  <a:lnTo>
                    <a:pt x="37" y="199"/>
                  </a:lnTo>
                  <a:lnTo>
                    <a:pt x="37" y="195"/>
                  </a:lnTo>
                  <a:lnTo>
                    <a:pt x="37" y="181"/>
                  </a:lnTo>
                  <a:lnTo>
                    <a:pt x="37" y="47"/>
                  </a:lnTo>
                  <a:lnTo>
                    <a:pt x="37" y="42"/>
                  </a:lnTo>
                  <a:lnTo>
                    <a:pt x="37" y="0"/>
                  </a:lnTo>
                  <a:lnTo>
                    <a:pt x="9" y="0"/>
                  </a:lnTo>
                  <a:lnTo>
                    <a:pt x="9" y="47"/>
                  </a:lnTo>
                  <a:close/>
                  <a:moveTo>
                    <a:pt x="28" y="196"/>
                  </a:moveTo>
                  <a:lnTo>
                    <a:pt x="9" y="205"/>
                  </a:lnTo>
                  <a:lnTo>
                    <a:pt x="9" y="197"/>
                  </a:lnTo>
                  <a:lnTo>
                    <a:pt x="28" y="188"/>
                  </a:lnTo>
                  <a:lnTo>
                    <a:pt x="28" y="195"/>
                  </a:lnTo>
                  <a:lnTo>
                    <a:pt x="28" y="196"/>
                  </a:lnTo>
                  <a:close/>
                  <a:moveTo>
                    <a:pt x="18" y="10"/>
                  </a:moveTo>
                  <a:lnTo>
                    <a:pt x="28" y="10"/>
                  </a:lnTo>
                  <a:lnTo>
                    <a:pt x="28" y="37"/>
                  </a:lnTo>
                  <a:lnTo>
                    <a:pt x="18" y="37"/>
                  </a:lnTo>
                  <a:lnTo>
                    <a:pt x="18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92" name="Freeform 68"/>
            <p:cNvSpPr/>
            <p:nvPr/>
          </p:nvSpPr>
          <p:spPr>
            <a:xfrm>
              <a:off x="5236920" y="1762560"/>
              <a:ext cx="222120" cy="223200"/>
            </a:xfrm>
            <a:custGeom>
              <a:avLst/>
              <a:gdLst>
                <a:gd name="textAreaLeft" fmla="*/ 0 w 222120"/>
                <a:gd name="textAreaRight" fmla="*/ 222480 w 222120"/>
                <a:gd name="textAreaTop" fmla="*/ 0 h 223200"/>
                <a:gd name="textAreaBottom" fmla="*/ 223560 h 223200"/>
                <a:gd name="GluePoint1X" fmla="*/ 94 w 188"/>
                <a:gd name="GluePoint1Y" fmla="*/ 0 h 188"/>
                <a:gd name="GluePoint2X" fmla="*/ 0 w 188"/>
                <a:gd name="GluePoint2Y" fmla="*/ 94 h 188"/>
                <a:gd name="GluePoint3X" fmla="*/ 94 w 188"/>
                <a:gd name="GluePoint3Y" fmla="*/ 188 h 188"/>
                <a:gd name="GluePoint4X" fmla="*/ 188 w 188"/>
                <a:gd name="GluePoint4Y" fmla="*/ 94 h 188"/>
                <a:gd name="GluePoint5X" fmla="*/ 94 w 188"/>
                <a:gd name="GluePoint5Y" fmla="*/ 0 h 188"/>
                <a:gd name="GluePoint6X" fmla="*/ 94 w 188"/>
                <a:gd name="GluePoint6Y" fmla="*/ 180 h 188"/>
                <a:gd name="GluePoint7X" fmla="*/ 8 w 188"/>
                <a:gd name="GluePoint7Y" fmla="*/ 94 h 188"/>
                <a:gd name="GluePoint8X" fmla="*/ 94 w 188"/>
                <a:gd name="GluePoint8Y" fmla="*/ 8 h 188"/>
                <a:gd name="GluePoint9X" fmla="*/ 180 w 188"/>
                <a:gd name="GluePoint9Y" fmla="*/ 94 h 188"/>
                <a:gd name="GluePoint10X" fmla="*/ 94 w 188"/>
                <a:gd name="GluePoint10Y" fmla="*/ 180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88" h="188">
                  <a:moveTo>
                    <a:pt x="94" y="0"/>
                  </a:moveTo>
                  <a:cubicBezTo>
                    <a:pt x="42" y="0"/>
                    <a:pt x="0" y="42"/>
                    <a:pt x="0" y="94"/>
                  </a:cubicBezTo>
                  <a:cubicBezTo>
                    <a:pt x="0" y="146"/>
                    <a:pt x="42" y="188"/>
                    <a:pt x="94" y="188"/>
                  </a:cubicBezTo>
                  <a:cubicBezTo>
                    <a:pt x="146" y="188"/>
                    <a:pt x="188" y="146"/>
                    <a:pt x="188" y="94"/>
                  </a:cubicBezTo>
                  <a:cubicBezTo>
                    <a:pt x="188" y="42"/>
                    <a:pt x="146" y="0"/>
                    <a:pt x="94" y="0"/>
                  </a:cubicBezTo>
                  <a:close/>
                  <a:moveTo>
                    <a:pt x="94" y="180"/>
                  </a:moveTo>
                  <a:cubicBezTo>
                    <a:pt x="47" y="180"/>
                    <a:pt x="8" y="141"/>
                    <a:pt x="8" y="94"/>
                  </a:cubicBezTo>
                  <a:cubicBezTo>
                    <a:pt x="8" y="46"/>
                    <a:pt x="47" y="8"/>
                    <a:pt x="94" y="8"/>
                  </a:cubicBezTo>
                  <a:cubicBezTo>
                    <a:pt x="142" y="8"/>
                    <a:pt x="180" y="46"/>
                    <a:pt x="180" y="94"/>
                  </a:cubicBezTo>
                  <a:cubicBezTo>
                    <a:pt x="180" y="141"/>
                    <a:pt x="142" y="180"/>
                    <a:pt x="94" y="1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93" name="Freeform 69"/>
            <p:cNvSpPr/>
            <p:nvPr/>
          </p:nvSpPr>
          <p:spPr>
            <a:xfrm>
              <a:off x="5314680" y="1840680"/>
              <a:ext cx="65160" cy="6624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6240"/>
                <a:gd name="textAreaBottom" fmla="*/ 66600 h 66240"/>
                <a:gd name="GluePoint1X" fmla="*/ 28 w 56"/>
                <a:gd name="GluePoint1Y" fmla="*/ 0 h 56"/>
                <a:gd name="GluePoint2X" fmla="*/ 0 w 56"/>
                <a:gd name="GluePoint2Y" fmla="*/ 28 h 56"/>
                <a:gd name="GluePoint3X" fmla="*/ 28 w 56"/>
                <a:gd name="GluePoint3Y" fmla="*/ 56 h 56"/>
                <a:gd name="GluePoint4X" fmla="*/ 56 w 56"/>
                <a:gd name="GluePoint4Y" fmla="*/ 28 h 56"/>
                <a:gd name="GluePoint5X" fmla="*/ 28 w 56"/>
                <a:gd name="GluePoint5Y" fmla="*/ 0 h 56"/>
                <a:gd name="GluePoint6X" fmla="*/ 28 w 56"/>
                <a:gd name="GluePoint6Y" fmla="*/ 48 h 56"/>
                <a:gd name="GluePoint7X" fmla="*/ 8 w 56"/>
                <a:gd name="GluePoint7Y" fmla="*/ 28 h 56"/>
                <a:gd name="GluePoint8X" fmla="*/ 28 w 56"/>
                <a:gd name="GluePoint8Y" fmla="*/ 8 h 56"/>
                <a:gd name="GluePoint9X" fmla="*/ 48 w 56"/>
                <a:gd name="GluePoint9Y" fmla="*/ 28 h 56"/>
                <a:gd name="GluePoint10X" fmla="*/ 28 w 56"/>
                <a:gd name="GluePoint10Y" fmla="*/ 4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0"/>
                  </a:move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4" y="56"/>
                    <a:pt x="56" y="43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94" name="Freeform 70"/>
            <p:cNvSpPr/>
            <p:nvPr/>
          </p:nvSpPr>
          <p:spPr>
            <a:xfrm>
              <a:off x="5236920" y="2004480"/>
              <a:ext cx="36360" cy="2304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23040"/>
                <a:gd name="textAreaBottom" fmla="*/ 23400 h 23040"/>
                <a:gd name="GluePoint1X" fmla="*/ 0 w 36"/>
                <a:gd name="GluePoint1Y" fmla="*/ 23 h 23"/>
                <a:gd name="GluePoint2X" fmla="*/ 36 w 36"/>
                <a:gd name="GluePoint2Y" fmla="*/ 23 h 23"/>
                <a:gd name="GluePoint3X" fmla="*/ 36 w 36"/>
                <a:gd name="GluePoint3Y" fmla="*/ 0 h 23"/>
                <a:gd name="GluePoint4X" fmla="*/ 0 w 36"/>
                <a:gd name="GluePoint4Y" fmla="*/ 0 h 23"/>
                <a:gd name="GluePoint5X" fmla="*/ 0 w 36"/>
                <a:gd name="GluePoint5Y" fmla="*/ 23 h 23"/>
                <a:gd name="GluePoint6X" fmla="*/ 9 w 36"/>
                <a:gd name="GluePoint6Y" fmla="*/ 9 h 23"/>
                <a:gd name="GluePoint7X" fmla="*/ 27 w 36"/>
                <a:gd name="GluePoint7Y" fmla="*/ 9 h 23"/>
                <a:gd name="GluePoint8X" fmla="*/ 27 w 36"/>
                <a:gd name="GluePoint8Y" fmla="*/ 14 h 23"/>
                <a:gd name="GluePoint9X" fmla="*/ 9 w 36"/>
                <a:gd name="GluePoint9Y" fmla="*/ 14 h 23"/>
                <a:gd name="GluePoint10X" fmla="*/ 9 w 36"/>
                <a:gd name="GluePoint10Y" fmla="*/ 9 h 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6" h="23">
                  <a:moveTo>
                    <a:pt x="0" y="23"/>
                  </a:moveTo>
                  <a:lnTo>
                    <a:pt x="36" y="23"/>
                  </a:lnTo>
                  <a:lnTo>
                    <a:pt x="36" y="0"/>
                  </a:lnTo>
                  <a:lnTo>
                    <a:pt x="0" y="0"/>
                  </a:lnTo>
                  <a:lnTo>
                    <a:pt x="0" y="23"/>
                  </a:lnTo>
                  <a:close/>
                  <a:moveTo>
                    <a:pt x="9" y="9"/>
                  </a:moveTo>
                  <a:lnTo>
                    <a:pt x="27" y="9"/>
                  </a:lnTo>
                  <a:lnTo>
                    <a:pt x="27" y="14"/>
                  </a:lnTo>
                  <a:lnTo>
                    <a:pt x="9" y="14"/>
                  </a:lnTo>
                  <a:lnTo>
                    <a:pt x="9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95" name="Freeform 71"/>
            <p:cNvSpPr/>
            <p:nvPr/>
          </p:nvSpPr>
          <p:spPr>
            <a:xfrm>
              <a:off x="5284080" y="2004480"/>
              <a:ext cx="37440" cy="230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23040"/>
                <a:gd name="textAreaBottom" fmla="*/ 23400 h 23040"/>
                <a:gd name="GluePoint1X" fmla="*/ 0 w 37"/>
                <a:gd name="GluePoint1Y" fmla="*/ 23 h 23"/>
                <a:gd name="GluePoint2X" fmla="*/ 37 w 37"/>
                <a:gd name="GluePoint2Y" fmla="*/ 23 h 23"/>
                <a:gd name="GluePoint3X" fmla="*/ 37 w 37"/>
                <a:gd name="GluePoint3Y" fmla="*/ 0 h 23"/>
                <a:gd name="GluePoint4X" fmla="*/ 0 w 37"/>
                <a:gd name="GluePoint4Y" fmla="*/ 0 h 23"/>
                <a:gd name="GluePoint5X" fmla="*/ 0 w 37"/>
                <a:gd name="GluePoint5Y" fmla="*/ 23 h 23"/>
                <a:gd name="GluePoint6X" fmla="*/ 9 w 37"/>
                <a:gd name="GluePoint6Y" fmla="*/ 9 h 23"/>
                <a:gd name="GluePoint7X" fmla="*/ 27 w 37"/>
                <a:gd name="GluePoint7Y" fmla="*/ 9 h 23"/>
                <a:gd name="GluePoint8X" fmla="*/ 27 w 37"/>
                <a:gd name="GluePoint8Y" fmla="*/ 14 h 23"/>
                <a:gd name="GluePoint9X" fmla="*/ 9 w 37"/>
                <a:gd name="GluePoint9Y" fmla="*/ 14 h 23"/>
                <a:gd name="GluePoint10X" fmla="*/ 9 w 37"/>
                <a:gd name="GluePoint10Y" fmla="*/ 9 h 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7" h="23">
                  <a:moveTo>
                    <a:pt x="0" y="23"/>
                  </a:moveTo>
                  <a:lnTo>
                    <a:pt x="37" y="23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23"/>
                  </a:lnTo>
                  <a:close/>
                  <a:moveTo>
                    <a:pt x="9" y="9"/>
                  </a:moveTo>
                  <a:lnTo>
                    <a:pt x="27" y="9"/>
                  </a:lnTo>
                  <a:lnTo>
                    <a:pt x="27" y="14"/>
                  </a:lnTo>
                  <a:lnTo>
                    <a:pt x="9" y="14"/>
                  </a:lnTo>
                  <a:lnTo>
                    <a:pt x="9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520" bIns="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96" name="Группа 391"/>
          <p:cNvGrpSpPr/>
          <p:nvPr/>
        </p:nvGrpSpPr>
        <p:grpSpPr>
          <a:xfrm>
            <a:off x="5612040" y="1815120"/>
            <a:ext cx="299880" cy="160560"/>
            <a:chOff x="5612040" y="1815120"/>
            <a:chExt cx="299880" cy="160560"/>
          </a:xfrm>
        </p:grpSpPr>
        <p:sp>
          <p:nvSpPr>
            <p:cNvPr id="2997" name="Freeform 72"/>
            <p:cNvSpPr/>
            <p:nvPr/>
          </p:nvSpPr>
          <p:spPr>
            <a:xfrm>
              <a:off x="5648040" y="1815120"/>
              <a:ext cx="263880" cy="12276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122760"/>
                <a:gd name="textAreaBottom" fmla="*/ 123120 h 122760"/>
                <a:gd name="GluePoint1X" fmla="*/ 217 w 258"/>
                <a:gd name="GluePoint1Y" fmla="*/ 104 h 120"/>
                <a:gd name="GluePoint2X" fmla="*/ 193 w 258"/>
                <a:gd name="GluePoint2Y" fmla="*/ 80 h 120"/>
                <a:gd name="GluePoint3X" fmla="*/ 186 w 258"/>
                <a:gd name="GluePoint3Y" fmla="*/ 87 h 120"/>
                <a:gd name="GluePoint4X" fmla="*/ 219 w 258"/>
                <a:gd name="GluePoint4Y" fmla="*/ 120 h 120"/>
                <a:gd name="GluePoint5X" fmla="*/ 226 w 258"/>
                <a:gd name="GluePoint5Y" fmla="*/ 120 h 120"/>
                <a:gd name="GluePoint6X" fmla="*/ 258 w 258"/>
                <a:gd name="GluePoint6Y" fmla="*/ 87 h 120"/>
                <a:gd name="GluePoint7X" fmla="*/ 251 w 258"/>
                <a:gd name="GluePoint7Y" fmla="*/ 80 h 120"/>
                <a:gd name="GluePoint8X" fmla="*/ 227 w 258"/>
                <a:gd name="GluePoint8Y" fmla="*/ 104 h 120"/>
                <a:gd name="GluePoint9X" fmla="*/ 227 w 258"/>
                <a:gd name="GluePoint9Y" fmla="*/ 0 h 120"/>
                <a:gd name="GluePoint10X" fmla="*/ 0 w 258"/>
                <a:gd name="GluePoint10Y" fmla="*/ 0 h 120"/>
                <a:gd name="GluePoint11X" fmla="*/ 0 w 258"/>
                <a:gd name="GluePoint11Y" fmla="*/ 9 h 120"/>
                <a:gd name="GluePoint12X" fmla="*/ 217 w 258"/>
                <a:gd name="GluePoint12Y" fmla="*/ 9 h 120"/>
                <a:gd name="GluePoint13X" fmla="*/ 217 w 258"/>
                <a:gd name="GluePoint13Y" fmla="*/ 104 h 1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58" h="120">
                  <a:moveTo>
                    <a:pt x="217" y="104"/>
                  </a:moveTo>
                  <a:lnTo>
                    <a:pt x="193" y="80"/>
                  </a:lnTo>
                  <a:lnTo>
                    <a:pt x="186" y="87"/>
                  </a:lnTo>
                  <a:lnTo>
                    <a:pt x="219" y="120"/>
                  </a:lnTo>
                  <a:lnTo>
                    <a:pt x="226" y="120"/>
                  </a:lnTo>
                  <a:lnTo>
                    <a:pt x="258" y="87"/>
                  </a:lnTo>
                  <a:lnTo>
                    <a:pt x="251" y="80"/>
                  </a:lnTo>
                  <a:lnTo>
                    <a:pt x="227" y="104"/>
                  </a:lnTo>
                  <a:lnTo>
                    <a:pt x="227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217" y="9"/>
                  </a:lnTo>
                  <a:lnTo>
                    <a:pt x="217" y="1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2998" name="Freeform 73"/>
            <p:cNvSpPr/>
            <p:nvPr/>
          </p:nvSpPr>
          <p:spPr>
            <a:xfrm>
              <a:off x="5612040" y="1852920"/>
              <a:ext cx="263160" cy="122760"/>
            </a:xfrm>
            <a:custGeom>
              <a:avLst/>
              <a:gdLst>
                <a:gd name="textAreaLeft" fmla="*/ 0 w 263160"/>
                <a:gd name="textAreaRight" fmla="*/ 263520 w 263160"/>
                <a:gd name="textAreaTop" fmla="*/ 0 h 122760"/>
                <a:gd name="textAreaBottom" fmla="*/ 123120 h 122760"/>
                <a:gd name="GluePoint1X" fmla="*/ 31 w 257"/>
                <a:gd name="GluePoint1Y" fmla="*/ 15 h 120"/>
                <a:gd name="GluePoint2X" fmla="*/ 31 w 257"/>
                <a:gd name="GluePoint2Y" fmla="*/ 120 h 120"/>
                <a:gd name="GluePoint3X" fmla="*/ 257 w 257"/>
                <a:gd name="GluePoint3Y" fmla="*/ 120 h 120"/>
                <a:gd name="GluePoint4X" fmla="*/ 257 w 257"/>
                <a:gd name="GluePoint4Y" fmla="*/ 111 h 120"/>
                <a:gd name="GluePoint5X" fmla="*/ 40 w 257"/>
                <a:gd name="GluePoint5Y" fmla="*/ 111 h 120"/>
                <a:gd name="GluePoint6X" fmla="*/ 40 w 257"/>
                <a:gd name="GluePoint6Y" fmla="*/ 15 h 120"/>
                <a:gd name="GluePoint7X" fmla="*/ 64 w 257"/>
                <a:gd name="GluePoint7Y" fmla="*/ 40 h 120"/>
                <a:gd name="GluePoint8X" fmla="*/ 71 w 257"/>
                <a:gd name="GluePoint8Y" fmla="*/ 32 h 120"/>
                <a:gd name="GluePoint9X" fmla="*/ 39 w 257"/>
                <a:gd name="GluePoint9Y" fmla="*/ 0 h 120"/>
                <a:gd name="GluePoint10X" fmla="*/ 32 w 257"/>
                <a:gd name="GluePoint10Y" fmla="*/ 0 h 120"/>
                <a:gd name="GluePoint11X" fmla="*/ 0 w 257"/>
                <a:gd name="GluePoint11Y" fmla="*/ 32 h 120"/>
                <a:gd name="GluePoint12X" fmla="*/ 6 w 257"/>
                <a:gd name="GluePoint12Y" fmla="*/ 39 h 120"/>
                <a:gd name="GluePoint13X" fmla="*/ 31 w 257"/>
                <a:gd name="GluePoint13Y" fmla="*/ 15 h 1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57" h="120">
                  <a:moveTo>
                    <a:pt x="31" y="15"/>
                  </a:moveTo>
                  <a:lnTo>
                    <a:pt x="31" y="120"/>
                  </a:lnTo>
                  <a:lnTo>
                    <a:pt x="257" y="120"/>
                  </a:lnTo>
                  <a:lnTo>
                    <a:pt x="257" y="111"/>
                  </a:lnTo>
                  <a:lnTo>
                    <a:pt x="40" y="111"/>
                  </a:lnTo>
                  <a:lnTo>
                    <a:pt x="40" y="15"/>
                  </a:lnTo>
                  <a:lnTo>
                    <a:pt x="64" y="40"/>
                  </a:lnTo>
                  <a:lnTo>
                    <a:pt x="71" y="32"/>
                  </a:lnTo>
                  <a:lnTo>
                    <a:pt x="39" y="0"/>
                  </a:lnTo>
                  <a:lnTo>
                    <a:pt x="32" y="0"/>
                  </a:lnTo>
                  <a:lnTo>
                    <a:pt x="0" y="32"/>
                  </a:lnTo>
                  <a:lnTo>
                    <a:pt x="6" y="39"/>
                  </a:lnTo>
                  <a:lnTo>
                    <a:pt x="31" y="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2999" name="Группа 392"/>
          <p:cNvGrpSpPr/>
          <p:nvPr/>
        </p:nvGrpSpPr>
        <p:grpSpPr>
          <a:xfrm>
            <a:off x="6003720" y="1744200"/>
            <a:ext cx="302040" cy="303120"/>
            <a:chOff x="6003720" y="1744200"/>
            <a:chExt cx="302040" cy="303120"/>
          </a:xfrm>
        </p:grpSpPr>
        <p:sp>
          <p:nvSpPr>
            <p:cNvPr id="3000" name="Freeform 74"/>
            <p:cNvSpPr/>
            <p:nvPr/>
          </p:nvSpPr>
          <p:spPr>
            <a:xfrm>
              <a:off x="6064920" y="1839600"/>
              <a:ext cx="75600" cy="1112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11240"/>
                <a:gd name="textAreaBottom" fmla="*/ 111600 h 111240"/>
                <a:gd name="GluePoint1X" fmla="*/ 0 w 74"/>
                <a:gd name="GluePoint1Y" fmla="*/ 51 h 109"/>
                <a:gd name="GluePoint2X" fmla="*/ 0 w 74"/>
                <a:gd name="GluePoint2Y" fmla="*/ 58 h 109"/>
                <a:gd name="GluePoint3X" fmla="*/ 66 w 74"/>
                <a:gd name="GluePoint3Y" fmla="*/ 109 h 109"/>
                <a:gd name="GluePoint4X" fmla="*/ 74 w 74"/>
                <a:gd name="GluePoint4Y" fmla="*/ 105 h 109"/>
                <a:gd name="GluePoint5X" fmla="*/ 74 w 74"/>
                <a:gd name="GluePoint5Y" fmla="*/ 4 h 109"/>
                <a:gd name="GluePoint6X" fmla="*/ 66 w 74"/>
                <a:gd name="GluePoint6Y" fmla="*/ 0 h 109"/>
                <a:gd name="GluePoint7X" fmla="*/ 0 w 74"/>
                <a:gd name="GluePoint7Y" fmla="*/ 51 h 109"/>
                <a:gd name="GluePoint8X" fmla="*/ 64 w 74"/>
                <a:gd name="GluePoint8Y" fmla="*/ 95 h 109"/>
                <a:gd name="GluePoint9X" fmla="*/ 12 w 74"/>
                <a:gd name="GluePoint9Y" fmla="*/ 55 h 109"/>
                <a:gd name="GluePoint10X" fmla="*/ 64 w 74"/>
                <a:gd name="GluePoint10Y" fmla="*/ 13 h 109"/>
                <a:gd name="GluePoint11X" fmla="*/ 64 w 74"/>
                <a:gd name="GluePoint11Y" fmla="*/ 95 h 1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" h="109">
                  <a:moveTo>
                    <a:pt x="0" y="51"/>
                  </a:moveTo>
                  <a:lnTo>
                    <a:pt x="0" y="58"/>
                  </a:lnTo>
                  <a:lnTo>
                    <a:pt x="66" y="109"/>
                  </a:lnTo>
                  <a:lnTo>
                    <a:pt x="74" y="105"/>
                  </a:lnTo>
                  <a:lnTo>
                    <a:pt x="74" y="4"/>
                  </a:lnTo>
                  <a:lnTo>
                    <a:pt x="66" y="0"/>
                  </a:lnTo>
                  <a:lnTo>
                    <a:pt x="0" y="51"/>
                  </a:lnTo>
                  <a:close/>
                  <a:moveTo>
                    <a:pt x="64" y="95"/>
                  </a:moveTo>
                  <a:lnTo>
                    <a:pt x="12" y="55"/>
                  </a:lnTo>
                  <a:lnTo>
                    <a:pt x="64" y="13"/>
                  </a:lnTo>
                  <a:lnTo>
                    <a:pt x="64" y="9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01" name="Freeform 75"/>
            <p:cNvSpPr/>
            <p:nvPr/>
          </p:nvSpPr>
          <p:spPr>
            <a:xfrm>
              <a:off x="6159240" y="1839600"/>
              <a:ext cx="75600" cy="1112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111240"/>
                <a:gd name="textAreaBottom" fmla="*/ 111600 h 111240"/>
                <a:gd name="GluePoint1X" fmla="*/ 0 w 74"/>
                <a:gd name="GluePoint1Y" fmla="*/ 51 h 109"/>
                <a:gd name="GluePoint2X" fmla="*/ 0 w 74"/>
                <a:gd name="GluePoint2Y" fmla="*/ 58 h 109"/>
                <a:gd name="GluePoint3X" fmla="*/ 66 w 74"/>
                <a:gd name="GluePoint3Y" fmla="*/ 109 h 109"/>
                <a:gd name="GluePoint4X" fmla="*/ 74 w 74"/>
                <a:gd name="GluePoint4Y" fmla="*/ 105 h 109"/>
                <a:gd name="GluePoint5X" fmla="*/ 74 w 74"/>
                <a:gd name="GluePoint5Y" fmla="*/ 4 h 109"/>
                <a:gd name="GluePoint6X" fmla="*/ 66 w 74"/>
                <a:gd name="GluePoint6Y" fmla="*/ 0 h 109"/>
                <a:gd name="GluePoint7X" fmla="*/ 0 w 74"/>
                <a:gd name="GluePoint7Y" fmla="*/ 51 h 109"/>
                <a:gd name="GluePoint8X" fmla="*/ 65 w 74"/>
                <a:gd name="GluePoint8Y" fmla="*/ 95 h 109"/>
                <a:gd name="GluePoint9X" fmla="*/ 13 w 74"/>
                <a:gd name="GluePoint9Y" fmla="*/ 55 h 109"/>
                <a:gd name="GluePoint10X" fmla="*/ 65 w 74"/>
                <a:gd name="GluePoint10Y" fmla="*/ 13 h 109"/>
                <a:gd name="GluePoint11X" fmla="*/ 65 w 74"/>
                <a:gd name="GluePoint11Y" fmla="*/ 95 h 1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" h="109">
                  <a:moveTo>
                    <a:pt x="0" y="51"/>
                  </a:moveTo>
                  <a:lnTo>
                    <a:pt x="0" y="58"/>
                  </a:lnTo>
                  <a:lnTo>
                    <a:pt x="66" y="109"/>
                  </a:lnTo>
                  <a:lnTo>
                    <a:pt x="74" y="105"/>
                  </a:lnTo>
                  <a:lnTo>
                    <a:pt x="74" y="4"/>
                  </a:lnTo>
                  <a:lnTo>
                    <a:pt x="66" y="0"/>
                  </a:lnTo>
                  <a:lnTo>
                    <a:pt x="0" y="51"/>
                  </a:lnTo>
                  <a:close/>
                  <a:moveTo>
                    <a:pt x="65" y="95"/>
                  </a:moveTo>
                  <a:lnTo>
                    <a:pt x="13" y="55"/>
                  </a:lnTo>
                  <a:lnTo>
                    <a:pt x="65" y="13"/>
                  </a:lnTo>
                  <a:lnTo>
                    <a:pt x="65" y="9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02" name="Freeform 76"/>
            <p:cNvSpPr/>
            <p:nvPr/>
          </p:nvSpPr>
          <p:spPr>
            <a:xfrm>
              <a:off x="6003720" y="1744200"/>
              <a:ext cx="302040" cy="30312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3120"/>
                <a:gd name="textAreaBottom" fmla="*/ 303480 h 303120"/>
                <a:gd name="GluePoint1X" fmla="*/ 128 w 256"/>
                <a:gd name="GluePoint1Y" fmla="*/ 0 h 256"/>
                <a:gd name="GluePoint2X" fmla="*/ 38 w 256"/>
                <a:gd name="GluePoint2Y" fmla="*/ 37 h 256"/>
                <a:gd name="GluePoint3X" fmla="*/ 0 w 256"/>
                <a:gd name="GluePoint3Y" fmla="*/ 128 h 256"/>
                <a:gd name="GluePoint4X" fmla="*/ 38 w 256"/>
                <a:gd name="GluePoint4Y" fmla="*/ 218 h 256"/>
                <a:gd name="GluePoint5X" fmla="*/ 128 w 256"/>
                <a:gd name="GluePoint5Y" fmla="*/ 256 h 256"/>
                <a:gd name="GluePoint6X" fmla="*/ 219 w 256"/>
                <a:gd name="GluePoint6Y" fmla="*/ 218 h 256"/>
                <a:gd name="GluePoint7X" fmla="*/ 256 w 256"/>
                <a:gd name="GluePoint7Y" fmla="*/ 128 h 256"/>
                <a:gd name="GluePoint8X" fmla="*/ 219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3 h 256"/>
                <a:gd name="GluePoint11X" fmla="*/ 128 w 256"/>
                <a:gd name="GluePoint11Y" fmla="*/ 248 h 256"/>
                <a:gd name="GluePoint12X" fmla="*/ 44 w 256"/>
                <a:gd name="GluePoint12Y" fmla="*/ 213 h 256"/>
                <a:gd name="GluePoint13X" fmla="*/ 8 w 256"/>
                <a:gd name="GluePoint13Y" fmla="*/ 128 h 256"/>
                <a:gd name="GluePoint14X" fmla="*/ 44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2" y="13"/>
                    <a:pt x="38" y="37"/>
                  </a:cubicBezTo>
                  <a:cubicBezTo>
                    <a:pt x="14" y="61"/>
                    <a:pt x="0" y="94"/>
                    <a:pt x="0" y="128"/>
                  </a:cubicBezTo>
                  <a:cubicBezTo>
                    <a:pt x="0" y="162"/>
                    <a:pt x="14" y="194"/>
                    <a:pt x="38" y="218"/>
                  </a:cubicBezTo>
                  <a:cubicBezTo>
                    <a:pt x="62" y="242"/>
                    <a:pt x="94" y="256"/>
                    <a:pt x="128" y="256"/>
                  </a:cubicBezTo>
                  <a:cubicBezTo>
                    <a:pt x="163" y="256"/>
                    <a:pt x="195" y="242"/>
                    <a:pt x="219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4"/>
                    <a:pt x="243" y="61"/>
                    <a:pt x="219" y="37"/>
                  </a:cubicBezTo>
                  <a:cubicBezTo>
                    <a:pt x="195" y="13"/>
                    <a:pt x="163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1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4" y="213"/>
                  </a:cubicBezTo>
                  <a:cubicBezTo>
                    <a:pt x="21" y="190"/>
                    <a:pt x="8" y="160"/>
                    <a:pt x="8" y="128"/>
                  </a:cubicBezTo>
                  <a:cubicBezTo>
                    <a:pt x="8" y="96"/>
                    <a:pt x="21" y="66"/>
                    <a:pt x="44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1" y="20"/>
                    <a:pt x="213" y="43"/>
                  </a:cubicBezTo>
                  <a:cubicBezTo>
                    <a:pt x="236" y="66"/>
                    <a:pt x="248" y="96"/>
                    <a:pt x="248" y="128"/>
                  </a:cubicBezTo>
                  <a:cubicBezTo>
                    <a:pt x="248" y="160"/>
                    <a:pt x="236" y="190"/>
                    <a:pt x="213" y="21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03" name="Группа 393"/>
          <p:cNvGrpSpPr/>
          <p:nvPr/>
        </p:nvGrpSpPr>
        <p:grpSpPr>
          <a:xfrm>
            <a:off x="6397200" y="1783080"/>
            <a:ext cx="303120" cy="224280"/>
            <a:chOff x="6397200" y="1783080"/>
            <a:chExt cx="303120" cy="224280"/>
          </a:xfrm>
        </p:grpSpPr>
        <p:sp>
          <p:nvSpPr>
            <p:cNvPr id="3004" name="Freeform 77"/>
            <p:cNvSpPr/>
            <p:nvPr/>
          </p:nvSpPr>
          <p:spPr>
            <a:xfrm>
              <a:off x="6397200" y="1815120"/>
              <a:ext cx="120600" cy="55080"/>
            </a:xfrm>
            <a:custGeom>
              <a:avLst/>
              <a:gdLst>
                <a:gd name="textAreaLeft" fmla="*/ 0 w 120600"/>
                <a:gd name="textAreaRight" fmla="*/ 120960 w 120600"/>
                <a:gd name="textAreaTop" fmla="*/ 0 h 55080"/>
                <a:gd name="textAreaBottom" fmla="*/ 55440 h 55080"/>
                <a:gd name="GluePoint1X" fmla="*/ 112 w 118"/>
                <a:gd name="GluePoint1Y" fmla="*/ 54 h 54"/>
                <a:gd name="GluePoint2X" fmla="*/ 118 w 118"/>
                <a:gd name="GluePoint2Y" fmla="*/ 47 h 54"/>
                <a:gd name="GluePoint3X" fmla="*/ 71 w 118"/>
                <a:gd name="GluePoint3Y" fmla="*/ 0 h 54"/>
                <a:gd name="GluePoint4X" fmla="*/ 0 w 118"/>
                <a:gd name="GluePoint4Y" fmla="*/ 0 h 54"/>
                <a:gd name="GluePoint5X" fmla="*/ 0 w 118"/>
                <a:gd name="GluePoint5Y" fmla="*/ 9 h 54"/>
                <a:gd name="GluePoint6X" fmla="*/ 67 w 118"/>
                <a:gd name="GluePoint6Y" fmla="*/ 9 h 54"/>
                <a:gd name="GluePoint7X" fmla="*/ 112 w 118"/>
                <a:gd name="GluePoint7Y" fmla="*/ 54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18" h="54">
                  <a:moveTo>
                    <a:pt x="112" y="54"/>
                  </a:moveTo>
                  <a:lnTo>
                    <a:pt x="118" y="47"/>
                  </a:lnTo>
                  <a:lnTo>
                    <a:pt x="71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7" y="9"/>
                  </a:lnTo>
                  <a:lnTo>
                    <a:pt x="112" y="5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7720" bIns="27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05" name="Freeform 78"/>
            <p:cNvSpPr/>
            <p:nvPr/>
          </p:nvSpPr>
          <p:spPr>
            <a:xfrm>
              <a:off x="6397200" y="1783080"/>
              <a:ext cx="303120" cy="19224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192240"/>
                <a:gd name="textAreaBottom" fmla="*/ 192600 h 192240"/>
                <a:gd name="GluePoint1X" fmla="*/ 255 w 296"/>
                <a:gd name="GluePoint1Y" fmla="*/ 7 h 188"/>
                <a:gd name="GluePoint2X" fmla="*/ 280 w 296"/>
                <a:gd name="GluePoint2Y" fmla="*/ 31 h 188"/>
                <a:gd name="GluePoint3X" fmla="*/ 215 w 296"/>
                <a:gd name="GluePoint3Y" fmla="*/ 31 h 188"/>
                <a:gd name="GluePoint4X" fmla="*/ 67 w 296"/>
                <a:gd name="GluePoint4Y" fmla="*/ 179 h 188"/>
                <a:gd name="GluePoint5X" fmla="*/ 0 w 296"/>
                <a:gd name="GluePoint5Y" fmla="*/ 179 h 188"/>
                <a:gd name="GluePoint6X" fmla="*/ 0 w 296"/>
                <a:gd name="GluePoint6Y" fmla="*/ 188 h 188"/>
                <a:gd name="GluePoint7X" fmla="*/ 71 w 296"/>
                <a:gd name="GluePoint7Y" fmla="*/ 188 h 188"/>
                <a:gd name="GluePoint8X" fmla="*/ 218 w 296"/>
                <a:gd name="GluePoint8Y" fmla="*/ 40 h 188"/>
                <a:gd name="GluePoint9X" fmla="*/ 280 w 296"/>
                <a:gd name="GluePoint9Y" fmla="*/ 40 h 188"/>
                <a:gd name="GluePoint10X" fmla="*/ 255 w 296"/>
                <a:gd name="GluePoint10Y" fmla="*/ 64 h 188"/>
                <a:gd name="GluePoint11X" fmla="*/ 262 w 296"/>
                <a:gd name="GluePoint11Y" fmla="*/ 71 h 188"/>
                <a:gd name="GluePoint12X" fmla="*/ 296 w 296"/>
                <a:gd name="GluePoint12Y" fmla="*/ 39 h 188"/>
                <a:gd name="GluePoint13X" fmla="*/ 296 w 296"/>
                <a:gd name="GluePoint13Y" fmla="*/ 32 h 188"/>
                <a:gd name="GluePoint14X" fmla="*/ 262 w 296"/>
                <a:gd name="GluePoint14Y" fmla="*/ 0 h 188"/>
                <a:gd name="GluePoint15X" fmla="*/ 255 w 296"/>
                <a:gd name="GluePoint15Y" fmla="*/ 7 h 1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296" h="188">
                  <a:moveTo>
                    <a:pt x="255" y="7"/>
                  </a:moveTo>
                  <a:lnTo>
                    <a:pt x="280" y="31"/>
                  </a:lnTo>
                  <a:lnTo>
                    <a:pt x="215" y="31"/>
                  </a:lnTo>
                  <a:lnTo>
                    <a:pt x="67" y="179"/>
                  </a:lnTo>
                  <a:lnTo>
                    <a:pt x="0" y="179"/>
                  </a:lnTo>
                  <a:lnTo>
                    <a:pt x="0" y="188"/>
                  </a:lnTo>
                  <a:lnTo>
                    <a:pt x="71" y="188"/>
                  </a:lnTo>
                  <a:lnTo>
                    <a:pt x="218" y="40"/>
                  </a:lnTo>
                  <a:lnTo>
                    <a:pt x="280" y="40"/>
                  </a:lnTo>
                  <a:lnTo>
                    <a:pt x="255" y="64"/>
                  </a:lnTo>
                  <a:lnTo>
                    <a:pt x="262" y="71"/>
                  </a:lnTo>
                  <a:lnTo>
                    <a:pt x="296" y="39"/>
                  </a:lnTo>
                  <a:lnTo>
                    <a:pt x="296" y="32"/>
                  </a:lnTo>
                  <a:lnTo>
                    <a:pt x="262" y="0"/>
                  </a:lnTo>
                  <a:lnTo>
                    <a:pt x="255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06" name="Freeform 79"/>
            <p:cNvSpPr/>
            <p:nvPr/>
          </p:nvSpPr>
          <p:spPr>
            <a:xfrm>
              <a:off x="6569280" y="1920600"/>
              <a:ext cx="130680" cy="86760"/>
            </a:xfrm>
            <a:custGeom>
              <a:avLst/>
              <a:gdLst>
                <a:gd name="textAreaLeft" fmla="*/ 0 w 130680"/>
                <a:gd name="textAreaRight" fmla="*/ 131040 w 130680"/>
                <a:gd name="textAreaTop" fmla="*/ 0 h 86760"/>
                <a:gd name="textAreaBottom" fmla="*/ 87120 h 86760"/>
                <a:gd name="GluePoint1X" fmla="*/ 87 w 128"/>
                <a:gd name="GluePoint1Y" fmla="*/ 21 h 85"/>
                <a:gd name="GluePoint2X" fmla="*/ 112 w 128"/>
                <a:gd name="GluePoint2Y" fmla="*/ 45 h 85"/>
                <a:gd name="GluePoint3X" fmla="*/ 50 w 128"/>
                <a:gd name="GluePoint3Y" fmla="*/ 45 h 85"/>
                <a:gd name="GluePoint4X" fmla="*/ 5 w 128"/>
                <a:gd name="GluePoint4Y" fmla="*/ 0 h 85"/>
                <a:gd name="GluePoint5X" fmla="*/ 0 w 128"/>
                <a:gd name="GluePoint5Y" fmla="*/ 7 h 85"/>
                <a:gd name="GluePoint6X" fmla="*/ 47 w 128"/>
                <a:gd name="GluePoint6Y" fmla="*/ 54 h 85"/>
                <a:gd name="GluePoint7X" fmla="*/ 112 w 128"/>
                <a:gd name="GluePoint7Y" fmla="*/ 54 h 85"/>
                <a:gd name="GluePoint8X" fmla="*/ 87 w 128"/>
                <a:gd name="GluePoint8Y" fmla="*/ 79 h 85"/>
                <a:gd name="GluePoint9X" fmla="*/ 94 w 128"/>
                <a:gd name="GluePoint9Y" fmla="*/ 85 h 85"/>
                <a:gd name="GluePoint10X" fmla="*/ 128 w 128"/>
                <a:gd name="GluePoint10Y" fmla="*/ 53 h 85"/>
                <a:gd name="GluePoint11X" fmla="*/ 128 w 128"/>
                <a:gd name="GluePoint11Y" fmla="*/ 46 h 85"/>
                <a:gd name="GluePoint12X" fmla="*/ 94 w 128"/>
                <a:gd name="GluePoint12Y" fmla="*/ 14 h 85"/>
                <a:gd name="GluePoint13X" fmla="*/ 87 w 128"/>
                <a:gd name="GluePoint13Y" fmla="*/ 21 h 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28" h="85">
                  <a:moveTo>
                    <a:pt x="87" y="21"/>
                  </a:moveTo>
                  <a:lnTo>
                    <a:pt x="112" y="45"/>
                  </a:lnTo>
                  <a:lnTo>
                    <a:pt x="50" y="45"/>
                  </a:lnTo>
                  <a:lnTo>
                    <a:pt x="5" y="0"/>
                  </a:lnTo>
                  <a:lnTo>
                    <a:pt x="0" y="7"/>
                  </a:lnTo>
                  <a:lnTo>
                    <a:pt x="47" y="54"/>
                  </a:lnTo>
                  <a:lnTo>
                    <a:pt x="112" y="54"/>
                  </a:lnTo>
                  <a:lnTo>
                    <a:pt x="87" y="79"/>
                  </a:lnTo>
                  <a:lnTo>
                    <a:pt x="94" y="85"/>
                  </a:lnTo>
                  <a:lnTo>
                    <a:pt x="128" y="53"/>
                  </a:lnTo>
                  <a:lnTo>
                    <a:pt x="128" y="46"/>
                  </a:lnTo>
                  <a:lnTo>
                    <a:pt x="94" y="14"/>
                  </a:lnTo>
                  <a:lnTo>
                    <a:pt x="87" y="2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3560" bIns="43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07" name="Группа 394"/>
          <p:cNvGrpSpPr/>
          <p:nvPr/>
        </p:nvGrpSpPr>
        <p:grpSpPr>
          <a:xfrm>
            <a:off x="6790680" y="1744200"/>
            <a:ext cx="302040" cy="303120"/>
            <a:chOff x="6790680" y="1744200"/>
            <a:chExt cx="302040" cy="303120"/>
          </a:xfrm>
        </p:grpSpPr>
        <p:sp>
          <p:nvSpPr>
            <p:cNvPr id="3008" name="Freeform 80"/>
            <p:cNvSpPr/>
            <p:nvPr/>
          </p:nvSpPr>
          <p:spPr>
            <a:xfrm>
              <a:off x="6890040" y="1843560"/>
              <a:ext cx="103320" cy="10332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103320"/>
                <a:gd name="textAreaBottom" fmla="*/ 103680 h 103320"/>
                <a:gd name="GluePoint1X" fmla="*/ 4 w 101"/>
                <a:gd name="GluePoint1Y" fmla="*/ 0 h 101"/>
                <a:gd name="GluePoint2X" fmla="*/ 0 w 101"/>
                <a:gd name="GluePoint2Y" fmla="*/ 4 h 101"/>
                <a:gd name="GluePoint3X" fmla="*/ 0 w 101"/>
                <a:gd name="GluePoint3Y" fmla="*/ 97 h 101"/>
                <a:gd name="GluePoint4X" fmla="*/ 4 w 101"/>
                <a:gd name="GluePoint4Y" fmla="*/ 101 h 101"/>
                <a:gd name="GluePoint5X" fmla="*/ 97 w 101"/>
                <a:gd name="GluePoint5Y" fmla="*/ 101 h 101"/>
                <a:gd name="GluePoint6X" fmla="*/ 101 w 101"/>
                <a:gd name="GluePoint6Y" fmla="*/ 97 h 101"/>
                <a:gd name="GluePoint7X" fmla="*/ 101 w 101"/>
                <a:gd name="GluePoint7Y" fmla="*/ 4 h 101"/>
                <a:gd name="GluePoint8X" fmla="*/ 97 w 101"/>
                <a:gd name="GluePoint8Y" fmla="*/ 0 h 101"/>
                <a:gd name="GluePoint9X" fmla="*/ 4 w 101"/>
                <a:gd name="GluePoint9Y" fmla="*/ 0 h 101"/>
                <a:gd name="GluePoint10X" fmla="*/ 92 w 101"/>
                <a:gd name="GluePoint10Y" fmla="*/ 92 h 101"/>
                <a:gd name="GluePoint11X" fmla="*/ 9 w 101"/>
                <a:gd name="GluePoint11Y" fmla="*/ 92 h 101"/>
                <a:gd name="GluePoint12X" fmla="*/ 9 w 101"/>
                <a:gd name="GluePoint12Y" fmla="*/ 9 h 101"/>
                <a:gd name="GluePoint13X" fmla="*/ 92 w 101"/>
                <a:gd name="GluePoint13Y" fmla="*/ 9 h 101"/>
                <a:gd name="GluePoint14X" fmla="*/ 92 w 101"/>
                <a:gd name="GluePoint14Y" fmla="*/ 92 h 1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01" h="101">
                  <a:moveTo>
                    <a:pt x="4" y="0"/>
                  </a:moveTo>
                  <a:lnTo>
                    <a:pt x="0" y="4"/>
                  </a:lnTo>
                  <a:lnTo>
                    <a:pt x="0" y="97"/>
                  </a:lnTo>
                  <a:lnTo>
                    <a:pt x="4" y="101"/>
                  </a:lnTo>
                  <a:lnTo>
                    <a:pt x="97" y="101"/>
                  </a:lnTo>
                  <a:lnTo>
                    <a:pt x="101" y="97"/>
                  </a:lnTo>
                  <a:lnTo>
                    <a:pt x="101" y="4"/>
                  </a:lnTo>
                  <a:lnTo>
                    <a:pt x="97" y="0"/>
                  </a:lnTo>
                  <a:lnTo>
                    <a:pt x="4" y="0"/>
                  </a:lnTo>
                  <a:close/>
                  <a:moveTo>
                    <a:pt x="92" y="92"/>
                  </a:moveTo>
                  <a:lnTo>
                    <a:pt x="9" y="92"/>
                  </a:lnTo>
                  <a:lnTo>
                    <a:pt x="9" y="9"/>
                  </a:lnTo>
                  <a:lnTo>
                    <a:pt x="92" y="9"/>
                  </a:lnTo>
                  <a:lnTo>
                    <a:pt x="92" y="9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09" name="Freeform 81"/>
            <p:cNvSpPr/>
            <p:nvPr/>
          </p:nvSpPr>
          <p:spPr>
            <a:xfrm>
              <a:off x="6790680" y="1744200"/>
              <a:ext cx="302040" cy="30312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03120"/>
                <a:gd name="textAreaBottom" fmla="*/ 303480 h 303120"/>
                <a:gd name="GluePoint1X" fmla="*/ 128 w 256"/>
                <a:gd name="GluePoint1Y" fmla="*/ 0 h 256"/>
                <a:gd name="GluePoint2X" fmla="*/ 37 w 256"/>
                <a:gd name="GluePoint2Y" fmla="*/ 37 h 256"/>
                <a:gd name="GluePoint3X" fmla="*/ 0 w 256"/>
                <a:gd name="GluePoint3Y" fmla="*/ 128 h 256"/>
                <a:gd name="GluePoint4X" fmla="*/ 37 w 256"/>
                <a:gd name="GluePoint4Y" fmla="*/ 218 h 256"/>
                <a:gd name="GluePoint5X" fmla="*/ 128 w 256"/>
                <a:gd name="GluePoint5Y" fmla="*/ 256 h 256"/>
                <a:gd name="GluePoint6X" fmla="*/ 218 w 256"/>
                <a:gd name="GluePoint6Y" fmla="*/ 218 h 256"/>
                <a:gd name="GluePoint7X" fmla="*/ 256 w 256"/>
                <a:gd name="GluePoint7Y" fmla="*/ 128 h 256"/>
                <a:gd name="GluePoint8X" fmla="*/ 218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3 h 256"/>
                <a:gd name="GluePoint11X" fmla="*/ 128 w 256"/>
                <a:gd name="GluePoint11Y" fmla="*/ 248 h 256"/>
                <a:gd name="GluePoint12X" fmla="*/ 43 w 256"/>
                <a:gd name="GluePoint12Y" fmla="*/ 213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3" y="0"/>
                    <a:pt x="61" y="13"/>
                    <a:pt x="37" y="37"/>
                  </a:cubicBezTo>
                  <a:cubicBezTo>
                    <a:pt x="13" y="61"/>
                    <a:pt x="0" y="94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3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2" y="194"/>
                    <a:pt x="256" y="162"/>
                    <a:pt x="256" y="128"/>
                  </a:cubicBezTo>
                  <a:cubicBezTo>
                    <a:pt x="256" y="94"/>
                    <a:pt x="242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3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5" y="235"/>
                    <a:pt x="43" y="213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6"/>
                    <a:pt x="43" y="43"/>
                  </a:cubicBezTo>
                  <a:cubicBezTo>
                    <a:pt x="65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6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10" name="Группа 395"/>
          <p:cNvGrpSpPr/>
          <p:nvPr/>
        </p:nvGrpSpPr>
        <p:grpSpPr>
          <a:xfrm>
            <a:off x="2073240" y="2184840"/>
            <a:ext cx="303120" cy="207720"/>
            <a:chOff x="2073240" y="2184840"/>
            <a:chExt cx="303120" cy="207720"/>
          </a:xfrm>
        </p:grpSpPr>
        <p:sp>
          <p:nvSpPr>
            <p:cNvPr id="3011" name="Freeform 82"/>
            <p:cNvSpPr/>
            <p:nvPr/>
          </p:nvSpPr>
          <p:spPr>
            <a:xfrm>
              <a:off x="2073240" y="2184840"/>
              <a:ext cx="303120" cy="207720"/>
            </a:xfrm>
            <a:custGeom>
              <a:avLst/>
              <a:gdLst>
                <a:gd name="textAreaLeft" fmla="*/ 0 w 303120"/>
                <a:gd name="textAreaRight" fmla="*/ 303480 w 303120"/>
                <a:gd name="textAreaTop" fmla="*/ 0 h 207720"/>
                <a:gd name="textAreaBottom" fmla="*/ 208080 h 207720"/>
                <a:gd name="GluePoint1X" fmla="*/ 0 w 296"/>
                <a:gd name="GluePoint1Y" fmla="*/ 203 h 203"/>
                <a:gd name="GluePoint2X" fmla="*/ 296 w 296"/>
                <a:gd name="GluePoint2Y" fmla="*/ 203 h 203"/>
                <a:gd name="GluePoint3X" fmla="*/ 296 w 296"/>
                <a:gd name="GluePoint3Y" fmla="*/ 0 h 203"/>
                <a:gd name="GluePoint4X" fmla="*/ 0 w 296"/>
                <a:gd name="GluePoint4Y" fmla="*/ 0 h 203"/>
                <a:gd name="GluePoint5X" fmla="*/ 0 w 296"/>
                <a:gd name="GluePoint5Y" fmla="*/ 203 h 203"/>
                <a:gd name="GluePoint6X" fmla="*/ 39 w 296"/>
                <a:gd name="GluePoint6Y" fmla="*/ 194 h 203"/>
                <a:gd name="GluePoint7X" fmla="*/ 50 w 296"/>
                <a:gd name="GluePoint7Y" fmla="*/ 157 h 203"/>
                <a:gd name="GluePoint8X" fmla="*/ 246 w 296"/>
                <a:gd name="GluePoint8Y" fmla="*/ 157 h 203"/>
                <a:gd name="GluePoint9X" fmla="*/ 258 w 296"/>
                <a:gd name="GluePoint9Y" fmla="*/ 194 h 203"/>
                <a:gd name="GluePoint10X" fmla="*/ 39 w 296"/>
                <a:gd name="GluePoint10Y" fmla="*/ 194 h 203"/>
                <a:gd name="GluePoint11X" fmla="*/ 9 w 296"/>
                <a:gd name="GluePoint11Y" fmla="*/ 9 h 203"/>
                <a:gd name="GluePoint12X" fmla="*/ 287 w 296"/>
                <a:gd name="GluePoint12Y" fmla="*/ 9 h 203"/>
                <a:gd name="GluePoint13X" fmla="*/ 287 w 296"/>
                <a:gd name="GluePoint13Y" fmla="*/ 194 h 203"/>
                <a:gd name="GluePoint14X" fmla="*/ 267 w 296"/>
                <a:gd name="GluePoint14Y" fmla="*/ 194 h 203"/>
                <a:gd name="GluePoint15X" fmla="*/ 253 w 296"/>
                <a:gd name="GluePoint15Y" fmla="*/ 148 h 203"/>
                <a:gd name="GluePoint16X" fmla="*/ 43 w 296"/>
                <a:gd name="GluePoint16Y" fmla="*/ 148 h 203"/>
                <a:gd name="GluePoint17X" fmla="*/ 29 w 296"/>
                <a:gd name="GluePoint17Y" fmla="*/ 194 h 203"/>
                <a:gd name="GluePoint18X" fmla="*/ 9 w 296"/>
                <a:gd name="GluePoint18Y" fmla="*/ 194 h 203"/>
                <a:gd name="GluePoint19X" fmla="*/ 9 w 296"/>
                <a:gd name="GluePoint19Y" fmla="*/ 9 h 2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296" h="203">
                  <a:moveTo>
                    <a:pt x="0" y="203"/>
                  </a:moveTo>
                  <a:lnTo>
                    <a:pt x="296" y="203"/>
                  </a:lnTo>
                  <a:lnTo>
                    <a:pt x="296" y="0"/>
                  </a:lnTo>
                  <a:lnTo>
                    <a:pt x="0" y="0"/>
                  </a:lnTo>
                  <a:lnTo>
                    <a:pt x="0" y="203"/>
                  </a:lnTo>
                  <a:close/>
                  <a:moveTo>
                    <a:pt x="39" y="194"/>
                  </a:moveTo>
                  <a:lnTo>
                    <a:pt x="50" y="157"/>
                  </a:lnTo>
                  <a:lnTo>
                    <a:pt x="246" y="157"/>
                  </a:lnTo>
                  <a:lnTo>
                    <a:pt x="258" y="194"/>
                  </a:lnTo>
                  <a:lnTo>
                    <a:pt x="39" y="194"/>
                  </a:lnTo>
                  <a:close/>
                  <a:moveTo>
                    <a:pt x="9" y="9"/>
                  </a:moveTo>
                  <a:lnTo>
                    <a:pt x="287" y="9"/>
                  </a:lnTo>
                  <a:lnTo>
                    <a:pt x="287" y="194"/>
                  </a:lnTo>
                  <a:lnTo>
                    <a:pt x="267" y="194"/>
                  </a:lnTo>
                  <a:lnTo>
                    <a:pt x="253" y="148"/>
                  </a:lnTo>
                  <a:lnTo>
                    <a:pt x="43" y="148"/>
                  </a:lnTo>
                  <a:lnTo>
                    <a:pt x="29" y="194"/>
                  </a:lnTo>
                  <a:lnTo>
                    <a:pt x="9" y="194"/>
                  </a:lnTo>
                  <a:lnTo>
                    <a:pt x="9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12" name="Freeform 83"/>
            <p:cNvSpPr/>
            <p:nvPr/>
          </p:nvSpPr>
          <p:spPr>
            <a:xfrm>
              <a:off x="2116440" y="2251440"/>
              <a:ext cx="65160" cy="651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5160"/>
                <a:gd name="textAreaBottom" fmla="*/ 65520 h 65160"/>
                <a:gd name="GluePoint1X" fmla="*/ 28 w 56"/>
                <a:gd name="GluePoint1Y" fmla="*/ 0 h 56"/>
                <a:gd name="GluePoint2X" fmla="*/ 0 w 56"/>
                <a:gd name="GluePoint2Y" fmla="*/ 28 h 56"/>
                <a:gd name="GluePoint3X" fmla="*/ 28 w 56"/>
                <a:gd name="GluePoint3Y" fmla="*/ 56 h 56"/>
                <a:gd name="GluePoint4X" fmla="*/ 56 w 56"/>
                <a:gd name="GluePoint4Y" fmla="*/ 28 h 56"/>
                <a:gd name="GluePoint5X" fmla="*/ 28 w 56"/>
                <a:gd name="GluePoint5Y" fmla="*/ 0 h 56"/>
                <a:gd name="GluePoint6X" fmla="*/ 28 w 56"/>
                <a:gd name="GluePoint6Y" fmla="*/ 48 h 56"/>
                <a:gd name="GluePoint7X" fmla="*/ 8 w 56"/>
                <a:gd name="GluePoint7Y" fmla="*/ 28 h 56"/>
                <a:gd name="GluePoint8X" fmla="*/ 28 w 56"/>
                <a:gd name="GluePoint8Y" fmla="*/ 8 h 56"/>
                <a:gd name="GluePoint9X" fmla="*/ 48 w 56"/>
                <a:gd name="GluePoint9Y" fmla="*/ 28 h 56"/>
                <a:gd name="GluePoint10X" fmla="*/ 28 w 56"/>
                <a:gd name="GluePoint10Y" fmla="*/ 4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0"/>
                  </a:move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4" y="56"/>
                    <a:pt x="56" y="43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13" name="Freeform 84"/>
            <p:cNvSpPr/>
            <p:nvPr/>
          </p:nvSpPr>
          <p:spPr>
            <a:xfrm>
              <a:off x="2268000" y="2251440"/>
              <a:ext cx="65160" cy="651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65160"/>
                <a:gd name="textAreaBottom" fmla="*/ 65520 h 65160"/>
                <a:gd name="GluePoint1X" fmla="*/ 28 w 56"/>
                <a:gd name="GluePoint1Y" fmla="*/ 0 h 56"/>
                <a:gd name="GluePoint2X" fmla="*/ 0 w 56"/>
                <a:gd name="GluePoint2Y" fmla="*/ 28 h 56"/>
                <a:gd name="GluePoint3X" fmla="*/ 28 w 56"/>
                <a:gd name="GluePoint3Y" fmla="*/ 56 h 56"/>
                <a:gd name="GluePoint4X" fmla="*/ 56 w 56"/>
                <a:gd name="GluePoint4Y" fmla="*/ 28 h 56"/>
                <a:gd name="GluePoint5X" fmla="*/ 28 w 56"/>
                <a:gd name="GluePoint5Y" fmla="*/ 0 h 56"/>
                <a:gd name="GluePoint6X" fmla="*/ 28 w 56"/>
                <a:gd name="GluePoint6Y" fmla="*/ 48 h 56"/>
                <a:gd name="GluePoint7X" fmla="*/ 8 w 56"/>
                <a:gd name="GluePoint7Y" fmla="*/ 28 h 56"/>
                <a:gd name="GluePoint8X" fmla="*/ 28 w 56"/>
                <a:gd name="GluePoint8Y" fmla="*/ 8 h 56"/>
                <a:gd name="GluePoint9X" fmla="*/ 48 w 56"/>
                <a:gd name="GluePoint9Y" fmla="*/ 28 h 56"/>
                <a:gd name="GluePoint10X" fmla="*/ 28 w 56"/>
                <a:gd name="GluePoint10Y" fmla="*/ 48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6" h="56">
                  <a:moveTo>
                    <a:pt x="28" y="0"/>
                  </a:move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4" y="56"/>
                    <a:pt x="56" y="43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2760" bIns="32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14" name="Freeform 85"/>
            <p:cNvSpPr/>
            <p:nvPr/>
          </p:nvSpPr>
          <p:spPr>
            <a:xfrm>
              <a:off x="2092680" y="2203200"/>
              <a:ext cx="269280" cy="28440"/>
            </a:xfrm>
            <a:custGeom>
              <a:avLst/>
              <a:gdLst>
                <a:gd name="textAreaLeft" fmla="*/ 0 w 269280"/>
                <a:gd name="textAreaRight" fmla="*/ 269640 w 269280"/>
                <a:gd name="textAreaTop" fmla="*/ 0 h 28440"/>
                <a:gd name="textAreaBottom" fmla="*/ 28800 h 28440"/>
                <a:gd name="GluePoint1X" fmla="*/ 263 w 263"/>
                <a:gd name="GluePoint1Y" fmla="*/ 0 h 28"/>
                <a:gd name="GluePoint2X" fmla="*/ 0 w 263"/>
                <a:gd name="GluePoint2Y" fmla="*/ 0 h 28"/>
                <a:gd name="GluePoint3X" fmla="*/ 0 w 263"/>
                <a:gd name="GluePoint3Y" fmla="*/ 28 h 28"/>
                <a:gd name="GluePoint4X" fmla="*/ 263 w 263"/>
                <a:gd name="GluePoint4Y" fmla="*/ 28 h 28"/>
                <a:gd name="GluePoint5X" fmla="*/ 263 w 263"/>
                <a:gd name="GluePoint5Y" fmla="*/ 0 h 28"/>
                <a:gd name="GluePoint6X" fmla="*/ 254 w 263"/>
                <a:gd name="GluePoint6Y" fmla="*/ 19 h 28"/>
                <a:gd name="GluePoint7X" fmla="*/ 9 w 263"/>
                <a:gd name="GluePoint7Y" fmla="*/ 19 h 28"/>
                <a:gd name="GluePoint8X" fmla="*/ 9 w 263"/>
                <a:gd name="GluePoint8Y" fmla="*/ 10 h 28"/>
                <a:gd name="GluePoint9X" fmla="*/ 254 w 263"/>
                <a:gd name="GluePoint9Y" fmla="*/ 10 h 28"/>
                <a:gd name="GluePoint10X" fmla="*/ 254 w 263"/>
                <a:gd name="GluePoint10Y" fmla="*/ 19 h 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63" h="28">
                  <a:moveTo>
                    <a:pt x="263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263" y="28"/>
                  </a:lnTo>
                  <a:lnTo>
                    <a:pt x="263" y="0"/>
                  </a:lnTo>
                  <a:close/>
                  <a:moveTo>
                    <a:pt x="254" y="19"/>
                  </a:moveTo>
                  <a:lnTo>
                    <a:pt x="9" y="19"/>
                  </a:lnTo>
                  <a:lnTo>
                    <a:pt x="9" y="10"/>
                  </a:lnTo>
                  <a:lnTo>
                    <a:pt x="254" y="10"/>
                  </a:lnTo>
                  <a:lnTo>
                    <a:pt x="254" y="1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400" bIns="14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15" name="Freeform 86"/>
            <p:cNvSpPr/>
            <p:nvPr/>
          </p:nvSpPr>
          <p:spPr>
            <a:xfrm>
              <a:off x="2192040" y="2265840"/>
              <a:ext cx="65160" cy="3744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37440"/>
                <a:gd name="textAreaBottom" fmla="*/ 37800 h 37440"/>
                <a:gd name="GluePoint1X" fmla="*/ 0 w 64"/>
                <a:gd name="GluePoint1Y" fmla="*/ 37 h 37"/>
                <a:gd name="GluePoint2X" fmla="*/ 64 w 64"/>
                <a:gd name="GluePoint2Y" fmla="*/ 37 h 37"/>
                <a:gd name="GluePoint3X" fmla="*/ 64 w 64"/>
                <a:gd name="GluePoint3Y" fmla="*/ 0 h 37"/>
                <a:gd name="GluePoint4X" fmla="*/ 0 w 64"/>
                <a:gd name="GluePoint4Y" fmla="*/ 0 h 37"/>
                <a:gd name="GluePoint5X" fmla="*/ 0 w 64"/>
                <a:gd name="GluePoint5Y" fmla="*/ 37 h 37"/>
                <a:gd name="GluePoint6X" fmla="*/ 9 w 64"/>
                <a:gd name="GluePoint6Y" fmla="*/ 9 h 37"/>
                <a:gd name="GluePoint7X" fmla="*/ 55 w 64"/>
                <a:gd name="GluePoint7Y" fmla="*/ 9 h 37"/>
                <a:gd name="GluePoint8X" fmla="*/ 55 w 64"/>
                <a:gd name="GluePoint8Y" fmla="*/ 27 h 37"/>
                <a:gd name="GluePoint9X" fmla="*/ 9 w 64"/>
                <a:gd name="GluePoint9Y" fmla="*/ 27 h 37"/>
                <a:gd name="GluePoint10X" fmla="*/ 9 w 64"/>
                <a:gd name="GluePoint10Y" fmla="*/ 9 h 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64" h="37">
                  <a:moveTo>
                    <a:pt x="0" y="37"/>
                  </a:moveTo>
                  <a:lnTo>
                    <a:pt x="64" y="37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7"/>
                  </a:lnTo>
                  <a:close/>
                  <a:moveTo>
                    <a:pt x="9" y="9"/>
                  </a:moveTo>
                  <a:lnTo>
                    <a:pt x="55" y="9"/>
                  </a:lnTo>
                  <a:lnTo>
                    <a:pt x="55" y="27"/>
                  </a:lnTo>
                  <a:lnTo>
                    <a:pt x="9" y="27"/>
                  </a:lnTo>
                  <a:lnTo>
                    <a:pt x="9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720" bIns="18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16" name="Группа 396"/>
          <p:cNvGrpSpPr/>
          <p:nvPr/>
        </p:nvGrpSpPr>
        <p:grpSpPr>
          <a:xfrm>
            <a:off x="2499480" y="2134800"/>
            <a:ext cx="236520" cy="307080"/>
            <a:chOff x="2499480" y="2134800"/>
            <a:chExt cx="236520" cy="307080"/>
          </a:xfrm>
        </p:grpSpPr>
        <p:sp>
          <p:nvSpPr>
            <p:cNvPr id="3017" name="Freeform 87"/>
            <p:cNvSpPr/>
            <p:nvPr/>
          </p:nvSpPr>
          <p:spPr>
            <a:xfrm>
              <a:off x="2499480" y="2134800"/>
              <a:ext cx="151200" cy="307080"/>
            </a:xfrm>
            <a:custGeom>
              <a:avLst/>
              <a:gdLst>
                <a:gd name="textAreaLeft" fmla="*/ 0 w 151200"/>
                <a:gd name="textAreaRight" fmla="*/ 151560 w 151200"/>
                <a:gd name="textAreaTop" fmla="*/ 0 h 307080"/>
                <a:gd name="textAreaBottom" fmla="*/ 307440 h 307080"/>
                <a:gd name="GluePoint1X" fmla="*/ 148 w 148"/>
                <a:gd name="GluePoint1Y" fmla="*/ 300 h 300"/>
                <a:gd name="GluePoint2X" fmla="*/ 148 w 148"/>
                <a:gd name="GluePoint2Y" fmla="*/ 0 h 300"/>
                <a:gd name="GluePoint3X" fmla="*/ 59 w 148"/>
                <a:gd name="GluePoint3Y" fmla="*/ 91 h 300"/>
                <a:gd name="GluePoint4X" fmla="*/ 0 w 148"/>
                <a:gd name="GluePoint4Y" fmla="*/ 91 h 300"/>
                <a:gd name="GluePoint5X" fmla="*/ 0 w 148"/>
                <a:gd name="GluePoint5Y" fmla="*/ 211 h 300"/>
                <a:gd name="GluePoint6X" fmla="*/ 59 w 148"/>
                <a:gd name="GluePoint6Y" fmla="*/ 211 h 300"/>
                <a:gd name="GluePoint7X" fmla="*/ 148 w 148"/>
                <a:gd name="GluePoint7Y" fmla="*/ 300 h 300"/>
                <a:gd name="GluePoint8X" fmla="*/ 9 w 148"/>
                <a:gd name="GluePoint8Y" fmla="*/ 100 h 300"/>
                <a:gd name="GluePoint9X" fmla="*/ 62 w 148"/>
                <a:gd name="GluePoint9Y" fmla="*/ 100 h 300"/>
                <a:gd name="GluePoint10X" fmla="*/ 138 w 148"/>
                <a:gd name="GluePoint10Y" fmla="*/ 22 h 300"/>
                <a:gd name="GluePoint11X" fmla="*/ 138 w 148"/>
                <a:gd name="GluePoint11Y" fmla="*/ 278 h 300"/>
                <a:gd name="GluePoint12X" fmla="*/ 62 w 148"/>
                <a:gd name="GluePoint12Y" fmla="*/ 202 h 300"/>
                <a:gd name="GluePoint13X" fmla="*/ 9 w 148"/>
                <a:gd name="GluePoint13Y" fmla="*/ 202 h 300"/>
                <a:gd name="GluePoint14X" fmla="*/ 9 w 148"/>
                <a:gd name="GluePoint14Y" fmla="*/ 100 h 3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8" h="300">
                  <a:moveTo>
                    <a:pt x="148" y="300"/>
                  </a:moveTo>
                  <a:lnTo>
                    <a:pt x="148" y="0"/>
                  </a:lnTo>
                  <a:lnTo>
                    <a:pt x="59" y="91"/>
                  </a:lnTo>
                  <a:lnTo>
                    <a:pt x="0" y="91"/>
                  </a:lnTo>
                  <a:lnTo>
                    <a:pt x="0" y="211"/>
                  </a:lnTo>
                  <a:lnTo>
                    <a:pt x="59" y="211"/>
                  </a:lnTo>
                  <a:lnTo>
                    <a:pt x="148" y="300"/>
                  </a:lnTo>
                  <a:close/>
                  <a:moveTo>
                    <a:pt x="9" y="100"/>
                  </a:moveTo>
                  <a:lnTo>
                    <a:pt x="62" y="100"/>
                  </a:lnTo>
                  <a:lnTo>
                    <a:pt x="138" y="22"/>
                  </a:lnTo>
                  <a:lnTo>
                    <a:pt x="138" y="278"/>
                  </a:lnTo>
                  <a:lnTo>
                    <a:pt x="62" y="202"/>
                  </a:lnTo>
                  <a:lnTo>
                    <a:pt x="9" y="202"/>
                  </a:lnTo>
                  <a:lnTo>
                    <a:pt x="9" y="10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18" name="Freeform 88"/>
            <p:cNvSpPr/>
            <p:nvPr/>
          </p:nvSpPr>
          <p:spPr>
            <a:xfrm>
              <a:off x="2684160" y="2237040"/>
              <a:ext cx="51840" cy="10404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104040"/>
                <a:gd name="textAreaBottom" fmla="*/ 104400 h 104040"/>
                <a:gd name="GluePoint1X" fmla="*/ 0 w 44"/>
                <a:gd name="GluePoint1Y" fmla="*/ 80 h 88"/>
                <a:gd name="GluePoint2X" fmla="*/ 0 w 44"/>
                <a:gd name="GluePoint2Y" fmla="*/ 88 h 88"/>
                <a:gd name="GluePoint3X" fmla="*/ 44 w 44"/>
                <a:gd name="GluePoint3Y" fmla="*/ 44 h 88"/>
                <a:gd name="GluePoint4X" fmla="*/ 0 w 44"/>
                <a:gd name="GluePoint4Y" fmla="*/ 0 h 88"/>
                <a:gd name="GluePoint5X" fmla="*/ 0 w 44"/>
                <a:gd name="GluePoint5Y" fmla="*/ 8 h 88"/>
                <a:gd name="GluePoint6X" fmla="*/ 36 w 44"/>
                <a:gd name="GluePoint6Y" fmla="*/ 44 h 88"/>
                <a:gd name="GluePoint7X" fmla="*/ 0 w 44"/>
                <a:gd name="GluePoint7Y" fmla="*/ 80 h 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44" h="88">
                  <a:moveTo>
                    <a:pt x="0" y="80"/>
                  </a:moveTo>
                  <a:cubicBezTo>
                    <a:pt x="0" y="88"/>
                    <a:pt x="0" y="88"/>
                    <a:pt x="0" y="88"/>
                  </a:cubicBezTo>
                  <a:cubicBezTo>
                    <a:pt x="25" y="88"/>
                    <a:pt x="44" y="68"/>
                    <a:pt x="44" y="44"/>
                  </a:cubicBezTo>
                  <a:cubicBezTo>
                    <a:pt x="44" y="20"/>
                    <a:pt x="25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0" y="8"/>
                    <a:pt x="36" y="24"/>
                    <a:pt x="36" y="44"/>
                  </a:cubicBezTo>
                  <a:cubicBezTo>
                    <a:pt x="36" y="64"/>
                    <a:pt x="20" y="80"/>
                    <a:pt x="0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19" name="Группа 397"/>
          <p:cNvGrpSpPr/>
          <p:nvPr/>
        </p:nvGrpSpPr>
        <p:grpSpPr>
          <a:xfrm>
            <a:off x="2868480" y="2134800"/>
            <a:ext cx="283680" cy="307080"/>
            <a:chOff x="2868480" y="2134800"/>
            <a:chExt cx="283680" cy="307080"/>
          </a:xfrm>
        </p:grpSpPr>
        <p:sp>
          <p:nvSpPr>
            <p:cNvPr id="3020" name="Freeform 89"/>
            <p:cNvSpPr/>
            <p:nvPr/>
          </p:nvSpPr>
          <p:spPr>
            <a:xfrm>
              <a:off x="2868480" y="2134800"/>
              <a:ext cx="151200" cy="307080"/>
            </a:xfrm>
            <a:custGeom>
              <a:avLst/>
              <a:gdLst>
                <a:gd name="textAreaLeft" fmla="*/ 0 w 151200"/>
                <a:gd name="textAreaRight" fmla="*/ 151560 w 151200"/>
                <a:gd name="textAreaTop" fmla="*/ 0 h 307080"/>
                <a:gd name="textAreaBottom" fmla="*/ 307440 h 307080"/>
                <a:gd name="GluePoint1X" fmla="*/ 148 w 148"/>
                <a:gd name="GluePoint1Y" fmla="*/ 300 h 300"/>
                <a:gd name="GluePoint2X" fmla="*/ 148 w 148"/>
                <a:gd name="GluePoint2Y" fmla="*/ 0 h 300"/>
                <a:gd name="GluePoint3X" fmla="*/ 59 w 148"/>
                <a:gd name="GluePoint3Y" fmla="*/ 91 h 300"/>
                <a:gd name="GluePoint4X" fmla="*/ 0 w 148"/>
                <a:gd name="GluePoint4Y" fmla="*/ 91 h 300"/>
                <a:gd name="GluePoint5X" fmla="*/ 0 w 148"/>
                <a:gd name="GluePoint5Y" fmla="*/ 211 h 300"/>
                <a:gd name="GluePoint6X" fmla="*/ 59 w 148"/>
                <a:gd name="GluePoint6Y" fmla="*/ 211 h 300"/>
                <a:gd name="GluePoint7X" fmla="*/ 148 w 148"/>
                <a:gd name="GluePoint7Y" fmla="*/ 300 h 300"/>
                <a:gd name="GluePoint8X" fmla="*/ 9 w 148"/>
                <a:gd name="GluePoint8Y" fmla="*/ 100 h 300"/>
                <a:gd name="GluePoint9X" fmla="*/ 62 w 148"/>
                <a:gd name="GluePoint9Y" fmla="*/ 100 h 300"/>
                <a:gd name="GluePoint10X" fmla="*/ 139 w 148"/>
                <a:gd name="GluePoint10Y" fmla="*/ 22 h 300"/>
                <a:gd name="GluePoint11X" fmla="*/ 139 w 148"/>
                <a:gd name="GluePoint11Y" fmla="*/ 278 h 300"/>
                <a:gd name="GluePoint12X" fmla="*/ 62 w 148"/>
                <a:gd name="GluePoint12Y" fmla="*/ 202 h 300"/>
                <a:gd name="GluePoint13X" fmla="*/ 9 w 148"/>
                <a:gd name="GluePoint13Y" fmla="*/ 202 h 300"/>
                <a:gd name="GluePoint14X" fmla="*/ 9 w 148"/>
                <a:gd name="GluePoint14Y" fmla="*/ 100 h 3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48" h="300">
                  <a:moveTo>
                    <a:pt x="148" y="300"/>
                  </a:moveTo>
                  <a:lnTo>
                    <a:pt x="148" y="0"/>
                  </a:lnTo>
                  <a:lnTo>
                    <a:pt x="59" y="91"/>
                  </a:lnTo>
                  <a:lnTo>
                    <a:pt x="0" y="91"/>
                  </a:lnTo>
                  <a:lnTo>
                    <a:pt x="0" y="211"/>
                  </a:lnTo>
                  <a:lnTo>
                    <a:pt x="59" y="211"/>
                  </a:lnTo>
                  <a:lnTo>
                    <a:pt x="148" y="300"/>
                  </a:lnTo>
                  <a:close/>
                  <a:moveTo>
                    <a:pt x="9" y="100"/>
                  </a:moveTo>
                  <a:lnTo>
                    <a:pt x="62" y="100"/>
                  </a:lnTo>
                  <a:lnTo>
                    <a:pt x="139" y="22"/>
                  </a:lnTo>
                  <a:lnTo>
                    <a:pt x="139" y="278"/>
                  </a:lnTo>
                  <a:lnTo>
                    <a:pt x="62" y="202"/>
                  </a:lnTo>
                  <a:lnTo>
                    <a:pt x="9" y="202"/>
                  </a:lnTo>
                  <a:lnTo>
                    <a:pt x="9" y="10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21" name="Freeform 90"/>
            <p:cNvSpPr/>
            <p:nvPr/>
          </p:nvSpPr>
          <p:spPr>
            <a:xfrm>
              <a:off x="3053160" y="2237040"/>
              <a:ext cx="51840" cy="10404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104040"/>
                <a:gd name="textAreaBottom" fmla="*/ 104400 h 104040"/>
                <a:gd name="GluePoint1X" fmla="*/ 0 w 44"/>
                <a:gd name="GluePoint1Y" fmla="*/ 80 h 88"/>
                <a:gd name="GluePoint2X" fmla="*/ 0 w 44"/>
                <a:gd name="GluePoint2Y" fmla="*/ 88 h 88"/>
                <a:gd name="GluePoint3X" fmla="*/ 44 w 44"/>
                <a:gd name="GluePoint3Y" fmla="*/ 44 h 88"/>
                <a:gd name="GluePoint4X" fmla="*/ 0 w 44"/>
                <a:gd name="GluePoint4Y" fmla="*/ 0 h 88"/>
                <a:gd name="GluePoint5X" fmla="*/ 0 w 44"/>
                <a:gd name="GluePoint5Y" fmla="*/ 8 h 88"/>
                <a:gd name="GluePoint6X" fmla="*/ 36 w 44"/>
                <a:gd name="GluePoint6Y" fmla="*/ 44 h 88"/>
                <a:gd name="GluePoint7X" fmla="*/ 0 w 44"/>
                <a:gd name="GluePoint7Y" fmla="*/ 80 h 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44" h="88">
                  <a:moveTo>
                    <a:pt x="0" y="80"/>
                  </a:moveTo>
                  <a:cubicBezTo>
                    <a:pt x="0" y="88"/>
                    <a:pt x="0" y="88"/>
                    <a:pt x="0" y="88"/>
                  </a:cubicBezTo>
                  <a:cubicBezTo>
                    <a:pt x="25" y="88"/>
                    <a:pt x="44" y="68"/>
                    <a:pt x="44" y="44"/>
                  </a:cubicBezTo>
                  <a:cubicBezTo>
                    <a:pt x="44" y="20"/>
                    <a:pt x="25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0" y="8"/>
                    <a:pt x="36" y="24"/>
                    <a:pt x="36" y="44"/>
                  </a:cubicBezTo>
                  <a:cubicBezTo>
                    <a:pt x="36" y="64"/>
                    <a:pt x="20" y="80"/>
                    <a:pt x="0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22" name="Freeform 91"/>
            <p:cNvSpPr/>
            <p:nvPr/>
          </p:nvSpPr>
          <p:spPr>
            <a:xfrm>
              <a:off x="3053160" y="2189160"/>
              <a:ext cx="99000" cy="19944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199440"/>
                <a:gd name="textAreaBottom" fmla="*/ 199800 h 199440"/>
                <a:gd name="GluePoint1X" fmla="*/ 0 w 84"/>
                <a:gd name="GluePoint1Y" fmla="*/ 168 h 168"/>
                <a:gd name="GluePoint2X" fmla="*/ 84 w 84"/>
                <a:gd name="GluePoint2Y" fmla="*/ 84 h 168"/>
                <a:gd name="GluePoint3X" fmla="*/ 0 w 84"/>
                <a:gd name="GluePoint3Y" fmla="*/ 0 h 168"/>
                <a:gd name="GluePoint4X" fmla="*/ 0 w 84"/>
                <a:gd name="GluePoint4Y" fmla="*/ 8 h 168"/>
                <a:gd name="GluePoint5X" fmla="*/ 76 w 84"/>
                <a:gd name="GluePoint5Y" fmla="*/ 84 h 168"/>
                <a:gd name="GluePoint6X" fmla="*/ 0 w 84"/>
                <a:gd name="GluePoint6Y" fmla="*/ 160 h 168"/>
                <a:gd name="GluePoint7X" fmla="*/ 0 w 84"/>
                <a:gd name="GluePoint7Y" fmla="*/ 168 h 1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4" h="168">
                  <a:moveTo>
                    <a:pt x="0" y="168"/>
                  </a:moveTo>
                  <a:cubicBezTo>
                    <a:pt x="47" y="168"/>
                    <a:pt x="84" y="130"/>
                    <a:pt x="84" y="84"/>
                  </a:cubicBezTo>
                  <a:cubicBezTo>
                    <a:pt x="84" y="38"/>
                    <a:pt x="47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2" y="8"/>
                    <a:pt x="76" y="42"/>
                    <a:pt x="76" y="84"/>
                  </a:cubicBezTo>
                  <a:cubicBezTo>
                    <a:pt x="76" y="126"/>
                    <a:pt x="42" y="160"/>
                    <a:pt x="0" y="160"/>
                  </a:cubicBezTo>
                  <a:lnTo>
                    <a:pt x="0" y="16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023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Music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4" name="Группа 1"/>
          <p:cNvGrpSpPr/>
          <p:nvPr/>
        </p:nvGrpSpPr>
        <p:grpSpPr>
          <a:xfrm>
            <a:off x="2054160" y="1245240"/>
            <a:ext cx="302760" cy="304560"/>
            <a:chOff x="2054160" y="1245240"/>
            <a:chExt cx="302760" cy="304560"/>
          </a:xfrm>
        </p:grpSpPr>
        <p:sp>
          <p:nvSpPr>
            <p:cNvPr id="3025" name="Freeform 12"/>
            <p:cNvSpPr/>
            <p:nvPr/>
          </p:nvSpPr>
          <p:spPr>
            <a:xfrm>
              <a:off x="2054160" y="1445400"/>
              <a:ext cx="104400" cy="10440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04400"/>
                <a:gd name="textAreaBottom" fmla="*/ 104760 h 104400"/>
                <a:gd name="GluePoint1X" fmla="*/ 36 w 66"/>
                <a:gd name="GluePoint1Y" fmla="*/ 34 h 66"/>
                <a:gd name="GluePoint2X" fmla="*/ 61 w 66"/>
                <a:gd name="GluePoint2Y" fmla="*/ 9 h 66"/>
                <a:gd name="GluePoint3X" fmla="*/ 66 w 66"/>
                <a:gd name="GluePoint3Y" fmla="*/ 9 h 66"/>
                <a:gd name="GluePoint4X" fmla="*/ 66 w 66"/>
                <a:gd name="GluePoint4Y" fmla="*/ 3 h 66"/>
                <a:gd name="GluePoint5X" fmla="*/ 63 w 66"/>
                <a:gd name="GluePoint5Y" fmla="*/ 3 h 66"/>
                <a:gd name="GluePoint6X" fmla="*/ 63 w 66"/>
                <a:gd name="GluePoint6Y" fmla="*/ 0 h 66"/>
                <a:gd name="GluePoint7X" fmla="*/ 57 w 66"/>
                <a:gd name="GluePoint7Y" fmla="*/ 0 h 66"/>
                <a:gd name="GluePoint8X" fmla="*/ 57 w 66"/>
                <a:gd name="GluePoint8Y" fmla="*/ 4 h 66"/>
                <a:gd name="GluePoint9X" fmla="*/ 32 w 66"/>
                <a:gd name="GluePoint9Y" fmla="*/ 30 h 66"/>
                <a:gd name="GluePoint10X" fmla="*/ 0 w 66"/>
                <a:gd name="GluePoint10Y" fmla="*/ 30 h 66"/>
                <a:gd name="GluePoint11X" fmla="*/ 0 w 66"/>
                <a:gd name="GluePoint11Y" fmla="*/ 66 h 66"/>
                <a:gd name="GluePoint12X" fmla="*/ 36 w 66"/>
                <a:gd name="GluePoint12Y" fmla="*/ 66 h 66"/>
                <a:gd name="GluePoint13X" fmla="*/ 36 w 66"/>
                <a:gd name="GluePoint13Y" fmla="*/ 34 h 66"/>
                <a:gd name="GluePoint14X" fmla="*/ 30 w 66"/>
                <a:gd name="GluePoint14Y" fmla="*/ 60 h 66"/>
                <a:gd name="GluePoint15X" fmla="*/ 6 w 66"/>
                <a:gd name="GluePoint15Y" fmla="*/ 60 h 66"/>
                <a:gd name="GluePoint16X" fmla="*/ 6 w 66"/>
                <a:gd name="GluePoint16Y" fmla="*/ 36 h 66"/>
                <a:gd name="GluePoint17X" fmla="*/ 30 w 66"/>
                <a:gd name="GluePoint17Y" fmla="*/ 36 h 66"/>
                <a:gd name="GluePoint18X" fmla="*/ 30 w 66"/>
                <a:gd name="GluePoint18Y" fmla="*/ 60 h 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66" h="66">
                  <a:moveTo>
                    <a:pt x="36" y="34"/>
                  </a:moveTo>
                  <a:lnTo>
                    <a:pt x="61" y="9"/>
                  </a:lnTo>
                  <a:lnTo>
                    <a:pt x="66" y="9"/>
                  </a:lnTo>
                  <a:lnTo>
                    <a:pt x="66" y="3"/>
                  </a:lnTo>
                  <a:lnTo>
                    <a:pt x="63" y="3"/>
                  </a:lnTo>
                  <a:lnTo>
                    <a:pt x="63" y="0"/>
                  </a:lnTo>
                  <a:lnTo>
                    <a:pt x="57" y="0"/>
                  </a:lnTo>
                  <a:lnTo>
                    <a:pt x="57" y="4"/>
                  </a:lnTo>
                  <a:lnTo>
                    <a:pt x="32" y="30"/>
                  </a:lnTo>
                  <a:lnTo>
                    <a:pt x="0" y="30"/>
                  </a:lnTo>
                  <a:lnTo>
                    <a:pt x="0" y="66"/>
                  </a:lnTo>
                  <a:lnTo>
                    <a:pt x="36" y="66"/>
                  </a:lnTo>
                  <a:lnTo>
                    <a:pt x="36" y="34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6" y="36"/>
                  </a:lnTo>
                  <a:lnTo>
                    <a:pt x="30" y="36"/>
                  </a:lnTo>
                  <a:lnTo>
                    <a:pt x="30" y="6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26" name="Freeform 13"/>
            <p:cNvSpPr/>
            <p:nvPr/>
          </p:nvSpPr>
          <p:spPr>
            <a:xfrm>
              <a:off x="2252520" y="1245240"/>
              <a:ext cx="104400" cy="10440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04400"/>
                <a:gd name="textAreaBottom" fmla="*/ 104760 h 104400"/>
                <a:gd name="GluePoint1X" fmla="*/ 30 w 66"/>
                <a:gd name="GluePoint1Y" fmla="*/ 32 h 66"/>
                <a:gd name="GluePoint2X" fmla="*/ 6 w 66"/>
                <a:gd name="GluePoint2Y" fmla="*/ 57 h 66"/>
                <a:gd name="GluePoint3X" fmla="*/ 0 w 66"/>
                <a:gd name="GluePoint3Y" fmla="*/ 57 h 66"/>
                <a:gd name="GluePoint4X" fmla="*/ 0 w 66"/>
                <a:gd name="GluePoint4Y" fmla="*/ 63 h 66"/>
                <a:gd name="GluePoint5X" fmla="*/ 3 w 66"/>
                <a:gd name="GluePoint5Y" fmla="*/ 63 h 66"/>
                <a:gd name="GluePoint6X" fmla="*/ 3 w 66"/>
                <a:gd name="GluePoint6Y" fmla="*/ 66 h 66"/>
                <a:gd name="GluePoint7X" fmla="*/ 9 w 66"/>
                <a:gd name="GluePoint7Y" fmla="*/ 66 h 66"/>
                <a:gd name="GluePoint8X" fmla="*/ 9 w 66"/>
                <a:gd name="GluePoint8Y" fmla="*/ 61 h 66"/>
                <a:gd name="GluePoint9X" fmla="*/ 35 w 66"/>
                <a:gd name="GluePoint9Y" fmla="*/ 36 h 66"/>
                <a:gd name="GluePoint10X" fmla="*/ 66 w 66"/>
                <a:gd name="GluePoint10Y" fmla="*/ 36 h 66"/>
                <a:gd name="GluePoint11X" fmla="*/ 66 w 66"/>
                <a:gd name="GluePoint11Y" fmla="*/ 0 h 66"/>
                <a:gd name="GluePoint12X" fmla="*/ 30 w 66"/>
                <a:gd name="GluePoint12Y" fmla="*/ 0 h 66"/>
                <a:gd name="GluePoint13X" fmla="*/ 30 w 66"/>
                <a:gd name="GluePoint13Y" fmla="*/ 32 h 66"/>
                <a:gd name="GluePoint14X" fmla="*/ 36 w 66"/>
                <a:gd name="GluePoint14Y" fmla="*/ 6 h 66"/>
                <a:gd name="GluePoint15X" fmla="*/ 60 w 66"/>
                <a:gd name="GluePoint15Y" fmla="*/ 6 h 66"/>
                <a:gd name="GluePoint16X" fmla="*/ 60 w 66"/>
                <a:gd name="GluePoint16Y" fmla="*/ 30 h 66"/>
                <a:gd name="GluePoint17X" fmla="*/ 36 w 66"/>
                <a:gd name="GluePoint17Y" fmla="*/ 30 h 66"/>
                <a:gd name="GluePoint18X" fmla="*/ 36 w 66"/>
                <a:gd name="GluePoint18Y" fmla="*/ 6 h 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66" h="66">
                  <a:moveTo>
                    <a:pt x="30" y="32"/>
                  </a:moveTo>
                  <a:lnTo>
                    <a:pt x="6" y="57"/>
                  </a:lnTo>
                  <a:lnTo>
                    <a:pt x="0" y="57"/>
                  </a:lnTo>
                  <a:lnTo>
                    <a:pt x="0" y="63"/>
                  </a:lnTo>
                  <a:lnTo>
                    <a:pt x="3" y="63"/>
                  </a:lnTo>
                  <a:lnTo>
                    <a:pt x="3" y="66"/>
                  </a:lnTo>
                  <a:lnTo>
                    <a:pt x="9" y="66"/>
                  </a:lnTo>
                  <a:lnTo>
                    <a:pt x="9" y="61"/>
                  </a:lnTo>
                  <a:lnTo>
                    <a:pt x="35" y="36"/>
                  </a:lnTo>
                  <a:lnTo>
                    <a:pt x="66" y="36"/>
                  </a:lnTo>
                  <a:lnTo>
                    <a:pt x="66" y="0"/>
                  </a:lnTo>
                  <a:lnTo>
                    <a:pt x="30" y="0"/>
                  </a:lnTo>
                  <a:lnTo>
                    <a:pt x="30" y="32"/>
                  </a:lnTo>
                  <a:close/>
                  <a:moveTo>
                    <a:pt x="36" y="6"/>
                  </a:moveTo>
                  <a:lnTo>
                    <a:pt x="60" y="6"/>
                  </a:lnTo>
                  <a:lnTo>
                    <a:pt x="60" y="30"/>
                  </a:lnTo>
                  <a:lnTo>
                    <a:pt x="36" y="30"/>
                  </a:lnTo>
                  <a:lnTo>
                    <a:pt x="3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27" name="Rectangle 14"/>
            <p:cNvSpPr/>
            <p:nvPr/>
          </p:nvSpPr>
          <p:spPr>
            <a:xfrm>
              <a:off x="2168640" y="13356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28" name="Rectangle 15"/>
            <p:cNvSpPr/>
            <p:nvPr/>
          </p:nvSpPr>
          <p:spPr>
            <a:xfrm>
              <a:off x="2225520" y="1335600"/>
              <a:ext cx="172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29" name="Rectangle 16"/>
            <p:cNvSpPr/>
            <p:nvPr/>
          </p:nvSpPr>
          <p:spPr>
            <a:xfrm>
              <a:off x="2197080" y="13356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0" name="Freeform 17"/>
            <p:cNvSpPr/>
            <p:nvPr/>
          </p:nvSpPr>
          <p:spPr>
            <a:xfrm>
              <a:off x="2144880" y="133560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6 w 9"/>
                <a:gd name="GluePoint1Y" fmla="*/ 6 h 9"/>
                <a:gd name="GluePoint2X" fmla="*/ 9 w 9"/>
                <a:gd name="GluePoint2Y" fmla="*/ 6 h 9"/>
                <a:gd name="GluePoint3X" fmla="*/ 9 w 9"/>
                <a:gd name="GluePoint3Y" fmla="*/ 0 h 9"/>
                <a:gd name="GluePoint4X" fmla="*/ 0 w 9"/>
                <a:gd name="GluePoint4Y" fmla="*/ 0 h 9"/>
                <a:gd name="GluePoint5X" fmla="*/ 0 w 9"/>
                <a:gd name="GluePoint5Y" fmla="*/ 9 h 9"/>
                <a:gd name="GluePoint6X" fmla="*/ 6 w 9"/>
                <a:gd name="GluePoint6Y" fmla="*/ 9 h 9"/>
                <a:gd name="GluePoint7X" fmla="*/ 6 w 9"/>
                <a:gd name="GluePoint7Y" fmla="*/ 6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1" name="Rectangle 18"/>
            <p:cNvSpPr/>
            <p:nvPr/>
          </p:nvSpPr>
          <p:spPr>
            <a:xfrm>
              <a:off x="2144880" y="14166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2" name="Rectangle 19"/>
            <p:cNvSpPr/>
            <p:nvPr/>
          </p:nvSpPr>
          <p:spPr>
            <a:xfrm>
              <a:off x="2144880" y="13597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3" name="Rectangle 20"/>
            <p:cNvSpPr/>
            <p:nvPr/>
          </p:nvSpPr>
          <p:spPr>
            <a:xfrm>
              <a:off x="2144880" y="13881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4" name="Rectangle 21"/>
            <p:cNvSpPr/>
            <p:nvPr/>
          </p:nvSpPr>
          <p:spPr>
            <a:xfrm>
              <a:off x="2168640" y="145008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5" name="Rectangle 22"/>
            <p:cNvSpPr/>
            <p:nvPr/>
          </p:nvSpPr>
          <p:spPr>
            <a:xfrm>
              <a:off x="2197080" y="145008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6" name="Rectangle 23"/>
            <p:cNvSpPr/>
            <p:nvPr/>
          </p:nvSpPr>
          <p:spPr>
            <a:xfrm>
              <a:off x="2225520" y="1450080"/>
              <a:ext cx="172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7" name="Freeform 24"/>
            <p:cNvSpPr/>
            <p:nvPr/>
          </p:nvSpPr>
          <p:spPr>
            <a:xfrm>
              <a:off x="2252520" y="144540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3 w 9"/>
                <a:gd name="GluePoint1Y" fmla="*/ 3 h 9"/>
                <a:gd name="GluePoint2X" fmla="*/ 0 w 9"/>
                <a:gd name="GluePoint2Y" fmla="*/ 3 h 9"/>
                <a:gd name="GluePoint3X" fmla="*/ 0 w 9"/>
                <a:gd name="GluePoint3Y" fmla="*/ 9 h 9"/>
                <a:gd name="GluePoint4X" fmla="*/ 9 w 9"/>
                <a:gd name="GluePoint4Y" fmla="*/ 9 h 9"/>
                <a:gd name="GluePoint5X" fmla="*/ 9 w 9"/>
                <a:gd name="GluePoint5Y" fmla="*/ 0 h 9"/>
                <a:gd name="GluePoint6X" fmla="*/ 3 w 9"/>
                <a:gd name="GluePoint6Y" fmla="*/ 0 h 9"/>
                <a:gd name="GluePoint7X" fmla="*/ 3 w 9"/>
                <a:gd name="GluePoint7Y" fmla="*/ 3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8" name="Rectangle 25"/>
            <p:cNvSpPr/>
            <p:nvPr/>
          </p:nvSpPr>
          <p:spPr>
            <a:xfrm>
              <a:off x="2257560" y="13881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39" name="Rectangle 26"/>
            <p:cNvSpPr/>
            <p:nvPr/>
          </p:nvSpPr>
          <p:spPr>
            <a:xfrm>
              <a:off x="2257560" y="14166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40" name="Rectangle 27"/>
            <p:cNvSpPr/>
            <p:nvPr/>
          </p:nvSpPr>
          <p:spPr>
            <a:xfrm>
              <a:off x="2257560" y="13597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41" name="Freeform 28"/>
            <p:cNvSpPr/>
            <p:nvPr/>
          </p:nvSpPr>
          <p:spPr>
            <a:xfrm>
              <a:off x="2173320" y="1364400"/>
              <a:ext cx="64800" cy="662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66240"/>
                <a:gd name="textAreaBottom" fmla="*/ 66600 h 66240"/>
                <a:gd name="GluePoint1X" fmla="*/ 0 w 41"/>
                <a:gd name="GluePoint1Y" fmla="*/ 24 h 42"/>
                <a:gd name="GluePoint2X" fmla="*/ 18 w 41"/>
                <a:gd name="GluePoint2Y" fmla="*/ 24 h 42"/>
                <a:gd name="GluePoint3X" fmla="*/ 18 w 41"/>
                <a:gd name="GluePoint3Y" fmla="*/ 42 h 42"/>
                <a:gd name="GluePoint4X" fmla="*/ 24 w 41"/>
                <a:gd name="GluePoint4Y" fmla="*/ 42 h 42"/>
                <a:gd name="GluePoint5X" fmla="*/ 24 w 41"/>
                <a:gd name="GluePoint5Y" fmla="*/ 24 h 42"/>
                <a:gd name="GluePoint6X" fmla="*/ 41 w 41"/>
                <a:gd name="GluePoint6Y" fmla="*/ 24 h 42"/>
                <a:gd name="GluePoint7X" fmla="*/ 41 w 41"/>
                <a:gd name="GluePoint7Y" fmla="*/ 18 h 42"/>
                <a:gd name="GluePoint8X" fmla="*/ 24 w 41"/>
                <a:gd name="GluePoint8Y" fmla="*/ 18 h 42"/>
                <a:gd name="GluePoint9X" fmla="*/ 24 w 41"/>
                <a:gd name="GluePoint9Y" fmla="*/ 0 h 42"/>
                <a:gd name="GluePoint10X" fmla="*/ 18 w 41"/>
                <a:gd name="GluePoint10Y" fmla="*/ 0 h 42"/>
                <a:gd name="GluePoint11X" fmla="*/ 18 w 41"/>
                <a:gd name="GluePoint11Y" fmla="*/ 18 h 42"/>
                <a:gd name="GluePoint12X" fmla="*/ 0 w 41"/>
                <a:gd name="GluePoint12Y" fmla="*/ 18 h 42"/>
                <a:gd name="GluePoint13X" fmla="*/ 0 w 41"/>
                <a:gd name="GluePoint13Y" fmla="*/ 24 h 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1" h="42">
                  <a:moveTo>
                    <a:pt x="0" y="24"/>
                  </a:moveTo>
                  <a:lnTo>
                    <a:pt x="18" y="24"/>
                  </a:lnTo>
                  <a:lnTo>
                    <a:pt x="18" y="42"/>
                  </a:lnTo>
                  <a:lnTo>
                    <a:pt x="24" y="42"/>
                  </a:lnTo>
                  <a:lnTo>
                    <a:pt x="24" y="24"/>
                  </a:lnTo>
                  <a:lnTo>
                    <a:pt x="41" y="24"/>
                  </a:lnTo>
                  <a:lnTo>
                    <a:pt x="41" y="18"/>
                  </a:lnTo>
                  <a:lnTo>
                    <a:pt x="24" y="18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18"/>
                  </a:lnTo>
                  <a:lnTo>
                    <a:pt x="0" y="18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042" name="Freeform 29"/>
          <p:cNvSpPr/>
          <p:nvPr/>
        </p:nvSpPr>
        <p:spPr>
          <a:xfrm>
            <a:off x="2448000" y="1297800"/>
            <a:ext cx="304560" cy="199800"/>
          </a:xfrm>
          <a:custGeom>
            <a:avLst/>
            <a:gdLst>
              <a:gd name="textAreaLeft" fmla="*/ 0 w 304560"/>
              <a:gd name="textAreaRight" fmla="*/ 304920 w 304560"/>
              <a:gd name="textAreaTop" fmla="*/ 0 h 199800"/>
              <a:gd name="textAreaBottom" fmla="*/ 200160 h 199800"/>
              <a:gd name="GluePoint1X" fmla="*/ 128 w 256"/>
              <a:gd name="GluePoint1Y" fmla="*/ 168 h 168"/>
              <a:gd name="GluePoint2X" fmla="*/ 256 w 256"/>
              <a:gd name="GluePoint2Y" fmla="*/ 84 h 168"/>
              <a:gd name="GluePoint3X" fmla="*/ 128 w 256"/>
              <a:gd name="GluePoint3Y" fmla="*/ 0 h 168"/>
              <a:gd name="GluePoint4X" fmla="*/ 0 w 256"/>
              <a:gd name="GluePoint4Y" fmla="*/ 84 h 168"/>
              <a:gd name="GluePoint5X" fmla="*/ 128 w 256"/>
              <a:gd name="GluePoint5Y" fmla="*/ 168 h 168"/>
              <a:gd name="GluePoint6X" fmla="*/ 9 w 256"/>
              <a:gd name="GluePoint6Y" fmla="*/ 88 h 168"/>
              <a:gd name="GluePoint7X" fmla="*/ 124 w 256"/>
              <a:gd name="GluePoint7Y" fmla="*/ 88 h 168"/>
              <a:gd name="GluePoint8X" fmla="*/ 124 w 256"/>
              <a:gd name="GluePoint8Y" fmla="*/ 160 h 168"/>
              <a:gd name="GluePoint9X" fmla="*/ 9 w 256"/>
              <a:gd name="GluePoint9Y" fmla="*/ 88 h 168"/>
              <a:gd name="GluePoint10X" fmla="*/ 132 w 256"/>
              <a:gd name="GluePoint10Y" fmla="*/ 160 h 168"/>
              <a:gd name="GluePoint11X" fmla="*/ 132 w 256"/>
              <a:gd name="GluePoint11Y" fmla="*/ 88 h 168"/>
              <a:gd name="GluePoint12X" fmla="*/ 248 w 256"/>
              <a:gd name="GluePoint12Y" fmla="*/ 88 h 168"/>
              <a:gd name="GluePoint13X" fmla="*/ 132 w 256"/>
              <a:gd name="GluePoint13Y" fmla="*/ 160 h 168"/>
              <a:gd name="GluePoint14X" fmla="*/ 248 w 256"/>
              <a:gd name="GluePoint14Y" fmla="*/ 80 h 168"/>
              <a:gd name="GluePoint15X" fmla="*/ 132 w 256"/>
              <a:gd name="GluePoint15Y" fmla="*/ 80 h 168"/>
              <a:gd name="GluePoint16X" fmla="*/ 132 w 256"/>
              <a:gd name="GluePoint16Y" fmla="*/ 8 h 168"/>
              <a:gd name="GluePoint17X" fmla="*/ 248 w 256"/>
              <a:gd name="GluePoint17Y" fmla="*/ 80 h 168"/>
              <a:gd name="GluePoint18X" fmla="*/ 124 w 256"/>
              <a:gd name="GluePoint18Y" fmla="*/ 8 h 168"/>
              <a:gd name="GluePoint19X" fmla="*/ 124 w 256"/>
              <a:gd name="GluePoint19Y" fmla="*/ 80 h 168"/>
              <a:gd name="GluePoint20X" fmla="*/ 9 w 256"/>
              <a:gd name="GluePoint20Y" fmla="*/ 80 h 168"/>
              <a:gd name="GluePoint21X" fmla="*/ 124 w 256"/>
              <a:gd name="GluePoint21Y" fmla="*/ 8 h 1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</a:cxnLst>
            <a:rect l="textAreaLeft" t="textAreaTop" r="textAreaRight" b="textAreaBottom"/>
            <a:pathLst>
              <a:path w="256" h="168">
                <a:moveTo>
                  <a:pt x="128" y="168"/>
                </a:moveTo>
                <a:cubicBezTo>
                  <a:pt x="199" y="168"/>
                  <a:pt x="256" y="130"/>
                  <a:pt x="256" y="84"/>
                </a:cubicBezTo>
                <a:cubicBezTo>
                  <a:pt x="256" y="37"/>
                  <a:pt x="199" y="0"/>
                  <a:pt x="128" y="0"/>
                </a:cubicBezTo>
                <a:cubicBezTo>
                  <a:pt x="58" y="0"/>
                  <a:pt x="0" y="37"/>
                  <a:pt x="0" y="84"/>
                </a:cubicBezTo>
                <a:cubicBezTo>
                  <a:pt x="0" y="130"/>
                  <a:pt x="58" y="168"/>
                  <a:pt x="128" y="168"/>
                </a:cubicBezTo>
                <a:close/>
                <a:moveTo>
                  <a:pt x="9" y="88"/>
                </a:moveTo>
                <a:cubicBezTo>
                  <a:pt x="124" y="88"/>
                  <a:pt x="124" y="88"/>
                  <a:pt x="124" y="88"/>
                </a:cubicBezTo>
                <a:cubicBezTo>
                  <a:pt x="124" y="160"/>
                  <a:pt x="124" y="160"/>
                  <a:pt x="124" y="160"/>
                </a:cubicBezTo>
                <a:cubicBezTo>
                  <a:pt x="62" y="158"/>
                  <a:pt x="12" y="127"/>
                  <a:pt x="9" y="88"/>
                </a:cubicBezTo>
                <a:close/>
                <a:moveTo>
                  <a:pt x="132" y="160"/>
                </a:moveTo>
                <a:cubicBezTo>
                  <a:pt x="132" y="88"/>
                  <a:pt x="132" y="88"/>
                  <a:pt x="132" y="88"/>
                </a:cubicBezTo>
                <a:cubicBezTo>
                  <a:pt x="248" y="88"/>
                  <a:pt x="248" y="88"/>
                  <a:pt x="248" y="88"/>
                </a:cubicBezTo>
                <a:cubicBezTo>
                  <a:pt x="245" y="127"/>
                  <a:pt x="195" y="158"/>
                  <a:pt x="132" y="160"/>
                </a:cubicBezTo>
                <a:close/>
                <a:moveTo>
                  <a:pt x="248" y="80"/>
                </a:moveTo>
                <a:cubicBezTo>
                  <a:pt x="132" y="80"/>
                  <a:pt x="132" y="80"/>
                  <a:pt x="132" y="80"/>
                </a:cubicBezTo>
                <a:cubicBezTo>
                  <a:pt x="132" y="8"/>
                  <a:pt x="132" y="8"/>
                  <a:pt x="132" y="8"/>
                </a:cubicBezTo>
                <a:cubicBezTo>
                  <a:pt x="195" y="9"/>
                  <a:pt x="245" y="40"/>
                  <a:pt x="248" y="80"/>
                </a:cubicBezTo>
                <a:close/>
                <a:moveTo>
                  <a:pt x="124" y="8"/>
                </a:moveTo>
                <a:cubicBezTo>
                  <a:pt x="124" y="80"/>
                  <a:pt x="124" y="80"/>
                  <a:pt x="124" y="80"/>
                </a:cubicBezTo>
                <a:cubicBezTo>
                  <a:pt x="9" y="80"/>
                  <a:pt x="9" y="80"/>
                  <a:pt x="9" y="80"/>
                </a:cubicBezTo>
                <a:cubicBezTo>
                  <a:pt x="12" y="40"/>
                  <a:pt x="62" y="9"/>
                  <a:pt x="124" y="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043" name="Freeform 30"/>
          <p:cNvSpPr/>
          <p:nvPr/>
        </p:nvSpPr>
        <p:spPr>
          <a:xfrm>
            <a:off x="2843280" y="1264320"/>
            <a:ext cx="302760" cy="266400"/>
          </a:xfrm>
          <a:custGeom>
            <a:avLst/>
            <a:gdLst>
              <a:gd name="textAreaLeft" fmla="*/ 0 w 302760"/>
              <a:gd name="textAreaRight" fmla="*/ 303120 w 302760"/>
              <a:gd name="textAreaTop" fmla="*/ 0 h 266400"/>
              <a:gd name="textAreaBottom" fmla="*/ 266760 h 266400"/>
              <a:gd name="GluePoint1X" fmla="*/ 143 w 191"/>
              <a:gd name="GluePoint1Y" fmla="*/ 168 h 168"/>
              <a:gd name="GluePoint2X" fmla="*/ 191 w 191"/>
              <a:gd name="GluePoint2Y" fmla="*/ 84 h 168"/>
              <a:gd name="GluePoint3X" fmla="*/ 143 w 191"/>
              <a:gd name="GluePoint3Y" fmla="*/ 0 h 168"/>
              <a:gd name="GluePoint4X" fmla="*/ 48 w 191"/>
              <a:gd name="GluePoint4Y" fmla="*/ 0 h 168"/>
              <a:gd name="GluePoint5X" fmla="*/ 0 w 191"/>
              <a:gd name="GluePoint5Y" fmla="*/ 84 h 168"/>
              <a:gd name="GluePoint6X" fmla="*/ 48 w 191"/>
              <a:gd name="GluePoint6Y" fmla="*/ 168 h 168"/>
              <a:gd name="GluePoint7X" fmla="*/ 143 w 191"/>
              <a:gd name="GluePoint7Y" fmla="*/ 168 h 168"/>
              <a:gd name="GluePoint8X" fmla="*/ 56 w 191"/>
              <a:gd name="GluePoint8Y" fmla="*/ 162 h 168"/>
              <a:gd name="GluePoint9X" fmla="*/ 95 w 191"/>
              <a:gd name="GluePoint9Y" fmla="*/ 90 h 168"/>
              <a:gd name="GluePoint10X" fmla="*/ 136 w 191"/>
              <a:gd name="GluePoint10Y" fmla="*/ 162 h 168"/>
              <a:gd name="GluePoint11X" fmla="*/ 56 w 191"/>
              <a:gd name="GluePoint11Y" fmla="*/ 162 h 168"/>
              <a:gd name="GluePoint12X" fmla="*/ 184 w 191"/>
              <a:gd name="GluePoint12Y" fmla="*/ 84 h 168"/>
              <a:gd name="GluePoint13X" fmla="*/ 141 w 191"/>
              <a:gd name="GluePoint13Y" fmla="*/ 160 h 168"/>
              <a:gd name="GluePoint14X" fmla="*/ 99 w 191"/>
              <a:gd name="GluePoint14Y" fmla="*/ 84 h 168"/>
              <a:gd name="GluePoint15X" fmla="*/ 141 w 191"/>
              <a:gd name="GluePoint15Y" fmla="*/ 8 h 168"/>
              <a:gd name="GluePoint16X" fmla="*/ 184 w 191"/>
              <a:gd name="GluePoint16Y" fmla="*/ 84 h 168"/>
              <a:gd name="GluePoint17X" fmla="*/ 95 w 191"/>
              <a:gd name="GluePoint17Y" fmla="*/ 77 h 168"/>
              <a:gd name="GluePoint18X" fmla="*/ 56 w 191"/>
              <a:gd name="GluePoint18Y" fmla="*/ 6 h 168"/>
              <a:gd name="GluePoint19X" fmla="*/ 136 w 191"/>
              <a:gd name="GluePoint19Y" fmla="*/ 6 h 168"/>
              <a:gd name="GluePoint20X" fmla="*/ 95 w 191"/>
              <a:gd name="GluePoint20Y" fmla="*/ 77 h 168"/>
              <a:gd name="GluePoint21X" fmla="*/ 50 w 191"/>
              <a:gd name="GluePoint21Y" fmla="*/ 8 h 168"/>
              <a:gd name="GluePoint22X" fmla="*/ 92 w 191"/>
              <a:gd name="GluePoint22Y" fmla="*/ 84 h 168"/>
              <a:gd name="GluePoint23X" fmla="*/ 50 w 191"/>
              <a:gd name="GluePoint23Y" fmla="*/ 160 h 168"/>
              <a:gd name="GluePoint24X" fmla="*/ 7 w 191"/>
              <a:gd name="GluePoint24Y" fmla="*/ 84 h 168"/>
              <a:gd name="GluePoint25X" fmla="*/ 50 w 191"/>
              <a:gd name="GluePoint25Y" fmla="*/ 8 h 1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</a:cxnLst>
            <a:rect l="textAreaLeft" t="textAreaTop" r="textAreaRight" b="textAreaBottom"/>
            <a:pathLst>
              <a:path w="191" h="168">
                <a:moveTo>
                  <a:pt x="143" y="168"/>
                </a:moveTo>
                <a:lnTo>
                  <a:pt x="191" y="84"/>
                </a:lnTo>
                <a:lnTo>
                  <a:pt x="143" y="0"/>
                </a:lnTo>
                <a:lnTo>
                  <a:pt x="48" y="0"/>
                </a:lnTo>
                <a:lnTo>
                  <a:pt x="0" y="84"/>
                </a:lnTo>
                <a:lnTo>
                  <a:pt x="48" y="168"/>
                </a:lnTo>
                <a:lnTo>
                  <a:pt x="143" y="168"/>
                </a:lnTo>
                <a:close/>
                <a:moveTo>
                  <a:pt x="56" y="162"/>
                </a:moveTo>
                <a:lnTo>
                  <a:pt x="95" y="90"/>
                </a:lnTo>
                <a:lnTo>
                  <a:pt x="136" y="162"/>
                </a:lnTo>
                <a:lnTo>
                  <a:pt x="56" y="162"/>
                </a:lnTo>
                <a:close/>
                <a:moveTo>
                  <a:pt x="184" y="84"/>
                </a:moveTo>
                <a:lnTo>
                  <a:pt x="141" y="160"/>
                </a:lnTo>
                <a:lnTo>
                  <a:pt x="99" y="84"/>
                </a:lnTo>
                <a:lnTo>
                  <a:pt x="141" y="8"/>
                </a:lnTo>
                <a:lnTo>
                  <a:pt x="184" y="84"/>
                </a:lnTo>
                <a:close/>
                <a:moveTo>
                  <a:pt x="95" y="77"/>
                </a:moveTo>
                <a:lnTo>
                  <a:pt x="56" y="6"/>
                </a:lnTo>
                <a:lnTo>
                  <a:pt x="136" y="6"/>
                </a:lnTo>
                <a:lnTo>
                  <a:pt x="95" y="77"/>
                </a:lnTo>
                <a:close/>
                <a:moveTo>
                  <a:pt x="50" y="8"/>
                </a:moveTo>
                <a:lnTo>
                  <a:pt x="92" y="84"/>
                </a:lnTo>
                <a:lnTo>
                  <a:pt x="50" y="160"/>
                </a:lnTo>
                <a:lnTo>
                  <a:pt x="7" y="84"/>
                </a:lnTo>
                <a:lnTo>
                  <a:pt x="50" y="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044" name="Freeform 31"/>
          <p:cNvSpPr/>
          <p:nvPr/>
        </p:nvSpPr>
        <p:spPr>
          <a:xfrm>
            <a:off x="3238560" y="1297800"/>
            <a:ext cx="302760" cy="199800"/>
          </a:xfrm>
          <a:custGeom>
            <a:avLst/>
            <a:gdLst>
              <a:gd name="textAreaLeft" fmla="*/ 0 w 302760"/>
              <a:gd name="textAreaRight" fmla="*/ 303120 w 302760"/>
              <a:gd name="textAreaTop" fmla="*/ 0 h 199800"/>
              <a:gd name="textAreaBottom" fmla="*/ 200160 h 199800"/>
              <a:gd name="GluePoint1X" fmla="*/ 0 w 191"/>
              <a:gd name="GluePoint1Y" fmla="*/ 126 h 126"/>
              <a:gd name="GluePoint2X" fmla="*/ 191 w 191"/>
              <a:gd name="GluePoint2Y" fmla="*/ 126 h 126"/>
              <a:gd name="GluePoint3X" fmla="*/ 191 w 191"/>
              <a:gd name="GluePoint3Y" fmla="*/ 0 h 126"/>
              <a:gd name="GluePoint4X" fmla="*/ 0 w 191"/>
              <a:gd name="GluePoint4Y" fmla="*/ 0 h 126"/>
              <a:gd name="GluePoint5X" fmla="*/ 0 w 191"/>
              <a:gd name="GluePoint5Y" fmla="*/ 126 h 126"/>
              <a:gd name="GluePoint6X" fmla="*/ 101 w 191"/>
              <a:gd name="GluePoint6Y" fmla="*/ 63 h 126"/>
              <a:gd name="GluePoint7X" fmla="*/ 185 w 191"/>
              <a:gd name="GluePoint7Y" fmla="*/ 8 h 126"/>
              <a:gd name="GluePoint8X" fmla="*/ 185 w 191"/>
              <a:gd name="GluePoint8Y" fmla="*/ 117 h 126"/>
              <a:gd name="GluePoint9X" fmla="*/ 101 w 191"/>
              <a:gd name="GluePoint9Y" fmla="*/ 63 h 126"/>
              <a:gd name="GluePoint10X" fmla="*/ 178 w 191"/>
              <a:gd name="GluePoint10Y" fmla="*/ 120 h 126"/>
              <a:gd name="GluePoint11X" fmla="*/ 12 w 191"/>
              <a:gd name="GluePoint11Y" fmla="*/ 120 h 126"/>
              <a:gd name="GluePoint12X" fmla="*/ 96 w 191"/>
              <a:gd name="GluePoint12Y" fmla="*/ 66 h 126"/>
              <a:gd name="GluePoint13X" fmla="*/ 178 w 191"/>
              <a:gd name="GluePoint13Y" fmla="*/ 120 h 126"/>
              <a:gd name="GluePoint14X" fmla="*/ 96 w 191"/>
              <a:gd name="GluePoint14Y" fmla="*/ 59 h 126"/>
              <a:gd name="GluePoint15X" fmla="*/ 12 w 191"/>
              <a:gd name="GluePoint15Y" fmla="*/ 6 h 126"/>
              <a:gd name="GluePoint16X" fmla="*/ 178 w 191"/>
              <a:gd name="GluePoint16Y" fmla="*/ 6 h 126"/>
              <a:gd name="GluePoint17X" fmla="*/ 96 w 191"/>
              <a:gd name="GluePoint17Y" fmla="*/ 59 h 126"/>
              <a:gd name="GluePoint18X" fmla="*/ 90 w 191"/>
              <a:gd name="GluePoint18Y" fmla="*/ 63 h 126"/>
              <a:gd name="GluePoint19X" fmla="*/ 6 w 191"/>
              <a:gd name="GluePoint19Y" fmla="*/ 117 h 126"/>
              <a:gd name="GluePoint20X" fmla="*/ 6 w 191"/>
              <a:gd name="GluePoint20Y" fmla="*/ 8 h 126"/>
              <a:gd name="GluePoint21X" fmla="*/ 90 w 191"/>
              <a:gd name="GluePoint21Y" fmla="*/ 63 h 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</a:cxnLst>
            <a:rect l="textAreaLeft" t="textAreaTop" r="textAreaRight" b="textAreaBottom"/>
            <a:pathLst>
              <a:path w="191" h="126">
                <a:moveTo>
                  <a:pt x="0" y="126"/>
                </a:moveTo>
                <a:lnTo>
                  <a:pt x="191" y="126"/>
                </a:lnTo>
                <a:lnTo>
                  <a:pt x="191" y="0"/>
                </a:lnTo>
                <a:lnTo>
                  <a:pt x="0" y="0"/>
                </a:lnTo>
                <a:lnTo>
                  <a:pt x="0" y="126"/>
                </a:lnTo>
                <a:close/>
                <a:moveTo>
                  <a:pt x="101" y="63"/>
                </a:moveTo>
                <a:lnTo>
                  <a:pt x="185" y="8"/>
                </a:lnTo>
                <a:lnTo>
                  <a:pt x="185" y="117"/>
                </a:lnTo>
                <a:lnTo>
                  <a:pt x="101" y="63"/>
                </a:lnTo>
                <a:close/>
                <a:moveTo>
                  <a:pt x="178" y="120"/>
                </a:moveTo>
                <a:lnTo>
                  <a:pt x="12" y="120"/>
                </a:lnTo>
                <a:lnTo>
                  <a:pt x="96" y="66"/>
                </a:lnTo>
                <a:lnTo>
                  <a:pt x="178" y="120"/>
                </a:lnTo>
                <a:close/>
                <a:moveTo>
                  <a:pt x="96" y="59"/>
                </a:moveTo>
                <a:lnTo>
                  <a:pt x="12" y="6"/>
                </a:lnTo>
                <a:lnTo>
                  <a:pt x="178" y="6"/>
                </a:lnTo>
                <a:lnTo>
                  <a:pt x="96" y="59"/>
                </a:lnTo>
                <a:close/>
                <a:moveTo>
                  <a:pt x="90" y="63"/>
                </a:moveTo>
                <a:lnTo>
                  <a:pt x="6" y="117"/>
                </a:lnTo>
                <a:lnTo>
                  <a:pt x="6" y="8"/>
                </a:lnTo>
                <a:lnTo>
                  <a:pt x="90" y="63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045" name="Freeform 32"/>
          <p:cNvSpPr/>
          <p:nvPr/>
        </p:nvSpPr>
        <p:spPr>
          <a:xfrm>
            <a:off x="3632040" y="1297800"/>
            <a:ext cx="304560" cy="199800"/>
          </a:xfrm>
          <a:custGeom>
            <a:avLst/>
            <a:gdLst>
              <a:gd name="textAreaLeft" fmla="*/ 0 w 304560"/>
              <a:gd name="textAreaRight" fmla="*/ 304920 w 304560"/>
              <a:gd name="textAreaTop" fmla="*/ 0 h 199800"/>
              <a:gd name="textAreaBottom" fmla="*/ 200160 h 199800"/>
              <a:gd name="GluePoint1X" fmla="*/ 52 w 256"/>
              <a:gd name="GluePoint1Y" fmla="*/ 168 h 168"/>
              <a:gd name="GluePoint2X" fmla="*/ 204 w 256"/>
              <a:gd name="GluePoint2Y" fmla="*/ 168 h 168"/>
              <a:gd name="GluePoint3X" fmla="*/ 256 w 256"/>
              <a:gd name="GluePoint3Y" fmla="*/ 116 h 168"/>
              <a:gd name="GluePoint4X" fmla="*/ 256 w 256"/>
              <a:gd name="GluePoint4Y" fmla="*/ 52 h 168"/>
              <a:gd name="GluePoint5X" fmla="*/ 204 w 256"/>
              <a:gd name="GluePoint5Y" fmla="*/ 0 h 168"/>
              <a:gd name="GluePoint6X" fmla="*/ 52 w 256"/>
              <a:gd name="GluePoint6Y" fmla="*/ 0 h 168"/>
              <a:gd name="GluePoint7X" fmla="*/ 0 w 256"/>
              <a:gd name="GluePoint7Y" fmla="*/ 52 h 168"/>
              <a:gd name="GluePoint8X" fmla="*/ 0 w 256"/>
              <a:gd name="GluePoint8Y" fmla="*/ 116 h 168"/>
              <a:gd name="GluePoint9X" fmla="*/ 52 w 256"/>
              <a:gd name="GluePoint9Y" fmla="*/ 168 h 168"/>
              <a:gd name="GluePoint10X" fmla="*/ 52 w 256"/>
              <a:gd name="GluePoint10Y" fmla="*/ 160 h 168"/>
              <a:gd name="GluePoint11X" fmla="*/ 27 w 256"/>
              <a:gd name="GluePoint11Y" fmla="*/ 152 h 168"/>
              <a:gd name="GluePoint12X" fmla="*/ 128 w 256"/>
              <a:gd name="GluePoint12Y" fmla="*/ 88 h 168"/>
              <a:gd name="GluePoint13X" fmla="*/ 229 w 256"/>
              <a:gd name="GluePoint13Y" fmla="*/ 152 h 168"/>
              <a:gd name="GluePoint14X" fmla="*/ 204 w 256"/>
              <a:gd name="GluePoint14Y" fmla="*/ 160 h 168"/>
              <a:gd name="GluePoint15X" fmla="*/ 52 w 256"/>
              <a:gd name="GluePoint15Y" fmla="*/ 160 h 168"/>
              <a:gd name="GluePoint16X" fmla="*/ 248 w 256"/>
              <a:gd name="GluePoint16Y" fmla="*/ 52 h 168"/>
              <a:gd name="GluePoint17X" fmla="*/ 248 w 256"/>
              <a:gd name="GluePoint17Y" fmla="*/ 116 h 168"/>
              <a:gd name="GluePoint18X" fmla="*/ 235 w 256"/>
              <a:gd name="GluePoint18Y" fmla="*/ 146 h 168"/>
              <a:gd name="GluePoint19X" fmla="*/ 135 w 256"/>
              <a:gd name="GluePoint19Y" fmla="*/ 84 h 168"/>
              <a:gd name="GluePoint20X" fmla="*/ 235 w 256"/>
              <a:gd name="GluePoint20Y" fmla="*/ 21 h 168"/>
              <a:gd name="GluePoint21X" fmla="*/ 248 w 256"/>
              <a:gd name="GluePoint21Y" fmla="*/ 52 h 168"/>
              <a:gd name="GluePoint22X" fmla="*/ 204 w 256"/>
              <a:gd name="GluePoint22Y" fmla="*/ 8 h 168"/>
              <a:gd name="GluePoint23X" fmla="*/ 229 w 256"/>
              <a:gd name="GluePoint23Y" fmla="*/ 15 h 168"/>
              <a:gd name="GluePoint24X" fmla="*/ 128 w 256"/>
              <a:gd name="GluePoint24Y" fmla="*/ 79 h 168"/>
              <a:gd name="GluePoint25X" fmla="*/ 27 w 256"/>
              <a:gd name="GluePoint25Y" fmla="*/ 15 h 168"/>
              <a:gd name="GluePoint26X" fmla="*/ 52 w 256"/>
              <a:gd name="GluePoint26Y" fmla="*/ 8 h 168"/>
              <a:gd name="GluePoint27X" fmla="*/ 204 w 256"/>
              <a:gd name="GluePoint27Y" fmla="*/ 8 h 168"/>
              <a:gd name="GluePoint28X" fmla="*/ 8 w 256"/>
              <a:gd name="GluePoint28Y" fmla="*/ 52 h 168"/>
              <a:gd name="GluePoint29X" fmla="*/ 20 w 256"/>
              <a:gd name="GluePoint29Y" fmla="*/ 21 h 168"/>
              <a:gd name="GluePoint30X" fmla="*/ 120 w 256"/>
              <a:gd name="GluePoint30Y" fmla="*/ 84 h 168"/>
              <a:gd name="GluePoint31X" fmla="*/ 20 w 256"/>
              <a:gd name="GluePoint31Y" fmla="*/ 146 h 168"/>
              <a:gd name="GluePoint32X" fmla="*/ 8 w 256"/>
              <a:gd name="GluePoint32Y" fmla="*/ 116 h 168"/>
              <a:gd name="GluePoint33X" fmla="*/ 8 w 256"/>
              <a:gd name="GluePoint33Y" fmla="*/ 52 h 1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</a:cxnLst>
            <a:rect l="textAreaLeft" t="textAreaTop" r="textAreaRight" b="textAreaBottom"/>
            <a:pathLst>
              <a:path w="256" h="168">
                <a:moveTo>
                  <a:pt x="52" y="168"/>
                </a:moveTo>
                <a:cubicBezTo>
                  <a:pt x="204" y="168"/>
                  <a:pt x="204" y="168"/>
                  <a:pt x="204" y="168"/>
                </a:cubicBezTo>
                <a:cubicBezTo>
                  <a:pt x="232" y="168"/>
                  <a:pt x="256" y="144"/>
                  <a:pt x="256" y="116"/>
                </a:cubicBezTo>
                <a:cubicBezTo>
                  <a:pt x="256" y="52"/>
                  <a:pt x="256" y="52"/>
                  <a:pt x="256" y="52"/>
                </a:cubicBezTo>
                <a:cubicBezTo>
                  <a:pt x="256" y="23"/>
                  <a:pt x="232" y="0"/>
                  <a:pt x="204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44"/>
                  <a:pt x="23" y="168"/>
                  <a:pt x="52" y="168"/>
                </a:cubicBezTo>
                <a:close/>
                <a:moveTo>
                  <a:pt x="52" y="160"/>
                </a:moveTo>
                <a:cubicBezTo>
                  <a:pt x="42" y="160"/>
                  <a:pt x="34" y="157"/>
                  <a:pt x="27" y="152"/>
                </a:cubicBezTo>
                <a:cubicBezTo>
                  <a:pt x="128" y="88"/>
                  <a:pt x="128" y="88"/>
                  <a:pt x="128" y="88"/>
                </a:cubicBezTo>
                <a:cubicBezTo>
                  <a:pt x="229" y="152"/>
                  <a:pt x="229" y="152"/>
                  <a:pt x="229" y="152"/>
                </a:cubicBezTo>
                <a:cubicBezTo>
                  <a:pt x="222" y="157"/>
                  <a:pt x="213" y="160"/>
                  <a:pt x="204" y="160"/>
                </a:cubicBezTo>
                <a:lnTo>
                  <a:pt x="52" y="160"/>
                </a:lnTo>
                <a:close/>
                <a:moveTo>
                  <a:pt x="248" y="52"/>
                </a:moveTo>
                <a:cubicBezTo>
                  <a:pt x="248" y="116"/>
                  <a:pt x="248" y="116"/>
                  <a:pt x="248" y="116"/>
                </a:cubicBezTo>
                <a:cubicBezTo>
                  <a:pt x="248" y="128"/>
                  <a:pt x="243" y="138"/>
                  <a:pt x="235" y="146"/>
                </a:cubicBezTo>
                <a:cubicBezTo>
                  <a:pt x="135" y="84"/>
                  <a:pt x="135" y="84"/>
                  <a:pt x="135" y="84"/>
                </a:cubicBezTo>
                <a:cubicBezTo>
                  <a:pt x="235" y="21"/>
                  <a:pt x="235" y="21"/>
                  <a:pt x="235" y="21"/>
                </a:cubicBezTo>
                <a:cubicBezTo>
                  <a:pt x="243" y="29"/>
                  <a:pt x="248" y="40"/>
                  <a:pt x="248" y="52"/>
                </a:cubicBezTo>
                <a:close/>
                <a:moveTo>
                  <a:pt x="204" y="8"/>
                </a:moveTo>
                <a:cubicBezTo>
                  <a:pt x="213" y="8"/>
                  <a:pt x="222" y="10"/>
                  <a:pt x="229" y="15"/>
                </a:cubicBezTo>
                <a:cubicBezTo>
                  <a:pt x="128" y="79"/>
                  <a:pt x="128" y="79"/>
                  <a:pt x="128" y="79"/>
                </a:cubicBezTo>
                <a:cubicBezTo>
                  <a:pt x="27" y="15"/>
                  <a:pt x="27" y="15"/>
                  <a:pt x="27" y="15"/>
                </a:cubicBezTo>
                <a:cubicBezTo>
                  <a:pt x="34" y="10"/>
                  <a:pt x="42" y="8"/>
                  <a:pt x="52" y="8"/>
                </a:cubicBezTo>
                <a:lnTo>
                  <a:pt x="204" y="8"/>
                </a:lnTo>
                <a:close/>
                <a:moveTo>
                  <a:pt x="8" y="52"/>
                </a:moveTo>
                <a:cubicBezTo>
                  <a:pt x="8" y="40"/>
                  <a:pt x="13" y="29"/>
                  <a:pt x="20" y="21"/>
                </a:cubicBezTo>
                <a:cubicBezTo>
                  <a:pt x="120" y="84"/>
                  <a:pt x="120" y="84"/>
                  <a:pt x="120" y="84"/>
                </a:cubicBezTo>
                <a:cubicBezTo>
                  <a:pt x="20" y="146"/>
                  <a:pt x="20" y="146"/>
                  <a:pt x="20" y="146"/>
                </a:cubicBezTo>
                <a:cubicBezTo>
                  <a:pt x="13" y="138"/>
                  <a:pt x="8" y="128"/>
                  <a:pt x="8" y="116"/>
                </a:cubicBezTo>
                <a:lnTo>
                  <a:pt x="8" y="52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046" name="Группа 2"/>
          <p:cNvGrpSpPr/>
          <p:nvPr/>
        </p:nvGrpSpPr>
        <p:grpSpPr>
          <a:xfrm>
            <a:off x="4078440" y="1245240"/>
            <a:ext cx="199440" cy="304560"/>
            <a:chOff x="4078440" y="1245240"/>
            <a:chExt cx="199440" cy="304560"/>
          </a:xfrm>
        </p:grpSpPr>
        <p:sp>
          <p:nvSpPr>
            <p:cNvPr id="3047" name="Freeform 33"/>
            <p:cNvSpPr/>
            <p:nvPr/>
          </p:nvSpPr>
          <p:spPr>
            <a:xfrm>
              <a:off x="4078440" y="1288080"/>
              <a:ext cx="156960" cy="209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209160"/>
                <a:gd name="textAreaBottom" fmla="*/ 209520 h 209160"/>
                <a:gd name="GluePoint1X" fmla="*/ 0 w 99"/>
                <a:gd name="GluePoint1Y" fmla="*/ 129 h 132"/>
                <a:gd name="GluePoint2X" fmla="*/ 6 w 99"/>
                <a:gd name="GluePoint2Y" fmla="*/ 131 h 132"/>
                <a:gd name="GluePoint3X" fmla="*/ 21 w 99"/>
                <a:gd name="GluePoint3Y" fmla="*/ 90 h 132"/>
                <a:gd name="GluePoint4X" fmla="*/ 78 w 99"/>
                <a:gd name="GluePoint4Y" fmla="*/ 90 h 132"/>
                <a:gd name="GluePoint5X" fmla="*/ 93 w 99"/>
                <a:gd name="GluePoint5Y" fmla="*/ 132 h 132"/>
                <a:gd name="GluePoint6X" fmla="*/ 99 w 99"/>
                <a:gd name="GluePoint6Y" fmla="*/ 130 h 132"/>
                <a:gd name="GluePoint7X" fmla="*/ 54 w 99"/>
                <a:gd name="GluePoint7Y" fmla="*/ 0 h 132"/>
                <a:gd name="GluePoint8X" fmla="*/ 46 w 99"/>
                <a:gd name="GluePoint8Y" fmla="*/ 0 h 132"/>
                <a:gd name="GluePoint9X" fmla="*/ 0 w 99"/>
                <a:gd name="GluePoint9Y" fmla="*/ 129 h 132"/>
                <a:gd name="GluePoint10X" fmla="*/ 76 w 99"/>
                <a:gd name="GluePoint10Y" fmla="*/ 84 h 132"/>
                <a:gd name="GluePoint11X" fmla="*/ 23 w 99"/>
                <a:gd name="GluePoint11Y" fmla="*/ 84 h 132"/>
                <a:gd name="GluePoint12X" fmla="*/ 50 w 99"/>
                <a:gd name="GluePoint12Y" fmla="*/ 8 h 132"/>
                <a:gd name="GluePoint13X" fmla="*/ 76 w 99"/>
                <a:gd name="GluePoint13Y" fmla="*/ 84 h 1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99" h="132">
                  <a:moveTo>
                    <a:pt x="0" y="129"/>
                  </a:moveTo>
                  <a:lnTo>
                    <a:pt x="6" y="131"/>
                  </a:lnTo>
                  <a:lnTo>
                    <a:pt x="21" y="90"/>
                  </a:lnTo>
                  <a:lnTo>
                    <a:pt x="78" y="90"/>
                  </a:lnTo>
                  <a:lnTo>
                    <a:pt x="93" y="132"/>
                  </a:lnTo>
                  <a:lnTo>
                    <a:pt x="99" y="130"/>
                  </a:lnTo>
                  <a:lnTo>
                    <a:pt x="54" y="0"/>
                  </a:lnTo>
                  <a:lnTo>
                    <a:pt x="46" y="0"/>
                  </a:lnTo>
                  <a:lnTo>
                    <a:pt x="0" y="129"/>
                  </a:lnTo>
                  <a:close/>
                  <a:moveTo>
                    <a:pt x="76" y="84"/>
                  </a:moveTo>
                  <a:lnTo>
                    <a:pt x="23" y="84"/>
                  </a:lnTo>
                  <a:lnTo>
                    <a:pt x="50" y="8"/>
                  </a:lnTo>
                  <a:lnTo>
                    <a:pt x="76" y="8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48" name="Rectangle 34"/>
            <p:cNvSpPr/>
            <p:nvPr/>
          </p:nvSpPr>
          <p:spPr>
            <a:xfrm>
              <a:off x="4268880" y="1245240"/>
              <a:ext cx="9000" cy="3045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049" name="Freeform 35"/>
          <p:cNvSpPr/>
          <p:nvPr/>
        </p:nvSpPr>
        <p:spPr>
          <a:xfrm>
            <a:off x="4421160" y="124524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  <a:gd name="GluePoint1X" fmla="*/ 162 w 192"/>
              <a:gd name="GluePoint1Y" fmla="*/ 34 h 192"/>
              <a:gd name="GluePoint2X" fmla="*/ 191 w 192"/>
              <a:gd name="GluePoint2Y" fmla="*/ 5 h 192"/>
              <a:gd name="GluePoint3X" fmla="*/ 186 w 192"/>
              <a:gd name="GluePoint3Y" fmla="*/ 1 h 192"/>
              <a:gd name="GluePoint4X" fmla="*/ 157 w 192"/>
              <a:gd name="GluePoint4Y" fmla="*/ 30 h 192"/>
              <a:gd name="GluePoint5X" fmla="*/ 36 w 192"/>
              <a:gd name="GluePoint5Y" fmla="*/ 30 h 192"/>
              <a:gd name="GluePoint6X" fmla="*/ 36 w 192"/>
              <a:gd name="GluePoint6Y" fmla="*/ 0 h 192"/>
              <a:gd name="GluePoint7X" fmla="*/ 30 w 192"/>
              <a:gd name="GluePoint7Y" fmla="*/ 0 h 192"/>
              <a:gd name="GluePoint8X" fmla="*/ 30 w 192"/>
              <a:gd name="GluePoint8Y" fmla="*/ 30 h 192"/>
              <a:gd name="GluePoint9X" fmla="*/ 0 w 192"/>
              <a:gd name="GluePoint9Y" fmla="*/ 30 h 192"/>
              <a:gd name="GluePoint10X" fmla="*/ 0 w 192"/>
              <a:gd name="GluePoint10Y" fmla="*/ 36 h 192"/>
              <a:gd name="GluePoint11X" fmla="*/ 30 w 192"/>
              <a:gd name="GluePoint11Y" fmla="*/ 36 h 192"/>
              <a:gd name="GluePoint12X" fmla="*/ 30 w 192"/>
              <a:gd name="GluePoint12Y" fmla="*/ 162 h 192"/>
              <a:gd name="GluePoint13X" fmla="*/ 156 w 192"/>
              <a:gd name="GluePoint13Y" fmla="*/ 162 h 192"/>
              <a:gd name="GluePoint14X" fmla="*/ 156 w 192"/>
              <a:gd name="GluePoint14Y" fmla="*/ 192 h 192"/>
              <a:gd name="GluePoint15X" fmla="*/ 162 w 192"/>
              <a:gd name="GluePoint15Y" fmla="*/ 192 h 192"/>
              <a:gd name="GluePoint16X" fmla="*/ 162 w 192"/>
              <a:gd name="GluePoint16Y" fmla="*/ 162 h 192"/>
              <a:gd name="GluePoint17X" fmla="*/ 192 w 192"/>
              <a:gd name="GluePoint17Y" fmla="*/ 162 h 192"/>
              <a:gd name="GluePoint18X" fmla="*/ 192 w 192"/>
              <a:gd name="GluePoint18Y" fmla="*/ 156 h 192"/>
              <a:gd name="GluePoint19X" fmla="*/ 162 w 192"/>
              <a:gd name="GluePoint19Y" fmla="*/ 156 h 192"/>
              <a:gd name="GluePoint20X" fmla="*/ 162 w 192"/>
              <a:gd name="GluePoint20Y" fmla="*/ 34 h 192"/>
              <a:gd name="GluePoint21X" fmla="*/ 151 w 192"/>
              <a:gd name="GluePoint21Y" fmla="*/ 36 h 192"/>
              <a:gd name="GluePoint22X" fmla="*/ 36 w 192"/>
              <a:gd name="GluePoint22Y" fmla="*/ 151 h 192"/>
              <a:gd name="GluePoint23X" fmla="*/ 36 w 192"/>
              <a:gd name="GluePoint23Y" fmla="*/ 36 h 192"/>
              <a:gd name="GluePoint24X" fmla="*/ 151 w 192"/>
              <a:gd name="GluePoint24Y" fmla="*/ 36 h 192"/>
              <a:gd name="GluePoint25X" fmla="*/ 40 w 192"/>
              <a:gd name="GluePoint25Y" fmla="*/ 156 h 192"/>
              <a:gd name="GluePoint26X" fmla="*/ 156 w 192"/>
              <a:gd name="GluePoint26Y" fmla="*/ 40 h 192"/>
              <a:gd name="GluePoint27X" fmla="*/ 156 w 192"/>
              <a:gd name="GluePoint27Y" fmla="*/ 156 h 192"/>
              <a:gd name="GluePoint28X" fmla="*/ 40 w 192"/>
              <a:gd name="GluePoint28Y" fmla="*/ 15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</a:cxnLst>
            <a:rect l="textAreaLeft" t="textAreaTop" r="textAreaRight" b="textAreaBottom"/>
            <a:pathLst>
              <a:path w="192" h="192">
                <a:moveTo>
                  <a:pt x="162" y="34"/>
                </a:moveTo>
                <a:lnTo>
                  <a:pt x="191" y="5"/>
                </a:lnTo>
                <a:lnTo>
                  <a:pt x="186" y="1"/>
                </a:lnTo>
                <a:lnTo>
                  <a:pt x="157" y="30"/>
                </a:lnTo>
                <a:lnTo>
                  <a:pt x="36" y="30"/>
                </a:lnTo>
                <a:lnTo>
                  <a:pt x="36" y="0"/>
                </a:lnTo>
                <a:lnTo>
                  <a:pt x="30" y="0"/>
                </a:lnTo>
                <a:lnTo>
                  <a:pt x="30" y="30"/>
                </a:lnTo>
                <a:lnTo>
                  <a:pt x="0" y="30"/>
                </a:lnTo>
                <a:lnTo>
                  <a:pt x="0" y="36"/>
                </a:lnTo>
                <a:lnTo>
                  <a:pt x="30" y="36"/>
                </a:lnTo>
                <a:lnTo>
                  <a:pt x="30" y="162"/>
                </a:lnTo>
                <a:lnTo>
                  <a:pt x="156" y="162"/>
                </a:lnTo>
                <a:lnTo>
                  <a:pt x="156" y="192"/>
                </a:lnTo>
                <a:lnTo>
                  <a:pt x="162" y="192"/>
                </a:lnTo>
                <a:lnTo>
                  <a:pt x="162" y="162"/>
                </a:lnTo>
                <a:lnTo>
                  <a:pt x="192" y="162"/>
                </a:lnTo>
                <a:lnTo>
                  <a:pt x="192" y="156"/>
                </a:lnTo>
                <a:lnTo>
                  <a:pt x="162" y="156"/>
                </a:lnTo>
                <a:lnTo>
                  <a:pt x="162" y="34"/>
                </a:lnTo>
                <a:close/>
                <a:moveTo>
                  <a:pt x="151" y="36"/>
                </a:moveTo>
                <a:lnTo>
                  <a:pt x="36" y="151"/>
                </a:lnTo>
                <a:lnTo>
                  <a:pt x="36" y="36"/>
                </a:lnTo>
                <a:lnTo>
                  <a:pt x="151" y="36"/>
                </a:lnTo>
                <a:close/>
                <a:moveTo>
                  <a:pt x="40" y="156"/>
                </a:moveTo>
                <a:lnTo>
                  <a:pt x="156" y="40"/>
                </a:lnTo>
                <a:lnTo>
                  <a:pt x="156" y="156"/>
                </a:lnTo>
                <a:lnTo>
                  <a:pt x="40" y="15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050" name="Freeform 36"/>
          <p:cNvSpPr/>
          <p:nvPr/>
        </p:nvSpPr>
        <p:spPr>
          <a:xfrm>
            <a:off x="4815000" y="1243800"/>
            <a:ext cx="306000" cy="306000"/>
          </a:xfrm>
          <a:custGeom>
            <a:avLst/>
            <a:gdLst>
              <a:gd name="textAreaLeft" fmla="*/ 0 w 306000"/>
              <a:gd name="textAreaRight" fmla="*/ 306360 w 306000"/>
              <a:gd name="textAreaTop" fmla="*/ 0 h 306000"/>
              <a:gd name="textAreaBottom" fmla="*/ 306360 h 306000"/>
              <a:gd name="GluePoint1X" fmla="*/ 218 w 258"/>
              <a:gd name="GluePoint1Y" fmla="*/ 0 h 257"/>
              <a:gd name="GluePoint2X" fmla="*/ 216 w 258"/>
              <a:gd name="GluePoint2Y" fmla="*/ 0 h 257"/>
              <a:gd name="GluePoint3X" fmla="*/ 215 w 258"/>
              <a:gd name="GluePoint3Y" fmla="*/ 1 h 257"/>
              <a:gd name="GluePoint4X" fmla="*/ 199 w 258"/>
              <a:gd name="GluePoint4Y" fmla="*/ 17 h 257"/>
              <a:gd name="GluePoint5X" fmla="*/ 154 w 258"/>
              <a:gd name="GluePoint5Y" fmla="*/ 62 h 257"/>
              <a:gd name="GluePoint6X" fmla="*/ 138 w 258"/>
              <a:gd name="GluePoint6Y" fmla="*/ 46 h 257"/>
              <a:gd name="GluePoint7X" fmla="*/ 116 w 258"/>
              <a:gd name="GluePoint7Y" fmla="*/ 68 h 257"/>
              <a:gd name="GluePoint8X" fmla="*/ 134 w 258"/>
              <a:gd name="GluePoint8Y" fmla="*/ 86 h 257"/>
              <a:gd name="GluePoint9X" fmla="*/ 14 w 258"/>
              <a:gd name="GluePoint9Y" fmla="*/ 214 h 257"/>
              <a:gd name="GluePoint10X" fmla="*/ 14 w 258"/>
              <a:gd name="GluePoint10Y" fmla="*/ 222 h 257"/>
              <a:gd name="GluePoint11X" fmla="*/ 0 w 258"/>
              <a:gd name="GluePoint11Y" fmla="*/ 236 h 257"/>
              <a:gd name="GluePoint12X" fmla="*/ 22 w 258"/>
              <a:gd name="GluePoint12Y" fmla="*/ 257 h 257"/>
              <a:gd name="GluePoint13X" fmla="*/ 36 w 258"/>
              <a:gd name="GluePoint13Y" fmla="*/ 244 h 257"/>
              <a:gd name="GluePoint14X" fmla="*/ 43 w 258"/>
              <a:gd name="GluePoint14Y" fmla="*/ 244 h 257"/>
              <a:gd name="GluePoint15X" fmla="*/ 172 w 258"/>
              <a:gd name="GluePoint15Y" fmla="*/ 123 h 257"/>
              <a:gd name="GluePoint16X" fmla="*/ 190 w 258"/>
              <a:gd name="GluePoint16Y" fmla="*/ 141 h 257"/>
              <a:gd name="GluePoint17X" fmla="*/ 212 w 258"/>
              <a:gd name="GluePoint17Y" fmla="*/ 120 h 257"/>
              <a:gd name="GluePoint18X" fmla="*/ 196 w 258"/>
              <a:gd name="GluePoint18Y" fmla="*/ 104 h 257"/>
              <a:gd name="GluePoint19X" fmla="*/ 258 w 258"/>
              <a:gd name="GluePoint19Y" fmla="*/ 41 h 257"/>
              <a:gd name="GluePoint20X" fmla="*/ 258 w 258"/>
              <a:gd name="GluePoint20Y" fmla="*/ 40 h 257"/>
              <a:gd name="GluePoint21X" fmla="*/ 218 w 258"/>
              <a:gd name="GluePoint21Y" fmla="*/ 0 h 257"/>
              <a:gd name="GluePoint22X" fmla="*/ 40 w 258"/>
              <a:gd name="GluePoint22Y" fmla="*/ 236 h 257"/>
              <a:gd name="GluePoint23X" fmla="*/ 32 w 258"/>
              <a:gd name="GluePoint23Y" fmla="*/ 236 h 257"/>
              <a:gd name="GluePoint24X" fmla="*/ 22 w 258"/>
              <a:gd name="GluePoint24Y" fmla="*/ 246 h 257"/>
              <a:gd name="GluePoint25X" fmla="*/ 12 w 258"/>
              <a:gd name="GluePoint25Y" fmla="*/ 236 h 257"/>
              <a:gd name="GluePoint26X" fmla="*/ 22 w 258"/>
              <a:gd name="GluePoint26Y" fmla="*/ 225 h 257"/>
              <a:gd name="GluePoint27X" fmla="*/ 22 w 258"/>
              <a:gd name="GluePoint27Y" fmla="*/ 217 h 257"/>
              <a:gd name="GluePoint28X" fmla="*/ 140 w 258"/>
              <a:gd name="GluePoint28Y" fmla="*/ 91 h 257"/>
              <a:gd name="GluePoint29X" fmla="*/ 166 w 258"/>
              <a:gd name="GluePoint29Y" fmla="*/ 118 h 257"/>
              <a:gd name="GluePoint30X" fmla="*/ 40 w 258"/>
              <a:gd name="GluePoint30Y" fmla="*/ 236 h 257"/>
              <a:gd name="GluePoint31X" fmla="*/ 190 w 258"/>
              <a:gd name="GluePoint31Y" fmla="*/ 130 h 257"/>
              <a:gd name="GluePoint32X" fmla="*/ 128 w 258"/>
              <a:gd name="GluePoint32Y" fmla="*/ 68 h 257"/>
              <a:gd name="GluePoint33X" fmla="*/ 138 w 258"/>
              <a:gd name="GluePoint33Y" fmla="*/ 57 h 257"/>
              <a:gd name="GluePoint34X" fmla="*/ 200 w 258"/>
              <a:gd name="GluePoint34Y" fmla="*/ 120 h 257"/>
              <a:gd name="GluePoint35X" fmla="*/ 190 w 258"/>
              <a:gd name="GluePoint35Y" fmla="*/ 130 h 257"/>
              <a:gd name="GluePoint36X" fmla="*/ 190 w 258"/>
              <a:gd name="GluePoint36Y" fmla="*/ 98 h 257"/>
              <a:gd name="GluePoint37X" fmla="*/ 160 w 258"/>
              <a:gd name="GluePoint37Y" fmla="*/ 68 h 257"/>
              <a:gd name="GluePoint38X" fmla="*/ 205 w 258"/>
              <a:gd name="GluePoint38Y" fmla="*/ 23 h 257"/>
              <a:gd name="GluePoint39X" fmla="*/ 219 w 258"/>
              <a:gd name="GluePoint39Y" fmla="*/ 8 h 257"/>
              <a:gd name="GluePoint40X" fmla="*/ 250 w 258"/>
              <a:gd name="GluePoint40Y" fmla="*/ 38 h 257"/>
              <a:gd name="GluePoint41X" fmla="*/ 190 w 258"/>
              <a:gd name="GluePoint41Y" fmla="*/ 98 h 25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textAreaLeft" t="textAreaTop" r="textAreaRight" b="textAreaBottom"/>
            <a:pathLst>
              <a:path w="258" h="257">
                <a:moveTo>
                  <a:pt x="218" y="0"/>
                </a:moveTo>
                <a:cubicBezTo>
                  <a:pt x="216" y="0"/>
                  <a:pt x="216" y="0"/>
                  <a:pt x="216" y="0"/>
                </a:cubicBezTo>
                <a:cubicBezTo>
                  <a:pt x="215" y="1"/>
                  <a:pt x="215" y="1"/>
                  <a:pt x="215" y="1"/>
                </a:cubicBezTo>
                <a:cubicBezTo>
                  <a:pt x="215" y="1"/>
                  <a:pt x="205" y="11"/>
                  <a:pt x="199" y="17"/>
                </a:cubicBezTo>
                <a:cubicBezTo>
                  <a:pt x="154" y="62"/>
                  <a:pt x="154" y="62"/>
                  <a:pt x="154" y="62"/>
                </a:cubicBezTo>
                <a:cubicBezTo>
                  <a:pt x="138" y="46"/>
                  <a:pt x="138" y="46"/>
                  <a:pt x="138" y="46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34" y="86"/>
                  <a:pt x="134" y="86"/>
                  <a:pt x="134" y="86"/>
                </a:cubicBezTo>
                <a:cubicBezTo>
                  <a:pt x="14" y="214"/>
                  <a:pt x="14" y="214"/>
                  <a:pt x="14" y="214"/>
                </a:cubicBezTo>
                <a:cubicBezTo>
                  <a:pt x="14" y="222"/>
                  <a:pt x="14" y="222"/>
                  <a:pt x="14" y="222"/>
                </a:cubicBezTo>
                <a:cubicBezTo>
                  <a:pt x="0" y="236"/>
                  <a:pt x="0" y="236"/>
                  <a:pt x="0" y="236"/>
                </a:cubicBezTo>
                <a:cubicBezTo>
                  <a:pt x="22" y="257"/>
                  <a:pt x="22" y="257"/>
                  <a:pt x="22" y="257"/>
                </a:cubicBezTo>
                <a:cubicBezTo>
                  <a:pt x="36" y="244"/>
                  <a:pt x="36" y="244"/>
                  <a:pt x="36" y="244"/>
                </a:cubicBezTo>
                <a:cubicBezTo>
                  <a:pt x="43" y="244"/>
                  <a:pt x="43" y="244"/>
                  <a:pt x="43" y="244"/>
                </a:cubicBezTo>
                <a:cubicBezTo>
                  <a:pt x="172" y="123"/>
                  <a:pt x="172" y="123"/>
                  <a:pt x="172" y="123"/>
                </a:cubicBezTo>
                <a:cubicBezTo>
                  <a:pt x="190" y="141"/>
                  <a:pt x="190" y="141"/>
                  <a:pt x="190" y="141"/>
                </a:cubicBezTo>
                <a:cubicBezTo>
                  <a:pt x="212" y="120"/>
                  <a:pt x="212" y="120"/>
                  <a:pt x="212" y="120"/>
                </a:cubicBezTo>
                <a:cubicBezTo>
                  <a:pt x="196" y="104"/>
                  <a:pt x="196" y="104"/>
                  <a:pt x="196" y="104"/>
                </a:cubicBezTo>
                <a:cubicBezTo>
                  <a:pt x="258" y="41"/>
                  <a:pt x="258" y="41"/>
                  <a:pt x="258" y="41"/>
                </a:cubicBezTo>
                <a:cubicBezTo>
                  <a:pt x="258" y="40"/>
                  <a:pt x="258" y="40"/>
                  <a:pt x="258" y="40"/>
                </a:cubicBezTo>
                <a:cubicBezTo>
                  <a:pt x="258" y="20"/>
                  <a:pt x="238" y="0"/>
                  <a:pt x="218" y="0"/>
                </a:cubicBezTo>
                <a:close/>
                <a:moveTo>
                  <a:pt x="40" y="236"/>
                </a:moveTo>
                <a:cubicBezTo>
                  <a:pt x="32" y="236"/>
                  <a:pt x="32" y="236"/>
                  <a:pt x="32" y="236"/>
                </a:cubicBezTo>
                <a:cubicBezTo>
                  <a:pt x="22" y="246"/>
                  <a:pt x="22" y="246"/>
                  <a:pt x="22" y="246"/>
                </a:cubicBezTo>
                <a:cubicBezTo>
                  <a:pt x="12" y="236"/>
                  <a:pt x="12" y="236"/>
                  <a:pt x="12" y="236"/>
                </a:cubicBezTo>
                <a:cubicBezTo>
                  <a:pt x="22" y="225"/>
                  <a:pt x="22" y="225"/>
                  <a:pt x="22" y="225"/>
                </a:cubicBezTo>
                <a:cubicBezTo>
                  <a:pt x="22" y="217"/>
                  <a:pt x="22" y="217"/>
                  <a:pt x="22" y="217"/>
                </a:cubicBezTo>
                <a:cubicBezTo>
                  <a:pt x="140" y="91"/>
                  <a:pt x="140" y="91"/>
                  <a:pt x="140" y="91"/>
                </a:cubicBezTo>
                <a:cubicBezTo>
                  <a:pt x="166" y="118"/>
                  <a:pt x="166" y="118"/>
                  <a:pt x="166" y="118"/>
                </a:cubicBezTo>
                <a:lnTo>
                  <a:pt x="40" y="236"/>
                </a:lnTo>
                <a:close/>
                <a:moveTo>
                  <a:pt x="190" y="130"/>
                </a:moveTo>
                <a:cubicBezTo>
                  <a:pt x="128" y="68"/>
                  <a:pt x="128" y="68"/>
                  <a:pt x="128" y="68"/>
                </a:cubicBezTo>
                <a:cubicBezTo>
                  <a:pt x="138" y="57"/>
                  <a:pt x="138" y="57"/>
                  <a:pt x="138" y="57"/>
                </a:cubicBezTo>
                <a:cubicBezTo>
                  <a:pt x="200" y="120"/>
                  <a:pt x="200" y="120"/>
                  <a:pt x="200" y="120"/>
                </a:cubicBezTo>
                <a:lnTo>
                  <a:pt x="190" y="130"/>
                </a:lnTo>
                <a:close/>
                <a:moveTo>
                  <a:pt x="190" y="98"/>
                </a:moveTo>
                <a:cubicBezTo>
                  <a:pt x="160" y="68"/>
                  <a:pt x="160" y="68"/>
                  <a:pt x="160" y="68"/>
                </a:cubicBezTo>
                <a:cubicBezTo>
                  <a:pt x="205" y="23"/>
                  <a:pt x="205" y="23"/>
                  <a:pt x="205" y="23"/>
                </a:cubicBezTo>
                <a:cubicBezTo>
                  <a:pt x="209" y="18"/>
                  <a:pt x="217" y="11"/>
                  <a:pt x="219" y="8"/>
                </a:cubicBezTo>
                <a:cubicBezTo>
                  <a:pt x="234" y="9"/>
                  <a:pt x="249" y="24"/>
                  <a:pt x="250" y="38"/>
                </a:cubicBezTo>
                <a:lnTo>
                  <a:pt x="190" y="9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051" name="Группа 3"/>
          <p:cNvGrpSpPr/>
          <p:nvPr/>
        </p:nvGrpSpPr>
        <p:grpSpPr>
          <a:xfrm>
            <a:off x="5210280" y="1245240"/>
            <a:ext cx="302760" cy="304560"/>
            <a:chOff x="5210280" y="1245240"/>
            <a:chExt cx="302760" cy="304560"/>
          </a:xfrm>
        </p:grpSpPr>
        <p:sp>
          <p:nvSpPr>
            <p:cNvPr id="3052" name="Freeform 37"/>
            <p:cNvSpPr/>
            <p:nvPr/>
          </p:nvSpPr>
          <p:spPr>
            <a:xfrm>
              <a:off x="5224320" y="1316880"/>
              <a:ext cx="137880" cy="172800"/>
            </a:xfrm>
            <a:custGeom>
              <a:avLst/>
              <a:gdLst>
                <a:gd name="textAreaLeft" fmla="*/ 0 w 137880"/>
                <a:gd name="textAreaRight" fmla="*/ 138240 w 137880"/>
                <a:gd name="textAreaTop" fmla="*/ 0 h 172800"/>
                <a:gd name="textAreaBottom" fmla="*/ 173160 h 172800"/>
                <a:gd name="GluePoint1X" fmla="*/ 18 w 87"/>
                <a:gd name="GluePoint1Y" fmla="*/ 75 h 109"/>
                <a:gd name="GluePoint2X" fmla="*/ 69 w 87"/>
                <a:gd name="GluePoint2Y" fmla="*/ 75 h 109"/>
                <a:gd name="GluePoint3X" fmla="*/ 81 w 87"/>
                <a:gd name="GluePoint3Y" fmla="*/ 109 h 109"/>
                <a:gd name="GluePoint4X" fmla="*/ 87 w 87"/>
                <a:gd name="GluePoint4Y" fmla="*/ 106 h 109"/>
                <a:gd name="GluePoint5X" fmla="*/ 47 w 87"/>
                <a:gd name="GluePoint5Y" fmla="*/ 0 h 109"/>
                <a:gd name="GluePoint6X" fmla="*/ 39 w 87"/>
                <a:gd name="GluePoint6Y" fmla="*/ 0 h 109"/>
                <a:gd name="GluePoint7X" fmla="*/ 0 w 87"/>
                <a:gd name="GluePoint7Y" fmla="*/ 106 h 109"/>
                <a:gd name="GluePoint8X" fmla="*/ 6 w 87"/>
                <a:gd name="GluePoint8Y" fmla="*/ 109 h 109"/>
                <a:gd name="GluePoint9X" fmla="*/ 18 w 87"/>
                <a:gd name="GluePoint9Y" fmla="*/ 75 h 109"/>
                <a:gd name="GluePoint10X" fmla="*/ 43 w 87"/>
                <a:gd name="GluePoint10Y" fmla="*/ 8 h 109"/>
                <a:gd name="GluePoint11X" fmla="*/ 66 w 87"/>
                <a:gd name="GluePoint11Y" fmla="*/ 69 h 109"/>
                <a:gd name="GluePoint12X" fmla="*/ 21 w 87"/>
                <a:gd name="GluePoint12Y" fmla="*/ 69 h 109"/>
                <a:gd name="GluePoint13X" fmla="*/ 43 w 87"/>
                <a:gd name="GluePoint13Y" fmla="*/ 8 h 1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87" h="109">
                  <a:moveTo>
                    <a:pt x="18" y="75"/>
                  </a:moveTo>
                  <a:lnTo>
                    <a:pt x="69" y="75"/>
                  </a:lnTo>
                  <a:lnTo>
                    <a:pt x="81" y="109"/>
                  </a:lnTo>
                  <a:lnTo>
                    <a:pt x="87" y="106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0" y="106"/>
                  </a:lnTo>
                  <a:lnTo>
                    <a:pt x="6" y="109"/>
                  </a:lnTo>
                  <a:lnTo>
                    <a:pt x="18" y="75"/>
                  </a:lnTo>
                  <a:close/>
                  <a:moveTo>
                    <a:pt x="43" y="8"/>
                  </a:moveTo>
                  <a:lnTo>
                    <a:pt x="66" y="69"/>
                  </a:lnTo>
                  <a:lnTo>
                    <a:pt x="21" y="69"/>
                  </a:lnTo>
                  <a:lnTo>
                    <a:pt x="43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53" name="Freeform 38"/>
            <p:cNvSpPr/>
            <p:nvPr/>
          </p:nvSpPr>
          <p:spPr>
            <a:xfrm>
              <a:off x="5362560" y="1316880"/>
              <a:ext cx="136080" cy="17280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72800"/>
                <a:gd name="textAreaBottom" fmla="*/ 173160 h 172800"/>
                <a:gd name="GluePoint1X" fmla="*/ 18 w 86"/>
                <a:gd name="GluePoint1Y" fmla="*/ 75 h 109"/>
                <a:gd name="GluePoint2X" fmla="*/ 68 w 86"/>
                <a:gd name="GluePoint2Y" fmla="*/ 75 h 109"/>
                <a:gd name="GluePoint3X" fmla="*/ 80 w 86"/>
                <a:gd name="GluePoint3Y" fmla="*/ 109 h 109"/>
                <a:gd name="GluePoint4X" fmla="*/ 86 w 86"/>
                <a:gd name="GluePoint4Y" fmla="*/ 106 h 109"/>
                <a:gd name="GluePoint5X" fmla="*/ 47 w 86"/>
                <a:gd name="GluePoint5Y" fmla="*/ 0 h 109"/>
                <a:gd name="GluePoint6X" fmla="*/ 39 w 86"/>
                <a:gd name="GluePoint6Y" fmla="*/ 0 h 109"/>
                <a:gd name="GluePoint7X" fmla="*/ 0 w 86"/>
                <a:gd name="GluePoint7Y" fmla="*/ 106 h 109"/>
                <a:gd name="GluePoint8X" fmla="*/ 6 w 86"/>
                <a:gd name="GluePoint8Y" fmla="*/ 109 h 109"/>
                <a:gd name="GluePoint9X" fmla="*/ 18 w 86"/>
                <a:gd name="GluePoint9Y" fmla="*/ 75 h 109"/>
                <a:gd name="GluePoint10X" fmla="*/ 43 w 86"/>
                <a:gd name="GluePoint10Y" fmla="*/ 8 h 109"/>
                <a:gd name="GluePoint11X" fmla="*/ 66 w 86"/>
                <a:gd name="GluePoint11Y" fmla="*/ 69 h 109"/>
                <a:gd name="GluePoint12X" fmla="*/ 21 w 86"/>
                <a:gd name="GluePoint12Y" fmla="*/ 69 h 109"/>
                <a:gd name="GluePoint13X" fmla="*/ 43 w 86"/>
                <a:gd name="GluePoint13Y" fmla="*/ 8 h 1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86" h="109">
                  <a:moveTo>
                    <a:pt x="18" y="75"/>
                  </a:moveTo>
                  <a:lnTo>
                    <a:pt x="68" y="75"/>
                  </a:lnTo>
                  <a:lnTo>
                    <a:pt x="80" y="109"/>
                  </a:lnTo>
                  <a:lnTo>
                    <a:pt x="86" y="106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0" y="106"/>
                  </a:lnTo>
                  <a:lnTo>
                    <a:pt x="6" y="109"/>
                  </a:lnTo>
                  <a:lnTo>
                    <a:pt x="18" y="75"/>
                  </a:lnTo>
                  <a:close/>
                  <a:moveTo>
                    <a:pt x="43" y="8"/>
                  </a:moveTo>
                  <a:lnTo>
                    <a:pt x="66" y="69"/>
                  </a:lnTo>
                  <a:lnTo>
                    <a:pt x="21" y="69"/>
                  </a:lnTo>
                  <a:lnTo>
                    <a:pt x="43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54" name="Freeform 39"/>
            <p:cNvSpPr/>
            <p:nvPr/>
          </p:nvSpPr>
          <p:spPr>
            <a:xfrm>
              <a:off x="5210280" y="1245240"/>
              <a:ext cx="302760" cy="30456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304560"/>
                <a:gd name="textAreaBottom" fmla="*/ 304920 h 304560"/>
                <a:gd name="GluePoint1X" fmla="*/ 191 w 191"/>
                <a:gd name="GluePoint1Y" fmla="*/ 0 h 192"/>
                <a:gd name="GluePoint2X" fmla="*/ 0 w 191"/>
                <a:gd name="GluePoint2Y" fmla="*/ 0 h 192"/>
                <a:gd name="GluePoint3X" fmla="*/ 0 w 191"/>
                <a:gd name="GluePoint3Y" fmla="*/ 192 h 192"/>
                <a:gd name="GluePoint4X" fmla="*/ 191 w 191"/>
                <a:gd name="GluePoint4Y" fmla="*/ 192 h 192"/>
                <a:gd name="GluePoint5X" fmla="*/ 191 w 191"/>
                <a:gd name="GluePoint5Y" fmla="*/ 0 h 192"/>
                <a:gd name="GluePoint6X" fmla="*/ 185 w 191"/>
                <a:gd name="GluePoint6Y" fmla="*/ 186 h 192"/>
                <a:gd name="GluePoint7X" fmla="*/ 6 w 191"/>
                <a:gd name="GluePoint7Y" fmla="*/ 186 h 192"/>
                <a:gd name="GluePoint8X" fmla="*/ 6 w 191"/>
                <a:gd name="GluePoint8Y" fmla="*/ 6 h 192"/>
                <a:gd name="GluePoint9X" fmla="*/ 185 w 191"/>
                <a:gd name="GluePoint9Y" fmla="*/ 6 h 192"/>
                <a:gd name="GluePoint10X" fmla="*/ 185 w 191"/>
                <a:gd name="GluePoint10Y" fmla="*/ 186 h 1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1" h="192">
                  <a:moveTo>
                    <a:pt x="191" y="0"/>
                  </a:moveTo>
                  <a:lnTo>
                    <a:pt x="0" y="0"/>
                  </a:lnTo>
                  <a:lnTo>
                    <a:pt x="0" y="192"/>
                  </a:lnTo>
                  <a:lnTo>
                    <a:pt x="191" y="192"/>
                  </a:lnTo>
                  <a:lnTo>
                    <a:pt x="191" y="0"/>
                  </a:lnTo>
                  <a:close/>
                  <a:moveTo>
                    <a:pt x="185" y="186"/>
                  </a:moveTo>
                  <a:lnTo>
                    <a:pt x="6" y="186"/>
                  </a:lnTo>
                  <a:lnTo>
                    <a:pt x="6" y="6"/>
                  </a:lnTo>
                  <a:lnTo>
                    <a:pt x="185" y="6"/>
                  </a:lnTo>
                  <a:lnTo>
                    <a:pt x="185" y="18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055" name="Rectangle 43"/>
          <p:cNvSpPr/>
          <p:nvPr/>
        </p:nvSpPr>
        <p:spPr>
          <a:xfrm>
            <a:off x="5794200" y="1407240"/>
            <a:ext cx="104400" cy="900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680" bIns="468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056" name="Группа 413"/>
          <p:cNvGrpSpPr/>
          <p:nvPr/>
        </p:nvGrpSpPr>
        <p:grpSpPr>
          <a:xfrm>
            <a:off x="5613480" y="1245240"/>
            <a:ext cx="275760" cy="304560"/>
            <a:chOff x="5613480" y="1245240"/>
            <a:chExt cx="275760" cy="304560"/>
          </a:xfrm>
        </p:grpSpPr>
        <p:sp>
          <p:nvSpPr>
            <p:cNvPr id="3057" name="Freeform 40"/>
            <p:cNvSpPr/>
            <p:nvPr/>
          </p:nvSpPr>
          <p:spPr>
            <a:xfrm>
              <a:off x="5624640" y="1245240"/>
              <a:ext cx="155160" cy="205920"/>
            </a:xfrm>
            <a:custGeom>
              <a:avLst/>
              <a:gdLst>
                <a:gd name="textAreaLeft" fmla="*/ 0 w 155160"/>
                <a:gd name="textAreaRight" fmla="*/ 155520 w 155160"/>
                <a:gd name="textAreaTop" fmla="*/ 0 h 205920"/>
                <a:gd name="textAreaBottom" fmla="*/ 206280 h 205920"/>
                <a:gd name="GluePoint1X" fmla="*/ 78 w 98"/>
                <a:gd name="GluePoint1Y" fmla="*/ 90 h 130"/>
                <a:gd name="GluePoint2X" fmla="*/ 93 w 98"/>
                <a:gd name="GluePoint2Y" fmla="*/ 130 h 130"/>
                <a:gd name="GluePoint3X" fmla="*/ 98 w 98"/>
                <a:gd name="GluePoint3Y" fmla="*/ 127 h 130"/>
                <a:gd name="GluePoint4X" fmla="*/ 52 w 98"/>
                <a:gd name="GluePoint4Y" fmla="*/ 0 h 130"/>
                <a:gd name="GluePoint5X" fmla="*/ 45 w 98"/>
                <a:gd name="GluePoint5Y" fmla="*/ 0 h 130"/>
                <a:gd name="GluePoint6X" fmla="*/ 0 w 98"/>
                <a:gd name="GluePoint6Y" fmla="*/ 127 h 130"/>
                <a:gd name="GluePoint7X" fmla="*/ 5 w 98"/>
                <a:gd name="GluePoint7Y" fmla="*/ 130 h 130"/>
                <a:gd name="GluePoint8X" fmla="*/ 19 w 98"/>
                <a:gd name="GluePoint8Y" fmla="*/ 90 h 130"/>
                <a:gd name="GluePoint9X" fmla="*/ 78 w 98"/>
                <a:gd name="GluePoint9Y" fmla="*/ 90 h 130"/>
                <a:gd name="GluePoint10X" fmla="*/ 49 w 98"/>
                <a:gd name="GluePoint10Y" fmla="*/ 8 h 130"/>
                <a:gd name="GluePoint11X" fmla="*/ 76 w 98"/>
                <a:gd name="GluePoint11Y" fmla="*/ 84 h 130"/>
                <a:gd name="GluePoint12X" fmla="*/ 22 w 98"/>
                <a:gd name="GluePoint12Y" fmla="*/ 84 h 130"/>
                <a:gd name="GluePoint13X" fmla="*/ 49 w 98"/>
                <a:gd name="GluePoint13Y" fmla="*/ 8 h 1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98" h="130">
                  <a:moveTo>
                    <a:pt x="78" y="90"/>
                  </a:moveTo>
                  <a:lnTo>
                    <a:pt x="93" y="130"/>
                  </a:lnTo>
                  <a:lnTo>
                    <a:pt x="98" y="127"/>
                  </a:lnTo>
                  <a:lnTo>
                    <a:pt x="52" y="0"/>
                  </a:lnTo>
                  <a:lnTo>
                    <a:pt x="45" y="0"/>
                  </a:lnTo>
                  <a:lnTo>
                    <a:pt x="0" y="127"/>
                  </a:lnTo>
                  <a:lnTo>
                    <a:pt x="5" y="130"/>
                  </a:lnTo>
                  <a:lnTo>
                    <a:pt x="19" y="90"/>
                  </a:lnTo>
                  <a:lnTo>
                    <a:pt x="78" y="90"/>
                  </a:lnTo>
                  <a:close/>
                  <a:moveTo>
                    <a:pt x="49" y="8"/>
                  </a:moveTo>
                  <a:lnTo>
                    <a:pt x="76" y="84"/>
                  </a:lnTo>
                  <a:lnTo>
                    <a:pt x="22" y="84"/>
                  </a:lnTo>
                  <a:lnTo>
                    <a:pt x="49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58" name="Freeform 41"/>
            <p:cNvSpPr/>
            <p:nvPr/>
          </p:nvSpPr>
          <p:spPr>
            <a:xfrm>
              <a:off x="5800680" y="1278720"/>
              <a:ext cx="88560" cy="11556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5560"/>
                <a:gd name="textAreaBottom" fmla="*/ 115920 h 115560"/>
                <a:gd name="GluePoint1X" fmla="*/ 24 w 56"/>
                <a:gd name="GluePoint1Y" fmla="*/ 0 h 73"/>
                <a:gd name="GluePoint2X" fmla="*/ 0 w 56"/>
                <a:gd name="GluePoint2Y" fmla="*/ 70 h 73"/>
                <a:gd name="GluePoint3X" fmla="*/ 5 w 56"/>
                <a:gd name="GluePoint3Y" fmla="*/ 73 h 73"/>
                <a:gd name="GluePoint4X" fmla="*/ 12 w 56"/>
                <a:gd name="GluePoint4Y" fmla="*/ 54 h 73"/>
                <a:gd name="GluePoint5X" fmla="*/ 44 w 56"/>
                <a:gd name="GluePoint5Y" fmla="*/ 54 h 73"/>
                <a:gd name="GluePoint6X" fmla="*/ 51 w 56"/>
                <a:gd name="GluePoint6Y" fmla="*/ 73 h 73"/>
                <a:gd name="GluePoint7X" fmla="*/ 56 w 56"/>
                <a:gd name="GluePoint7Y" fmla="*/ 70 h 73"/>
                <a:gd name="GluePoint8X" fmla="*/ 31 w 56"/>
                <a:gd name="GluePoint8Y" fmla="*/ 0 h 73"/>
                <a:gd name="GluePoint9X" fmla="*/ 24 w 56"/>
                <a:gd name="GluePoint9Y" fmla="*/ 0 h 73"/>
                <a:gd name="GluePoint10X" fmla="*/ 14 w 56"/>
                <a:gd name="GluePoint10Y" fmla="*/ 48 h 73"/>
                <a:gd name="GluePoint11X" fmla="*/ 27 w 56"/>
                <a:gd name="GluePoint11Y" fmla="*/ 8 h 73"/>
                <a:gd name="GluePoint12X" fmla="*/ 42 w 56"/>
                <a:gd name="GluePoint12Y" fmla="*/ 48 h 73"/>
                <a:gd name="GluePoint13X" fmla="*/ 14 w 56"/>
                <a:gd name="GluePoint13Y" fmla="*/ 48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73">
                  <a:moveTo>
                    <a:pt x="24" y="0"/>
                  </a:moveTo>
                  <a:lnTo>
                    <a:pt x="0" y="70"/>
                  </a:lnTo>
                  <a:lnTo>
                    <a:pt x="5" y="73"/>
                  </a:lnTo>
                  <a:lnTo>
                    <a:pt x="12" y="54"/>
                  </a:lnTo>
                  <a:lnTo>
                    <a:pt x="44" y="54"/>
                  </a:lnTo>
                  <a:lnTo>
                    <a:pt x="51" y="73"/>
                  </a:lnTo>
                  <a:lnTo>
                    <a:pt x="56" y="70"/>
                  </a:lnTo>
                  <a:lnTo>
                    <a:pt x="31" y="0"/>
                  </a:lnTo>
                  <a:lnTo>
                    <a:pt x="24" y="0"/>
                  </a:lnTo>
                  <a:close/>
                  <a:moveTo>
                    <a:pt x="14" y="48"/>
                  </a:moveTo>
                  <a:lnTo>
                    <a:pt x="27" y="8"/>
                  </a:lnTo>
                  <a:lnTo>
                    <a:pt x="42" y="48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59" name="Rectangle 42"/>
            <p:cNvSpPr/>
            <p:nvPr/>
          </p:nvSpPr>
          <p:spPr>
            <a:xfrm>
              <a:off x="5613480" y="1464480"/>
              <a:ext cx="171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60" name="Freeform 44"/>
            <p:cNvSpPr/>
            <p:nvPr/>
          </p:nvSpPr>
          <p:spPr>
            <a:xfrm>
              <a:off x="5810400" y="1431000"/>
              <a:ext cx="72720" cy="11880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18800"/>
                <a:gd name="textAreaBottom" fmla="*/ 119160 h 118800"/>
                <a:gd name="GluePoint1X" fmla="*/ 26 w 46"/>
                <a:gd name="GluePoint1Y" fmla="*/ 75 h 75"/>
                <a:gd name="GluePoint2X" fmla="*/ 26 w 46"/>
                <a:gd name="GluePoint2Y" fmla="*/ 10 h 75"/>
                <a:gd name="GluePoint3X" fmla="*/ 42 w 46"/>
                <a:gd name="GluePoint3Y" fmla="*/ 25 h 75"/>
                <a:gd name="GluePoint4X" fmla="*/ 46 w 46"/>
                <a:gd name="GluePoint4Y" fmla="*/ 21 h 75"/>
                <a:gd name="GluePoint5X" fmla="*/ 25 w 46"/>
                <a:gd name="GluePoint5Y" fmla="*/ 0 h 75"/>
                <a:gd name="GluePoint6X" fmla="*/ 21 w 46"/>
                <a:gd name="GluePoint6Y" fmla="*/ 0 h 75"/>
                <a:gd name="GluePoint7X" fmla="*/ 0 w 46"/>
                <a:gd name="GluePoint7Y" fmla="*/ 21 h 75"/>
                <a:gd name="GluePoint8X" fmla="*/ 4 w 46"/>
                <a:gd name="GluePoint8Y" fmla="*/ 25 h 75"/>
                <a:gd name="GluePoint9X" fmla="*/ 20 w 46"/>
                <a:gd name="GluePoint9Y" fmla="*/ 10 h 75"/>
                <a:gd name="GluePoint10X" fmla="*/ 20 w 46"/>
                <a:gd name="GluePoint10Y" fmla="*/ 75 h 75"/>
                <a:gd name="GluePoint11X" fmla="*/ 26 w 46"/>
                <a:gd name="GluePoint11Y" fmla="*/ 75 h 7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46" h="75">
                  <a:moveTo>
                    <a:pt x="26" y="75"/>
                  </a:moveTo>
                  <a:lnTo>
                    <a:pt x="26" y="10"/>
                  </a:lnTo>
                  <a:lnTo>
                    <a:pt x="42" y="25"/>
                  </a:lnTo>
                  <a:lnTo>
                    <a:pt x="46" y="21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4" y="25"/>
                  </a:lnTo>
                  <a:lnTo>
                    <a:pt x="20" y="10"/>
                  </a:lnTo>
                  <a:lnTo>
                    <a:pt x="20" y="75"/>
                  </a:lnTo>
                  <a:lnTo>
                    <a:pt x="26" y="7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61" name="Группа 595"/>
          <p:cNvGrpSpPr/>
          <p:nvPr/>
        </p:nvGrpSpPr>
        <p:grpSpPr>
          <a:xfrm>
            <a:off x="6004080" y="1248480"/>
            <a:ext cx="293400" cy="298080"/>
            <a:chOff x="6004080" y="1248480"/>
            <a:chExt cx="293400" cy="298080"/>
          </a:xfrm>
        </p:grpSpPr>
        <p:sp>
          <p:nvSpPr>
            <p:cNvPr id="3062" name="Freeform 45"/>
            <p:cNvSpPr/>
            <p:nvPr/>
          </p:nvSpPr>
          <p:spPr>
            <a:xfrm>
              <a:off x="6075360" y="1248480"/>
              <a:ext cx="155160" cy="205920"/>
            </a:xfrm>
            <a:custGeom>
              <a:avLst/>
              <a:gdLst>
                <a:gd name="textAreaLeft" fmla="*/ 0 w 155160"/>
                <a:gd name="textAreaRight" fmla="*/ 155520 w 155160"/>
                <a:gd name="textAreaTop" fmla="*/ 0 h 205920"/>
                <a:gd name="textAreaBottom" fmla="*/ 206280 h 205920"/>
                <a:gd name="GluePoint1X" fmla="*/ 79 w 98"/>
                <a:gd name="GluePoint1Y" fmla="*/ 89 h 130"/>
                <a:gd name="GluePoint2X" fmla="*/ 93 w 98"/>
                <a:gd name="GluePoint2Y" fmla="*/ 130 h 130"/>
                <a:gd name="GluePoint3X" fmla="*/ 98 w 98"/>
                <a:gd name="GluePoint3Y" fmla="*/ 128 h 130"/>
                <a:gd name="GluePoint4X" fmla="*/ 53 w 98"/>
                <a:gd name="GluePoint4Y" fmla="*/ 0 h 130"/>
                <a:gd name="GluePoint5X" fmla="*/ 46 w 98"/>
                <a:gd name="GluePoint5Y" fmla="*/ 0 h 130"/>
                <a:gd name="GluePoint6X" fmla="*/ 0 w 98"/>
                <a:gd name="GluePoint6Y" fmla="*/ 128 h 130"/>
                <a:gd name="GluePoint7X" fmla="*/ 5 w 98"/>
                <a:gd name="GluePoint7Y" fmla="*/ 130 h 130"/>
                <a:gd name="GluePoint8X" fmla="*/ 20 w 98"/>
                <a:gd name="GluePoint8Y" fmla="*/ 89 h 130"/>
                <a:gd name="GluePoint9X" fmla="*/ 79 w 98"/>
                <a:gd name="GluePoint9Y" fmla="*/ 89 h 130"/>
                <a:gd name="GluePoint10X" fmla="*/ 49 w 98"/>
                <a:gd name="GluePoint10Y" fmla="*/ 7 h 130"/>
                <a:gd name="GluePoint11X" fmla="*/ 77 w 98"/>
                <a:gd name="GluePoint11Y" fmla="*/ 83 h 130"/>
                <a:gd name="GluePoint12X" fmla="*/ 22 w 98"/>
                <a:gd name="GluePoint12Y" fmla="*/ 83 h 130"/>
                <a:gd name="GluePoint13X" fmla="*/ 49 w 98"/>
                <a:gd name="GluePoint13Y" fmla="*/ 7 h 1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98" h="130">
                  <a:moveTo>
                    <a:pt x="79" y="89"/>
                  </a:moveTo>
                  <a:lnTo>
                    <a:pt x="93" y="130"/>
                  </a:lnTo>
                  <a:lnTo>
                    <a:pt x="98" y="128"/>
                  </a:lnTo>
                  <a:lnTo>
                    <a:pt x="53" y="0"/>
                  </a:lnTo>
                  <a:lnTo>
                    <a:pt x="46" y="0"/>
                  </a:lnTo>
                  <a:lnTo>
                    <a:pt x="0" y="128"/>
                  </a:lnTo>
                  <a:lnTo>
                    <a:pt x="5" y="130"/>
                  </a:lnTo>
                  <a:lnTo>
                    <a:pt x="20" y="89"/>
                  </a:lnTo>
                  <a:lnTo>
                    <a:pt x="79" y="89"/>
                  </a:lnTo>
                  <a:close/>
                  <a:moveTo>
                    <a:pt x="49" y="7"/>
                  </a:moveTo>
                  <a:lnTo>
                    <a:pt x="77" y="83"/>
                  </a:lnTo>
                  <a:lnTo>
                    <a:pt x="22" y="83"/>
                  </a:lnTo>
                  <a:lnTo>
                    <a:pt x="49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63" name="Freeform 46"/>
            <p:cNvSpPr/>
            <p:nvPr/>
          </p:nvSpPr>
          <p:spPr>
            <a:xfrm>
              <a:off x="6004080" y="1472400"/>
              <a:ext cx="293400" cy="74160"/>
            </a:xfrm>
            <a:custGeom>
              <a:avLst/>
              <a:gdLst>
                <a:gd name="textAreaLeft" fmla="*/ 0 w 293400"/>
                <a:gd name="textAreaRight" fmla="*/ 293760 w 293400"/>
                <a:gd name="textAreaTop" fmla="*/ 0 h 74160"/>
                <a:gd name="textAreaBottom" fmla="*/ 74520 h 74160"/>
                <a:gd name="GluePoint1X" fmla="*/ 21 w 185"/>
                <a:gd name="GluePoint1Y" fmla="*/ 0 h 47"/>
                <a:gd name="GluePoint2X" fmla="*/ 0 w 185"/>
                <a:gd name="GluePoint2Y" fmla="*/ 21 h 47"/>
                <a:gd name="GluePoint3X" fmla="*/ 0 w 185"/>
                <a:gd name="GluePoint3Y" fmla="*/ 26 h 47"/>
                <a:gd name="GluePoint4X" fmla="*/ 21 w 185"/>
                <a:gd name="GluePoint4Y" fmla="*/ 47 h 47"/>
                <a:gd name="GluePoint5X" fmla="*/ 26 w 185"/>
                <a:gd name="GluePoint5Y" fmla="*/ 42 h 47"/>
                <a:gd name="GluePoint6X" fmla="*/ 10 w 185"/>
                <a:gd name="GluePoint6Y" fmla="*/ 26 h 47"/>
                <a:gd name="GluePoint7X" fmla="*/ 175 w 185"/>
                <a:gd name="GluePoint7Y" fmla="*/ 26 h 47"/>
                <a:gd name="GluePoint8X" fmla="*/ 160 w 185"/>
                <a:gd name="GluePoint8Y" fmla="*/ 42 h 47"/>
                <a:gd name="GluePoint9X" fmla="*/ 164 w 185"/>
                <a:gd name="GluePoint9Y" fmla="*/ 47 h 47"/>
                <a:gd name="GluePoint10X" fmla="*/ 185 w 185"/>
                <a:gd name="GluePoint10Y" fmla="*/ 26 h 47"/>
                <a:gd name="GluePoint11X" fmla="*/ 185 w 185"/>
                <a:gd name="GluePoint11Y" fmla="*/ 21 h 47"/>
                <a:gd name="GluePoint12X" fmla="*/ 164 w 185"/>
                <a:gd name="GluePoint12Y" fmla="*/ 0 h 47"/>
                <a:gd name="GluePoint13X" fmla="*/ 160 w 185"/>
                <a:gd name="GluePoint13Y" fmla="*/ 5 h 47"/>
                <a:gd name="GluePoint14X" fmla="*/ 175 w 185"/>
                <a:gd name="GluePoint14Y" fmla="*/ 20 h 47"/>
                <a:gd name="GluePoint15X" fmla="*/ 10 w 185"/>
                <a:gd name="GluePoint15Y" fmla="*/ 20 h 47"/>
                <a:gd name="GluePoint16X" fmla="*/ 26 w 185"/>
                <a:gd name="GluePoint16Y" fmla="*/ 5 h 47"/>
                <a:gd name="GluePoint17X" fmla="*/ 21 w 185"/>
                <a:gd name="GluePoint17Y" fmla="*/ 0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85" h="47">
                  <a:moveTo>
                    <a:pt x="21" y="0"/>
                  </a:moveTo>
                  <a:lnTo>
                    <a:pt x="0" y="21"/>
                  </a:lnTo>
                  <a:lnTo>
                    <a:pt x="0" y="26"/>
                  </a:lnTo>
                  <a:lnTo>
                    <a:pt x="21" y="47"/>
                  </a:lnTo>
                  <a:lnTo>
                    <a:pt x="26" y="42"/>
                  </a:lnTo>
                  <a:lnTo>
                    <a:pt x="10" y="26"/>
                  </a:lnTo>
                  <a:lnTo>
                    <a:pt x="175" y="26"/>
                  </a:lnTo>
                  <a:lnTo>
                    <a:pt x="160" y="42"/>
                  </a:lnTo>
                  <a:lnTo>
                    <a:pt x="164" y="47"/>
                  </a:lnTo>
                  <a:lnTo>
                    <a:pt x="185" y="26"/>
                  </a:lnTo>
                  <a:lnTo>
                    <a:pt x="185" y="21"/>
                  </a:lnTo>
                  <a:lnTo>
                    <a:pt x="164" y="0"/>
                  </a:lnTo>
                  <a:lnTo>
                    <a:pt x="160" y="5"/>
                  </a:lnTo>
                  <a:lnTo>
                    <a:pt x="175" y="20"/>
                  </a:lnTo>
                  <a:lnTo>
                    <a:pt x="10" y="20"/>
                  </a:lnTo>
                  <a:lnTo>
                    <a:pt x="26" y="5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080" bIns="37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64" name="Группа 596"/>
          <p:cNvGrpSpPr/>
          <p:nvPr/>
        </p:nvGrpSpPr>
        <p:grpSpPr>
          <a:xfrm>
            <a:off x="6399360" y="1283400"/>
            <a:ext cx="293400" cy="250560"/>
            <a:chOff x="6399360" y="1283400"/>
            <a:chExt cx="293400" cy="250560"/>
          </a:xfrm>
        </p:grpSpPr>
        <p:sp>
          <p:nvSpPr>
            <p:cNvPr id="3065" name="Freeform 47"/>
            <p:cNvSpPr/>
            <p:nvPr/>
          </p:nvSpPr>
          <p:spPr>
            <a:xfrm>
              <a:off x="6413400" y="1283400"/>
              <a:ext cx="88560" cy="11556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5560"/>
                <a:gd name="textAreaBottom" fmla="*/ 115920 h 115560"/>
                <a:gd name="GluePoint1X" fmla="*/ 24 w 56"/>
                <a:gd name="GluePoint1Y" fmla="*/ 0 h 73"/>
                <a:gd name="GluePoint2X" fmla="*/ 0 w 56"/>
                <a:gd name="GluePoint2Y" fmla="*/ 71 h 73"/>
                <a:gd name="GluePoint3X" fmla="*/ 5 w 56"/>
                <a:gd name="GluePoint3Y" fmla="*/ 73 h 73"/>
                <a:gd name="GluePoint4X" fmla="*/ 12 w 56"/>
                <a:gd name="GluePoint4Y" fmla="*/ 54 h 73"/>
                <a:gd name="GluePoint5X" fmla="*/ 44 w 56"/>
                <a:gd name="GluePoint5Y" fmla="*/ 54 h 73"/>
                <a:gd name="GluePoint6X" fmla="*/ 51 w 56"/>
                <a:gd name="GluePoint6Y" fmla="*/ 73 h 73"/>
                <a:gd name="GluePoint7X" fmla="*/ 56 w 56"/>
                <a:gd name="GluePoint7Y" fmla="*/ 71 h 73"/>
                <a:gd name="GluePoint8X" fmla="*/ 31 w 56"/>
                <a:gd name="GluePoint8Y" fmla="*/ 0 h 73"/>
                <a:gd name="GluePoint9X" fmla="*/ 24 w 56"/>
                <a:gd name="GluePoint9Y" fmla="*/ 0 h 73"/>
                <a:gd name="GluePoint10X" fmla="*/ 14 w 56"/>
                <a:gd name="GluePoint10Y" fmla="*/ 48 h 73"/>
                <a:gd name="GluePoint11X" fmla="*/ 28 w 56"/>
                <a:gd name="GluePoint11Y" fmla="*/ 8 h 73"/>
                <a:gd name="GluePoint12X" fmla="*/ 42 w 56"/>
                <a:gd name="GluePoint12Y" fmla="*/ 48 h 73"/>
                <a:gd name="GluePoint13X" fmla="*/ 14 w 56"/>
                <a:gd name="GluePoint13Y" fmla="*/ 48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73">
                  <a:moveTo>
                    <a:pt x="24" y="0"/>
                  </a:moveTo>
                  <a:lnTo>
                    <a:pt x="0" y="71"/>
                  </a:lnTo>
                  <a:lnTo>
                    <a:pt x="5" y="73"/>
                  </a:lnTo>
                  <a:lnTo>
                    <a:pt x="12" y="54"/>
                  </a:lnTo>
                  <a:lnTo>
                    <a:pt x="44" y="54"/>
                  </a:lnTo>
                  <a:lnTo>
                    <a:pt x="51" y="73"/>
                  </a:lnTo>
                  <a:lnTo>
                    <a:pt x="56" y="71"/>
                  </a:lnTo>
                  <a:lnTo>
                    <a:pt x="31" y="0"/>
                  </a:lnTo>
                  <a:lnTo>
                    <a:pt x="24" y="0"/>
                  </a:lnTo>
                  <a:close/>
                  <a:moveTo>
                    <a:pt x="14" y="48"/>
                  </a:moveTo>
                  <a:lnTo>
                    <a:pt x="28" y="8"/>
                  </a:lnTo>
                  <a:lnTo>
                    <a:pt x="42" y="48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66" name="Freeform 48"/>
            <p:cNvSpPr/>
            <p:nvPr/>
          </p:nvSpPr>
          <p:spPr>
            <a:xfrm>
              <a:off x="6588000" y="1283400"/>
              <a:ext cx="90000" cy="11556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15560"/>
                <a:gd name="textAreaBottom" fmla="*/ 115920 h 115560"/>
                <a:gd name="GluePoint1X" fmla="*/ 0 w 57"/>
                <a:gd name="GluePoint1Y" fmla="*/ 71 h 73"/>
                <a:gd name="GluePoint2X" fmla="*/ 6 w 57"/>
                <a:gd name="GluePoint2Y" fmla="*/ 73 h 73"/>
                <a:gd name="GluePoint3X" fmla="*/ 12 w 57"/>
                <a:gd name="GluePoint3Y" fmla="*/ 54 h 73"/>
                <a:gd name="GluePoint4X" fmla="*/ 45 w 57"/>
                <a:gd name="GluePoint4Y" fmla="*/ 54 h 73"/>
                <a:gd name="GluePoint5X" fmla="*/ 51 w 57"/>
                <a:gd name="GluePoint5Y" fmla="*/ 73 h 73"/>
                <a:gd name="GluePoint6X" fmla="*/ 57 w 57"/>
                <a:gd name="GluePoint6Y" fmla="*/ 71 h 73"/>
                <a:gd name="GluePoint7X" fmla="*/ 32 w 57"/>
                <a:gd name="GluePoint7Y" fmla="*/ 0 h 73"/>
                <a:gd name="GluePoint8X" fmla="*/ 25 w 57"/>
                <a:gd name="GluePoint8Y" fmla="*/ 0 h 73"/>
                <a:gd name="GluePoint9X" fmla="*/ 0 w 57"/>
                <a:gd name="GluePoint9Y" fmla="*/ 71 h 73"/>
                <a:gd name="GluePoint10X" fmla="*/ 42 w 57"/>
                <a:gd name="GluePoint10Y" fmla="*/ 48 h 73"/>
                <a:gd name="GluePoint11X" fmla="*/ 15 w 57"/>
                <a:gd name="GluePoint11Y" fmla="*/ 48 h 73"/>
                <a:gd name="GluePoint12X" fmla="*/ 29 w 57"/>
                <a:gd name="GluePoint12Y" fmla="*/ 8 h 73"/>
                <a:gd name="GluePoint13X" fmla="*/ 42 w 57"/>
                <a:gd name="GluePoint13Y" fmla="*/ 48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7" h="73">
                  <a:moveTo>
                    <a:pt x="0" y="71"/>
                  </a:moveTo>
                  <a:lnTo>
                    <a:pt x="6" y="73"/>
                  </a:lnTo>
                  <a:lnTo>
                    <a:pt x="12" y="54"/>
                  </a:lnTo>
                  <a:lnTo>
                    <a:pt x="45" y="54"/>
                  </a:lnTo>
                  <a:lnTo>
                    <a:pt x="51" y="73"/>
                  </a:lnTo>
                  <a:lnTo>
                    <a:pt x="57" y="71"/>
                  </a:lnTo>
                  <a:lnTo>
                    <a:pt x="32" y="0"/>
                  </a:lnTo>
                  <a:lnTo>
                    <a:pt x="25" y="0"/>
                  </a:lnTo>
                  <a:lnTo>
                    <a:pt x="0" y="71"/>
                  </a:lnTo>
                  <a:close/>
                  <a:moveTo>
                    <a:pt x="42" y="48"/>
                  </a:moveTo>
                  <a:lnTo>
                    <a:pt x="15" y="48"/>
                  </a:lnTo>
                  <a:lnTo>
                    <a:pt x="29" y="8"/>
                  </a:lnTo>
                  <a:lnTo>
                    <a:pt x="42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67" name="Rectangle 50"/>
            <p:cNvSpPr/>
            <p:nvPr/>
          </p:nvSpPr>
          <p:spPr>
            <a:xfrm>
              <a:off x="6541920" y="13928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68" name="Rectangle 51"/>
            <p:cNvSpPr/>
            <p:nvPr/>
          </p:nvSpPr>
          <p:spPr>
            <a:xfrm>
              <a:off x="6541920" y="13356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69" name="Rectangle 52"/>
            <p:cNvSpPr/>
            <p:nvPr/>
          </p:nvSpPr>
          <p:spPr>
            <a:xfrm>
              <a:off x="6541920" y="13071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70" name="Rectangle 53"/>
            <p:cNvSpPr/>
            <p:nvPr/>
          </p:nvSpPr>
          <p:spPr>
            <a:xfrm>
              <a:off x="6541920" y="13644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71" name="Rectangle 55"/>
            <p:cNvSpPr/>
            <p:nvPr/>
          </p:nvSpPr>
          <p:spPr>
            <a:xfrm>
              <a:off x="6541920" y="142164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72" name="Freeform 56"/>
            <p:cNvSpPr/>
            <p:nvPr/>
          </p:nvSpPr>
          <p:spPr>
            <a:xfrm>
              <a:off x="6399360" y="1461240"/>
              <a:ext cx="293400" cy="72720"/>
            </a:xfrm>
            <a:custGeom>
              <a:avLst/>
              <a:gdLst>
                <a:gd name="textAreaLeft" fmla="*/ 0 w 293400"/>
                <a:gd name="textAreaRight" fmla="*/ 293760 w 293400"/>
                <a:gd name="textAreaTop" fmla="*/ 0 h 72720"/>
                <a:gd name="textAreaBottom" fmla="*/ 73080 h 72720"/>
                <a:gd name="GluePoint1X" fmla="*/ 164 w 185"/>
                <a:gd name="GluePoint1Y" fmla="*/ 46 h 46"/>
                <a:gd name="GluePoint2X" fmla="*/ 185 w 185"/>
                <a:gd name="GluePoint2Y" fmla="*/ 25 h 46"/>
                <a:gd name="GluePoint3X" fmla="*/ 185 w 185"/>
                <a:gd name="GluePoint3Y" fmla="*/ 21 h 46"/>
                <a:gd name="GluePoint4X" fmla="*/ 164 w 185"/>
                <a:gd name="GluePoint4Y" fmla="*/ 0 h 46"/>
                <a:gd name="GluePoint5X" fmla="*/ 159 w 185"/>
                <a:gd name="GluePoint5Y" fmla="*/ 4 h 46"/>
                <a:gd name="GluePoint6X" fmla="*/ 175 w 185"/>
                <a:gd name="GluePoint6Y" fmla="*/ 20 h 46"/>
                <a:gd name="GluePoint7X" fmla="*/ 9 w 185"/>
                <a:gd name="GluePoint7Y" fmla="*/ 20 h 46"/>
                <a:gd name="GluePoint8X" fmla="*/ 25 w 185"/>
                <a:gd name="GluePoint8Y" fmla="*/ 4 h 46"/>
                <a:gd name="GluePoint9X" fmla="*/ 21 w 185"/>
                <a:gd name="GluePoint9Y" fmla="*/ 0 h 46"/>
                <a:gd name="GluePoint10X" fmla="*/ 0 w 185"/>
                <a:gd name="GluePoint10Y" fmla="*/ 21 h 46"/>
                <a:gd name="GluePoint11X" fmla="*/ 0 w 185"/>
                <a:gd name="GluePoint11Y" fmla="*/ 25 h 46"/>
                <a:gd name="GluePoint12X" fmla="*/ 21 w 185"/>
                <a:gd name="GluePoint12Y" fmla="*/ 46 h 46"/>
                <a:gd name="GluePoint13X" fmla="*/ 25 w 185"/>
                <a:gd name="GluePoint13Y" fmla="*/ 42 h 46"/>
                <a:gd name="GluePoint14X" fmla="*/ 9 w 185"/>
                <a:gd name="GluePoint14Y" fmla="*/ 26 h 46"/>
                <a:gd name="GluePoint15X" fmla="*/ 175 w 185"/>
                <a:gd name="GluePoint15Y" fmla="*/ 26 h 46"/>
                <a:gd name="GluePoint16X" fmla="*/ 159 w 185"/>
                <a:gd name="GluePoint16Y" fmla="*/ 42 h 46"/>
                <a:gd name="GluePoint17X" fmla="*/ 164 w 185"/>
                <a:gd name="GluePoint17Y" fmla="*/ 46 h 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85" h="46">
                  <a:moveTo>
                    <a:pt x="164" y="46"/>
                  </a:moveTo>
                  <a:lnTo>
                    <a:pt x="185" y="25"/>
                  </a:lnTo>
                  <a:lnTo>
                    <a:pt x="185" y="21"/>
                  </a:lnTo>
                  <a:lnTo>
                    <a:pt x="164" y="0"/>
                  </a:lnTo>
                  <a:lnTo>
                    <a:pt x="159" y="4"/>
                  </a:lnTo>
                  <a:lnTo>
                    <a:pt x="175" y="20"/>
                  </a:lnTo>
                  <a:lnTo>
                    <a:pt x="9" y="20"/>
                  </a:lnTo>
                  <a:lnTo>
                    <a:pt x="25" y="4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1" y="46"/>
                  </a:lnTo>
                  <a:lnTo>
                    <a:pt x="25" y="42"/>
                  </a:lnTo>
                  <a:lnTo>
                    <a:pt x="9" y="26"/>
                  </a:lnTo>
                  <a:lnTo>
                    <a:pt x="175" y="26"/>
                  </a:lnTo>
                  <a:lnTo>
                    <a:pt x="159" y="42"/>
                  </a:lnTo>
                  <a:lnTo>
                    <a:pt x="164" y="4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360" bIns="36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73" name="Группа 597"/>
          <p:cNvGrpSpPr/>
          <p:nvPr/>
        </p:nvGrpSpPr>
        <p:grpSpPr>
          <a:xfrm>
            <a:off x="6805440" y="1248480"/>
            <a:ext cx="269640" cy="297720"/>
            <a:chOff x="6805440" y="1248480"/>
            <a:chExt cx="269640" cy="297720"/>
          </a:xfrm>
        </p:grpSpPr>
        <p:sp>
          <p:nvSpPr>
            <p:cNvPr id="3074" name="Freeform 57"/>
            <p:cNvSpPr/>
            <p:nvPr/>
          </p:nvSpPr>
          <p:spPr>
            <a:xfrm>
              <a:off x="6951600" y="1248480"/>
              <a:ext cx="90000" cy="11412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14120"/>
                <a:gd name="textAreaBottom" fmla="*/ 114480 h 114120"/>
                <a:gd name="GluePoint1X" fmla="*/ 24 w 57"/>
                <a:gd name="GluePoint1Y" fmla="*/ 0 h 72"/>
                <a:gd name="GluePoint2X" fmla="*/ 0 w 57"/>
                <a:gd name="GluePoint2Y" fmla="*/ 70 h 72"/>
                <a:gd name="GluePoint3X" fmla="*/ 6 w 57"/>
                <a:gd name="GluePoint3Y" fmla="*/ 72 h 72"/>
                <a:gd name="GluePoint4X" fmla="*/ 12 w 57"/>
                <a:gd name="GluePoint4Y" fmla="*/ 54 h 72"/>
                <a:gd name="GluePoint5X" fmla="*/ 45 w 57"/>
                <a:gd name="GluePoint5Y" fmla="*/ 54 h 72"/>
                <a:gd name="GluePoint6X" fmla="*/ 51 w 57"/>
                <a:gd name="GluePoint6Y" fmla="*/ 72 h 72"/>
                <a:gd name="GluePoint7X" fmla="*/ 57 w 57"/>
                <a:gd name="GluePoint7Y" fmla="*/ 70 h 72"/>
                <a:gd name="GluePoint8X" fmla="*/ 32 w 57"/>
                <a:gd name="GluePoint8Y" fmla="*/ 0 h 72"/>
                <a:gd name="GluePoint9X" fmla="*/ 24 w 57"/>
                <a:gd name="GluePoint9Y" fmla="*/ 0 h 72"/>
                <a:gd name="GluePoint10X" fmla="*/ 14 w 57"/>
                <a:gd name="GluePoint10Y" fmla="*/ 48 h 72"/>
                <a:gd name="GluePoint11X" fmla="*/ 28 w 57"/>
                <a:gd name="GluePoint11Y" fmla="*/ 7 h 72"/>
                <a:gd name="GluePoint12X" fmla="*/ 42 w 57"/>
                <a:gd name="GluePoint12Y" fmla="*/ 48 h 72"/>
                <a:gd name="GluePoint13X" fmla="*/ 14 w 57"/>
                <a:gd name="GluePoint13Y" fmla="*/ 48 h 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7" h="72">
                  <a:moveTo>
                    <a:pt x="24" y="0"/>
                  </a:moveTo>
                  <a:lnTo>
                    <a:pt x="0" y="70"/>
                  </a:lnTo>
                  <a:lnTo>
                    <a:pt x="6" y="72"/>
                  </a:lnTo>
                  <a:lnTo>
                    <a:pt x="12" y="54"/>
                  </a:lnTo>
                  <a:lnTo>
                    <a:pt x="45" y="54"/>
                  </a:lnTo>
                  <a:lnTo>
                    <a:pt x="51" y="72"/>
                  </a:lnTo>
                  <a:lnTo>
                    <a:pt x="57" y="70"/>
                  </a:lnTo>
                  <a:lnTo>
                    <a:pt x="32" y="0"/>
                  </a:lnTo>
                  <a:lnTo>
                    <a:pt x="24" y="0"/>
                  </a:lnTo>
                  <a:close/>
                  <a:moveTo>
                    <a:pt x="14" y="48"/>
                  </a:moveTo>
                  <a:lnTo>
                    <a:pt x="28" y="7"/>
                  </a:lnTo>
                  <a:lnTo>
                    <a:pt x="42" y="48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75" name="Rectangle 58"/>
            <p:cNvSpPr/>
            <p:nvPr/>
          </p:nvSpPr>
          <p:spPr>
            <a:xfrm>
              <a:off x="6913440" y="1375560"/>
              <a:ext cx="1616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76" name="Freeform 59"/>
            <p:cNvSpPr/>
            <p:nvPr/>
          </p:nvSpPr>
          <p:spPr>
            <a:xfrm>
              <a:off x="6951600" y="1404000"/>
              <a:ext cx="90000" cy="11556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15560"/>
                <a:gd name="textAreaBottom" fmla="*/ 115920 h 115560"/>
                <a:gd name="GluePoint1X" fmla="*/ 44 w 57"/>
                <a:gd name="GluePoint1Y" fmla="*/ 54 h 73"/>
                <a:gd name="GluePoint2X" fmla="*/ 51 w 57"/>
                <a:gd name="GluePoint2Y" fmla="*/ 73 h 73"/>
                <a:gd name="GluePoint3X" fmla="*/ 57 w 57"/>
                <a:gd name="GluePoint3Y" fmla="*/ 71 h 73"/>
                <a:gd name="GluePoint4X" fmla="*/ 32 w 57"/>
                <a:gd name="GluePoint4Y" fmla="*/ 0 h 73"/>
                <a:gd name="GluePoint5X" fmla="*/ 24 w 57"/>
                <a:gd name="GluePoint5Y" fmla="*/ 0 h 73"/>
                <a:gd name="GluePoint6X" fmla="*/ 0 w 57"/>
                <a:gd name="GluePoint6Y" fmla="*/ 71 h 73"/>
                <a:gd name="GluePoint7X" fmla="*/ 6 w 57"/>
                <a:gd name="GluePoint7Y" fmla="*/ 73 h 73"/>
                <a:gd name="GluePoint8X" fmla="*/ 12 w 57"/>
                <a:gd name="GluePoint8Y" fmla="*/ 54 h 73"/>
                <a:gd name="GluePoint9X" fmla="*/ 44 w 57"/>
                <a:gd name="GluePoint9Y" fmla="*/ 54 h 73"/>
                <a:gd name="GluePoint10X" fmla="*/ 28 w 57"/>
                <a:gd name="GluePoint10Y" fmla="*/ 8 h 73"/>
                <a:gd name="GluePoint11X" fmla="*/ 42 w 57"/>
                <a:gd name="GluePoint11Y" fmla="*/ 48 h 73"/>
                <a:gd name="GluePoint12X" fmla="*/ 14 w 57"/>
                <a:gd name="GluePoint12Y" fmla="*/ 48 h 73"/>
                <a:gd name="GluePoint13X" fmla="*/ 28 w 57"/>
                <a:gd name="GluePoint13Y" fmla="*/ 8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7" h="73">
                  <a:moveTo>
                    <a:pt x="44" y="54"/>
                  </a:moveTo>
                  <a:lnTo>
                    <a:pt x="51" y="73"/>
                  </a:lnTo>
                  <a:lnTo>
                    <a:pt x="57" y="71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71"/>
                  </a:lnTo>
                  <a:lnTo>
                    <a:pt x="6" y="73"/>
                  </a:lnTo>
                  <a:lnTo>
                    <a:pt x="12" y="54"/>
                  </a:lnTo>
                  <a:lnTo>
                    <a:pt x="44" y="54"/>
                  </a:lnTo>
                  <a:close/>
                  <a:moveTo>
                    <a:pt x="28" y="8"/>
                  </a:moveTo>
                  <a:lnTo>
                    <a:pt x="42" y="48"/>
                  </a:lnTo>
                  <a:lnTo>
                    <a:pt x="14" y="48"/>
                  </a:lnTo>
                  <a:lnTo>
                    <a:pt x="28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77" name="Rectangle 60"/>
            <p:cNvSpPr/>
            <p:nvPr/>
          </p:nvSpPr>
          <p:spPr>
            <a:xfrm>
              <a:off x="6913440" y="1532520"/>
              <a:ext cx="1616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78" name="Freeform 61"/>
            <p:cNvSpPr/>
            <p:nvPr/>
          </p:nvSpPr>
          <p:spPr>
            <a:xfrm>
              <a:off x="6805440" y="1370520"/>
              <a:ext cx="72720" cy="17568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75680"/>
                <a:gd name="textAreaBottom" fmla="*/ 176040 h 175680"/>
                <a:gd name="GluePoint1X" fmla="*/ 42 w 46"/>
                <a:gd name="GluePoint1Y" fmla="*/ 26 h 111"/>
                <a:gd name="GluePoint2X" fmla="*/ 46 w 46"/>
                <a:gd name="GluePoint2Y" fmla="*/ 21 h 111"/>
                <a:gd name="GluePoint3X" fmla="*/ 25 w 46"/>
                <a:gd name="GluePoint3Y" fmla="*/ 0 h 111"/>
                <a:gd name="GluePoint4X" fmla="*/ 21 w 46"/>
                <a:gd name="GluePoint4Y" fmla="*/ 0 h 111"/>
                <a:gd name="GluePoint5X" fmla="*/ 0 w 46"/>
                <a:gd name="GluePoint5Y" fmla="*/ 21 h 111"/>
                <a:gd name="GluePoint6X" fmla="*/ 4 w 46"/>
                <a:gd name="GluePoint6Y" fmla="*/ 26 h 111"/>
                <a:gd name="GluePoint7X" fmla="*/ 20 w 46"/>
                <a:gd name="GluePoint7Y" fmla="*/ 10 h 111"/>
                <a:gd name="GluePoint8X" fmla="*/ 20 w 46"/>
                <a:gd name="GluePoint8Y" fmla="*/ 101 h 111"/>
                <a:gd name="GluePoint9X" fmla="*/ 4 w 46"/>
                <a:gd name="GluePoint9Y" fmla="*/ 85 h 111"/>
                <a:gd name="GluePoint10X" fmla="*/ 0 w 46"/>
                <a:gd name="GluePoint10Y" fmla="*/ 90 h 111"/>
                <a:gd name="GluePoint11X" fmla="*/ 21 w 46"/>
                <a:gd name="GluePoint11Y" fmla="*/ 111 h 111"/>
                <a:gd name="GluePoint12X" fmla="*/ 25 w 46"/>
                <a:gd name="GluePoint12Y" fmla="*/ 111 h 111"/>
                <a:gd name="GluePoint13X" fmla="*/ 46 w 46"/>
                <a:gd name="GluePoint13Y" fmla="*/ 90 h 111"/>
                <a:gd name="GluePoint14X" fmla="*/ 42 w 46"/>
                <a:gd name="GluePoint14Y" fmla="*/ 85 h 111"/>
                <a:gd name="GluePoint15X" fmla="*/ 26 w 46"/>
                <a:gd name="GluePoint15Y" fmla="*/ 101 h 111"/>
                <a:gd name="GluePoint16X" fmla="*/ 26 w 46"/>
                <a:gd name="GluePoint16Y" fmla="*/ 10 h 111"/>
                <a:gd name="GluePoint17X" fmla="*/ 42 w 46"/>
                <a:gd name="GluePoint17Y" fmla="*/ 26 h 1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6" h="111">
                  <a:moveTo>
                    <a:pt x="42" y="26"/>
                  </a:moveTo>
                  <a:lnTo>
                    <a:pt x="46" y="21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4" y="26"/>
                  </a:lnTo>
                  <a:lnTo>
                    <a:pt x="20" y="10"/>
                  </a:lnTo>
                  <a:lnTo>
                    <a:pt x="20" y="101"/>
                  </a:lnTo>
                  <a:lnTo>
                    <a:pt x="4" y="85"/>
                  </a:lnTo>
                  <a:lnTo>
                    <a:pt x="0" y="90"/>
                  </a:lnTo>
                  <a:lnTo>
                    <a:pt x="21" y="111"/>
                  </a:lnTo>
                  <a:lnTo>
                    <a:pt x="25" y="111"/>
                  </a:lnTo>
                  <a:lnTo>
                    <a:pt x="46" y="90"/>
                  </a:lnTo>
                  <a:lnTo>
                    <a:pt x="42" y="85"/>
                  </a:lnTo>
                  <a:lnTo>
                    <a:pt x="26" y="101"/>
                  </a:lnTo>
                  <a:lnTo>
                    <a:pt x="26" y="10"/>
                  </a:lnTo>
                  <a:lnTo>
                    <a:pt x="42" y="2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79" name="Группа 598"/>
          <p:cNvGrpSpPr/>
          <p:nvPr/>
        </p:nvGrpSpPr>
        <p:grpSpPr>
          <a:xfrm>
            <a:off x="2054160" y="1640520"/>
            <a:ext cx="302760" cy="302760"/>
            <a:chOff x="2054160" y="1640520"/>
            <a:chExt cx="302760" cy="302760"/>
          </a:xfrm>
        </p:grpSpPr>
        <p:sp>
          <p:nvSpPr>
            <p:cNvPr id="3080" name="Freeform 62"/>
            <p:cNvSpPr/>
            <p:nvPr/>
          </p:nvSpPr>
          <p:spPr>
            <a:xfrm>
              <a:off x="2182680" y="1640520"/>
              <a:ext cx="155160" cy="205920"/>
            </a:xfrm>
            <a:custGeom>
              <a:avLst/>
              <a:gdLst>
                <a:gd name="textAreaLeft" fmla="*/ 0 w 155160"/>
                <a:gd name="textAreaRight" fmla="*/ 155520 w 155160"/>
                <a:gd name="textAreaTop" fmla="*/ 0 h 205920"/>
                <a:gd name="textAreaBottom" fmla="*/ 206280 h 205920"/>
                <a:gd name="GluePoint1X" fmla="*/ 78 w 98"/>
                <a:gd name="GluePoint1Y" fmla="*/ 89 h 130"/>
                <a:gd name="GluePoint2X" fmla="*/ 92 w 98"/>
                <a:gd name="GluePoint2Y" fmla="*/ 130 h 130"/>
                <a:gd name="GluePoint3X" fmla="*/ 98 w 98"/>
                <a:gd name="GluePoint3Y" fmla="*/ 128 h 130"/>
                <a:gd name="GluePoint4X" fmla="*/ 53 w 98"/>
                <a:gd name="GluePoint4Y" fmla="*/ 0 h 130"/>
                <a:gd name="GluePoint5X" fmla="*/ 45 w 98"/>
                <a:gd name="GluePoint5Y" fmla="*/ 0 h 130"/>
                <a:gd name="GluePoint6X" fmla="*/ 0 w 98"/>
                <a:gd name="GluePoint6Y" fmla="*/ 128 h 130"/>
                <a:gd name="GluePoint7X" fmla="*/ 6 w 98"/>
                <a:gd name="GluePoint7Y" fmla="*/ 130 h 130"/>
                <a:gd name="GluePoint8X" fmla="*/ 20 w 98"/>
                <a:gd name="GluePoint8Y" fmla="*/ 89 h 130"/>
                <a:gd name="GluePoint9X" fmla="*/ 78 w 98"/>
                <a:gd name="GluePoint9Y" fmla="*/ 89 h 130"/>
                <a:gd name="GluePoint10X" fmla="*/ 49 w 98"/>
                <a:gd name="GluePoint10Y" fmla="*/ 8 h 130"/>
                <a:gd name="GluePoint11X" fmla="*/ 77 w 98"/>
                <a:gd name="GluePoint11Y" fmla="*/ 83 h 130"/>
                <a:gd name="GluePoint12X" fmla="*/ 22 w 98"/>
                <a:gd name="GluePoint12Y" fmla="*/ 83 h 130"/>
                <a:gd name="GluePoint13X" fmla="*/ 49 w 98"/>
                <a:gd name="GluePoint13Y" fmla="*/ 8 h 1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98" h="130">
                  <a:moveTo>
                    <a:pt x="78" y="89"/>
                  </a:moveTo>
                  <a:lnTo>
                    <a:pt x="92" y="130"/>
                  </a:lnTo>
                  <a:lnTo>
                    <a:pt x="98" y="128"/>
                  </a:lnTo>
                  <a:lnTo>
                    <a:pt x="53" y="0"/>
                  </a:lnTo>
                  <a:lnTo>
                    <a:pt x="45" y="0"/>
                  </a:lnTo>
                  <a:lnTo>
                    <a:pt x="0" y="128"/>
                  </a:lnTo>
                  <a:lnTo>
                    <a:pt x="6" y="130"/>
                  </a:lnTo>
                  <a:lnTo>
                    <a:pt x="20" y="89"/>
                  </a:lnTo>
                  <a:lnTo>
                    <a:pt x="78" y="89"/>
                  </a:lnTo>
                  <a:close/>
                  <a:moveTo>
                    <a:pt x="49" y="8"/>
                  </a:moveTo>
                  <a:lnTo>
                    <a:pt x="77" y="83"/>
                  </a:lnTo>
                  <a:lnTo>
                    <a:pt x="22" y="83"/>
                  </a:lnTo>
                  <a:lnTo>
                    <a:pt x="49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81" name="Freeform 63"/>
            <p:cNvSpPr/>
            <p:nvPr/>
          </p:nvSpPr>
          <p:spPr>
            <a:xfrm>
              <a:off x="2073240" y="1730880"/>
              <a:ext cx="90000" cy="11556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15560"/>
                <a:gd name="textAreaBottom" fmla="*/ 115920 h 115560"/>
                <a:gd name="GluePoint1X" fmla="*/ 45 w 57"/>
                <a:gd name="GluePoint1Y" fmla="*/ 53 h 73"/>
                <a:gd name="GluePoint2X" fmla="*/ 51 w 57"/>
                <a:gd name="GluePoint2Y" fmla="*/ 73 h 73"/>
                <a:gd name="GluePoint3X" fmla="*/ 57 w 57"/>
                <a:gd name="GluePoint3Y" fmla="*/ 71 h 73"/>
                <a:gd name="GluePoint4X" fmla="*/ 32 w 57"/>
                <a:gd name="GluePoint4Y" fmla="*/ 0 h 73"/>
                <a:gd name="GluePoint5X" fmla="*/ 24 w 57"/>
                <a:gd name="GluePoint5Y" fmla="*/ 0 h 73"/>
                <a:gd name="GluePoint6X" fmla="*/ 0 w 57"/>
                <a:gd name="GluePoint6Y" fmla="*/ 71 h 73"/>
                <a:gd name="GluePoint7X" fmla="*/ 6 w 57"/>
                <a:gd name="GluePoint7Y" fmla="*/ 73 h 73"/>
                <a:gd name="GluePoint8X" fmla="*/ 12 w 57"/>
                <a:gd name="GluePoint8Y" fmla="*/ 53 h 73"/>
                <a:gd name="GluePoint9X" fmla="*/ 45 w 57"/>
                <a:gd name="GluePoint9Y" fmla="*/ 53 h 73"/>
                <a:gd name="GluePoint10X" fmla="*/ 28 w 57"/>
                <a:gd name="GluePoint10Y" fmla="*/ 8 h 73"/>
                <a:gd name="GluePoint11X" fmla="*/ 42 w 57"/>
                <a:gd name="GluePoint11Y" fmla="*/ 47 h 73"/>
                <a:gd name="GluePoint12X" fmla="*/ 15 w 57"/>
                <a:gd name="GluePoint12Y" fmla="*/ 47 h 73"/>
                <a:gd name="GluePoint13X" fmla="*/ 28 w 57"/>
                <a:gd name="GluePoint13Y" fmla="*/ 8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7" h="73">
                  <a:moveTo>
                    <a:pt x="45" y="53"/>
                  </a:moveTo>
                  <a:lnTo>
                    <a:pt x="51" y="73"/>
                  </a:lnTo>
                  <a:lnTo>
                    <a:pt x="57" y="71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71"/>
                  </a:lnTo>
                  <a:lnTo>
                    <a:pt x="6" y="73"/>
                  </a:lnTo>
                  <a:lnTo>
                    <a:pt x="12" y="53"/>
                  </a:lnTo>
                  <a:lnTo>
                    <a:pt x="45" y="53"/>
                  </a:lnTo>
                  <a:close/>
                  <a:moveTo>
                    <a:pt x="28" y="8"/>
                  </a:moveTo>
                  <a:lnTo>
                    <a:pt x="42" y="47"/>
                  </a:lnTo>
                  <a:lnTo>
                    <a:pt x="15" y="47"/>
                  </a:lnTo>
                  <a:lnTo>
                    <a:pt x="28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82" name="Freeform 64"/>
            <p:cNvSpPr/>
            <p:nvPr/>
          </p:nvSpPr>
          <p:spPr>
            <a:xfrm>
              <a:off x="2054160" y="1869120"/>
              <a:ext cx="302760" cy="7416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74160"/>
                <a:gd name="textAreaBottom" fmla="*/ 74520 h 74160"/>
                <a:gd name="GluePoint1X" fmla="*/ 170 w 191"/>
                <a:gd name="GluePoint1Y" fmla="*/ 47 h 47"/>
                <a:gd name="GluePoint2X" fmla="*/ 191 w 191"/>
                <a:gd name="GluePoint2Y" fmla="*/ 26 h 47"/>
                <a:gd name="GluePoint3X" fmla="*/ 191 w 191"/>
                <a:gd name="GluePoint3Y" fmla="*/ 21 h 47"/>
                <a:gd name="GluePoint4X" fmla="*/ 170 w 191"/>
                <a:gd name="GluePoint4Y" fmla="*/ 0 h 47"/>
                <a:gd name="GluePoint5X" fmla="*/ 166 w 191"/>
                <a:gd name="GluePoint5Y" fmla="*/ 5 h 47"/>
                <a:gd name="GluePoint6X" fmla="*/ 182 w 191"/>
                <a:gd name="GluePoint6Y" fmla="*/ 20 h 47"/>
                <a:gd name="GluePoint7X" fmla="*/ 10 w 191"/>
                <a:gd name="GluePoint7Y" fmla="*/ 20 h 47"/>
                <a:gd name="GluePoint8X" fmla="*/ 26 w 191"/>
                <a:gd name="GluePoint8Y" fmla="*/ 5 h 47"/>
                <a:gd name="GluePoint9X" fmla="*/ 21 w 191"/>
                <a:gd name="GluePoint9Y" fmla="*/ 0 h 47"/>
                <a:gd name="GluePoint10X" fmla="*/ 0 w 191"/>
                <a:gd name="GluePoint10Y" fmla="*/ 21 h 47"/>
                <a:gd name="GluePoint11X" fmla="*/ 0 w 191"/>
                <a:gd name="GluePoint11Y" fmla="*/ 26 h 47"/>
                <a:gd name="GluePoint12X" fmla="*/ 21 w 191"/>
                <a:gd name="GluePoint12Y" fmla="*/ 47 h 47"/>
                <a:gd name="GluePoint13X" fmla="*/ 26 w 191"/>
                <a:gd name="GluePoint13Y" fmla="*/ 42 h 47"/>
                <a:gd name="GluePoint14X" fmla="*/ 10 w 191"/>
                <a:gd name="GluePoint14Y" fmla="*/ 26 h 47"/>
                <a:gd name="GluePoint15X" fmla="*/ 182 w 191"/>
                <a:gd name="GluePoint15Y" fmla="*/ 26 h 47"/>
                <a:gd name="GluePoint16X" fmla="*/ 166 w 191"/>
                <a:gd name="GluePoint16Y" fmla="*/ 42 h 47"/>
                <a:gd name="GluePoint17X" fmla="*/ 170 w 191"/>
                <a:gd name="GluePoint17Y" fmla="*/ 47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91" h="47">
                  <a:moveTo>
                    <a:pt x="170" y="47"/>
                  </a:moveTo>
                  <a:lnTo>
                    <a:pt x="191" y="26"/>
                  </a:lnTo>
                  <a:lnTo>
                    <a:pt x="191" y="21"/>
                  </a:lnTo>
                  <a:lnTo>
                    <a:pt x="170" y="0"/>
                  </a:lnTo>
                  <a:lnTo>
                    <a:pt x="166" y="5"/>
                  </a:lnTo>
                  <a:lnTo>
                    <a:pt x="182" y="20"/>
                  </a:lnTo>
                  <a:lnTo>
                    <a:pt x="10" y="20"/>
                  </a:lnTo>
                  <a:lnTo>
                    <a:pt x="26" y="5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21" y="47"/>
                  </a:lnTo>
                  <a:lnTo>
                    <a:pt x="26" y="42"/>
                  </a:lnTo>
                  <a:lnTo>
                    <a:pt x="10" y="26"/>
                  </a:lnTo>
                  <a:lnTo>
                    <a:pt x="182" y="26"/>
                  </a:lnTo>
                  <a:lnTo>
                    <a:pt x="166" y="42"/>
                  </a:lnTo>
                  <a:lnTo>
                    <a:pt x="17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080" bIns="37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83" name="Группа 599"/>
          <p:cNvGrpSpPr/>
          <p:nvPr/>
        </p:nvGrpSpPr>
        <p:grpSpPr>
          <a:xfrm>
            <a:off x="2448000" y="1640520"/>
            <a:ext cx="304560" cy="302760"/>
            <a:chOff x="2448000" y="1640520"/>
            <a:chExt cx="304560" cy="302760"/>
          </a:xfrm>
        </p:grpSpPr>
        <p:sp>
          <p:nvSpPr>
            <p:cNvPr id="3084" name="Freeform 65"/>
            <p:cNvSpPr/>
            <p:nvPr/>
          </p:nvSpPr>
          <p:spPr>
            <a:xfrm>
              <a:off x="2473200" y="1678680"/>
              <a:ext cx="155160" cy="204480"/>
            </a:xfrm>
            <a:custGeom>
              <a:avLst/>
              <a:gdLst>
                <a:gd name="textAreaLeft" fmla="*/ 0 w 155160"/>
                <a:gd name="textAreaRight" fmla="*/ 155520 w 155160"/>
                <a:gd name="textAreaTop" fmla="*/ 0 h 204480"/>
                <a:gd name="textAreaBottom" fmla="*/ 204840 h 204480"/>
                <a:gd name="GluePoint1X" fmla="*/ 46 w 98"/>
                <a:gd name="GluePoint1Y" fmla="*/ 0 h 129"/>
                <a:gd name="GluePoint2X" fmla="*/ 0 w 98"/>
                <a:gd name="GluePoint2Y" fmla="*/ 127 h 129"/>
                <a:gd name="GluePoint3X" fmla="*/ 5 w 98"/>
                <a:gd name="GluePoint3Y" fmla="*/ 129 h 129"/>
                <a:gd name="GluePoint4X" fmla="*/ 19 w 98"/>
                <a:gd name="GluePoint4Y" fmla="*/ 89 h 129"/>
                <a:gd name="GluePoint5X" fmla="*/ 78 w 98"/>
                <a:gd name="GluePoint5Y" fmla="*/ 89 h 129"/>
                <a:gd name="GluePoint6X" fmla="*/ 93 w 98"/>
                <a:gd name="GluePoint6Y" fmla="*/ 129 h 129"/>
                <a:gd name="GluePoint7X" fmla="*/ 98 w 98"/>
                <a:gd name="GluePoint7Y" fmla="*/ 127 h 129"/>
                <a:gd name="GluePoint8X" fmla="*/ 52 w 98"/>
                <a:gd name="GluePoint8Y" fmla="*/ 0 h 129"/>
                <a:gd name="GluePoint9X" fmla="*/ 46 w 98"/>
                <a:gd name="GluePoint9Y" fmla="*/ 0 h 129"/>
                <a:gd name="GluePoint10X" fmla="*/ 22 w 98"/>
                <a:gd name="GluePoint10Y" fmla="*/ 83 h 129"/>
                <a:gd name="GluePoint11X" fmla="*/ 49 w 98"/>
                <a:gd name="GluePoint11Y" fmla="*/ 7 h 129"/>
                <a:gd name="GluePoint12X" fmla="*/ 76 w 98"/>
                <a:gd name="GluePoint12Y" fmla="*/ 83 h 129"/>
                <a:gd name="GluePoint13X" fmla="*/ 22 w 98"/>
                <a:gd name="GluePoint13Y" fmla="*/ 83 h 1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98" h="129">
                  <a:moveTo>
                    <a:pt x="46" y="0"/>
                  </a:moveTo>
                  <a:lnTo>
                    <a:pt x="0" y="127"/>
                  </a:lnTo>
                  <a:lnTo>
                    <a:pt x="5" y="129"/>
                  </a:lnTo>
                  <a:lnTo>
                    <a:pt x="19" y="89"/>
                  </a:lnTo>
                  <a:lnTo>
                    <a:pt x="78" y="89"/>
                  </a:lnTo>
                  <a:lnTo>
                    <a:pt x="93" y="129"/>
                  </a:lnTo>
                  <a:lnTo>
                    <a:pt x="98" y="127"/>
                  </a:lnTo>
                  <a:lnTo>
                    <a:pt x="52" y="0"/>
                  </a:lnTo>
                  <a:lnTo>
                    <a:pt x="46" y="0"/>
                  </a:lnTo>
                  <a:close/>
                  <a:moveTo>
                    <a:pt x="22" y="83"/>
                  </a:moveTo>
                  <a:lnTo>
                    <a:pt x="49" y="7"/>
                  </a:lnTo>
                  <a:lnTo>
                    <a:pt x="76" y="83"/>
                  </a:lnTo>
                  <a:lnTo>
                    <a:pt x="22" y="8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85" name="Freeform 66"/>
            <p:cNvSpPr/>
            <p:nvPr/>
          </p:nvSpPr>
          <p:spPr>
            <a:xfrm>
              <a:off x="2639880" y="1767600"/>
              <a:ext cx="88560" cy="11556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5560"/>
                <a:gd name="textAreaBottom" fmla="*/ 115920 h 115560"/>
                <a:gd name="GluePoint1X" fmla="*/ 24 w 56"/>
                <a:gd name="GluePoint1Y" fmla="*/ 0 h 73"/>
                <a:gd name="GluePoint2X" fmla="*/ 0 w 56"/>
                <a:gd name="GluePoint2Y" fmla="*/ 71 h 73"/>
                <a:gd name="GluePoint3X" fmla="*/ 5 w 56"/>
                <a:gd name="GluePoint3Y" fmla="*/ 73 h 73"/>
                <a:gd name="GluePoint4X" fmla="*/ 12 w 56"/>
                <a:gd name="GluePoint4Y" fmla="*/ 54 h 73"/>
                <a:gd name="GluePoint5X" fmla="*/ 44 w 56"/>
                <a:gd name="GluePoint5Y" fmla="*/ 54 h 73"/>
                <a:gd name="GluePoint6X" fmla="*/ 51 w 56"/>
                <a:gd name="GluePoint6Y" fmla="*/ 73 h 73"/>
                <a:gd name="GluePoint7X" fmla="*/ 56 w 56"/>
                <a:gd name="GluePoint7Y" fmla="*/ 71 h 73"/>
                <a:gd name="GluePoint8X" fmla="*/ 31 w 56"/>
                <a:gd name="GluePoint8Y" fmla="*/ 0 h 73"/>
                <a:gd name="GluePoint9X" fmla="*/ 24 w 56"/>
                <a:gd name="GluePoint9Y" fmla="*/ 0 h 73"/>
                <a:gd name="GluePoint10X" fmla="*/ 14 w 56"/>
                <a:gd name="GluePoint10Y" fmla="*/ 48 h 73"/>
                <a:gd name="GluePoint11X" fmla="*/ 27 w 56"/>
                <a:gd name="GluePoint11Y" fmla="*/ 8 h 73"/>
                <a:gd name="GluePoint12X" fmla="*/ 42 w 56"/>
                <a:gd name="GluePoint12Y" fmla="*/ 48 h 73"/>
                <a:gd name="GluePoint13X" fmla="*/ 14 w 56"/>
                <a:gd name="GluePoint13Y" fmla="*/ 48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73">
                  <a:moveTo>
                    <a:pt x="24" y="0"/>
                  </a:moveTo>
                  <a:lnTo>
                    <a:pt x="0" y="71"/>
                  </a:lnTo>
                  <a:lnTo>
                    <a:pt x="5" y="73"/>
                  </a:lnTo>
                  <a:lnTo>
                    <a:pt x="12" y="54"/>
                  </a:lnTo>
                  <a:lnTo>
                    <a:pt x="44" y="54"/>
                  </a:lnTo>
                  <a:lnTo>
                    <a:pt x="51" y="73"/>
                  </a:lnTo>
                  <a:lnTo>
                    <a:pt x="56" y="71"/>
                  </a:lnTo>
                  <a:lnTo>
                    <a:pt x="31" y="0"/>
                  </a:lnTo>
                  <a:lnTo>
                    <a:pt x="24" y="0"/>
                  </a:lnTo>
                  <a:close/>
                  <a:moveTo>
                    <a:pt x="14" y="48"/>
                  </a:moveTo>
                  <a:lnTo>
                    <a:pt x="27" y="8"/>
                  </a:lnTo>
                  <a:lnTo>
                    <a:pt x="42" y="48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86" name="Freeform 67"/>
            <p:cNvSpPr/>
            <p:nvPr/>
          </p:nvSpPr>
          <p:spPr>
            <a:xfrm>
              <a:off x="2448000" y="1640520"/>
              <a:ext cx="304560" cy="3027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302760"/>
                <a:gd name="textAreaBottom" fmla="*/ 303120 h 302760"/>
                <a:gd name="GluePoint1X" fmla="*/ 0 w 192"/>
                <a:gd name="GluePoint1Y" fmla="*/ 191 h 191"/>
                <a:gd name="GluePoint2X" fmla="*/ 192 w 192"/>
                <a:gd name="GluePoint2Y" fmla="*/ 191 h 191"/>
                <a:gd name="GluePoint3X" fmla="*/ 192 w 192"/>
                <a:gd name="GluePoint3Y" fmla="*/ 0 h 191"/>
                <a:gd name="GluePoint4X" fmla="*/ 0 w 192"/>
                <a:gd name="GluePoint4Y" fmla="*/ 0 h 191"/>
                <a:gd name="GluePoint5X" fmla="*/ 0 w 192"/>
                <a:gd name="GluePoint5Y" fmla="*/ 191 h 191"/>
                <a:gd name="GluePoint6X" fmla="*/ 6 w 192"/>
                <a:gd name="GluePoint6Y" fmla="*/ 6 h 191"/>
                <a:gd name="GluePoint7X" fmla="*/ 186 w 192"/>
                <a:gd name="GluePoint7Y" fmla="*/ 6 h 191"/>
                <a:gd name="GluePoint8X" fmla="*/ 186 w 192"/>
                <a:gd name="GluePoint8Y" fmla="*/ 185 h 191"/>
                <a:gd name="GluePoint9X" fmla="*/ 6 w 192"/>
                <a:gd name="GluePoint9Y" fmla="*/ 185 h 191"/>
                <a:gd name="GluePoint10X" fmla="*/ 6 w 192"/>
                <a:gd name="GluePoint10Y" fmla="*/ 6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2" h="191">
                  <a:moveTo>
                    <a:pt x="0" y="191"/>
                  </a:moveTo>
                  <a:lnTo>
                    <a:pt x="192" y="191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191"/>
                  </a:lnTo>
                  <a:close/>
                  <a:moveTo>
                    <a:pt x="6" y="6"/>
                  </a:moveTo>
                  <a:lnTo>
                    <a:pt x="186" y="6"/>
                  </a:lnTo>
                  <a:lnTo>
                    <a:pt x="186" y="185"/>
                  </a:lnTo>
                  <a:lnTo>
                    <a:pt x="6" y="185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87" name="Группа 600"/>
          <p:cNvGrpSpPr/>
          <p:nvPr/>
        </p:nvGrpSpPr>
        <p:grpSpPr>
          <a:xfrm>
            <a:off x="2843280" y="1640520"/>
            <a:ext cx="302760" cy="302760"/>
            <a:chOff x="2843280" y="1640520"/>
            <a:chExt cx="302760" cy="302760"/>
          </a:xfrm>
        </p:grpSpPr>
        <p:sp>
          <p:nvSpPr>
            <p:cNvPr id="3088" name="Freeform 68"/>
            <p:cNvSpPr/>
            <p:nvPr/>
          </p:nvSpPr>
          <p:spPr>
            <a:xfrm>
              <a:off x="2871720" y="1678680"/>
              <a:ext cx="155160" cy="204480"/>
            </a:xfrm>
            <a:custGeom>
              <a:avLst/>
              <a:gdLst>
                <a:gd name="textAreaLeft" fmla="*/ 0 w 155160"/>
                <a:gd name="textAreaRight" fmla="*/ 155520 w 155160"/>
                <a:gd name="textAreaTop" fmla="*/ 0 h 204480"/>
                <a:gd name="textAreaBottom" fmla="*/ 204840 h 204480"/>
                <a:gd name="GluePoint1X" fmla="*/ 46 w 98"/>
                <a:gd name="GluePoint1Y" fmla="*/ 0 h 129"/>
                <a:gd name="GluePoint2X" fmla="*/ 0 w 98"/>
                <a:gd name="GluePoint2Y" fmla="*/ 127 h 129"/>
                <a:gd name="GluePoint3X" fmla="*/ 6 w 98"/>
                <a:gd name="GluePoint3Y" fmla="*/ 129 h 129"/>
                <a:gd name="GluePoint4X" fmla="*/ 20 w 98"/>
                <a:gd name="GluePoint4Y" fmla="*/ 89 h 129"/>
                <a:gd name="GluePoint5X" fmla="*/ 79 w 98"/>
                <a:gd name="GluePoint5Y" fmla="*/ 89 h 129"/>
                <a:gd name="GluePoint6X" fmla="*/ 93 w 98"/>
                <a:gd name="GluePoint6Y" fmla="*/ 129 h 129"/>
                <a:gd name="GluePoint7X" fmla="*/ 98 w 98"/>
                <a:gd name="GluePoint7Y" fmla="*/ 127 h 129"/>
                <a:gd name="GluePoint8X" fmla="*/ 53 w 98"/>
                <a:gd name="GluePoint8Y" fmla="*/ 0 h 129"/>
                <a:gd name="GluePoint9X" fmla="*/ 46 w 98"/>
                <a:gd name="GluePoint9Y" fmla="*/ 0 h 129"/>
                <a:gd name="GluePoint10X" fmla="*/ 22 w 98"/>
                <a:gd name="GluePoint10Y" fmla="*/ 83 h 129"/>
                <a:gd name="GluePoint11X" fmla="*/ 49 w 98"/>
                <a:gd name="GluePoint11Y" fmla="*/ 7 h 129"/>
                <a:gd name="GluePoint12X" fmla="*/ 77 w 98"/>
                <a:gd name="GluePoint12Y" fmla="*/ 83 h 129"/>
                <a:gd name="GluePoint13X" fmla="*/ 22 w 98"/>
                <a:gd name="GluePoint13Y" fmla="*/ 83 h 1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98" h="129">
                  <a:moveTo>
                    <a:pt x="46" y="0"/>
                  </a:moveTo>
                  <a:lnTo>
                    <a:pt x="0" y="127"/>
                  </a:lnTo>
                  <a:lnTo>
                    <a:pt x="6" y="129"/>
                  </a:lnTo>
                  <a:lnTo>
                    <a:pt x="20" y="89"/>
                  </a:lnTo>
                  <a:lnTo>
                    <a:pt x="79" y="89"/>
                  </a:lnTo>
                  <a:lnTo>
                    <a:pt x="93" y="129"/>
                  </a:lnTo>
                  <a:lnTo>
                    <a:pt x="98" y="127"/>
                  </a:lnTo>
                  <a:lnTo>
                    <a:pt x="53" y="0"/>
                  </a:lnTo>
                  <a:lnTo>
                    <a:pt x="46" y="0"/>
                  </a:lnTo>
                  <a:close/>
                  <a:moveTo>
                    <a:pt x="22" y="83"/>
                  </a:moveTo>
                  <a:lnTo>
                    <a:pt x="49" y="7"/>
                  </a:lnTo>
                  <a:lnTo>
                    <a:pt x="77" y="83"/>
                  </a:lnTo>
                  <a:lnTo>
                    <a:pt x="22" y="8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89" name="Freeform 69"/>
            <p:cNvSpPr/>
            <p:nvPr/>
          </p:nvSpPr>
          <p:spPr>
            <a:xfrm>
              <a:off x="3041640" y="1786680"/>
              <a:ext cx="70920" cy="9504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95040"/>
                <a:gd name="textAreaBottom" fmla="*/ 95400 h 95040"/>
                <a:gd name="GluePoint1X" fmla="*/ 56 w 60"/>
                <a:gd name="GluePoint1Y" fmla="*/ 64 h 80"/>
                <a:gd name="GluePoint2X" fmla="*/ 56 w 60"/>
                <a:gd name="GluePoint2Y" fmla="*/ 24 h 80"/>
                <a:gd name="GluePoint3X" fmla="*/ 30 w 60"/>
                <a:gd name="GluePoint3Y" fmla="*/ 0 h 80"/>
                <a:gd name="GluePoint4X" fmla="*/ 5 w 60"/>
                <a:gd name="GluePoint4Y" fmla="*/ 9 h 80"/>
                <a:gd name="GluePoint5X" fmla="*/ 12 w 60"/>
                <a:gd name="GluePoint5Y" fmla="*/ 14 h 80"/>
                <a:gd name="GluePoint6X" fmla="*/ 30 w 60"/>
                <a:gd name="GluePoint6Y" fmla="*/ 8 h 80"/>
                <a:gd name="GluePoint7X" fmla="*/ 48 w 60"/>
                <a:gd name="GluePoint7Y" fmla="*/ 24 h 80"/>
                <a:gd name="GluePoint8X" fmla="*/ 48 w 60"/>
                <a:gd name="GluePoint8Y" fmla="*/ 32 h 80"/>
                <a:gd name="GluePoint9X" fmla="*/ 32 w 60"/>
                <a:gd name="GluePoint9Y" fmla="*/ 32 h 80"/>
                <a:gd name="GluePoint10X" fmla="*/ 0 w 60"/>
                <a:gd name="GluePoint10Y" fmla="*/ 56 h 80"/>
                <a:gd name="GluePoint11X" fmla="*/ 24 w 60"/>
                <a:gd name="GluePoint11Y" fmla="*/ 80 h 80"/>
                <a:gd name="GluePoint12X" fmla="*/ 48 w 60"/>
                <a:gd name="GluePoint12Y" fmla="*/ 70 h 80"/>
                <a:gd name="GluePoint13X" fmla="*/ 60 w 60"/>
                <a:gd name="GluePoint13Y" fmla="*/ 80 h 80"/>
                <a:gd name="GluePoint14X" fmla="*/ 60 w 60"/>
                <a:gd name="GluePoint14Y" fmla="*/ 72 h 80"/>
                <a:gd name="GluePoint15X" fmla="*/ 56 w 60"/>
                <a:gd name="GluePoint15Y" fmla="*/ 64 h 80"/>
                <a:gd name="GluePoint16X" fmla="*/ 24 w 60"/>
                <a:gd name="GluePoint16Y" fmla="*/ 72 h 80"/>
                <a:gd name="GluePoint17X" fmla="*/ 8 w 60"/>
                <a:gd name="GluePoint17Y" fmla="*/ 56 h 80"/>
                <a:gd name="GluePoint18X" fmla="*/ 32 w 60"/>
                <a:gd name="GluePoint18Y" fmla="*/ 40 h 80"/>
                <a:gd name="GluePoint19X" fmla="*/ 48 w 60"/>
                <a:gd name="GluePoint19Y" fmla="*/ 40 h 80"/>
                <a:gd name="GluePoint20X" fmla="*/ 48 w 60"/>
                <a:gd name="GluePoint20Y" fmla="*/ 48 h 80"/>
                <a:gd name="GluePoint21X" fmla="*/ 24 w 60"/>
                <a:gd name="GluePoint21Y" fmla="*/ 72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60" h="80">
                  <a:moveTo>
                    <a:pt x="56" y="64"/>
                  </a:moveTo>
                  <a:cubicBezTo>
                    <a:pt x="56" y="24"/>
                    <a:pt x="56" y="24"/>
                    <a:pt x="56" y="24"/>
                  </a:cubicBezTo>
                  <a:cubicBezTo>
                    <a:pt x="56" y="14"/>
                    <a:pt x="49" y="0"/>
                    <a:pt x="30" y="0"/>
                  </a:cubicBezTo>
                  <a:cubicBezTo>
                    <a:pt x="13" y="0"/>
                    <a:pt x="6" y="9"/>
                    <a:pt x="5" y="9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4"/>
                    <a:pt x="17" y="8"/>
                    <a:pt x="30" y="8"/>
                  </a:cubicBezTo>
                  <a:cubicBezTo>
                    <a:pt x="44" y="8"/>
                    <a:pt x="48" y="17"/>
                    <a:pt x="48" y="24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1" y="32"/>
                    <a:pt x="0" y="37"/>
                    <a:pt x="0" y="56"/>
                  </a:cubicBezTo>
                  <a:cubicBezTo>
                    <a:pt x="0" y="71"/>
                    <a:pt x="9" y="80"/>
                    <a:pt x="24" y="80"/>
                  </a:cubicBezTo>
                  <a:cubicBezTo>
                    <a:pt x="35" y="80"/>
                    <a:pt x="43" y="76"/>
                    <a:pt x="48" y="70"/>
                  </a:cubicBezTo>
                  <a:cubicBezTo>
                    <a:pt x="50" y="75"/>
                    <a:pt x="56" y="80"/>
                    <a:pt x="60" y="80"/>
                  </a:cubicBezTo>
                  <a:cubicBezTo>
                    <a:pt x="60" y="72"/>
                    <a:pt x="60" y="72"/>
                    <a:pt x="60" y="72"/>
                  </a:cubicBezTo>
                  <a:cubicBezTo>
                    <a:pt x="56" y="72"/>
                    <a:pt x="56" y="65"/>
                    <a:pt x="56" y="64"/>
                  </a:cubicBezTo>
                  <a:close/>
                  <a:moveTo>
                    <a:pt x="24" y="72"/>
                  </a:moveTo>
                  <a:cubicBezTo>
                    <a:pt x="18" y="72"/>
                    <a:pt x="8" y="70"/>
                    <a:pt x="8" y="56"/>
                  </a:cubicBezTo>
                  <a:cubicBezTo>
                    <a:pt x="8" y="40"/>
                    <a:pt x="31" y="40"/>
                    <a:pt x="32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68"/>
                    <a:pt x="35" y="72"/>
                    <a:pt x="24" y="7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90" name="Freeform 70"/>
            <p:cNvSpPr/>
            <p:nvPr/>
          </p:nvSpPr>
          <p:spPr>
            <a:xfrm>
              <a:off x="2843280" y="1640520"/>
              <a:ext cx="302760" cy="30276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302760"/>
                <a:gd name="textAreaBottom" fmla="*/ 303120 h 302760"/>
                <a:gd name="GluePoint1X" fmla="*/ 0 w 191"/>
                <a:gd name="GluePoint1Y" fmla="*/ 191 h 191"/>
                <a:gd name="GluePoint2X" fmla="*/ 191 w 191"/>
                <a:gd name="GluePoint2Y" fmla="*/ 191 h 191"/>
                <a:gd name="GluePoint3X" fmla="*/ 191 w 191"/>
                <a:gd name="GluePoint3Y" fmla="*/ 0 h 191"/>
                <a:gd name="GluePoint4X" fmla="*/ 0 w 191"/>
                <a:gd name="GluePoint4Y" fmla="*/ 0 h 191"/>
                <a:gd name="GluePoint5X" fmla="*/ 0 w 191"/>
                <a:gd name="GluePoint5Y" fmla="*/ 191 h 191"/>
                <a:gd name="GluePoint6X" fmla="*/ 6 w 191"/>
                <a:gd name="GluePoint6Y" fmla="*/ 6 h 191"/>
                <a:gd name="GluePoint7X" fmla="*/ 185 w 191"/>
                <a:gd name="GluePoint7Y" fmla="*/ 6 h 191"/>
                <a:gd name="GluePoint8X" fmla="*/ 185 w 191"/>
                <a:gd name="GluePoint8Y" fmla="*/ 185 h 191"/>
                <a:gd name="GluePoint9X" fmla="*/ 6 w 191"/>
                <a:gd name="GluePoint9Y" fmla="*/ 185 h 191"/>
                <a:gd name="GluePoint10X" fmla="*/ 6 w 191"/>
                <a:gd name="GluePoint10Y" fmla="*/ 6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1" h="191">
                  <a:moveTo>
                    <a:pt x="0" y="191"/>
                  </a:moveTo>
                  <a:lnTo>
                    <a:pt x="191" y="191"/>
                  </a:lnTo>
                  <a:lnTo>
                    <a:pt x="191" y="0"/>
                  </a:lnTo>
                  <a:lnTo>
                    <a:pt x="0" y="0"/>
                  </a:lnTo>
                  <a:lnTo>
                    <a:pt x="0" y="191"/>
                  </a:lnTo>
                  <a:close/>
                  <a:moveTo>
                    <a:pt x="6" y="6"/>
                  </a:moveTo>
                  <a:lnTo>
                    <a:pt x="185" y="6"/>
                  </a:lnTo>
                  <a:lnTo>
                    <a:pt x="185" y="185"/>
                  </a:lnTo>
                  <a:lnTo>
                    <a:pt x="6" y="185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91" name="Группа 601"/>
          <p:cNvGrpSpPr/>
          <p:nvPr/>
        </p:nvGrpSpPr>
        <p:grpSpPr>
          <a:xfrm>
            <a:off x="3238560" y="1640520"/>
            <a:ext cx="302760" cy="302760"/>
            <a:chOff x="3238560" y="1640520"/>
            <a:chExt cx="302760" cy="302760"/>
          </a:xfrm>
        </p:grpSpPr>
        <p:sp>
          <p:nvSpPr>
            <p:cNvPr id="3092" name="Freeform 71"/>
            <p:cNvSpPr/>
            <p:nvPr/>
          </p:nvSpPr>
          <p:spPr>
            <a:xfrm>
              <a:off x="3267000" y="1678680"/>
              <a:ext cx="245880" cy="204480"/>
            </a:xfrm>
            <a:custGeom>
              <a:avLst/>
              <a:gdLst>
                <a:gd name="textAreaLeft" fmla="*/ 0 w 245880"/>
                <a:gd name="textAreaRight" fmla="*/ 246240 w 245880"/>
                <a:gd name="textAreaTop" fmla="*/ 0 h 204480"/>
                <a:gd name="textAreaBottom" fmla="*/ 204840 h 204480"/>
                <a:gd name="GluePoint1X" fmla="*/ 200 w 208"/>
                <a:gd name="GluePoint1Y" fmla="*/ 116 h 173"/>
                <a:gd name="GluePoint2X" fmla="*/ 174 w 208"/>
                <a:gd name="GluePoint2Y" fmla="*/ 92 h 173"/>
                <a:gd name="GluePoint3X" fmla="*/ 148 w 208"/>
                <a:gd name="GluePoint3Y" fmla="*/ 101 h 173"/>
                <a:gd name="GluePoint4X" fmla="*/ 155 w 208"/>
                <a:gd name="GluePoint4Y" fmla="*/ 106 h 173"/>
                <a:gd name="GluePoint5X" fmla="*/ 174 w 208"/>
                <a:gd name="GluePoint5Y" fmla="*/ 100 h 173"/>
                <a:gd name="GluePoint6X" fmla="*/ 192 w 208"/>
                <a:gd name="GluePoint6Y" fmla="*/ 116 h 173"/>
                <a:gd name="GluePoint7X" fmla="*/ 192 w 208"/>
                <a:gd name="GluePoint7Y" fmla="*/ 124 h 173"/>
                <a:gd name="GluePoint8X" fmla="*/ 176 w 208"/>
                <a:gd name="GluePoint8Y" fmla="*/ 124 h 173"/>
                <a:gd name="GluePoint9X" fmla="*/ 145 w 208"/>
                <a:gd name="GluePoint9Y" fmla="*/ 140 h 173"/>
                <a:gd name="GluePoint10X" fmla="*/ 120 w 208"/>
                <a:gd name="GluePoint10Y" fmla="*/ 140 h 173"/>
                <a:gd name="GluePoint11X" fmla="*/ 70 w 208"/>
                <a:gd name="GluePoint11Y" fmla="*/ 0 h 173"/>
                <a:gd name="GluePoint12X" fmla="*/ 61 w 208"/>
                <a:gd name="GluePoint12Y" fmla="*/ 0 h 173"/>
                <a:gd name="GluePoint13X" fmla="*/ 11 w 208"/>
                <a:gd name="GluePoint13Y" fmla="*/ 140 h 173"/>
                <a:gd name="GluePoint14X" fmla="*/ 0 w 208"/>
                <a:gd name="GluePoint14Y" fmla="*/ 140 h 173"/>
                <a:gd name="GluePoint15X" fmla="*/ 0 w 208"/>
                <a:gd name="GluePoint15Y" fmla="*/ 148 h 173"/>
                <a:gd name="GluePoint16X" fmla="*/ 8 w 208"/>
                <a:gd name="GluePoint16Y" fmla="*/ 148 h 173"/>
                <a:gd name="GluePoint17X" fmla="*/ 0 w 208"/>
                <a:gd name="GluePoint17Y" fmla="*/ 170 h 173"/>
                <a:gd name="GluePoint18X" fmla="*/ 7 w 208"/>
                <a:gd name="GluePoint18Y" fmla="*/ 173 h 173"/>
                <a:gd name="GluePoint19X" fmla="*/ 16 w 208"/>
                <a:gd name="GluePoint19Y" fmla="*/ 148 h 173"/>
                <a:gd name="GluePoint20X" fmla="*/ 115 w 208"/>
                <a:gd name="GluePoint20Y" fmla="*/ 148 h 173"/>
                <a:gd name="GluePoint21X" fmla="*/ 124 w 208"/>
                <a:gd name="GluePoint21Y" fmla="*/ 173 h 173"/>
                <a:gd name="GluePoint22X" fmla="*/ 131 w 208"/>
                <a:gd name="GluePoint22Y" fmla="*/ 170 h 173"/>
                <a:gd name="GluePoint23X" fmla="*/ 123 w 208"/>
                <a:gd name="GluePoint23Y" fmla="*/ 148 h 173"/>
                <a:gd name="GluePoint24X" fmla="*/ 144 w 208"/>
                <a:gd name="GluePoint24Y" fmla="*/ 148 h 173"/>
                <a:gd name="GluePoint25X" fmla="*/ 168 w 208"/>
                <a:gd name="GluePoint25Y" fmla="*/ 172 h 173"/>
                <a:gd name="GluePoint26X" fmla="*/ 192 w 208"/>
                <a:gd name="GluePoint26Y" fmla="*/ 162 h 173"/>
                <a:gd name="GluePoint27X" fmla="*/ 204 w 208"/>
                <a:gd name="GluePoint27Y" fmla="*/ 172 h 173"/>
                <a:gd name="GluePoint28X" fmla="*/ 204 w 208"/>
                <a:gd name="GluePoint28Y" fmla="*/ 164 h 173"/>
                <a:gd name="GluePoint29X" fmla="*/ 200 w 208"/>
                <a:gd name="GluePoint29Y" fmla="*/ 156 h 173"/>
                <a:gd name="GluePoint30X" fmla="*/ 200 w 208"/>
                <a:gd name="GluePoint30Y" fmla="*/ 148 h 173"/>
                <a:gd name="GluePoint31X" fmla="*/ 208 w 208"/>
                <a:gd name="GluePoint31Y" fmla="*/ 148 h 173"/>
                <a:gd name="GluePoint32X" fmla="*/ 208 w 208"/>
                <a:gd name="GluePoint32Y" fmla="*/ 140 h 173"/>
                <a:gd name="GluePoint33X" fmla="*/ 200 w 208"/>
                <a:gd name="GluePoint33Y" fmla="*/ 140 h 173"/>
                <a:gd name="GluePoint34X" fmla="*/ 200 w 208"/>
                <a:gd name="GluePoint34Y" fmla="*/ 116 h 173"/>
                <a:gd name="GluePoint35X" fmla="*/ 66 w 208"/>
                <a:gd name="GluePoint35Y" fmla="*/ 10 h 173"/>
                <a:gd name="GluePoint36X" fmla="*/ 99 w 208"/>
                <a:gd name="GluePoint36Y" fmla="*/ 104 h 173"/>
                <a:gd name="GluePoint37X" fmla="*/ 32 w 208"/>
                <a:gd name="GluePoint37Y" fmla="*/ 104 h 173"/>
                <a:gd name="GluePoint38X" fmla="*/ 66 w 208"/>
                <a:gd name="GluePoint38Y" fmla="*/ 10 h 173"/>
                <a:gd name="GluePoint39X" fmla="*/ 19 w 208"/>
                <a:gd name="GluePoint39Y" fmla="*/ 140 h 173"/>
                <a:gd name="GluePoint40X" fmla="*/ 29 w 208"/>
                <a:gd name="GluePoint40Y" fmla="*/ 112 h 173"/>
                <a:gd name="GluePoint41X" fmla="*/ 102 w 208"/>
                <a:gd name="GluePoint41Y" fmla="*/ 112 h 173"/>
                <a:gd name="GluePoint42X" fmla="*/ 112 w 208"/>
                <a:gd name="GluePoint42Y" fmla="*/ 140 h 173"/>
                <a:gd name="GluePoint43X" fmla="*/ 19 w 208"/>
                <a:gd name="GluePoint43Y" fmla="*/ 140 h 173"/>
                <a:gd name="GluePoint44X" fmla="*/ 168 w 208"/>
                <a:gd name="GluePoint44Y" fmla="*/ 164 h 173"/>
                <a:gd name="GluePoint45X" fmla="*/ 152 w 208"/>
                <a:gd name="GluePoint45Y" fmla="*/ 148 h 173"/>
                <a:gd name="GluePoint46X" fmla="*/ 191 w 208"/>
                <a:gd name="GluePoint46Y" fmla="*/ 148 h 173"/>
                <a:gd name="GluePoint47X" fmla="*/ 168 w 208"/>
                <a:gd name="GluePoint47Y" fmla="*/ 164 h 173"/>
                <a:gd name="GluePoint48X" fmla="*/ 154 w 208"/>
                <a:gd name="GluePoint48Y" fmla="*/ 140 h 173"/>
                <a:gd name="GluePoint49X" fmla="*/ 176 w 208"/>
                <a:gd name="GluePoint49Y" fmla="*/ 132 h 173"/>
                <a:gd name="GluePoint50X" fmla="*/ 192 w 208"/>
                <a:gd name="GluePoint50Y" fmla="*/ 132 h 173"/>
                <a:gd name="GluePoint51X" fmla="*/ 192 w 208"/>
                <a:gd name="GluePoint51Y" fmla="*/ 140 h 173"/>
                <a:gd name="GluePoint52X" fmla="*/ 154 w 208"/>
                <a:gd name="GluePoint52Y" fmla="*/ 140 h 1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</a:cxnLst>
              <a:rect l="textAreaLeft" t="textAreaTop" r="textAreaRight" b="textAreaBottom"/>
              <a:pathLst>
                <a:path w="208" h="173">
                  <a:moveTo>
                    <a:pt x="200" y="116"/>
                  </a:moveTo>
                  <a:cubicBezTo>
                    <a:pt x="200" y="106"/>
                    <a:pt x="193" y="92"/>
                    <a:pt x="174" y="92"/>
                  </a:cubicBezTo>
                  <a:cubicBezTo>
                    <a:pt x="156" y="92"/>
                    <a:pt x="149" y="101"/>
                    <a:pt x="148" y="101"/>
                  </a:cubicBezTo>
                  <a:cubicBezTo>
                    <a:pt x="155" y="106"/>
                    <a:pt x="155" y="106"/>
                    <a:pt x="155" y="106"/>
                  </a:cubicBezTo>
                  <a:cubicBezTo>
                    <a:pt x="155" y="106"/>
                    <a:pt x="160" y="100"/>
                    <a:pt x="174" y="100"/>
                  </a:cubicBezTo>
                  <a:cubicBezTo>
                    <a:pt x="187" y="100"/>
                    <a:pt x="192" y="109"/>
                    <a:pt x="192" y="116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76" y="124"/>
                    <a:pt x="176" y="124"/>
                    <a:pt x="176" y="124"/>
                  </a:cubicBezTo>
                  <a:cubicBezTo>
                    <a:pt x="166" y="124"/>
                    <a:pt x="150" y="127"/>
                    <a:pt x="145" y="140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11" y="140"/>
                    <a:pt x="11" y="140"/>
                    <a:pt x="11" y="14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8" y="148"/>
                    <a:pt x="8" y="148"/>
                    <a:pt x="8" y="148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73"/>
                    <a:pt x="7" y="173"/>
                    <a:pt x="7" y="173"/>
                  </a:cubicBezTo>
                  <a:cubicBezTo>
                    <a:pt x="16" y="148"/>
                    <a:pt x="16" y="148"/>
                    <a:pt x="16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24" y="173"/>
                    <a:pt x="124" y="173"/>
                    <a:pt x="124" y="173"/>
                  </a:cubicBezTo>
                  <a:cubicBezTo>
                    <a:pt x="131" y="170"/>
                    <a:pt x="131" y="170"/>
                    <a:pt x="131" y="170"/>
                  </a:cubicBezTo>
                  <a:cubicBezTo>
                    <a:pt x="123" y="148"/>
                    <a:pt x="123" y="148"/>
                    <a:pt x="123" y="148"/>
                  </a:cubicBezTo>
                  <a:cubicBezTo>
                    <a:pt x="144" y="148"/>
                    <a:pt x="144" y="148"/>
                    <a:pt x="144" y="148"/>
                  </a:cubicBezTo>
                  <a:cubicBezTo>
                    <a:pt x="144" y="163"/>
                    <a:pt x="152" y="172"/>
                    <a:pt x="168" y="172"/>
                  </a:cubicBezTo>
                  <a:cubicBezTo>
                    <a:pt x="179" y="172"/>
                    <a:pt x="186" y="168"/>
                    <a:pt x="192" y="162"/>
                  </a:cubicBezTo>
                  <a:cubicBezTo>
                    <a:pt x="193" y="167"/>
                    <a:pt x="200" y="172"/>
                    <a:pt x="204" y="172"/>
                  </a:cubicBezTo>
                  <a:cubicBezTo>
                    <a:pt x="204" y="164"/>
                    <a:pt x="204" y="164"/>
                    <a:pt x="204" y="164"/>
                  </a:cubicBezTo>
                  <a:cubicBezTo>
                    <a:pt x="200" y="164"/>
                    <a:pt x="200" y="157"/>
                    <a:pt x="200" y="156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208" y="148"/>
                    <a:pt x="208" y="148"/>
                    <a:pt x="208" y="148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0" y="140"/>
                    <a:pt x="200" y="140"/>
                    <a:pt x="200" y="140"/>
                  </a:cubicBezTo>
                  <a:lnTo>
                    <a:pt x="200" y="116"/>
                  </a:lnTo>
                  <a:close/>
                  <a:moveTo>
                    <a:pt x="66" y="10"/>
                  </a:moveTo>
                  <a:cubicBezTo>
                    <a:pt x="99" y="104"/>
                    <a:pt x="99" y="104"/>
                    <a:pt x="99" y="104"/>
                  </a:cubicBezTo>
                  <a:cubicBezTo>
                    <a:pt x="32" y="104"/>
                    <a:pt x="32" y="104"/>
                    <a:pt x="32" y="104"/>
                  </a:cubicBezTo>
                  <a:lnTo>
                    <a:pt x="66" y="10"/>
                  </a:lnTo>
                  <a:close/>
                  <a:moveTo>
                    <a:pt x="19" y="140"/>
                  </a:moveTo>
                  <a:cubicBezTo>
                    <a:pt x="29" y="112"/>
                    <a:pt x="29" y="112"/>
                    <a:pt x="29" y="112"/>
                  </a:cubicBezTo>
                  <a:cubicBezTo>
                    <a:pt x="102" y="112"/>
                    <a:pt x="102" y="112"/>
                    <a:pt x="102" y="112"/>
                  </a:cubicBezTo>
                  <a:cubicBezTo>
                    <a:pt x="112" y="140"/>
                    <a:pt x="112" y="140"/>
                    <a:pt x="112" y="140"/>
                  </a:cubicBezTo>
                  <a:lnTo>
                    <a:pt x="19" y="140"/>
                  </a:lnTo>
                  <a:close/>
                  <a:moveTo>
                    <a:pt x="168" y="164"/>
                  </a:moveTo>
                  <a:cubicBezTo>
                    <a:pt x="161" y="164"/>
                    <a:pt x="152" y="162"/>
                    <a:pt x="152" y="148"/>
                  </a:cubicBezTo>
                  <a:cubicBezTo>
                    <a:pt x="191" y="148"/>
                    <a:pt x="191" y="148"/>
                    <a:pt x="191" y="148"/>
                  </a:cubicBezTo>
                  <a:cubicBezTo>
                    <a:pt x="188" y="161"/>
                    <a:pt x="177" y="164"/>
                    <a:pt x="168" y="164"/>
                  </a:cubicBezTo>
                  <a:close/>
                  <a:moveTo>
                    <a:pt x="154" y="140"/>
                  </a:moveTo>
                  <a:cubicBezTo>
                    <a:pt x="160" y="132"/>
                    <a:pt x="175" y="132"/>
                    <a:pt x="176" y="132"/>
                  </a:cubicBezTo>
                  <a:cubicBezTo>
                    <a:pt x="192" y="132"/>
                    <a:pt x="192" y="132"/>
                    <a:pt x="192" y="132"/>
                  </a:cubicBezTo>
                  <a:cubicBezTo>
                    <a:pt x="192" y="140"/>
                    <a:pt x="192" y="140"/>
                    <a:pt x="192" y="140"/>
                  </a:cubicBezTo>
                  <a:lnTo>
                    <a:pt x="154" y="14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93" name="Freeform 72"/>
            <p:cNvSpPr/>
            <p:nvPr/>
          </p:nvSpPr>
          <p:spPr>
            <a:xfrm>
              <a:off x="3238560" y="1640520"/>
              <a:ext cx="302760" cy="30276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302760"/>
                <a:gd name="textAreaBottom" fmla="*/ 303120 h 302760"/>
                <a:gd name="GluePoint1X" fmla="*/ 0 w 191"/>
                <a:gd name="GluePoint1Y" fmla="*/ 191 h 191"/>
                <a:gd name="GluePoint2X" fmla="*/ 191 w 191"/>
                <a:gd name="GluePoint2Y" fmla="*/ 191 h 191"/>
                <a:gd name="GluePoint3X" fmla="*/ 191 w 191"/>
                <a:gd name="GluePoint3Y" fmla="*/ 0 h 191"/>
                <a:gd name="GluePoint4X" fmla="*/ 0 w 191"/>
                <a:gd name="GluePoint4Y" fmla="*/ 0 h 191"/>
                <a:gd name="GluePoint5X" fmla="*/ 0 w 191"/>
                <a:gd name="GluePoint5Y" fmla="*/ 191 h 191"/>
                <a:gd name="GluePoint6X" fmla="*/ 6 w 191"/>
                <a:gd name="GluePoint6Y" fmla="*/ 6 h 191"/>
                <a:gd name="GluePoint7X" fmla="*/ 185 w 191"/>
                <a:gd name="GluePoint7Y" fmla="*/ 6 h 191"/>
                <a:gd name="GluePoint8X" fmla="*/ 185 w 191"/>
                <a:gd name="GluePoint8Y" fmla="*/ 185 h 191"/>
                <a:gd name="GluePoint9X" fmla="*/ 6 w 191"/>
                <a:gd name="GluePoint9Y" fmla="*/ 185 h 191"/>
                <a:gd name="GluePoint10X" fmla="*/ 6 w 191"/>
                <a:gd name="GluePoint10Y" fmla="*/ 6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1" h="191">
                  <a:moveTo>
                    <a:pt x="0" y="191"/>
                  </a:moveTo>
                  <a:lnTo>
                    <a:pt x="191" y="191"/>
                  </a:lnTo>
                  <a:lnTo>
                    <a:pt x="191" y="0"/>
                  </a:lnTo>
                  <a:lnTo>
                    <a:pt x="0" y="0"/>
                  </a:lnTo>
                  <a:lnTo>
                    <a:pt x="0" y="191"/>
                  </a:lnTo>
                  <a:close/>
                  <a:moveTo>
                    <a:pt x="6" y="6"/>
                  </a:moveTo>
                  <a:lnTo>
                    <a:pt x="185" y="6"/>
                  </a:lnTo>
                  <a:lnTo>
                    <a:pt x="185" y="185"/>
                  </a:lnTo>
                  <a:lnTo>
                    <a:pt x="6" y="185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094" name="Группа 602"/>
          <p:cNvGrpSpPr/>
          <p:nvPr/>
        </p:nvGrpSpPr>
        <p:grpSpPr>
          <a:xfrm>
            <a:off x="3637080" y="1654920"/>
            <a:ext cx="294840" cy="273960"/>
            <a:chOff x="3637080" y="1654920"/>
            <a:chExt cx="294840" cy="273960"/>
          </a:xfrm>
        </p:grpSpPr>
        <p:sp>
          <p:nvSpPr>
            <p:cNvPr id="3095" name="Freeform 73"/>
            <p:cNvSpPr/>
            <p:nvPr/>
          </p:nvSpPr>
          <p:spPr>
            <a:xfrm>
              <a:off x="3670200" y="1678680"/>
              <a:ext cx="88560" cy="11556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5560"/>
                <a:gd name="textAreaBottom" fmla="*/ 115920 h 115560"/>
                <a:gd name="GluePoint1X" fmla="*/ 5 w 56"/>
                <a:gd name="GluePoint1Y" fmla="*/ 73 h 73"/>
                <a:gd name="GluePoint2X" fmla="*/ 12 w 56"/>
                <a:gd name="GluePoint2Y" fmla="*/ 53 h 73"/>
                <a:gd name="GluePoint3X" fmla="*/ 44 w 56"/>
                <a:gd name="GluePoint3Y" fmla="*/ 53 h 73"/>
                <a:gd name="GluePoint4X" fmla="*/ 51 w 56"/>
                <a:gd name="GluePoint4Y" fmla="*/ 73 h 73"/>
                <a:gd name="GluePoint5X" fmla="*/ 56 w 56"/>
                <a:gd name="GluePoint5Y" fmla="*/ 71 h 73"/>
                <a:gd name="GluePoint6X" fmla="*/ 32 w 56"/>
                <a:gd name="GluePoint6Y" fmla="*/ 0 h 73"/>
                <a:gd name="GluePoint7X" fmla="*/ 25 w 56"/>
                <a:gd name="GluePoint7Y" fmla="*/ 0 h 73"/>
                <a:gd name="GluePoint8X" fmla="*/ 0 w 56"/>
                <a:gd name="GluePoint8Y" fmla="*/ 71 h 73"/>
                <a:gd name="GluePoint9X" fmla="*/ 5 w 56"/>
                <a:gd name="GluePoint9Y" fmla="*/ 73 h 73"/>
                <a:gd name="GluePoint10X" fmla="*/ 29 w 56"/>
                <a:gd name="GluePoint10Y" fmla="*/ 8 h 73"/>
                <a:gd name="GluePoint11X" fmla="*/ 42 w 56"/>
                <a:gd name="GluePoint11Y" fmla="*/ 47 h 73"/>
                <a:gd name="GluePoint12X" fmla="*/ 14 w 56"/>
                <a:gd name="GluePoint12Y" fmla="*/ 47 h 73"/>
                <a:gd name="GluePoint13X" fmla="*/ 29 w 56"/>
                <a:gd name="GluePoint13Y" fmla="*/ 8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73">
                  <a:moveTo>
                    <a:pt x="5" y="73"/>
                  </a:moveTo>
                  <a:lnTo>
                    <a:pt x="12" y="53"/>
                  </a:lnTo>
                  <a:lnTo>
                    <a:pt x="44" y="53"/>
                  </a:lnTo>
                  <a:lnTo>
                    <a:pt x="51" y="73"/>
                  </a:lnTo>
                  <a:lnTo>
                    <a:pt x="56" y="71"/>
                  </a:lnTo>
                  <a:lnTo>
                    <a:pt x="32" y="0"/>
                  </a:lnTo>
                  <a:lnTo>
                    <a:pt x="25" y="0"/>
                  </a:lnTo>
                  <a:lnTo>
                    <a:pt x="0" y="71"/>
                  </a:lnTo>
                  <a:lnTo>
                    <a:pt x="5" y="73"/>
                  </a:lnTo>
                  <a:close/>
                  <a:moveTo>
                    <a:pt x="29" y="8"/>
                  </a:moveTo>
                  <a:lnTo>
                    <a:pt x="42" y="47"/>
                  </a:lnTo>
                  <a:lnTo>
                    <a:pt x="14" y="47"/>
                  </a:lnTo>
                  <a:lnTo>
                    <a:pt x="29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96" name="Freeform 74"/>
            <p:cNvSpPr/>
            <p:nvPr/>
          </p:nvSpPr>
          <p:spPr>
            <a:xfrm>
              <a:off x="3808440" y="1678680"/>
              <a:ext cx="88560" cy="11556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5560"/>
                <a:gd name="textAreaBottom" fmla="*/ 115920 h 115560"/>
                <a:gd name="GluePoint1X" fmla="*/ 25 w 56"/>
                <a:gd name="GluePoint1Y" fmla="*/ 0 h 73"/>
                <a:gd name="GluePoint2X" fmla="*/ 0 w 56"/>
                <a:gd name="GluePoint2Y" fmla="*/ 71 h 73"/>
                <a:gd name="GluePoint3X" fmla="*/ 5 w 56"/>
                <a:gd name="GluePoint3Y" fmla="*/ 73 h 73"/>
                <a:gd name="GluePoint4X" fmla="*/ 12 w 56"/>
                <a:gd name="GluePoint4Y" fmla="*/ 53 h 73"/>
                <a:gd name="GluePoint5X" fmla="*/ 44 w 56"/>
                <a:gd name="GluePoint5Y" fmla="*/ 53 h 73"/>
                <a:gd name="GluePoint6X" fmla="*/ 51 w 56"/>
                <a:gd name="GluePoint6Y" fmla="*/ 73 h 73"/>
                <a:gd name="GluePoint7X" fmla="*/ 56 w 56"/>
                <a:gd name="GluePoint7Y" fmla="*/ 71 h 73"/>
                <a:gd name="GluePoint8X" fmla="*/ 32 w 56"/>
                <a:gd name="GluePoint8Y" fmla="*/ 0 h 73"/>
                <a:gd name="GluePoint9X" fmla="*/ 25 w 56"/>
                <a:gd name="GluePoint9Y" fmla="*/ 0 h 73"/>
                <a:gd name="GluePoint10X" fmla="*/ 14 w 56"/>
                <a:gd name="GluePoint10Y" fmla="*/ 47 h 73"/>
                <a:gd name="GluePoint11X" fmla="*/ 28 w 56"/>
                <a:gd name="GluePoint11Y" fmla="*/ 8 h 73"/>
                <a:gd name="GluePoint12X" fmla="*/ 42 w 56"/>
                <a:gd name="GluePoint12Y" fmla="*/ 47 h 73"/>
                <a:gd name="GluePoint13X" fmla="*/ 14 w 56"/>
                <a:gd name="GluePoint13Y" fmla="*/ 47 h 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73">
                  <a:moveTo>
                    <a:pt x="25" y="0"/>
                  </a:moveTo>
                  <a:lnTo>
                    <a:pt x="0" y="71"/>
                  </a:lnTo>
                  <a:lnTo>
                    <a:pt x="5" y="73"/>
                  </a:lnTo>
                  <a:lnTo>
                    <a:pt x="12" y="53"/>
                  </a:lnTo>
                  <a:lnTo>
                    <a:pt x="44" y="53"/>
                  </a:lnTo>
                  <a:lnTo>
                    <a:pt x="51" y="73"/>
                  </a:lnTo>
                  <a:lnTo>
                    <a:pt x="56" y="71"/>
                  </a:lnTo>
                  <a:lnTo>
                    <a:pt x="32" y="0"/>
                  </a:lnTo>
                  <a:lnTo>
                    <a:pt x="25" y="0"/>
                  </a:lnTo>
                  <a:close/>
                  <a:moveTo>
                    <a:pt x="14" y="47"/>
                  </a:moveTo>
                  <a:lnTo>
                    <a:pt x="28" y="8"/>
                  </a:lnTo>
                  <a:lnTo>
                    <a:pt x="42" y="47"/>
                  </a:lnTo>
                  <a:lnTo>
                    <a:pt x="14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97" name="Rectangle 75"/>
            <p:cNvSpPr/>
            <p:nvPr/>
          </p:nvSpPr>
          <p:spPr>
            <a:xfrm>
              <a:off x="3780000" y="165492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98" name="Rectangle 76"/>
            <p:cNvSpPr/>
            <p:nvPr/>
          </p:nvSpPr>
          <p:spPr>
            <a:xfrm>
              <a:off x="3780000" y="1730880"/>
              <a:ext cx="9000" cy="172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099" name="Rectangle 77"/>
            <p:cNvSpPr/>
            <p:nvPr/>
          </p:nvSpPr>
          <p:spPr>
            <a:xfrm>
              <a:off x="3780000" y="17866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0" name="Rectangle 78"/>
            <p:cNvSpPr/>
            <p:nvPr/>
          </p:nvSpPr>
          <p:spPr>
            <a:xfrm>
              <a:off x="3780000" y="17578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1" name="Rectangle 79"/>
            <p:cNvSpPr/>
            <p:nvPr/>
          </p:nvSpPr>
          <p:spPr>
            <a:xfrm>
              <a:off x="3780000" y="16740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2" name="Rectangle 80"/>
            <p:cNvSpPr/>
            <p:nvPr/>
          </p:nvSpPr>
          <p:spPr>
            <a:xfrm>
              <a:off x="3780000" y="17024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3" name="Rectangle 81"/>
            <p:cNvSpPr/>
            <p:nvPr/>
          </p:nvSpPr>
          <p:spPr>
            <a:xfrm>
              <a:off x="3780000" y="181512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4" name="Rectangle 82"/>
            <p:cNvSpPr/>
            <p:nvPr/>
          </p:nvSpPr>
          <p:spPr>
            <a:xfrm>
              <a:off x="3646440" y="165492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5" name="Rectangle 83"/>
            <p:cNvSpPr/>
            <p:nvPr/>
          </p:nvSpPr>
          <p:spPr>
            <a:xfrm>
              <a:off x="3646440" y="17578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6" name="Rectangle 84"/>
            <p:cNvSpPr/>
            <p:nvPr/>
          </p:nvSpPr>
          <p:spPr>
            <a:xfrm>
              <a:off x="3646440" y="16740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7" name="Rectangle 85"/>
            <p:cNvSpPr/>
            <p:nvPr/>
          </p:nvSpPr>
          <p:spPr>
            <a:xfrm>
              <a:off x="3646440" y="17866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8" name="Rectangle 86"/>
            <p:cNvSpPr/>
            <p:nvPr/>
          </p:nvSpPr>
          <p:spPr>
            <a:xfrm>
              <a:off x="3646440" y="1730880"/>
              <a:ext cx="9000" cy="172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09" name="Rectangle 87"/>
            <p:cNvSpPr/>
            <p:nvPr/>
          </p:nvSpPr>
          <p:spPr>
            <a:xfrm>
              <a:off x="3646440" y="17024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10" name="Rectangle 88"/>
            <p:cNvSpPr/>
            <p:nvPr/>
          </p:nvSpPr>
          <p:spPr>
            <a:xfrm>
              <a:off x="3646440" y="181512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11" name="Rectangle 89"/>
            <p:cNvSpPr/>
            <p:nvPr/>
          </p:nvSpPr>
          <p:spPr>
            <a:xfrm>
              <a:off x="3913200" y="165492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12" name="Rectangle 90"/>
            <p:cNvSpPr/>
            <p:nvPr/>
          </p:nvSpPr>
          <p:spPr>
            <a:xfrm>
              <a:off x="3913200" y="1730880"/>
              <a:ext cx="9000" cy="172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13" name="Rectangle 91"/>
            <p:cNvSpPr/>
            <p:nvPr/>
          </p:nvSpPr>
          <p:spPr>
            <a:xfrm>
              <a:off x="3913200" y="17024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14" name="Rectangle 92"/>
            <p:cNvSpPr/>
            <p:nvPr/>
          </p:nvSpPr>
          <p:spPr>
            <a:xfrm>
              <a:off x="3913200" y="17578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15" name="Rectangle 93"/>
            <p:cNvSpPr/>
            <p:nvPr/>
          </p:nvSpPr>
          <p:spPr>
            <a:xfrm>
              <a:off x="3913200" y="16740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16" name="Rectangle 94"/>
            <p:cNvSpPr/>
            <p:nvPr/>
          </p:nvSpPr>
          <p:spPr>
            <a:xfrm>
              <a:off x="3913200" y="17866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17" name="Rectangle 95"/>
            <p:cNvSpPr/>
            <p:nvPr/>
          </p:nvSpPr>
          <p:spPr>
            <a:xfrm>
              <a:off x="3913200" y="181512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18" name="Freeform 96"/>
            <p:cNvSpPr/>
            <p:nvPr/>
          </p:nvSpPr>
          <p:spPr>
            <a:xfrm>
              <a:off x="3637080" y="1854720"/>
              <a:ext cx="294840" cy="74160"/>
            </a:xfrm>
            <a:custGeom>
              <a:avLst/>
              <a:gdLst>
                <a:gd name="textAreaLeft" fmla="*/ 0 w 294840"/>
                <a:gd name="textAreaRight" fmla="*/ 295200 w 294840"/>
                <a:gd name="textAreaTop" fmla="*/ 0 h 74160"/>
                <a:gd name="textAreaBottom" fmla="*/ 74520 h 74160"/>
                <a:gd name="GluePoint1X" fmla="*/ 164 w 186"/>
                <a:gd name="GluePoint1Y" fmla="*/ 47 h 47"/>
                <a:gd name="GluePoint2X" fmla="*/ 186 w 186"/>
                <a:gd name="GluePoint2Y" fmla="*/ 26 h 47"/>
                <a:gd name="GluePoint3X" fmla="*/ 186 w 186"/>
                <a:gd name="GluePoint3Y" fmla="*/ 21 h 47"/>
                <a:gd name="GluePoint4X" fmla="*/ 164 w 186"/>
                <a:gd name="GluePoint4Y" fmla="*/ 0 h 47"/>
                <a:gd name="GluePoint5X" fmla="*/ 160 w 186"/>
                <a:gd name="GluePoint5Y" fmla="*/ 5 h 47"/>
                <a:gd name="GluePoint6X" fmla="*/ 175 w 186"/>
                <a:gd name="GluePoint6Y" fmla="*/ 20 h 47"/>
                <a:gd name="GluePoint7X" fmla="*/ 10 w 186"/>
                <a:gd name="GluePoint7Y" fmla="*/ 20 h 47"/>
                <a:gd name="GluePoint8X" fmla="*/ 26 w 186"/>
                <a:gd name="GluePoint8Y" fmla="*/ 5 h 47"/>
                <a:gd name="GluePoint9X" fmla="*/ 21 w 186"/>
                <a:gd name="GluePoint9Y" fmla="*/ 0 h 47"/>
                <a:gd name="GluePoint10X" fmla="*/ 0 w 186"/>
                <a:gd name="GluePoint10Y" fmla="*/ 21 h 47"/>
                <a:gd name="GluePoint11X" fmla="*/ 0 w 186"/>
                <a:gd name="GluePoint11Y" fmla="*/ 26 h 47"/>
                <a:gd name="GluePoint12X" fmla="*/ 21 w 186"/>
                <a:gd name="GluePoint12Y" fmla="*/ 47 h 47"/>
                <a:gd name="GluePoint13X" fmla="*/ 26 w 186"/>
                <a:gd name="GluePoint13Y" fmla="*/ 42 h 47"/>
                <a:gd name="GluePoint14X" fmla="*/ 10 w 186"/>
                <a:gd name="GluePoint14Y" fmla="*/ 26 h 47"/>
                <a:gd name="GluePoint15X" fmla="*/ 175 w 186"/>
                <a:gd name="GluePoint15Y" fmla="*/ 26 h 47"/>
                <a:gd name="GluePoint16X" fmla="*/ 160 w 186"/>
                <a:gd name="GluePoint16Y" fmla="*/ 42 h 47"/>
                <a:gd name="GluePoint17X" fmla="*/ 164 w 186"/>
                <a:gd name="GluePoint17Y" fmla="*/ 47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186" h="47">
                  <a:moveTo>
                    <a:pt x="164" y="47"/>
                  </a:moveTo>
                  <a:lnTo>
                    <a:pt x="186" y="26"/>
                  </a:lnTo>
                  <a:lnTo>
                    <a:pt x="186" y="21"/>
                  </a:lnTo>
                  <a:lnTo>
                    <a:pt x="164" y="0"/>
                  </a:lnTo>
                  <a:lnTo>
                    <a:pt x="160" y="5"/>
                  </a:lnTo>
                  <a:lnTo>
                    <a:pt x="175" y="20"/>
                  </a:lnTo>
                  <a:lnTo>
                    <a:pt x="10" y="20"/>
                  </a:lnTo>
                  <a:lnTo>
                    <a:pt x="26" y="5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21" y="47"/>
                  </a:lnTo>
                  <a:lnTo>
                    <a:pt x="26" y="42"/>
                  </a:lnTo>
                  <a:lnTo>
                    <a:pt x="10" y="26"/>
                  </a:lnTo>
                  <a:lnTo>
                    <a:pt x="175" y="26"/>
                  </a:lnTo>
                  <a:lnTo>
                    <a:pt x="160" y="42"/>
                  </a:lnTo>
                  <a:lnTo>
                    <a:pt x="164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080" bIns="37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119" name="Группа 603"/>
          <p:cNvGrpSpPr/>
          <p:nvPr/>
        </p:nvGrpSpPr>
        <p:grpSpPr>
          <a:xfrm>
            <a:off x="4027320" y="1640520"/>
            <a:ext cx="302760" cy="302760"/>
            <a:chOff x="4027320" y="1640520"/>
            <a:chExt cx="302760" cy="302760"/>
          </a:xfrm>
        </p:grpSpPr>
        <p:sp>
          <p:nvSpPr>
            <p:cNvPr id="3120" name="Freeform 97"/>
            <p:cNvSpPr/>
            <p:nvPr/>
          </p:nvSpPr>
          <p:spPr>
            <a:xfrm>
              <a:off x="4056120" y="1678680"/>
              <a:ext cx="155160" cy="204480"/>
            </a:xfrm>
            <a:custGeom>
              <a:avLst/>
              <a:gdLst>
                <a:gd name="textAreaLeft" fmla="*/ 0 w 155160"/>
                <a:gd name="textAreaRight" fmla="*/ 155520 w 155160"/>
                <a:gd name="textAreaTop" fmla="*/ 0 h 204480"/>
                <a:gd name="textAreaBottom" fmla="*/ 204840 h 204480"/>
                <a:gd name="GluePoint1X" fmla="*/ 21 w 98"/>
                <a:gd name="GluePoint1Y" fmla="*/ 83 h 129"/>
                <a:gd name="GluePoint2X" fmla="*/ 76 w 98"/>
                <a:gd name="GluePoint2Y" fmla="*/ 83 h 129"/>
                <a:gd name="GluePoint3X" fmla="*/ 92 w 98"/>
                <a:gd name="GluePoint3Y" fmla="*/ 129 h 129"/>
                <a:gd name="GluePoint4X" fmla="*/ 98 w 98"/>
                <a:gd name="GluePoint4Y" fmla="*/ 127 h 129"/>
                <a:gd name="GluePoint5X" fmla="*/ 53 w 98"/>
                <a:gd name="GluePoint5Y" fmla="*/ 0 h 129"/>
                <a:gd name="GluePoint6X" fmla="*/ 45 w 98"/>
                <a:gd name="GluePoint6Y" fmla="*/ 0 h 129"/>
                <a:gd name="GluePoint7X" fmla="*/ 0 w 98"/>
                <a:gd name="GluePoint7Y" fmla="*/ 127 h 129"/>
                <a:gd name="GluePoint8X" fmla="*/ 6 w 98"/>
                <a:gd name="GluePoint8Y" fmla="*/ 129 h 129"/>
                <a:gd name="GluePoint9X" fmla="*/ 21 w 98"/>
                <a:gd name="GluePoint9Y" fmla="*/ 83 h 129"/>
                <a:gd name="GluePoint10X" fmla="*/ 49 w 98"/>
                <a:gd name="GluePoint10Y" fmla="*/ 7 h 129"/>
                <a:gd name="GluePoint11X" fmla="*/ 74 w 98"/>
                <a:gd name="GluePoint11Y" fmla="*/ 77 h 129"/>
                <a:gd name="GluePoint12X" fmla="*/ 23 w 98"/>
                <a:gd name="GluePoint12Y" fmla="*/ 77 h 129"/>
                <a:gd name="GluePoint13X" fmla="*/ 49 w 98"/>
                <a:gd name="GluePoint13Y" fmla="*/ 7 h 1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98" h="129">
                  <a:moveTo>
                    <a:pt x="21" y="83"/>
                  </a:moveTo>
                  <a:lnTo>
                    <a:pt x="76" y="83"/>
                  </a:lnTo>
                  <a:lnTo>
                    <a:pt x="92" y="129"/>
                  </a:lnTo>
                  <a:lnTo>
                    <a:pt x="98" y="127"/>
                  </a:lnTo>
                  <a:lnTo>
                    <a:pt x="53" y="0"/>
                  </a:lnTo>
                  <a:lnTo>
                    <a:pt x="45" y="0"/>
                  </a:lnTo>
                  <a:lnTo>
                    <a:pt x="0" y="127"/>
                  </a:lnTo>
                  <a:lnTo>
                    <a:pt x="6" y="129"/>
                  </a:lnTo>
                  <a:lnTo>
                    <a:pt x="21" y="83"/>
                  </a:lnTo>
                  <a:close/>
                  <a:moveTo>
                    <a:pt x="49" y="7"/>
                  </a:moveTo>
                  <a:lnTo>
                    <a:pt x="74" y="77"/>
                  </a:lnTo>
                  <a:lnTo>
                    <a:pt x="23" y="77"/>
                  </a:lnTo>
                  <a:lnTo>
                    <a:pt x="49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21" name="Freeform 98"/>
            <p:cNvSpPr/>
            <p:nvPr/>
          </p:nvSpPr>
          <p:spPr>
            <a:xfrm>
              <a:off x="4226040" y="1786680"/>
              <a:ext cx="70920" cy="9504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95040"/>
                <a:gd name="textAreaBottom" fmla="*/ 95400 h 95040"/>
                <a:gd name="GluePoint1X" fmla="*/ 32 w 60"/>
                <a:gd name="GluePoint1Y" fmla="*/ 32 h 80"/>
                <a:gd name="GluePoint2X" fmla="*/ 0 w 60"/>
                <a:gd name="GluePoint2Y" fmla="*/ 56 h 80"/>
                <a:gd name="GluePoint3X" fmla="*/ 24 w 60"/>
                <a:gd name="GluePoint3Y" fmla="*/ 80 h 80"/>
                <a:gd name="GluePoint4X" fmla="*/ 48 w 60"/>
                <a:gd name="GluePoint4Y" fmla="*/ 70 h 80"/>
                <a:gd name="GluePoint5X" fmla="*/ 60 w 60"/>
                <a:gd name="GluePoint5Y" fmla="*/ 80 h 80"/>
                <a:gd name="GluePoint6X" fmla="*/ 60 w 60"/>
                <a:gd name="GluePoint6Y" fmla="*/ 72 h 80"/>
                <a:gd name="GluePoint7X" fmla="*/ 56 w 60"/>
                <a:gd name="GluePoint7Y" fmla="*/ 64 h 80"/>
                <a:gd name="GluePoint8X" fmla="*/ 56 w 60"/>
                <a:gd name="GluePoint8Y" fmla="*/ 24 h 80"/>
                <a:gd name="GluePoint9X" fmla="*/ 30 w 60"/>
                <a:gd name="GluePoint9Y" fmla="*/ 0 h 80"/>
                <a:gd name="GluePoint10X" fmla="*/ 5 w 60"/>
                <a:gd name="GluePoint10Y" fmla="*/ 9 h 80"/>
                <a:gd name="GluePoint11X" fmla="*/ 11 w 60"/>
                <a:gd name="GluePoint11Y" fmla="*/ 14 h 80"/>
                <a:gd name="GluePoint12X" fmla="*/ 30 w 60"/>
                <a:gd name="GluePoint12Y" fmla="*/ 8 h 80"/>
                <a:gd name="GluePoint13X" fmla="*/ 48 w 60"/>
                <a:gd name="GluePoint13Y" fmla="*/ 24 h 80"/>
                <a:gd name="GluePoint14X" fmla="*/ 48 w 60"/>
                <a:gd name="GluePoint14Y" fmla="*/ 32 h 80"/>
                <a:gd name="GluePoint15X" fmla="*/ 32 w 60"/>
                <a:gd name="GluePoint15Y" fmla="*/ 32 h 80"/>
                <a:gd name="GluePoint16X" fmla="*/ 24 w 60"/>
                <a:gd name="GluePoint16Y" fmla="*/ 72 h 80"/>
                <a:gd name="GluePoint17X" fmla="*/ 8 w 60"/>
                <a:gd name="GluePoint17Y" fmla="*/ 56 h 80"/>
                <a:gd name="GluePoint18X" fmla="*/ 32 w 60"/>
                <a:gd name="GluePoint18Y" fmla="*/ 40 h 80"/>
                <a:gd name="GluePoint19X" fmla="*/ 48 w 60"/>
                <a:gd name="GluePoint19Y" fmla="*/ 40 h 80"/>
                <a:gd name="GluePoint20X" fmla="*/ 48 w 60"/>
                <a:gd name="GluePoint20Y" fmla="*/ 48 h 80"/>
                <a:gd name="GluePoint21X" fmla="*/ 24 w 60"/>
                <a:gd name="GluePoint21Y" fmla="*/ 72 h 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60" h="80">
                  <a:moveTo>
                    <a:pt x="32" y="32"/>
                  </a:moveTo>
                  <a:cubicBezTo>
                    <a:pt x="21" y="32"/>
                    <a:pt x="0" y="37"/>
                    <a:pt x="0" y="56"/>
                  </a:cubicBezTo>
                  <a:cubicBezTo>
                    <a:pt x="0" y="71"/>
                    <a:pt x="9" y="80"/>
                    <a:pt x="24" y="80"/>
                  </a:cubicBezTo>
                  <a:cubicBezTo>
                    <a:pt x="35" y="80"/>
                    <a:pt x="42" y="76"/>
                    <a:pt x="48" y="70"/>
                  </a:cubicBezTo>
                  <a:cubicBezTo>
                    <a:pt x="49" y="75"/>
                    <a:pt x="56" y="80"/>
                    <a:pt x="60" y="80"/>
                  </a:cubicBezTo>
                  <a:cubicBezTo>
                    <a:pt x="60" y="72"/>
                    <a:pt x="60" y="72"/>
                    <a:pt x="60" y="72"/>
                  </a:cubicBezTo>
                  <a:cubicBezTo>
                    <a:pt x="56" y="72"/>
                    <a:pt x="56" y="65"/>
                    <a:pt x="56" y="6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14"/>
                    <a:pt x="49" y="0"/>
                    <a:pt x="30" y="0"/>
                  </a:cubicBezTo>
                  <a:cubicBezTo>
                    <a:pt x="12" y="0"/>
                    <a:pt x="5" y="9"/>
                    <a:pt x="5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"/>
                    <a:pt x="16" y="8"/>
                    <a:pt x="30" y="8"/>
                  </a:cubicBezTo>
                  <a:cubicBezTo>
                    <a:pt x="43" y="8"/>
                    <a:pt x="48" y="17"/>
                    <a:pt x="48" y="24"/>
                  </a:cubicBezTo>
                  <a:cubicBezTo>
                    <a:pt x="48" y="32"/>
                    <a:pt x="48" y="32"/>
                    <a:pt x="48" y="32"/>
                  </a:cubicBezTo>
                  <a:lnTo>
                    <a:pt x="32" y="32"/>
                  </a:lnTo>
                  <a:close/>
                  <a:moveTo>
                    <a:pt x="24" y="72"/>
                  </a:moveTo>
                  <a:cubicBezTo>
                    <a:pt x="17" y="72"/>
                    <a:pt x="8" y="70"/>
                    <a:pt x="8" y="56"/>
                  </a:cubicBezTo>
                  <a:cubicBezTo>
                    <a:pt x="8" y="40"/>
                    <a:pt x="31" y="40"/>
                    <a:pt x="32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68"/>
                    <a:pt x="35" y="72"/>
                    <a:pt x="24" y="7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22" name="Freeform 99"/>
            <p:cNvSpPr/>
            <p:nvPr/>
          </p:nvSpPr>
          <p:spPr>
            <a:xfrm>
              <a:off x="4027320" y="1640520"/>
              <a:ext cx="302760" cy="30276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302760"/>
                <a:gd name="textAreaBottom" fmla="*/ 303120 h 302760"/>
                <a:gd name="GluePoint1X" fmla="*/ 191 w 191"/>
                <a:gd name="GluePoint1Y" fmla="*/ 0 h 191"/>
                <a:gd name="GluePoint2X" fmla="*/ 0 w 191"/>
                <a:gd name="GluePoint2Y" fmla="*/ 0 h 191"/>
                <a:gd name="GluePoint3X" fmla="*/ 0 w 191"/>
                <a:gd name="GluePoint3Y" fmla="*/ 191 h 191"/>
                <a:gd name="GluePoint4X" fmla="*/ 191 w 191"/>
                <a:gd name="GluePoint4Y" fmla="*/ 191 h 191"/>
                <a:gd name="GluePoint5X" fmla="*/ 191 w 191"/>
                <a:gd name="GluePoint5Y" fmla="*/ 0 h 191"/>
                <a:gd name="GluePoint6X" fmla="*/ 185 w 191"/>
                <a:gd name="GluePoint6Y" fmla="*/ 185 h 191"/>
                <a:gd name="GluePoint7X" fmla="*/ 6 w 191"/>
                <a:gd name="GluePoint7Y" fmla="*/ 185 h 191"/>
                <a:gd name="GluePoint8X" fmla="*/ 6 w 191"/>
                <a:gd name="GluePoint8Y" fmla="*/ 6 h 191"/>
                <a:gd name="GluePoint9X" fmla="*/ 185 w 191"/>
                <a:gd name="GluePoint9Y" fmla="*/ 6 h 191"/>
                <a:gd name="GluePoint10X" fmla="*/ 185 w 191"/>
                <a:gd name="GluePoint10Y" fmla="*/ 185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1" h="191">
                  <a:moveTo>
                    <a:pt x="191" y="0"/>
                  </a:moveTo>
                  <a:lnTo>
                    <a:pt x="0" y="0"/>
                  </a:lnTo>
                  <a:lnTo>
                    <a:pt x="0" y="191"/>
                  </a:lnTo>
                  <a:lnTo>
                    <a:pt x="191" y="191"/>
                  </a:lnTo>
                  <a:lnTo>
                    <a:pt x="191" y="0"/>
                  </a:lnTo>
                  <a:close/>
                  <a:moveTo>
                    <a:pt x="185" y="185"/>
                  </a:moveTo>
                  <a:lnTo>
                    <a:pt x="6" y="185"/>
                  </a:lnTo>
                  <a:lnTo>
                    <a:pt x="6" y="6"/>
                  </a:lnTo>
                  <a:lnTo>
                    <a:pt x="185" y="6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23" name="Rectangle 100"/>
            <p:cNvSpPr/>
            <p:nvPr/>
          </p:nvSpPr>
          <p:spPr>
            <a:xfrm>
              <a:off x="4056120" y="1896120"/>
              <a:ext cx="2458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124" name="Группа 604"/>
          <p:cNvGrpSpPr/>
          <p:nvPr/>
        </p:nvGrpSpPr>
        <p:grpSpPr>
          <a:xfrm>
            <a:off x="4438800" y="1645200"/>
            <a:ext cx="267840" cy="293400"/>
            <a:chOff x="4438800" y="1645200"/>
            <a:chExt cx="267840" cy="293400"/>
          </a:xfrm>
        </p:grpSpPr>
        <p:sp>
          <p:nvSpPr>
            <p:cNvPr id="3125" name="Freeform 101"/>
            <p:cNvSpPr/>
            <p:nvPr/>
          </p:nvSpPr>
          <p:spPr>
            <a:xfrm>
              <a:off x="4551480" y="1688040"/>
              <a:ext cx="155160" cy="204480"/>
            </a:xfrm>
            <a:custGeom>
              <a:avLst/>
              <a:gdLst>
                <a:gd name="textAreaLeft" fmla="*/ 0 w 155160"/>
                <a:gd name="textAreaRight" fmla="*/ 155520 w 155160"/>
                <a:gd name="textAreaTop" fmla="*/ 0 h 204480"/>
                <a:gd name="textAreaBottom" fmla="*/ 204840 h 204480"/>
                <a:gd name="GluePoint1X" fmla="*/ 6 w 98"/>
                <a:gd name="GluePoint1Y" fmla="*/ 129 h 129"/>
                <a:gd name="GluePoint2X" fmla="*/ 20 w 98"/>
                <a:gd name="GluePoint2Y" fmla="*/ 89 h 129"/>
                <a:gd name="GluePoint3X" fmla="*/ 79 w 98"/>
                <a:gd name="GluePoint3Y" fmla="*/ 89 h 129"/>
                <a:gd name="GluePoint4X" fmla="*/ 93 w 98"/>
                <a:gd name="GluePoint4Y" fmla="*/ 129 h 129"/>
                <a:gd name="GluePoint5X" fmla="*/ 98 w 98"/>
                <a:gd name="GluePoint5Y" fmla="*/ 127 h 129"/>
                <a:gd name="GluePoint6X" fmla="*/ 53 w 98"/>
                <a:gd name="GluePoint6Y" fmla="*/ 0 h 129"/>
                <a:gd name="GluePoint7X" fmla="*/ 46 w 98"/>
                <a:gd name="GluePoint7Y" fmla="*/ 0 h 129"/>
                <a:gd name="GluePoint8X" fmla="*/ 0 w 98"/>
                <a:gd name="GluePoint8Y" fmla="*/ 127 h 129"/>
                <a:gd name="GluePoint9X" fmla="*/ 6 w 98"/>
                <a:gd name="GluePoint9Y" fmla="*/ 129 h 129"/>
                <a:gd name="GluePoint10X" fmla="*/ 49 w 98"/>
                <a:gd name="GluePoint10Y" fmla="*/ 7 h 129"/>
                <a:gd name="GluePoint11X" fmla="*/ 77 w 98"/>
                <a:gd name="GluePoint11Y" fmla="*/ 83 h 129"/>
                <a:gd name="GluePoint12X" fmla="*/ 22 w 98"/>
                <a:gd name="GluePoint12Y" fmla="*/ 83 h 129"/>
                <a:gd name="GluePoint13X" fmla="*/ 49 w 98"/>
                <a:gd name="GluePoint13Y" fmla="*/ 7 h 1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98" h="129">
                  <a:moveTo>
                    <a:pt x="6" y="129"/>
                  </a:moveTo>
                  <a:lnTo>
                    <a:pt x="20" y="89"/>
                  </a:lnTo>
                  <a:lnTo>
                    <a:pt x="79" y="89"/>
                  </a:lnTo>
                  <a:lnTo>
                    <a:pt x="93" y="129"/>
                  </a:lnTo>
                  <a:lnTo>
                    <a:pt x="98" y="127"/>
                  </a:lnTo>
                  <a:lnTo>
                    <a:pt x="53" y="0"/>
                  </a:lnTo>
                  <a:lnTo>
                    <a:pt x="46" y="0"/>
                  </a:lnTo>
                  <a:lnTo>
                    <a:pt x="0" y="127"/>
                  </a:lnTo>
                  <a:lnTo>
                    <a:pt x="6" y="129"/>
                  </a:lnTo>
                  <a:close/>
                  <a:moveTo>
                    <a:pt x="49" y="7"/>
                  </a:moveTo>
                  <a:lnTo>
                    <a:pt x="77" y="83"/>
                  </a:lnTo>
                  <a:lnTo>
                    <a:pt x="22" y="83"/>
                  </a:lnTo>
                  <a:lnTo>
                    <a:pt x="49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26" name="Freeform 102"/>
            <p:cNvSpPr/>
            <p:nvPr/>
          </p:nvSpPr>
          <p:spPr>
            <a:xfrm>
              <a:off x="4438800" y="1645200"/>
              <a:ext cx="72720" cy="29340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293400"/>
                <a:gd name="textAreaBottom" fmla="*/ 293760 h 293400"/>
                <a:gd name="GluePoint1X" fmla="*/ 42 w 46"/>
                <a:gd name="GluePoint1Y" fmla="*/ 26 h 185"/>
                <a:gd name="GluePoint2X" fmla="*/ 46 w 46"/>
                <a:gd name="GluePoint2Y" fmla="*/ 21 h 185"/>
                <a:gd name="GluePoint3X" fmla="*/ 25 w 46"/>
                <a:gd name="GluePoint3Y" fmla="*/ 0 h 185"/>
                <a:gd name="GluePoint4X" fmla="*/ 21 w 46"/>
                <a:gd name="GluePoint4Y" fmla="*/ 0 h 185"/>
                <a:gd name="GluePoint5X" fmla="*/ 0 w 46"/>
                <a:gd name="GluePoint5Y" fmla="*/ 21 h 185"/>
                <a:gd name="GluePoint6X" fmla="*/ 4 w 46"/>
                <a:gd name="GluePoint6Y" fmla="*/ 25 h 185"/>
                <a:gd name="GluePoint7X" fmla="*/ 20 w 46"/>
                <a:gd name="GluePoint7Y" fmla="*/ 9 h 185"/>
                <a:gd name="GluePoint8X" fmla="*/ 20 w 46"/>
                <a:gd name="GluePoint8Y" fmla="*/ 175 h 185"/>
                <a:gd name="GluePoint9X" fmla="*/ 4 w 46"/>
                <a:gd name="GluePoint9Y" fmla="*/ 159 h 185"/>
                <a:gd name="GluePoint10X" fmla="*/ 0 w 46"/>
                <a:gd name="GluePoint10Y" fmla="*/ 164 h 185"/>
                <a:gd name="GluePoint11X" fmla="*/ 21 w 46"/>
                <a:gd name="GluePoint11Y" fmla="*/ 185 h 185"/>
                <a:gd name="GluePoint12X" fmla="*/ 25 w 46"/>
                <a:gd name="GluePoint12Y" fmla="*/ 185 h 185"/>
                <a:gd name="GluePoint13X" fmla="*/ 46 w 46"/>
                <a:gd name="GluePoint13Y" fmla="*/ 164 h 185"/>
                <a:gd name="GluePoint14X" fmla="*/ 42 w 46"/>
                <a:gd name="GluePoint14Y" fmla="*/ 159 h 185"/>
                <a:gd name="GluePoint15X" fmla="*/ 26 w 46"/>
                <a:gd name="GluePoint15Y" fmla="*/ 175 h 185"/>
                <a:gd name="GluePoint16X" fmla="*/ 26 w 46"/>
                <a:gd name="GluePoint16Y" fmla="*/ 9 h 185"/>
                <a:gd name="GluePoint17X" fmla="*/ 42 w 46"/>
                <a:gd name="GluePoint17Y" fmla="*/ 26 h 1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6" h="185">
                  <a:moveTo>
                    <a:pt x="42" y="26"/>
                  </a:moveTo>
                  <a:lnTo>
                    <a:pt x="46" y="21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4" y="25"/>
                  </a:lnTo>
                  <a:lnTo>
                    <a:pt x="20" y="9"/>
                  </a:lnTo>
                  <a:lnTo>
                    <a:pt x="20" y="175"/>
                  </a:lnTo>
                  <a:lnTo>
                    <a:pt x="4" y="159"/>
                  </a:lnTo>
                  <a:lnTo>
                    <a:pt x="0" y="164"/>
                  </a:lnTo>
                  <a:lnTo>
                    <a:pt x="21" y="185"/>
                  </a:lnTo>
                  <a:lnTo>
                    <a:pt x="25" y="185"/>
                  </a:lnTo>
                  <a:lnTo>
                    <a:pt x="46" y="164"/>
                  </a:lnTo>
                  <a:lnTo>
                    <a:pt x="42" y="159"/>
                  </a:lnTo>
                  <a:lnTo>
                    <a:pt x="26" y="175"/>
                  </a:lnTo>
                  <a:lnTo>
                    <a:pt x="26" y="9"/>
                  </a:lnTo>
                  <a:lnTo>
                    <a:pt x="42" y="2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127" name="Freeform 103"/>
          <p:cNvSpPr/>
          <p:nvPr/>
        </p:nvSpPr>
        <p:spPr>
          <a:xfrm>
            <a:off x="4838760" y="1640520"/>
            <a:ext cx="256680" cy="302760"/>
          </a:xfrm>
          <a:custGeom>
            <a:avLst/>
            <a:gdLst>
              <a:gd name="textAreaLeft" fmla="*/ 0 w 256680"/>
              <a:gd name="textAreaRight" fmla="*/ 257040 w 256680"/>
              <a:gd name="textAreaTop" fmla="*/ 0 h 302760"/>
              <a:gd name="textAreaBottom" fmla="*/ 303120 h 302760"/>
              <a:gd name="GluePoint1X" fmla="*/ 0 w 162"/>
              <a:gd name="GluePoint1Y" fmla="*/ 101 h 191"/>
              <a:gd name="GluePoint2X" fmla="*/ 0 w 162"/>
              <a:gd name="GluePoint2Y" fmla="*/ 155 h 191"/>
              <a:gd name="GluePoint3X" fmla="*/ 78 w 162"/>
              <a:gd name="GluePoint3Y" fmla="*/ 155 h 191"/>
              <a:gd name="GluePoint4X" fmla="*/ 78 w 162"/>
              <a:gd name="GluePoint4Y" fmla="*/ 191 h 191"/>
              <a:gd name="GluePoint5X" fmla="*/ 84 w 162"/>
              <a:gd name="GluePoint5Y" fmla="*/ 191 h 191"/>
              <a:gd name="GluePoint6X" fmla="*/ 84 w 162"/>
              <a:gd name="GluePoint6Y" fmla="*/ 155 h 191"/>
              <a:gd name="GluePoint7X" fmla="*/ 162 w 162"/>
              <a:gd name="GluePoint7Y" fmla="*/ 155 h 191"/>
              <a:gd name="GluePoint8X" fmla="*/ 162 w 162"/>
              <a:gd name="GluePoint8Y" fmla="*/ 101 h 191"/>
              <a:gd name="GluePoint9X" fmla="*/ 84 w 162"/>
              <a:gd name="GluePoint9Y" fmla="*/ 101 h 191"/>
              <a:gd name="GluePoint10X" fmla="*/ 84 w 162"/>
              <a:gd name="GluePoint10Y" fmla="*/ 89 h 191"/>
              <a:gd name="GluePoint11X" fmla="*/ 144 w 162"/>
              <a:gd name="GluePoint11Y" fmla="*/ 89 h 191"/>
              <a:gd name="GluePoint12X" fmla="*/ 144 w 162"/>
              <a:gd name="GluePoint12Y" fmla="*/ 36 h 191"/>
              <a:gd name="GluePoint13X" fmla="*/ 84 w 162"/>
              <a:gd name="GluePoint13Y" fmla="*/ 36 h 191"/>
              <a:gd name="GluePoint14X" fmla="*/ 84 w 162"/>
              <a:gd name="GluePoint14Y" fmla="*/ 0 h 191"/>
              <a:gd name="GluePoint15X" fmla="*/ 78 w 162"/>
              <a:gd name="GluePoint15Y" fmla="*/ 0 h 191"/>
              <a:gd name="GluePoint16X" fmla="*/ 78 w 162"/>
              <a:gd name="GluePoint16Y" fmla="*/ 36 h 191"/>
              <a:gd name="GluePoint17X" fmla="*/ 18 w 162"/>
              <a:gd name="GluePoint17Y" fmla="*/ 36 h 191"/>
              <a:gd name="GluePoint18X" fmla="*/ 18 w 162"/>
              <a:gd name="GluePoint18Y" fmla="*/ 89 h 191"/>
              <a:gd name="GluePoint19X" fmla="*/ 78 w 162"/>
              <a:gd name="GluePoint19Y" fmla="*/ 89 h 191"/>
              <a:gd name="GluePoint20X" fmla="*/ 78 w 162"/>
              <a:gd name="GluePoint20Y" fmla="*/ 101 h 191"/>
              <a:gd name="GluePoint21X" fmla="*/ 0 w 162"/>
              <a:gd name="GluePoint21Y" fmla="*/ 101 h 191"/>
              <a:gd name="GluePoint22X" fmla="*/ 24 w 162"/>
              <a:gd name="GluePoint22Y" fmla="*/ 42 h 191"/>
              <a:gd name="GluePoint23X" fmla="*/ 138 w 162"/>
              <a:gd name="GluePoint23Y" fmla="*/ 42 h 191"/>
              <a:gd name="GluePoint24X" fmla="*/ 138 w 162"/>
              <a:gd name="GluePoint24Y" fmla="*/ 83 h 191"/>
              <a:gd name="GluePoint25X" fmla="*/ 24 w 162"/>
              <a:gd name="GluePoint25Y" fmla="*/ 83 h 191"/>
              <a:gd name="GluePoint26X" fmla="*/ 24 w 162"/>
              <a:gd name="GluePoint26Y" fmla="*/ 42 h 191"/>
              <a:gd name="GluePoint27X" fmla="*/ 156 w 162"/>
              <a:gd name="GluePoint27Y" fmla="*/ 149 h 191"/>
              <a:gd name="GluePoint28X" fmla="*/ 6 w 162"/>
              <a:gd name="GluePoint28Y" fmla="*/ 149 h 191"/>
              <a:gd name="GluePoint29X" fmla="*/ 6 w 162"/>
              <a:gd name="GluePoint29Y" fmla="*/ 107 h 191"/>
              <a:gd name="GluePoint30X" fmla="*/ 156 w 162"/>
              <a:gd name="GluePoint30Y" fmla="*/ 107 h 191"/>
              <a:gd name="GluePoint31X" fmla="*/ 156 w 162"/>
              <a:gd name="GluePoint31Y" fmla="*/ 149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</a:cxnLst>
            <a:rect l="textAreaLeft" t="textAreaTop" r="textAreaRight" b="textAreaBottom"/>
            <a:pathLst>
              <a:path w="162" h="191">
                <a:moveTo>
                  <a:pt x="0" y="101"/>
                </a:moveTo>
                <a:lnTo>
                  <a:pt x="0" y="155"/>
                </a:lnTo>
                <a:lnTo>
                  <a:pt x="78" y="155"/>
                </a:lnTo>
                <a:lnTo>
                  <a:pt x="78" y="191"/>
                </a:lnTo>
                <a:lnTo>
                  <a:pt x="84" y="191"/>
                </a:lnTo>
                <a:lnTo>
                  <a:pt x="84" y="155"/>
                </a:lnTo>
                <a:lnTo>
                  <a:pt x="162" y="155"/>
                </a:lnTo>
                <a:lnTo>
                  <a:pt x="162" y="101"/>
                </a:lnTo>
                <a:lnTo>
                  <a:pt x="84" y="101"/>
                </a:lnTo>
                <a:lnTo>
                  <a:pt x="84" y="89"/>
                </a:lnTo>
                <a:lnTo>
                  <a:pt x="144" y="89"/>
                </a:lnTo>
                <a:lnTo>
                  <a:pt x="144" y="36"/>
                </a:lnTo>
                <a:lnTo>
                  <a:pt x="84" y="36"/>
                </a:lnTo>
                <a:lnTo>
                  <a:pt x="84" y="0"/>
                </a:lnTo>
                <a:lnTo>
                  <a:pt x="78" y="0"/>
                </a:lnTo>
                <a:lnTo>
                  <a:pt x="78" y="36"/>
                </a:lnTo>
                <a:lnTo>
                  <a:pt x="18" y="36"/>
                </a:lnTo>
                <a:lnTo>
                  <a:pt x="18" y="89"/>
                </a:lnTo>
                <a:lnTo>
                  <a:pt x="78" y="89"/>
                </a:lnTo>
                <a:lnTo>
                  <a:pt x="78" y="101"/>
                </a:lnTo>
                <a:lnTo>
                  <a:pt x="0" y="101"/>
                </a:lnTo>
                <a:close/>
                <a:moveTo>
                  <a:pt x="24" y="42"/>
                </a:moveTo>
                <a:lnTo>
                  <a:pt x="138" y="42"/>
                </a:lnTo>
                <a:lnTo>
                  <a:pt x="138" y="83"/>
                </a:lnTo>
                <a:lnTo>
                  <a:pt x="24" y="83"/>
                </a:lnTo>
                <a:lnTo>
                  <a:pt x="24" y="42"/>
                </a:lnTo>
                <a:close/>
                <a:moveTo>
                  <a:pt x="156" y="149"/>
                </a:moveTo>
                <a:lnTo>
                  <a:pt x="6" y="149"/>
                </a:lnTo>
                <a:lnTo>
                  <a:pt x="6" y="107"/>
                </a:lnTo>
                <a:lnTo>
                  <a:pt x="156" y="107"/>
                </a:lnTo>
                <a:lnTo>
                  <a:pt x="156" y="149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128" name="Группа 605"/>
          <p:cNvGrpSpPr/>
          <p:nvPr/>
        </p:nvGrpSpPr>
        <p:grpSpPr>
          <a:xfrm>
            <a:off x="5219640" y="1640520"/>
            <a:ext cx="283680" cy="302760"/>
            <a:chOff x="5219640" y="1640520"/>
            <a:chExt cx="283680" cy="302760"/>
          </a:xfrm>
        </p:grpSpPr>
        <p:sp>
          <p:nvSpPr>
            <p:cNvPr id="3129" name="Rectangle 104"/>
            <p:cNvSpPr/>
            <p:nvPr/>
          </p:nvSpPr>
          <p:spPr>
            <a:xfrm>
              <a:off x="5494320" y="1640520"/>
              <a:ext cx="9000" cy="302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30" name="Freeform 105"/>
            <p:cNvSpPr/>
            <p:nvPr/>
          </p:nvSpPr>
          <p:spPr>
            <a:xfrm>
              <a:off x="5219640" y="1800720"/>
              <a:ext cx="255240" cy="8532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85320"/>
                <a:gd name="textAreaBottom" fmla="*/ 85680 h 85320"/>
                <a:gd name="GluePoint1X" fmla="*/ 161 w 161"/>
                <a:gd name="GluePoint1Y" fmla="*/ 0 h 54"/>
                <a:gd name="GluePoint2X" fmla="*/ 0 w 161"/>
                <a:gd name="GluePoint2Y" fmla="*/ 0 h 54"/>
                <a:gd name="GluePoint3X" fmla="*/ 0 w 161"/>
                <a:gd name="GluePoint3Y" fmla="*/ 54 h 54"/>
                <a:gd name="GluePoint4X" fmla="*/ 161 w 161"/>
                <a:gd name="GluePoint4Y" fmla="*/ 54 h 54"/>
                <a:gd name="GluePoint5X" fmla="*/ 161 w 161"/>
                <a:gd name="GluePoint5Y" fmla="*/ 0 h 54"/>
                <a:gd name="GluePoint6X" fmla="*/ 155 w 161"/>
                <a:gd name="GluePoint6Y" fmla="*/ 48 h 54"/>
                <a:gd name="GluePoint7X" fmla="*/ 6 w 161"/>
                <a:gd name="GluePoint7Y" fmla="*/ 48 h 54"/>
                <a:gd name="GluePoint8X" fmla="*/ 6 w 161"/>
                <a:gd name="GluePoint8Y" fmla="*/ 6 h 54"/>
                <a:gd name="GluePoint9X" fmla="*/ 155 w 161"/>
                <a:gd name="GluePoint9Y" fmla="*/ 6 h 54"/>
                <a:gd name="GluePoint10X" fmla="*/ 155 w 161"/>
                <a:gd name="GluePoint10Y" fmla="*/ 48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61" h="54">
                  <a:moveTo>
                    <a:pt x="161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161" y="54"/>
                  </a:lnTo>
                  <a:lnTo>
                    <a:pt x="161" y="0"/>
                  </a:lnTo>
                  <a:close/>
                  <a:moveTo>
                    <a:pt x="155" y="48"/>
                  </a:moveTo>
                  <a:lnTo>
                    <a:pt x="6" y="48"/>
                  </a:lnTo>
                  <a:lnTo>
                    <a:pt x="6" y="6"/>
                  </a:lnTo>
                  <a:lnTo>
                    <a:pt x="155" y="6"/>
                  </a:lnTo>
                  <a:lnTo>
                    <a:pt x="155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31" name="Freeform 106"/>
            <p:cNvSpPr/>
            <p:nvPr/>
          </p:nvSpPr>
          <p:spPr>
            <a:xfrm>
              <a:off x="5276880" y="1697760"/>
              <a:ext cx="198000" cy="83880"/>
            </a:xfrm>
            <a:custGeom>
              <a:avLst/>
              <a:gdLst>
                <a:gd name="textAreaLeft" fmla="*/ 0 w 198000"/>
                <a:gd name="textAreaRight" fmla="*/ 198360 w 198000"/>
                <a:gd name="textAreaTop" fmla="*/ 0 h 83880"/>
                <a:gd name="textAreaBottom" fmla="*/ 84240 h 83880"/>
                <a:gd name="GluePoint1X" fmla="*/ 125 w 125"/>
                <a:gd name="GluePoint1Y" fmla="*/ 0 h 53"/>
                <a:gd name="GluePoint2X" fmla="*/ 0 w 125"/>
                <a:gd name="GluePoint2Y" fmla="*/ 0 h 53"/>
                <a:gd name="GluePoint3X" fmla="*/ 0 w 125"/>
                <a:gd name="GluePoint3Y" fmla="*/ 53 h 53"/>
                <a:gd name="GluePoint4X" fmla="*/ 125 w 125"/>
                <a:gd name="GluePoint4Y" fmla="*/ 53 h 53"/>
                <a:gd name="GluePoint5X" fmla="*/ 125 w 125"/>
                <a:gd name="GluePoint5Y" fmla="*/ 0 h 53"/>
                <a:gd name="GluePoint6X" fmla="*/ 119 w 125"/>
                <a:gd name="GluePoint6Y" fmla="*/ 47 h 53"/>
                <a:gd name="GluePoint7X" fmla="*/ 6 w 125"/>
                <a:gd name="GluePoint7Y" fmla="*/ 47 h 53"/>
                <a:gd name="GluePoint8X" fmla="*/ 6 w 125"/>
                <a:gd name="GluePoint8Y" fmla="*/ 6 h 53"/>
                <a:gd name="GluePoint9X" fmla="*/ 119 w 125"/>
                <a:gd name="GluePoint9Y" fmla="*/ 6 h 53"/>
                <a:gd name="GluePoint10X" fmla="*/ 119 w 125"/>
                <a:gd name="GluePoint10Y" fmla="*/ 47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25" h="53">
                  <a:moveTo>
                    <a:pt x="125" y="0"/>
                  </a:moveTo>
                  <a:lnTo>
                    <a:pt x="0" y="0"/>
                  </a:lnTo>
                  <a:lnTo>
                    <a:pt x="0" y="53"/>
                  </a:lnTo>
                  <a:lnTo>
                    <a:pt x="125" y="53"/>
                  </a:lnTo>
                  <a:lnTo>
                    <a:pt x="125" y="0"/>
                  </a:lnTo>
                  <a:close/>
                  <a:moveTo>
                    <a:pt x="119" y="47"/>
                  </a:moveTo>
                  <a:lnTo>
                    <a:pt x="6" y="47"/>
                  </a:lnTo>
                  <a:lnTo>
                    <a:pt x="6" y="6"/>
                  </a:lnTo>
                  <a:lnTo>
                    <a:pt x="119" y="6"/>
                  </a:lnTo>
                  <a:lnTo>
                    <a:pt x="119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120" bIns="42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132" name="Группа 606"/>
          <p:cNvGrpSpPr/>
          <p:nvPr/>
        </p:nvGrpSpPr>
        <p:grpSpPr>
          <a:xfrm>
            <a:off x="5661000" y="1640520"/>
            <a:ext cx="190080" cy="302760"/>
            <a:chOff x="5661000" y="1640520"/>
            <a:chExt cx="190080" cy="302760"/>
          </a:xfrm>
        </p:grpSpPr>
        <p:sp>
          <p:nvSpPr>
            <p:cNvPr id="3133" name="Freeform 107"/>
            <p:cNvSpPr/>
            <p:nvPr/>
          </p:nvSpPr>
          <p:spPr>
            <a:xfrm>
              <a:off x="5661000" y="1640520"/>
              <a:ext cx="85320" cy="30276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302760"/>
                <a:gd name="textAreaBottom" fmla="*/ 303120 h 302760"/>
                <a:gd name="GluePoint1X" fmla="*/ 24 w 54"/>
                <a:gd name="GluePoint1Y" fmla="*/ 15 h 191"/>
                <a:gd name="GluePoint2X" fmla="*/ 0 w 54"/>
                <a:gd name="GluePoint2Y" fmla="*/ 15 h 191"/>
                <a:gd name="GluePoint3X" fmla="*/ 0 w 54"/>
                <a:gd name="GluePoint3Y" fmla="*/ 176 h 191"/>
                <a:gd name="GluePoint4X" fmla="*/ 24 w 54"/>
                <a:gd name="GluePoint4Y" fmla="*/ 176 h 191"/>
                <a:gd name="GluePoint5X" fmla="*/ 24 w 54"/>
                <a:gd name="GluePoint5Y" fmla="*/ 191 h 191"/>
                <a:gd name="GluePoint6X" fmla="*/ 30 w 54"/>
                <a:gd name="GluePoint6Y" fmla="*/ 191 h 191"/>
                <a:gd name="GluePoint7X" fmla="*/ 30 w 54"/>
                <a:gd name="GluePoint7Y" fmla="*/ 176 h 191"/>
                <a:gd name="GluePoint8X" fmla="*/ 54 w 54"/>
                <a:gd name="GluePoint8Y" fmla="*/ 176 h 191"/>
                <a:gd name="GluePoint9X" fmla="*/ 54 w 54"/>
                <a:gd name="GluePoint9Y" fmla="*/ 15 h 191"/>
                <a:gd name="GluePoint10X" fmla="*/ 30 w 54"/>
                <a:gd name="GluePoint10Y" fmla="*/ 15 h 191"/>
                <a:gd name="GluePoint11X" fmla="*/ 30 w 54"/>
                <a:gd name="GluePoint11Y" fmla="*/ 0 h 191"/>
                <a:gd name="GluePoint12X" fmla="*/ 24 w 54"/>
                <a:gd name="GluePoint12Y" fmla="*/ 0 h 191"/>
                <a:gd name="GluePoint13X" fmla="*/ 24 w 54"/>
                <a:gd name="GluePoint13Y" fmla="*/ 15 h 191"/>
                <a:gd name="GluePoint14X" fmla="*/ 48 w 54"/>
                <a:gd name="GluePoint14Y" fmla="*/ 170 h 191"/>
                <a:gd name="GluePoint15X" fmla="*/ 6 w 54"/>
                <a:gd name="GluePoint15Y" fmla="*/ 170 h 191"/>
                <a:gd name="GluePoint16X" fmla="*/ 6 w 54"/>
                <a:gd name="GluePoint16Y" fmla="*/ 21 h 191"/>
                <a:gd name="GluePoint17X" fmla="*/ 48 w 54"/>
                <a:gd name="GluePoint17Y" fmla="*/ 21 h 191"/>
                <a:gd name="GluePoint18X" fmla="*/ 48 w 54"/>
                <a:gd name="GluePoint18Y" fmla="*/ 170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54" h="191">
                  <a:moveTo>
                    <a:pt x="24" y="15"/>
                  </a:moveTo>
                  <a:lnTo>
                    <a:pt x="0" y="15"/>
                  </a:lnTo>
                  <a:lnTo>
                    <a:pt x="0" y="176"/>
                  </a:lnTo>
                  <a:lnTo>
                    <a:pt x="24" y="176"/>
                  </a:lnTo>
                  <a:lnTo>
                    <a:pt x="24" y="191"/>
                  </a:lnTo>
                  <a:lnTo>
                    <a:pt x="30" y="191"/>
                  </a:lnTo>
                  <a:lnTo>
                    <a:pt x="30" y="176"/>
                  </a:lnTo>
                  <a:lnTo>
                    <a:pt x="54" y="176"/>
                  </a:lnTo>
                  <a:lnTo>
                    <a:pt x="54" y="15"/>
                  </a:lnTo>
                  <a:lnTo>
                    <a:pt x="30" y="15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4" y="15"/>
                  </a:lnTo>
                  <a:close/>
                  <a:moveTo>
                    <a:pt x="48" y="170"/>
                  </a:moveTo>
                  <a:lnTo>
                    <a:pt x="6" y="170"/>
                  </a:lnTo>
                  <a:lnTo>
                    <a:pt x="6" y="21"/>
                  </a:lnTo>
                  <a:lnTo>
                    <a:pt x="48" y="21"/>
                  </a:lnTo>
                  <a:lnTo>
                    <a:pt x="48" y="17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34" name="Freeform 108"/>
            <p:cNvSpPr/>
            <p:nvPr/>
          </p:nvSpPr>
          <p:spPr>
            <a:xfrm>
              <a:off x="5765760" y="1640520"/>
              <a:ext cx="85320" cy="30276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302760"/>
                <a:gd name="textAreaBottom" fmla="*/ 303120 h 302760"/>
                <a:gd name="GluePoint1X" fmla="*/ 0 w 54"/>
                <a:gd name="GluePoint1Y" fmla="*/ 158 h 191"/>
                <a:gd name="GluePoint2X" fmla="*/ 24 w 54"/>
                <a:gd name="GluePoint2Y" fmla="*/ 158 h 191"/>
                <a:gd name="GluePoint3X" fmla="*/ 24 w 54"/>
                <a:gd name="GluePoint3Y" fmla="*/ 191 h 191"/>
                <a:gd name="GluePoint4X" fmla="*/ 30 w 54"/>
                <a:gd name="GluePoint4Y" fmla="*/ 191 h 191"/>
                <a:gd name="GluePoint5X" fmla="*/ 30 w 54"/>
                <a:gd name="GluePoint5Y" fmla="*/ 158 h 191"/>
                <a:gd name="GluePoint6X" fmla="*/ 54 w 54"/>
                <a:gd name="GluePoint6Y" fmla="*/ 158 h 191"/>
                <a:gd name="GluePoint7X" fmla="*/ 54 w 54"/>
                <a:gd name="GluePoint7Y" fmla="*/ 33 h 191"/>
                <a:gd name="GluePoint8X" fmla="*/ 30 w 54"/>
                <a:gd name="GluePoint8Y" fmla="*/ 33 h 191"/>
                <a:gd name="GluePoint9X" fmla="*/ 30 w 54"/>
                <a:gd name="GluePoint9Y" fmla="*/ 0 h 191"/>
                <a:gd name="GluePoint10X" fmla="*/ 24 w 54"/>
                <a:gd name="GluePoint10Y" fmla="*/ 0 h 191"/>
                <a:gd name="GluePoint11X" fmla="*/ 24 w 54"/>
                <a:gd name="GluePoint11Y" fmla="*/ 33 h 191"/>
                <a:gd name="GluePoint12X" fmla="*/ 0 w 54"/>
                <a:gd name="GluePoint12Y" fmla="*/ 33 h 191"/>
                <a:gd name="GluePoint13X" fmla="*/ 0 w 54"/>
                <a:gd name="GluePoint13Y" fmla="*/ 158 h 191"/>
                <a:gd name="GluePoint14X" fmla="*/ 6 w 54"/>
                <a:gd name="GluePoint14Y" fmla="*/ 39 h 191"/>
                <a:gd name="GluePoint15X" fmla="*/ 48 w 54"/>
                <a:gd name="GluePoint15Y" fmla="*/ 39 h 191"/>
                <a:gd name="GluePoint16X" fmla="*/ 48 w 54"/>
                <a:gd name="GluePoint16Y" fmla="*/ 152 h 191"/>
                <a:gd name="GluePoint17X" fmla="*/ 6 w 54"/>
                <a:gd name="GluePoint17Y" fmla="*/ 152 h 191"/>
                <a:gd name="GluePoint18X" fmla="*/ 6 w 54"/>
                <a:gd name="GluePoint18Y" fmla="*/ 39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54" h="191">
                  <a:moveTo>
                    <a:pt x="0" y="158"/>
                  </a:moveTo>
                  <a:lnTo>
                    <a:pt x="24" y="158"/>
                  </a:lnTo>
                  <a:lnTo>
                    <a:pt x="24" y="191"/>
                  </a:lnTo>
                  <a:lnTo>
                    <a:pt x="30" y="191"/>
                  </a:lnTo>
                  <a:lnTo>
                    <a:pt x="30" y="158"/>
                  </a:lnTo>
                  <a:lnTo>
                    <a:pt x="54" y="158"/>
                  </a:lnTo>
                  <a:lnTo>
                    <a:pt x="54" y="33"/>
                  </a:lnTo>
                  <a:lnTo>
                    <a:pt x="30" y="33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4" y="33"/>
                  </a:lnTo>
                  <a:lnTo>
                    <a:pt x="0" y="33"/>
                  </a:lnTo>
                  <a:lnTo>
                    <a:pt x="0" y="158"/>
                  </a:lnTo>
                  <a:close/>
                  <a:moveTo>
                    <a:pt x="6" y="39"/>
                  </a:moveTo>
                  <a:lnTo>
                    <a:pt x="48" y="39"/>
                  </a:lnTo>
                  <a:lnTo>
                    <a:pt x="48" y="152"/>
                  </a:lnTo>
                  <a:lnTo>
                    <a:pt x="6" y="152"/>
                  </a:lnTo>
                  <a:lnTo>
                    <a:pt x="6" y="3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135" name="Группа 607"/>
          <p:cNvGrpSpPr/>
          <p:nvPr/>
        </p:nvGrpSpPr>
        <p:grpSpPr>
          <a:xfrm>
            <a:off x="6056280" y="1640520"/>
            <a:ext cx="188640" cy="302760"/>
            <a:chOff x="6056280" y="1640520"/>
            <a:chExt cx="188640" cy="302760"/>
          </a:xfrm>
        </p:grpSpPr>
        <p:sp>
          <p:nvSpPr>
            <p:cNvPr id="3136" name="Freeform 109"/>
            <p:cNvSpPr/>
            <p:nvPr/>
          </p:nvSpPr>
          <p:spPr>
            <a:xfrm>
              <a:off x="6159600" y="1640520"/>
              <a:ext cx="85320" cy="30276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302760"/>
                <a:gd name="textAreaBottom" fmla="*/ 303120 h 302760"/>
                <a:gd name="GluePoint1X" fmla="*/ 0 w 54"/>
                <a:gd name="GluePoint1Y" fmla="*/ 0 h 191"/>
                <a:gd name="GluePoint2X" fmla="*/ 0 w 54"/>
                <a:gd name="GluePoint2Y" fmla="*/ 33 h 191"/>
                <a:gd name="GluePoint3X" fmla="*/ 0 w 54"/>
                <a:gd name="GluePoint3Y" fmla="*/ 158 h 191"/>
                <a:gd name="GluePoint4X" fmla="*/ 0 w 54"/>
                <a:gd name="GluePoint4Y" fmla="*/ 191 h 191"/>
                <a:gd name="GluePoint5X" fmla="*/ 6 w 54"/>
                <a:gd name="GluePoint5Y" fmla="*/ 191 h 191"/>
                <a:gd name="GluePoint6X" fmla="*/ 6 w 54"/>
                <a:gd name="GluePoint6Y" fmla="*/ 158 h 191"/>
                <a:gd name="GluePoint7X" fmla="*/ 54 w 54"/>
                <a:gd name="GluePoint7Y" fmla="*/ 158 h 191"/>
                <a:gd name="GluePoint8X" fmla="*/ 54 w 54"/>
                <a:gd name="GluePoint8Y" fmla="*/ 33 h 191"/>
                <a:gd name="GluePoint9X" fmla="*/ 6 w 54"/>
                <a:gd name="GluePoint9Y" fmla="*/ 33 h 191"/>
                <a:gd name="GluePoint10X" fmla="*/ 6 w 54"/>
                <a:gd name="GluePoint10Y" fmla="*/ 0 h 191"/>
                <a:gd name="GluePoint11X" fmla="*/ 0 w 54"/>
                <a:gd name="GluePoint11Y" fmla="*/ 0 h 191"/>
                <a:gd name="GluePoint12X" fmla="*/ 48 w 54"/>
                <a:gd name="GluePoint12Y" fmla="*/ 39 h 191"/>
                <a:gd name="GluePoint13X" fmla="*/ 48 w 54"/>
                <a:gd name="GluePoint13Y" fmla="*/ 152 h 191"/>
                <a:gd name="GluePoint14X" fmla="*/ 6 w 54"/>
                <a:gd name="GluePoint14Y" fmla="*/ 152 h 191"/>
                <a:gd name="GluePoint15X" fmla="*/ 6 w 54"/>
                <a:gd name="GluePoint15Y" fmla="*/ 39 h 191"/>
                <a:gd name="GluePoint16X" fmla="*/ 48 w 54"/>
                <a:gd name="GluePoint16Y" fmla="*/ 39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54" h="191">
                  <a:moveTo>
                    <a:pt x="0" y="0"/>
                  </a:moveTo>
                  <a:lnTo>
                    <a:pt x="0" y="33"/>
                  </a:lnTo>
                  <a:lnTo>
                    <a:pt x="0" y="158"/>
                  </a:lnTo>
                  <a:lnTo>
                    <a:pt x="0" y="191"/>
                  </a:lnTo>
                  <a:lnTo>
                    <a:pt x="6" y="191"/>
                  </a:lnTo>
                  <a:lnTo>
                    <a:pt x="6" y="158"/>
                  </a:lnTo>
                  <a:lnTo>
                    <a:pt x="54" y="158"/>
                  </a:lnTo>
                  <a:lnTo>
                    <a:pt x="54" y="33"/>
                  </a:lnTo>
                  <a:lnTo>
                    <a:pt x="6" y="33"/>
                  </a:lnTo>
                  <a:lnTo>
                    <a:pt x="6" y="0"/>
                  </a:lnTo>
                  <a:lnTo>
                    <a:pt x="0" y="0"/>
                  </a:lnTo>
                  <a:close/>
                  <a:moveTo>
                    <a:pt x="48" y="39"/>
                  </a:moveTo>
                  <a:lnTo>
                    <a:pt x="48" y="152"/>
                  </a:lnTo>
                  <a:lnTo>
                    <a:pt x="6" y="152"/>
                  </a:lnTo>
                  <a:lnTo>
                    <a:pt x="6" y="39"/>
                  </a:lnTo>
                  <a:lnTo>
                    <a:pt x="48" y="3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37" name="Freeform 110"/>
            <p:cNvSpPr/>
            <p:nvPr/>
          </p:nvSpPr>
          <p:spPr>
            <a:xfrm>
              <a:off x="6056280" y="1640520"/>
              <a:ext cx="83880" cy="302760"/>
            </a:xfrm>
            <a:custGeom>
              <a:avLst/>
              <a:gdLst>
                <a:gd name="textAreaLeft" fmla="*/ 0 w 83880"/>
                <a:gd name="textAreaRight" fmla="*/ 84240 w 83880"/>
                <a:gd name="textAreaTop" fmla="*/ 0 h 302760"/>
                <a:gd name="textAreaBottom" fmla="*/ 303120 h 302760"/>
                <a:gd name="GluePoint1X" fmla="*/ 0 w 53"/>
                <a:gd name="GluePoint1Y" fmla="*/ 0 h 191"/>
                <a:gd name="GluePoint2X" fmla="*/ 0 w 53"/>
                <a:gd name="GluePoint2Y" fmla="*/ 15 h 191"/>
                <a:gd name="GluePoint3X" fmla="*/ 0 w 53"/>
                <a:gd name="GluePoint3Y" fmla="*/ 176 h 191"/>
                <a:gd name="GluePoint4X" fmla="*/ 0 w 53"/>
                <a:gd name="GluePoint4Y" fmla="*/ 191 h 191"/>
                <a:gd name="GluePoint5X" fmla="*/ 6 w 53"/>
                <a:gd name="GluePoint5Y" fmla="*/ 191 h 191"/>
                <a:gd name="GluePoint6X" fmla="*/ 6 w 53"/>
                <a:gd name="GluePoint6Y" fmla="*/ 176 h 191"/>
                <a:gd name="GluePoint7X" fmla="*/ 53 w 53"/>
                <a:gd name="GluePoint7Y" fmla="*/ 176 h 191"/>
                <a:gd name="GluePoint8X" fmla="*/ 53 w 53"/>
                <a:gd name="GluePoint8Y" fmla="*/ 15 h 191"/>
                <a:gd name="GluePoint9X" fmla="*/ 6 w 53"/>
                <a:gd name="GluePoint9Y" fmla="*/ 15 h 191"/>
                <a:gd name="GluePoint10X" fmla="*/ 6 w 53"/>
                <a:gd name="GluePoint10Y" fmla="*/ 0 h 191"/>
                <a:gd name="GluePoint11X" fmla="*/ 0 w 53"/>
                <a:gd name="GluePoint11Y" fmla="*/ 0 h 191"/>
                <a:gd name="GluePoint12X" fmla="*/ 47 w 53"/>
                <a:gd name="GluePoint12Y" fmla="*/ 21 h 191"/>
                <a:gd name="GluePoint13X" fmla="*/ 47 w 53"/>
                <a:gd name="GluePoint13Y" fmla="*/ 170 h 191"/>
                <a:gd name="GluePoint14X" fmla="*/ 6 w 53"/>
                <a:gd name="GluePoint14Y" fmla="*/ 170 h 191"/>
                <a:gd name="GluePoint15X" fmla="*/ 6 w 53"/>
                <a:gd name="GluePoint15Y" fmla="*/ 21 h 191"/>
                <a:gd name="GluePoint16X" fmla="*/ 47 w 53"/>
                <a:gd name="GluePoint16Y" fmla="*/ 21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53" h="191">
                  <a:moveTo>
                    <a:pt x="0" y="0"/>
                  </a:moveTo>
                  <a:lnTo>
                    <a:pt x="0" y="15"/>
                  </a:lnTo>
                  <a:lnTo>
                    <a:pt x="0" y="176"/>
                  </a:lnTo>
                  <a:lnTo>
                    <a:pt x="0" y="191"/>
                  </a:lnTo>
                  <a:lnTo>
                    <a:pt x="6" y="191"/>
                  </a:lnTo>
                  <a:lnTo>
                    <a:pt x="6" y="176"/>
                  </a:lnTo>
                  <a:lnTo>
                    <a:pt x="53" y="176"/>
                  </a:lnTo>
                  <a:lnTo>
                    <a:pt x="53" y="15"/>
                  </a:lnTo>
                  <a:lnTo>
                    <a:pt x="6" y="15"/>
                  </a:lnTo>
                  <a:lnTo>
                    <a:pt x="6" y="0"/>
                  </a:lnTo>
                  <a:lnTo>
                    <a:pt x="0" y="0"/>
                  </a:lnTo>
                  <a:close/>
                  <a:moveTo>
                    <a:pt x="47" y="21"/>
                  </a:moveTo>
                  <a:lnTo>
                    <a:pt x="47" y="170"/>
                  </a:lnTo>
                  <a:lnTo>
                    <a:pt x="6" y="170"/>
                  </a:lnTo>
                  <a:lnTo>
                    <a:pt x="6" y="21"/>
                  </a:lnTo>
                  <a:lnTo>
                    <a:pt x="47" y="2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138" name="Группа 608"/>
          <p:cNvGrpSpPr/>
          <p:nvPr/>
        </p:nvGrpSpPr>
        <p:grpSpPr>
          <a:xfrm>
            <a:off x="6451560" y="1640520"/>
            <a:ext cx="188640" cy="302760"/>
            <a:chOff x="6451560" y="1640520"/>
            <a:chExt cx="188640" cy="302760"/>
          </a:xfrm>
        </p:grpSpPr>
        <p:sp>
          <p:nvSpPr>
            <p:cNvPr id="3139" name="Freeform 111"/>
            <p:cNvSpPr/>
            <p:nvPr/>
          </p:nvSpPr>
          <p:spPr>
            <a:xfrm>
              <a:off x="6451560" y="1640520"/>
              <a:ext cx="85320" cy="30276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302760"/>
                <a:gd name="textAreaBottom" fmla="*/ 303120 h 302760"/>
                <a:gd name="GluePoint1X" fmla="*/ 54 w 54"/>
                <a:gd name="GluePoint1Y" fmla="*/ 191 h 191"/>
                <a:gd name="GluePoint2X" fmla="*/ 54 w 54"/>
                <a:gd name="GluePoint2Y" fmla="*/ 176 h 191"/>
                <a:gd name="GluePoint3X" fmla="*/ 54 w 54"/>
                <a:gd name="GluePoint3Y" fmla="*/ 15 h 191"/>
                <a:gd name="GluePoint4X" fmla="*/ 54 w 54"/>
                <a:gd name="GluePoint4Y" fmla="*/ 0 h 191"/>
                <a:gd name="GluePoint5X" fmla="*/ 48 w 54"/>
                <a:gd name="GluePoint5Y" fmla="*/ 0 h 191"/>
                <a:gd name="GluePoint6X" fmla="*/ 48 w 54"/>
                <a:gd name="GluePoint6Y" fmla="*/ 15 h 191"/>
                <a:gd name="GluePoint7X" fmla="*/ 0 w 54"/>
                <a:gd name="GluePoint7Y" fmla="*/ 15 h 191"/>
                <a:gd name="GluePoint8X" fmla="*/ 0 w 54"/>
                <a:gd name="GluePoint8Y" fmla="*/ 176 h 191"/>
                <a:gd name="GluePoint9X" fmla="*/ 48 w 54"/>
                <a:gd name="GluePoint9Y" fmla="*/ 176 h 191"/>
                <a:gd name="GluePoint10X" fmla="*/ 48 w 54"/>
                <a:gd name="GluePoint10Y" fmla="*/ 191 h 191"/>
                <a:gd name="GluePoint11X" fmla="*/ 54 w 54"/>
                <a:gd name="GluePoint11Y" fmla="*/ 191 h 191"/>
                <a:gd name="GluePoint12X" fmla="*/ 6 w 54"/>
                <a:gd name="GluePoint12Y" fmla="*/ 170 h 191"/>
                <a:gd name="GluePoint13X" fmla="*/ 6 w 54"/>
                <a:gd name="GluePoint13Y" fmla="*/ 21 h 191"/>
                <a:gd name="GluePoint14X" fmla="*/ 48 w 54"/>
                <a:gd name="GluePoint14Y" fmla="*/ 21 h 191"/>
                <a:gd name="GluePoint15X" fmla="*/ 48 w 54"/>
                <a:gd name="GluePoint15Y" fmla="*/ 170 h 191"/>
                <a:gd name="GluePoint16X" fmla="*/ 6 w 54"/>
                <a:gd name="GluePoint16Y" fmla="*/ 170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54" h="191">
                  <a:moveTo>
                    <a:pt x="54" y="191"/>
                  </a:moveTo>
                  <a:lnTo>
                    <a:pt x="54" y="176"/>
                  </a:lnTo>
                  <a:lnTo>
                    <a:pt x="54" y="15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48" y="15"/>
                  </a:lnTo>
                  <a:lnTo>
                    <a:pt x="0" y="15"/>
                  </a:lnTo>
                  <a:lnTo>
                    <a:pt x="0" y="176"/>
                  </a:lnTo>
                  <a:lnTo>
                    <a:pt x="48" y="176"/>
                  </a:lnTo>
                  <a:lnTo>
                    <a:pt x="48" y="191"/>
                  </a:lnTo>
                  <a:lnTo>
                    <a:pt x="54" y="191"/>
                  </a:lnTo>
                  <a:close/>
                  <a:moveTo>
                    <a:pt x="6" y="170"/>
                  </a:moveTo>
                  <a:lnTo>
                    <a:pt x="6" y="21"/>
                  </a:lnTo>
                  <a:lnTo>
                    <a:pt x="48" y="21"/>
                  </a:lnTo>
                  <a:lnTo>
                    <a:pt x="48" y="170"/>
                  </a:lnTo>
                  <a:lnTo>
                    <a:pt x="6" y="17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40" name="Freeform 112"/>
            <p:cNvSpPr/>
            <p:nvPr/>
          </p:nvSpPr>
          <p:spPr>
            <a:xfrm>
              <a:off x="6556320" y="1640520"/>
              <a:ext cx="83880" cy="302760"/>
            </a:xfrm>
            <a:custGeom>
              <a:avLst/>
              <a:gdLst>
                <a:gd name="textAreaLeft" fmla="*/ 0 w 83880"/>
                <a:gd name="textAreaRight" fmla="*/ 84240 w 83880"/>
                <a:gd name="textAreaTop" fmla="*/ 0 h 302760"/>
                <a:gd name="textAreaBottom" fmla="*/ 303120 h 302760"/>
                <a:gd name="GluePoint1X" fmla="*/ 53 w 53"/>
                <a:gd name="GluePoint1Y" fmla="*/ 191 h 191"/>
                <a:gd name="GluePoint2X" fmla="*/ 53 w 53"/>
                <a:gd name="GluePoint2Y" fmla="*/ 158 h 191"/>
                <a:gd name="GluePoint3X" fmla="*/ 53 w 53"/>
                <a:gd name="GluePoint3Y" fmla="*/ 33 h 191"/>
                <a:gd name="GluePoint4X" fmla="*/ 53 w 53"/>
                <a:gd name="GluePoint4Y" fmla="*/ 0 h 191"/>
                <a:gd name="GluePoint5X" fmla="*/ 47 w 53"/>
                <a:gd name="GluePoint5Y" fmla="*/ 0 h 191"/>
                <a:gd name="GluePoint6X" fmla="*/ 47 w 53"/>
                <a:gd name="GluePoint6Y" fmla="*/ 33 h 191"/>
                <a:gd name="GluePoint7X" fmla="*/ 0 w 53"/>
                <a:gd name="GluePoint7Y" fmla="*/ 33 h 191"/>
                <a:gd name="GluePoint8X" fmla="*/ 0 w 53"/>
                <a:gd name="GluePoint8Y" fmla="*/ 158 h 191"/>
                <a:gd name="GluePoint9X" fmla="*/ 47 w 53"/>
                <a:gd name="GluePoint9Y" fmla="*/ 158 h 191"/>
                <a:gd name="GluePoint10X" fmla="*/ 47 w 53"/>
                <a:gd name="GluePoint10Y" fmla="*/ 191 h 191"/>
                <a:gd name="GluePoint11X" fmla="*/ 53 w 53"/>
                <a:gd name="GluePoint11Y" fmla="*/ 191 h 191"/>
                <a:gd name="GluePoint12X" fmla="*/ 6 w 53"/>
                <a:gd name="GluePoint12Y" fmla="*/ 152 h 191"/>
                <a:gd name="GluePoint13X" fmla="*/ 6 w 53"/>
                <a:gd name="GluePoint13Y" fmla="*/ 39 h 191"/>
                <a:gd name="GluePoint14X" fmla="*/ 47 w 53"/>
                <a:gd name="GluePoint14Y" fmla="*/ 39 h 191"/>
                <a:gd name="GluePoint15X" fmla="*/ 47 w 53"/>
                <a:gd name="GluePoint15Y" fmla="*/ 152 h 191"/>
                <a:gd name="GluePoint16X" fmla="*/ 6 w 53"/>
                <a:gd name="GluePoint16Y" fmla="*/ 152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53" h="191">
                  <a:moveTo>
                    <a:pt x="53" y="191"/>
                  </a:moveTo>
                  <a:lnTo>
                    <a:pt x="53" y="158"/>
                  </a:lnTo>
                  <a:lnTo>
                    <a:pt x="53" y="33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47" y="33"/>
                  </a:lnTo>
                  <a:lnTo>
                    <a:pt x="0" y="33"/>
                  </a:lnTo>
                  <a:lnTo>
                    <a:pt x="0" y="158"/>
                  </a:lnTo>
                  <a:lnTo>
                    <a:pt x="47" y="158"/>
                  </a:lnTo>
                  <a:lnTo>
                    <a:pt x="47" y="191"/>
                  </a:lnTo>
                  <a:lnTo>
                    <a:pt x="53" y="191"/>
                  </a:lnTo>
                  <a:close/>
                  <a:moveTo>
                    <a:pt x="6" y="152"/>
                  </a:moveTo>
                  <a:lnTo>
                    <a:pt x="6" y="39"/>
                  </a:lnTo>
                  <a:lnTo>
                    <a:pt x="47" y="39"/>
                  </a:lnTo>
                  <a:lnTo>
                    <a:pt x="47" y="152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141" name="Группа 609"/>
          <p:cNvGrpSpPr/>
          <p:nvPr/>
        </p:nvGrpSpPr>
        <p:grpSpPr>
          <a:xfrm>
            <a:off x="6788160" y="1651680"/>
            <a:ext cx="304560" cy="279000"/>
            <a:chOff x="6788160" y="1651680"/>
            <a:chExt cx="304560" cy="279000"/>
          </a:xfrm>
        </p:grpSpPr>
        <p:sp>
          <p:nvSpPr>
            <p:cNvPr id="3142" name="Rectangle 113"/>
            <p:cNvSpPr/>
            <p:nvPr/>
          </p:nvSpPr>
          <p:spPr>
            <a:xfrm>
              <a:off x="6931080" y="1683360"/>
              <a:ext cx="1616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43" name="Rectangle 114"/>
            <p:cNvSpPr/>
            <p:nvPr/>
          </p:nvSpPr>
          <p:spPr>
            <a:xfrm>
              <a:off x="6892920" y="1730880"/>
              <a:ext cx="1472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44" name="Rectangle 115"/>
            <p:cNvSpPr/>
            <p:nvPr/>
          </p:nvSpPr>
          <p:spPr>
            <a:xfrm>
              <a:off x="6892920" y="1778760"/>
              <a:ext cx="1998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45" name="Rectangle 116"/>
            <p:cNvSpPr/>
            <p:nvPr/>
          </p:nvSpPr>
          <p:spPr>
            <a:xfrm>
              <a:off x="6892920" y="1826280"/>
              <a:ext cx="1616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46" name="Rectangle 117"/>
            <p:cNvSpPr/>
            <p:nvPr/>
          </p:nvSpPr>
          <p:spPr>
            <a:xfrm>
              <a:off x="6892920" y="1873800"/>
              <a:ext cx="1998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47" name="Rectangle 118"/>
            <p:cNvSpPr/>
            <p:nvPr/>
          </p:nvSpPr>
          <p:spPr>
            <a:xfrm>
              <a:off x="6892920" y="1921680"/>
              <a:ext cx="171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48" name="Freeform 119"/>
            <p:cNvSpPr/>
            <p:nvPr/>
          </p:nvSpPr>
          <p:spPr>
            <a:xfrm>
              <a:off x="6788160" y="1651680"/>
              <a:ext cx="114120" cy="74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74160"/>
                <a:gd name="textAreaBottom" fmla="*/ 74520 h 74160"/>
                <a:gd name="GluePoint1X" fmla="*/ 46 w 72"/>
                <a:gd name="GluePoint1Y" fmla="*/ 42 h 47"/>
                <a:gd name="GluePoint2X" fmla="*/ 50 w 72"/>
                <a:gd name="GluePoint2Y" fmla="*/ 47 h 47"/>
                <a:gd name="GluePoint3X" fmla="*/ 72 w 72"/>
                <a:gd name="GluePoint3Y" fmla="*/ 26 h 47"/>
                <a:gd name="GluePoint4X" fmla="*/ 72 w 72"/>
                <a:gd name="GluePoint4Y" fmla="*/ 21 h 47"/>
                <a:gd name="GluePoint5X" fmla="*/ 50 w 72"/>
                <a:gd name="GluePoint5Y" fmla="*/ 0 h 47"/>
                <a:gd name="GluePoint6X" fmla="*/ 46 w 72"/>
                <a:gd name="GluePoint6Y" fmla="*/ 5 h 47"/>
                <a:gd name="GluePoint7X" fmla="*/ 62 w 72"/>
                <a:gd name="GluePoint7Y" fmla="*/ 20 h 47"/>
                <a:gd name="GluePoint8X" fmla="*/ 0 w 72"/>
                <a:gd name="GluePoint8Y" fmla="*/ 20 h 47"/>
                <a:gd name="GluePoint9X" fmla="*/ 0 w 72"/>
                <a:gd name="GluePoint9Y" fmla="*/ 26 h 47"/>
                <a:gd name="GluePoint10X" fmla="*/ 62 w 72"/>
                <a:gd name="GluePoint10Y" fmla="*/ 26 h 47"/>
                <a:gd name="GluePoint11X" fmla="*/ 46 w 72"/>
                <a:gd name="GluePoint11Y" fmla="*/ 42 h 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2" h="47">
                  <a:moveTo>
                    <a:pt x="46" y="42"/>
                  </a:moveTo>
                  <a:lnTo>
                    <a:pt x="50" y="47"/>
                  </a:lnTo>
                  <a:lnTo>
                    <a:pt x="72" y="26"/>
                  </a:lnTo>
                  <a:lnTo>
                    <a:pt x="72" y="21"/>
                  </a:lnTo>
                  <a:lnTo>
                    <a:pt x="50" y="0"/>
                  </a:lnTo>
                  <a:lnTo>
                    <a:pt x="46" y="5"/>
                  </a:lnTo>
                  <a:lnTo>
                    <a:pt x="62" y="20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62" y="26"/>
                  </a:lnTo>
                  <a:lnTo>
                    <a:pt x="46" y="4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080" bIns="37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149" name="Группа 610"/>
          <p:cNvGrpSpPr/>
          <p:nvPr/>
        </p:nvGrpSpPr>
        <p:grpSpPr>
          <a:xfrm>
            <a:off x="2054160" y="2034360"/>
            <a:ext cx="302760" cy="304560"/>
            <a:chOff x="2054160" y="2034360"/>
            <a:chExt cx="302760" cy="304560"/>
          </a:xfrm>
        </p:grpSpPr>
        <p:sp>
          <p:nvSpPr>
            <p:cNvPr id="3150" name="Rectangle 120"/>
            <p:cNvSpPr/>
            <p:nvPr/>
          </p:nvSpPr>
          <p:spPr>
            <a:xfrm>
              <a:off x="2197080" y="2062800"/>
              <a:ext cx="1598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51" name="Rectangle 121"/>
            <p:cNvSpPr/>
            <p:nvPr/>
          </p:nvSpPr>
          <p:spPr>
            <a:xfrm>
              <a:off x="2197080" y="2110320"/>
              <a:ext cx="1029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52" name="Rectangle 122"/>
            <p:cNvSpPr/>
            <p:nvPr/>
          </p:nvSpPr>
          <p:spPr>
            <a:xfrm>
              <a:off x="2197080" y="2158200"/>
              <a:ext cx="1598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53" name="Rectangle 123"/>
            <p:cNvSpPr/>
            <p:nvPr/>
          </p:nvSpPr>
          <p:spPr>
            <a:xfrm>
              <a:off x="2197080" y="2205720"/>
              <a:ext cx="117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54" name="Rectangle 124"/>
            <p:cNvSpPr/>
            <p:nvPr/>
          </p:nvSpPr>
          <p:spPr>
            <a:xfrm>
              <a:off x="2197080" y="2253240"/>
              <a:ext cx="1598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55" name="Rectangle 125"/>
            <p:cNvSpPr/>
            <p:nvPr/>
          </p:nvSpPr>
          <p:spPr>
            <a:xfrm>
              <a:off x="2197080" y="2301120"/>
              <a:ext cx="126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56" name="Rectangle 126"/>
            <p:cNvSpPr/>
            <p:nvPr/>
          </p:nvSpPr>
          <p:spPr>
            <a:xfrm>
              <a:off x="2168640" y="2034360"/>
              <a:ext cx="9000" cy="3045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57" name="Freeform 127"/>
            <p:cNvSpPr/>
            <p:nvPr/>
          </p:nvSpPr>
          <p:spPr>
            <a:xfrm>
              <a:off x="2054160" y="2150280"/>
              <a:ext cx="95040" cy="72720"/>
            </a:xfrm>
            <a:custGeom>
              <a:avLst/>
              <a:gdLst>
                <a:gd name="textAreaLeft" fmla="*/ 0 w 95040"/>
                <a:gd name="textAreaRight" fmla="*/ 95400 w 95040"/>
                <a:gd name="textAreaTop" fmla="*/ 0 h 72720"/>
                <a:gd name="textAreaBottom" fmla="*/ 73080 h 72720"/>
                <a:gd name="GluePoint1X" fmla="*/ 33 w 60"/>
                <a:gd name="GluePoint1Y" fmla="*/ 42 h 46"/>
                <a:gd name="GluePoint2X" fmla="*/ 39 w 60"/>
                <a:gd name="GluePoint2Y" fmla="*/ 46 h 46"/>
                <a:gd name="GluePoint3X" fmla="*/ 60 w 60"/>
                <a:gd name="GluePoint3Y" fmla="*/ 25 h 46"/>
                <a:gd name="GluePoint4X" fmla="*/ 60 w 60"/>
                <a:gd name="GluePoint4Y" fmla="*/ 21 h 46"/>
                <a:gd name="GluePoint5X" fmla="*/ 39 w 60"/>
                <a:gd name="GluePoint5Y" fmla="*/ 0 h 46"/>
                <a:gd name="GluePoint6X" fmla="*/ 34 w 60"/>
                <a:gd name="GluePoint6Y" fmla="*/ 4 h 46"/>
                <a:gd name="GluePoint7X" fmla="*/ 50 w 60"/>
                <a:gd name="GluePoint7Y" fmla="*/ 20 h 46"/>
                <a:gd name="GluePoint8X" fmla="*/ 0 w 60"/>
                <a:gd name="GluePoint8Y" fmla="*/ 20 h 46"/>
                <a:gd name="GluePoint9X" fmla="*/ 0 w 60"/>
                <a:gd name="GluePoint9Y" fmla="*/ 26 h 46"/>
                <a:gd name="GluePoint10X" fmla="*/ 50 w 60"/>
                <a:gd name="GluePoint10Y" fmla="*/ 26 h 46"/>
                <a:gd name="GluePoint11X" fmla="*/ 33 w 60"/>
                <a:gd name="GluePoint11Y" fmla="*/ 42 h 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0" h="46">
                  <a:moveTo>
                    <a:pt x="33" y="42"/>
                  </a:moveTo>
                  <a:lnTo>
                    <a:pt x="39" y="46"/>
                  </a:lnTo>
                  <a:lnTo>
                    <a:pt x="60" y="25"/>
                  </a:lnTo>
                  <a:lnTo>
                    <a:pt x="60" y="21"/>
                  </a:lnTo>
                  <a:lnTo>
                    <a:pt x="39" y="0"/>
                  </a:lnTo>
                  <a:lnTo>
                    <a:pt x="34" y="4"/>
                  </a:lnTo>
                  <a:lnTo>
                    <a:pt x="50" y="20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50" y="26"/>
                  </a:lnTo>
                  <a:lnTo>
                    <a:pt x="33" y="4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360" bIns="36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158" name="Rectangle 134"/>
          <p:cNvSpPr/>
          <p:nvPr/>
        </p:nvSpPr>
        <p:spPr>
          <a:xfrm>
            <a:off x="2629080" y="2034360"/>
            <a:ext cx="9000" cy="30456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159" name="Группа 611"/>
          <p:cNvGrpSpPr/>
          <p:nvPr/>
        </p:nvGrpSpPr>
        <p:grpSpPr>
          <a:xfrm>
            <a:off x="2448000" y="2062800"/>
            <a:ext cx="304560" cy="247320"/>
            <a:chOff x="2448000" y="2062800"/>
            <a:chExt cx="304560" cy="247320"/>
          </a:xfrm>
        </p:grpSpPr>
        <p:sp>
          <p:nvSpPr>
            <p:cNvPr id="3160" name="Rectangle 128"/>
            <p:cNvSpPr/>
            <p:nvPr/>
          </p:nvSpPr>
          <p:spPr>
            <a:xfrm>
              <a:off x="2448000" y="2062800"/>
              <a:ext cx="1616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61" name="Rectangle 129"/>
            <p:cNvSpPr/>
            <p:nvPr/>
          </p:nvSpPr>
          <p:spPr>
            <a:xfrm>
              <a:off x="2505240" y="2110320"/>
              <a:ext cx="1044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62" name="Rectangle 130"/>
            <p:cNvSpPr/>
            <p:nvPr/>
          </p:nvSpPr>
          <p:spPr>
            <a:xfrm>
              <a:off x="2448000" y="2158200"/>
              <a:ext cx="1616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63" name="Rectangle 131"/>
            <p:cNvSpPr/>
            <p:nvPr/>
          </p:nvSpPr>
          <p:spPr>
            <a:xfrm>
              <a:off x="2490840" y="2205720"/>
              <a:ext cx="1188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64" name="Rectangle 132"/>
            <p:cNvSpPr/>
            <p:nvPr/>
          </p:nvSpPr>
          <p:spPr>
            <a:xfrm>
              <a:off x="2448000" y="2253240"/>
              <a:ext cx="1616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65" name="Rectangle 133"/>
            <p:cNvSpPr/>
            <p:nvPr/>
          </p:nvSpPr>
          <p:spPr>
            <a:xfrm>
              <a:off x="2481120" y="2301120"/>
              <a:ext cx="1281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66" name="Freeform 135"/>
            <p:cNvSpPr/>
            <p:nvPr/>
          </p:nvSpPr>
          <p:spPr>
            <a:xfrm>
              <a:off x="2657520" y="2150280"/>
              <a:ext cx="95040" cy="72720"/>
            </a:xfrm>
            <a:custGeom>
              <a:avLst/>
              <a:gdLst>
                <a:gd name="textAreaLeft" fmla="*/ 0 w 95040"/>
                <a:gd name="textAreaRight" fmla="*/ 95400 w 95040"/>
                <a:gd name="textAreaTop" fmla="*/ 0 h 72720"/>
                <a:gd name="textAreaBottom" fmla="*/ 73080 h 72720"/>
                <a:gd name="GluePoint1X" fmla="*/ 26 w 60"/>
                <a:gd name="GluePoint1Y" fmla="*/ 4 h 46"/>
                <a:gd name="GluePoint2X" fmla="*/ 22 w 60"/>
                <a:gd name="GluePoint2Y" fmla="*/ 0 h 46"/>
                <a:gd name="GluePoint3X" fmla="*/ 0 w 60"/>
                <a:gd name="GluePoint3Y" fmla="*/ 21 h 46"/>
                <a:gd name="GluePoint4X" fmla="*/ 0 w 60"/>
                <a:gd name="GluePoint4Y" fmla="*/ 25 h 46"/>
                <a:gd name="GluePoint5X" fmla="*/ 22 w 60"/>
                <a:gd name="GluePoint5Y" fmla="*/ 46 h 46"/>
                <a:gd name="GluePoint6X" fmla="*/ 26 w 60"/>
                <a:gd name="GluePoint6Y" fmla="*/ 42 h 46"/>
                <a:gd name="GluePoint7X" fmla="*/ 10 w 60"/>
                <a:gd name="GluePoint7Y" fmla="*/ 26 h 46"/>
                <a:gd name="GluePoint8X" fmla="*/ 60 w 60"/>
                <a:gd name="GluePoint8Y" fmla="*/ 26 h 46"/>
                <a:gd name="GluePoint9X" fmla="*/ 60 w 60"/>
                <a:gd name="GluePoint9Y" fmla="*/ 20 h 46"/>
                <a:gd name="GluePoint10X" fmla="*/ 10 w 60"/>
                <a:gd name="GluePoint10Y" fmla="*/ 20 h 46"/>
                <a:gd name="GluePoint11X" fmla="*/ 26 w 60"/>
                <a:gd name="GluePoint11Y" fmla="*/ 4 h 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0" h="46">
                  <a:moveTo>
                    <a:pt x="26" y="4"/>
                  </a:moveTo>
                  <a:lnTo>
                    <a:pt x="22" y="0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22" y="46"/>
                  </a:lnTo>
                  <a:lnTo>
                    <a:pt x="26" y="42"/>
                  </a:lnTo>
                  <a:lnTo>
                    <a:pt x="10" y="26"/>
                  </a:lnTo>
                  <a:lnTo>
                    <a:pt x="60" y="26"/>
                  </a:lnTo>
                  <a:lnTo>
                    <a:pt x="60" y="20"/>
                  </a:lnTo>
                  <a:lnTo>
                    <a:pt x="10" y="20"/>
                  </a:lnTo>
                  <a:lnTo>
                    <a:pt x="26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360" bIns="36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167" name="Freeform 136"/>
          <p:cNvSpPr/>
          <p:nvPr/>
        </p:nvSpPr>
        <p:spPr>
          <a:xfrm>
            <a:off x="2843280" y="2058120"/>
            <a:ext cx="302760" cy="256680"/>
          </a:xfrm>
          <a:custGeom>
            <a:avLst/>
            <a:gdLst>
              <a:gd name="textAreaLeft" fmla="*/ 0 w 302760"/>
              <a:gd name="textAreaRight" fmla="*/ 303120 w 302760"/>
              <a:gd name="textAreaTop" fmla="*/ 0 h 256680"/>
              <a:gd name="textAreaBottom" fmla="*/ 257040 h 256680"/>
              <a:gd name="GluePoint1X" fmla="*/ 128 w 256"/>
              <a:gd name="GluePoint1Y" fmla="*/ 0 h 216"/>
              <a:gd name="GluePoint2X" fmla="*/ 0 w 256"/>
              <a:gd name="GluePoint2Y" fmla="*/ 82 h 216"/>
              <a:gd name="GluePoint3X" fmla="*/ 70 w 256"/>
              <a:gd name="GluePoint3Y" fmla="*/ 155 h 216"/>
              <a:gd name="GluePoint4X" fmla="*/ 56 w 256"/>
              <a:gd name="GluePoint4Y" fmla="*/ 172 h 216"/>
              <a:gd name="GluePoint5X" fmla="*/ 84 w 256"/>
              <a:gd name="GluePoint5Y" fmla="*/ 192 h 216"/>
              <a:gd name="GluePoint6X" fmla="*/ 100 w 256"/>
              <a:gd name="GluePoint6Y" fmla="*/ 189 h 216"/>
              <a:gd name="GluePoint7X" fmla="*/ 104 w 256"/>
              <a:gd name="GluePoint7Y" fmla="*/ 200 h 216"/>
              <a:gd name="GluePoint8X" fmla="*/ 100 w 256"/>
              <a:gd name="GluePoint8Y" fmla="*/ 208 h 216"/>
              <a:gd name="GluePoint9X" fmla="*/ 100 w 256"/>
              <a:gd name="GluePoint9Y" fmla="*/ 216 h 216"/>
              <a:gd name="GluePoint10X" fmla="*/ 112 w 256"/>
              <a:gd name="GluePoint10Y" fmla="*/ 200 h 216"/>
              <a:gd name="GluePoint11X" fmla="*/ 107 w 256"/>
              <a:gd name="GluePoint11Y" fmla="*/ 184 h 216"/>
              <a:gd name="GluePoint12X" fmla="*/ 112 w 256"/>
              <a:gd name="GluePoint12Y" fmla="*/ 172 h 216"/>
              <a:gd name="GluePoint13X" fmla="*/ 110 w 256"/>
              <a:gd name="GluePoint13Y" fmla="*/ 163 h 216"/>
              <a:gd name="GluePoint14X" fmla="*/ 128 w 256"/>
              <a:gd name="GluePoint14Y" fmla="*/ 164 h 216"/>
              <a:gd name="GluePoint15X" fmla="*/ 256 w 256"/>
              <a:gd name="GluePoint15Y" fmla="*/ 82 h 216"/>
              <a:gd name="GluePoint16X" fmla="*/ 128 w 256"/>
              <a:gd name="GluePoint16Y" fmla="*/ 0 h 216"/>
              <a:gd name="GluePoint17X" fmla="*/ 64 w 256"/>
              <a:gd name="GluePoint17Y" fmla="*/ 172 h 216"/>
              <a:gd name="GluePoint18X" fmla="*/ 84 w 256"/>
              <a:gd name="GluePoint18Y" fmla="*/ 160 h 216"/>
              <a:gd name="GluePoint19X" fmla="*/ 104 w 256"/>
              <a:gd name="GluePoint19Y" fmla="*/ 172 h 216"/>
              <a:gd name="GluePoint20X" fmla="*/ 84 w 256"/>
              <a:gd name="GluePoint20Y" fmla="*/ 184 h 216"/>
              <a:gd name="GluePoint21X" fmla="*/ 64 w 256"/>
              <a:gd name="GluePoint21Y" fmla="*/ 172 h 216"/>
              <a:gd name="GluePoint22X" fmla="*/ 128 w 256"/>
              <a:gd name="GluePoint22Y" fmla="*/ 156 h 216"/>
              <a:gd name="GluePoint23X" fmla="*/ 8 w 256"/>
              <a:gd name="GluePoint23Y" fmla="*/ 82 h 216"/>
              <a:gd name="GluePoint24X" fmla="*/ 128 w 256"/>
              <a:gd name="GluePoint24Y" fmla="*/ 8 h 216"/>
              <a:gd name="GluePoint25X" fmla="*/ 248 w 256"/>
              <a:gd name="GluePoint25Y" fmla="*/ 82 h 216"/>
              <a:gd name="GluePoint26X" fmla="*/ 128 w 256"/>
              <a:gd name="GluePoint26Y" fmla="*/ 156 h 2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</a:cxnLst>
            <a:rect l="textAreaLeft" t="textAreaTop" r="textAreaRight" b="textAreaBottom"/>
            <a:pathLst>
              <a:path w="256" h="216">
                <a:moveTo>
                  <a:pt x="128" y="0"/>
                </a:moveTo>
                <a:cubicBezTo>
                  <a:pt x="58" y="0"/>
                  <a:pt x="0" y="37"/>
                  <a:pt x="0" y="82"/>
                </a:cubicBezTo>
                <a:cubicBezTo>
                  <a:pt x="0" y="114"/>
                  <a:pt x="29" y="141"/>
                  <a:pt x="70" y="155"/>
                </a:cubicBezTo>
                <a:cubicBezTo>
                  <a:pt x="62" y="158"/>
                  <a:pt x="56" y="164"/>
                  <a:pt x="56" y="172"/>
                </a:cubicBezTo>
                <a:cubicBezTo>
                  <a:pt x="56" y="183"/>
                  <a:pt x="69" y="192"/>
                  <a:pt x="84" y="192"/>
                </a:cubicBezTo>
                <a:cubicBezTo>
                  <a:pt x="90" y="192"/>
                  <a:pt x="96" y="191"/>
                  <a:pt x="100" y="189"/>
                </a:cubicBezTo>
                <a:cubicBezTo>
                  <a:pt x="102" y="190"/>
                  <a:pt x="104" y="194"/>
                  <a:pt x="104" y="200"/>
                </a:cubicBezTo>
                <a:cubicBezTo>
                  <a:pt x="104" y="207"/>
                  <a:pt x="101" y="208"/>
                  <a:pt x="100" y="208"/>
                </a:cubicBezTo>
                <a:cubicBezTo>
                  <a:pt x="100" y="216"/>
                  <a:pt x="100" y="216"/>
                  <a:pt x="100" y="216"/>
                </a:cubicBezTo>
                <a:cubicBezTo>
                  <a:pt x="105" y="216"/>
                  <a:pt x="112" y="212"/>
                  <a:pt x="112" y="200"/>
                </a:cubicBezTo>
                <a:cubicBezTo>
                  <a:pt x="112" y="192"/>
                  <a:pt x="110" y="187"/>
                  <a:pt x="107" y="184"/>
                </a:cubicBezTo>
                <a:cubicBezTo>
                  <a:pt x="110" y="181"/>
                  <a:pt x="112" y="176"/>
                  <a:pt x="112" y="172"/>
                </a:cubicBezTo>
                <a:cubicBezTo>
                  <a:pt x="112" y="169"/>
                  <a:pt x="111" y="166"/>
                  <a:pt x="110" y="163"/>
                </a:cubicBezTo>
                <a:cubicBezTo>
                  <a:pt x="116" y="164"/>
                  <a:pt x="122" y="164"/>
                  <a:pt x="128" y="164"/>
                </a:cubicBezTo>
                <a:cubicBezTo>
                  <a:pt x="199" y="164"/>
                  <a:pt x="256" y="127"/>
                  <a:pt x="256" y="82"/>
                </a:cubicBezTo>
                <a:cubicBezTo>
                  <a:pt x="256" y="37"/>
                  <a:pt x="199" y="0"/>
                  <a:pt x="128" y="0"/>
                </a:cubicBezTo>
                <a:close/>
                <a:moveTo>
                  <a:pt x="64" y="172"/>
                </a:moveTo>
                <a:cubicBezTo>
                  <a:pt x="64" y="165"/>
                  <a:pt x="74" y="160"/>
                  <a:pt x="84" y="160"/>
                </a:cubicBezTo>
                <a:cubicBezTo>
                  <a:pt x="95" y="160"/>
                  <a:pt x="104" y="165"/>
                  <a:pt x="104" y="172"/>
                </a:cubicBezTo>
                <a:cubicBezTo>
                  <a:pt x="104" y="178"/>
                  <a:pt x="95" y="184"/>
                  <a:pt x="84" y="184"/>
                </a:cubicBezTo>
                <a:cubicBezTo>
                  <a:pt x="74" y="184"/>
                  <a:pt x="64" y="178"/>
                  <a:pt x="64" y="172"/>
                </a:cubicBezTo>
                <a:close/>
                <a:moveTo>
                  <a:pt x="128" y="156"/>
                </a:moveTo>
                <a:cubicBezTo>
                  <a:pt x="62" y="156"/>
                  <a:pt x="8" y="123"/>
                  <a:pt x="8" y="82"/>
                </a:cubicBezTo>
                <a:cubicBezTo>
                  <a:pt x="8" y="41"/>
                  <a:pt x="62" y="8"/>
                  <a:pt x="128" y="8"/>
                </a:cubicBezTo>
                <a:cubicBezTo>
                  <a:pt x="195" y="8"/>
                  <a:pt x="248" y="41"/>
                  <a:pt x="248" y="82"/>
                </a:cubicBezTo>
                <a:cubicBezTo>
                  <a:pt x="248" y="123"/>
                  <a:pt x="195" y="156"/>
                  <a:pt x="128" y="156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68" name="Freeform 137"/>
          <p:cNvSpPr/>
          <p:nvPr/>
        </p:nvSpPr>
        <p:spPr>
          <a:xfrm>
            <a:off x="3233880" y="2089800"/>
            <a:ext cx="310680" cy="191880"/>
          </a:xfrm>
          <a:custGeom>
            <a:avLst/>
            <a:gdLst>
              <a:gd name="textAreaLeft" fmla="*/ 0 w 310680"/>
              <a:gd name="textAreaRight" fmla="*/ 311040 w 310680"/>
              <a:gd name="textAreaTop" fmla="*/ 0 h 191880"/>
              <a:gd name="textAreaBottom" fmla="*/ 192240 h 191880"/>
              <a:gd name="GluePoint1X" fmla="*/ 99 w 196"/>
              <a:gd name="GluePoint1Y" fmla="*/ 0 h 121"/>
              <a:gd name="GluePoint2X" fmla="*/ 0 w 196"/>
              <a:gd name="GluePoint2Y" fmla="*/ 43 h 121"/>
              <a:gd name="GluePoint3X" fmla="*/ 48 w 196"/>
              <a:gd name="GluePoint3Y" fmla="*/ 62 h 121"/>
              <a:gd name="GluePoint4X" fmla="*/ 0 w 196"/>
              <a:gd name="GluePoint4Y" fmla="*/ 82 h 121"/>
              <a:gd name="GluePoint5X" fmla="*/ 99 w 196"/>
              <a:gd name="GluePoint5Y" fmla="*/ 121 h 121"/>
              <a:gd name="GluePoint6X" fmla="*/ 196 w 196"/>
              <a:gd name="GluePoint6Y" fmla="*/ 82 h 121"/>
              <a:gd name="GluePoint7X" fmla="*/ 149 w 196"/>
              <a:gd name="GluePoint7Y" fmla="*/ 62 h 121"/>
              <a:gd name="GluePoint8X" fmla="*/ 196 w 196"/>
              <a:gd name="GluePoint8Y" fmla="*/ 43 h 121"/>
              <a:gd name="GluePoint9X" fmla="*/ 99 w 196"/>
              <a:gd name="GluePoint9Y" fmla="*/ 0 h 121"/>
              <a:gd name="GluePoint10X" fmla="*/ 180 w 196"/>
              <a:gd name="GluePoint10Y" fmla="*/ 82 h 121"/>
              <a:gd name="GluePoint11X" fmla="*/ 99 w 196"/>
              <a:gd name="GluePoint11Y" fmla="*/ 115 h 121"/>
              <a:gd name="GluePoint12X" fmla="*/ 16 w 196"/>
              <a:gd name="GluePoint12Y" fmla="*/ 82 h 121"/>
              <a:gd name="GluePoint13X" fmla="*/ 55 w 196"/>
              <a:gd name="GluePoint13Y" fmla="*/ 65 h 121"/>
              <a:gd name="GluePoint14X" fmla="*/ 99 w 196"/>
              <a:gd name="GluePoint14Y" fmla="*/ 82 h 121"/>
              <a:gd name="GluePoint15X" fmla="*/ 141 w 196"/>
              <a:gd name="GluePoint15Y" fmla="*/ 65 h 121"/>
              <a:gd name="GluePoint16X" fmla="*/ 180 w 196"/>
              <a:gd name="GluePoint16Y" fmla="*/ 82 h 121"/>
              <a:gd name="GluePoint17X" fmla="*/ 141 w 196"/>
              <a:gd name="GluePoint17Y" fmla="*/ 58 h 121"/>
              <a:gd name="GluePoint18X" fmla="*/ 141 w 196"/>
              <a:gd name="GluePoint18Y" fmla="*/ 59 h 121"/>
              <a:gd name="GluePoint19X" fmla="*/ 99 w 196"/>
              <a:gd name="GluePoint19Y" fmla="*/ 76 h 121"/>
              <a:gd name="GluePoint20X" fmla="*/ 55 w 196"/>
              <a:gd name="GluePoint20Y" fmla="*/ 59 h 121"/>
              <a:gd name="GluePoint21X" fmla="*/ 55 w 196"/>
              <a:gd name="GluePoint21Y" fmla="*/ 58 h 121"/>
              <a:gd name="GluePoint22X" fmla="*/ 55 w 196"/>
              <a:gd name="GluePoint22Y" fmla="*/ 58 h 121"/>
              <a:gd name="GluePoint23X" fmla="*/ 16 w 196"/>
              <a:gd name="GluePoint23Y" fmla="*/ 43 h 121"/>
              <a:gd name="GluePoint24X" fmla="*/ 99 w 196"/>
              <a:gd name="GluePoint24Y" fmla="*/ 7 h 121"/>
              <a:gd name="GluePoint25X" fmla="*/ 180 w 196"/>
              <a:gd name="GluePoint25Y" fmla="*/ 43 h 121"/>
              <a:gd name="GluePoint26X" fmla="*/ 141 w 196"/>
              <a:gd name="GluePoint26Y" fmla="*/ 58 h 121"/>
              <a:gd name="GluePoint27X" fmla="*/ 141 w 196"/>
              <a:gd name="GluePoint27Y" fmla="*/ 58 h 12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</a:cxnLst>
            <a:rect l="textAreaLeft" t="textAreaTop" r="textAreaRight" b="textAreaBottom"/>
            <a:pathLst>
              <a:path w="196" h="121">
                <a:moveTo>
                  <a:pt x="99" y="0"/>
                </a:moveTo>
                <a:lnTo>
                  <a:pt x="0" y="43"/>
                </a:lnTo>
                <a:lnTo>
                  <a:pt x="48" y="62"/>
                </a:lnTo>
                <a:lnTo>
                  <a:pt x="0" y="82"/>
                </a:lnTo>
                <a:lnTo>
                  <a:pt x="99" y="121"/>
                </a:lnTo>
                <a:lnTo>
                  <a:pt x="196" y="82"/>
                </a:lnTo>
                <a:lnTo>
                  <a:pt x="149" y="62"/>
                </a:lnTo>
                <a:lnTo>
                  <a:pt x="196" y="43"/>
                </a:lnTo>
                <a:lnTo>
                  <a:pt x="99" y="0"/>
                </a:lnTo>
                <a:close/>
                <a:moveTo>
                  <a:pt x="180" y="82"/>
                </a:moveTo>
                <a:lnTo>
                  <a:pt x="99" y="115"/>
                </a:lnTo>
                <a:lnTo>
                  <a:pt x="16" y="82"/>
                </a:lnTo>
                <a:lnTo>
                  <a:pt x="55" y="65"/>
                </a:lnTo>
                <a:lnTo>
                  <a:pt x="99" y="82"/>
                </a:lnTo>
                <a:lnTo>
                  <a:pt x="141" y="65"/>
                </a:lnTo>
                <a:lnTo>
                  <a:pt x="180" y="82"/>
                </a:lnTo>
                <a:close/>
                <a:moveTo>
                  <a:pt x="141" y="58"/>
                </a:moveTo>
                <a:lnTo>
                  <a:pt x="141" y="59"/>
                </a:lnTo>
                <a:lnTo>
                  <a:pt x="99" y="76"/>
                </a:lnTo>
                <a:lnTo>
                  <a:pt x="55" y="59"/>
                </a:lnTo>
                <a:lnTo>
                  <a:pt x="55" y="58"/>
                </a:lnTo>
                <a:lnTo>
                  <a:pt x="55" y="58"/>
                </a:lnTo>
                <a:lnTo>
                  <a:pt x="16" y="43"/>
                </a:lnTo>
                <a:lnTo>
                  <a:pt x="99" y="7"/>
                </a:lnTo>
                <a:lnTo>
                  <a:pt x="180" y="43"/>
                </a:lnTo>
                <a:lnTo>
                  <a:pt x="141" y="58"/>
                </a:lnTo>
                <a:lnTo>
                  <a:pt x="141" y="5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69" name="Freeform 138"/>
          <p:cNvSpPr/>
          <p:nvPr/>
        </p:nvSpPr>
        <p:spPr>
          <a:xfrm>
            <a:off x="3629160" y="2059560"/>
            <a:ext cx="309240" cy="252000"/>
          </a:xfrm>
          <a:custGeom>
            <a:avLst/>
            <a:gdLst>
              <a:gd name="textAreaLeft" fmla="*/ 0 w 309240"/>
              <a:gd name="textAreaRight" fmla="*/ 309600 w 309240"/>
              <a:gd name="textAreaTop" fmla="*/ 0 h 252000"/>
              <a:gd name="textAreaBottom" fmla="*/ 252360 h 252000"/>
              <a:gd name="GluePoint1X" fmla="*/ 98 w 195"/>
              <a:gd name="GluePoint1Y" fmla="*/ 0 h 159"/>
              <a:gd name="GluePoint2X" fmla="*/ 0 w 195"/>
              <a:gd name="GluePoint2Y" fmla="*/ 43 h 159"/>
              <a:gd name="GluePoint3X" fmla="*/ 47 w 195"/>
              <a:gd name="GluePoint3Y" fmla="*/ 61 h 159"/>
              <a:gd name="GluePoint4X" fmla="*/ 0 w 195"/>
              <a:gd name="GluePoint4Y" fmla="*/ 81 h 159"/>
              <a:gd name="GluePoint5X" fmla="*/ 47 w 195"/>
              <a:gd name="GluePoint5Y" fmla="*/ 100 h 159"/>
              <a:gd name="GluePoint6X" fmla="*/ 0 w 195"/>
              <a:gd name="GluePoint6Y" fmla="*/ 120 h 159"/>
              <a:gd name="GluePoint7X" fmla="*/ 98 w 195"/>
              <a:gd name="GluePoint7Y" fmla="*/ 159 h 159"/>
              <a:gd name="GluePoint8X" fmla="*/ 195 w 195"/>
              <a:gd name="GluePoint8Y" fmla="*/ 120 h 159"/>
              <a:gd name="GluePoint9X" fmla="*/ 149 w 195"/>
              <a:gd name="GluePoint9Y" fmla="*/ 100 h 159"/>
              <a:gd name="GluePoint10X" fmla="*/ 195 w 195"/>
              <a:gd name="GluePoint10Y" fmla="*/ 81 h 159"/>
              <a:gd name="GluePoint11X" fmla="*/ 149 w 195"/>
              <a:gd name="GluePoint11Y" fmla="*/ 61 h 159"/>
              <a:gd name="GluePoint12X" fmla="*/ 195 w 195"/>
              <a:gd name="GluePoint12Y" fmla="*/ 43 h 159"/>
              <a:gd name="GluePoint13X" fmla="*/ 98 w 195"/>
              <a:gd name="GluePoint13Y" fmla="*/ 0 h 159"/>
              <a:gd name="GluePoint14X" fmla="*/ 179 w 195"/>
              <a:gd name="GluePoint14Y" fmla="*/ 120 h 159"/>
              <a:gd name="GluePoint15X" fmla="*/ 98 w 195"/>
              <a:gd name="GluePoint15Y" fmla="*/ 153 h 159"/>
              <a:gd name="GluePoint16X" fmla="*/ 16 w 195"/>
              <a:gd name="GluePoint16Y" fmla="*/ 120 h 159"/>
              <a:gd name="GluePoint17X" fmla="*/ 55 w 195"/>
              <a:gd name="GluePoint17Y" fmla="*/ 103 h 159"/>
              <a:gd name="GluePoint18X" fmla="*/ 98 w 195"/>
              <a:gd name="GluePoint18Y" fmla="*/ 120 h 159"/>
              <a:gd name="GluePoint19X" fmla="*/ 141 w 195"/>
              <a:gd name="GluePoint19Y" fmla="*/ 103 h 159"/>
              <a:gd name="GluePoint20X" fmla="*/ 179 w 195"/>
              <a:gd name="GluePoint20Y" fmla="*/ 120 h 159"/>
              <a:gd name="GluePoint21X" fmla="*/ 179 w 195"/>
              <a:gd name="GluePoint21Y" fmla="*/ 81 h 159"/>
              <a:gd name="GluePoint22X" fmla="*/ 141 w 195"/>
              <a:gd name="GluePoint22Y" fmla="*/ 96 h 159"/>
              <a:gd name="GluePoint23X" fmla="*/ 141 w 195"/>
              <a:gd name="GluePoint23Y" fmla="*/ 96 h 159"/>
              <a:gd name="GluePoint24X" fmla="*/ 141 w 195"/>
              <a:gd name="GluePoint24Y" fmla="*/ 97 h 159"/>
              <a:gd name="GluePoint25X" fmla="*/ 98 w 195"/>
              <a:gd name="GluePoint25Y" fmla="*/ 114 h 159"/>
              <a:gd name="GluePoint26X" fmla="*/ 55 w 195"/>
              <a:gd name="GluePoint26Y" fmla="*/ 97 h 159"/>
              <a:gd name="GluePoint27X" fmla="*/ 55 w 195"/>
              <a:gd name="GluePoint27Y" fmla="*/ 96 h 159"/>
              <a:gd name="GluePoint28X" fmla="*/ 55 w 195"/>
              <a:gd name="GluePoint28Y" fmla="*/ 96 h 159"/>
              <a:gd name="GluePoint29X" fmla="*/ 16 w 195"/>
              <a:gd name="GluePoint29Y" fmla="*/ 81 h 159"/>
              <a:gd name="GluePoint30X" fmla="*/ 55 w 195"/>
              <a:gd name="GluePoint30Y" fmla="*/ 64 h 159"/>
              <a:gd name="GluePoint31X" fmla="*/ 98 w 195"/>
              <a:gd name="GluePoint31Y" fmla="*/ 81 h 159"/>
              <a:gd name="GluePoint32X" fmla="*/ 141 w 195"/>
              <a:gd name="GluePoint32Y" fmla="*/ 64 h 159"/>
              <a:gd name="GluePoint33X" fmla="*/ 179 w 195"/>
              <a:gd name="GluePoint33Y" fmla="*/ 81 h 159"/>
              <a:gd name="GluePoint34X" fmla="*/ 141 w 195"/>
              <a:gd name="GluePoint34Y" fmla="*/ 57 h 159"/>
              <a:gd name="GluePoint35X" fmla="*/ 141 w 195"/>
              <a:gd name="GluePoint35Y" fmla="*/ 58 h 159"/>
              <a:gd name="GluePoint36X" fmla="*/ 98 w 195"/>
              <a:gd name="GluePoint36Y" fmla="*/ 75 h 159"/>
              <a:gd name="GluePoint37X" fmla="*/ 55 w 195"/>
              <a:gd name="GluePoint37Y" fmla="*/ 58 h 159"/>
              <a:gd name="GluePoint38X" fmla="*/ 55 w 195"/>
              <a:gd name="GluePoint38Y" fmla="*/ 57 h 159"/>
              <a:gd name="GluePoint39X" fmla="*/ 55 w 195"/>
              <a:gd name="GluePoint39Y" fmla="*/ 57 h 159"/>
              <a:gd name="GluePoint40X" fmla="*/ 16 w 195"/>
              <a:gd name="GluePoint40Y" fmla="*/ 43 h 159"/>
              <a:gd name="GluePoint41X" fmla="*/ 98 w 195"/>
              <a:gd name="GluePoint41Y" fmla="*/ 7 h 159"/>
              <a:gd name="GluePoint42X" fmla="*/ 179 w 195"/>
              <a:gd name="GluePoint42Y" fmla="*/ 43 h 159"/>
              <a:gd name="GluePoint43X" fmla="*/ 141 w 195"/>
              <a:gd name="GluePoint43Y" fmla="*/ 57 h 159"/>
              <a:gd name="GluePoint44X" fmla="*/ 141 w 195"/>
              <a:gd name="GluePoint44Y" fmla="*/ 57 h 1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</a:cxnLst>
            <a:rect l="textAreaLeft" t="textAreaTop" r="textAreaRight" b="textAreaBottom"/>
            <a:pathLst>
              <a:path w="195" h="159">
                <a:moveTo>
                  <a:pt x="98" y="0"/>
                </a:moveTo>
                <a:lnTo>
                  <a:pt x="0" y="43"/>
                </a:lnTo>
                <a:lnTo>
                  <a:pt x="47" y="61"/>
                </a:lnTo>
                <a:lnTo>
                  <a:pt x="0" y="81"/>
                </a:lnTo>
                <a:lnTo>
                  <a:pt x="47" y="100"/>
                </a:lnTo>
                <a:lnTo>
                  <a:pt x="0" y="120"/>
                </a:lnTo>
                <a:lnTo>
                  <a:pt x="98" y="159"/>
                </a:lnTo>
                <a:lnTo>
                  <a:pt x="195" y="120"/>
                </a:lnTo>
                <a:lnTo>
                  <a:pt x="149" y="100"/>
                </a:lnTo>
                <a:lnTo>
                  <a:pt x="195" y="81"/>
                </a:lnTo>
                <a:lnTo>
                  <a:pt x="149" y="61"/>
                </a:lnTo>
                <a:lnTo>
                  <a:pt x="195" y="43"/>
                </a:lnTo>
                <a:lnTo>
                  <a:pt x="98" y="0"/>
                </a:lnTo>
                <a:close/>
                <a:moveTo>
                  <a:pt x="179" y="120"/>
                </a:moveTo>
                <a:lnTo>
                  <a:pt x="98" y="153"/>
                </a:lnTo>
                <a:lnTo>
                  <a:pt x="16" y="120"/>
                </a:lnTo>
                <a:lnTo>
                  <a:pt x="55" y="103"/>
                </a:lnTo>
                <a:lnTo>
                  <a:pt x="98" y="120"/>
                </a:lnTo>
                <a:lnTo>
                  <a:pt x="141" y="103"/>
                </a:lnTo>
                <a:lnTo>
                  <a:pt x="179" y="120"/>
                </a:lnTo>
                <a:close/>
                <a:moveTo>
                  <a:pt x="179" y="81"/>
                </a:moveTo>
                <a:lnTo>
                  <a:pt x="141" y="96"/>
                </a:lnTo>
                <a:lnTo>
                  <a:pt x="141" y="96"/>
                </a:lnTo>
                <a:lnTo>
                  <a:pt x="141" y="97"/>
                </a:lnTo>
                <a:lnTo>
                  <a:pt x="98" y="114"/>
                </a:lnTo>
                <a:lnTo>
                  <a:pt x="55" y="97"/>
                </a:lnTo>
                <a:lnTo>
                  <a:pt x="55" y="96"/>
                </a:lnTo>
                <a:lnTo>
                  <a:pt x="55" y="96"/>
                </a:lnTo>
                <a:lnTo>
                  <a:pt x="16" y="81"/>
                </a:lnTo>
                <a:lnTo>
                  <a:pt x="55" y="64"/>
                </a:lnTo>
                <a:lnTo>
                  <a:pt x="98" y="81"/>
                </a:lnTo>
                <a:lnTo>
                  <a:pt x="141" y="64"/>
                </a:lnTo>
                <a:lnTo>
                  <a:pt x="179" y="81"/>
                </a:lnTo>
                <a:close/>
                <a:moveTo>
                  <a:pt x="141" y="57"/>
                </a:moveTo>
                <a:lnTo>
                  <a:pt x="141" y="58"/>
                </a:lnTo>
                <a:lnTo>
                  <a:pt x="98" y="75"/>
                </a:lnTo>
                <a:lnTo>
                  <a:pt x="55" y="58"/>
                </a:lnTo>
                <a:lnTo>
                  <a:pt x="55" y="57"/>
                </a:lnTo>
                <a:lnTo>
                  <a:pt x="55" y="57"/>
                </a:lnTo>
                <a:lnTo>
                  <a:pt x="16" y="43"/>
                </a:lnTo>
                <a:lnTo>
                  <a:pt x="98" y="7"/>
                </a:lnTo>
                <a:lnTo>
                  <a:pt x="179" y="43"/>
                </a:lnTo>
                <a:lnTo>
                  <a:pt x="141" y="57"/>
                </a:lnTo>
                <a:lnTo>
                  <a:pt x="141" y="57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0" name="Freeform 139"/>
          <p:cNvSpPr/>
          <p:nvPr/>
        </p:nvSpPr>
        <p:spPr>
          <a:xfrm>
            <a:off x="4027320" y="2034360"/>
            <a:ext cx="302760" cy="3045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4560"/>
              <a:gd name="textAreaBottom" fmla="*/ 304920 h 304560"/>
              <a:gd name="GluePoint1X" fmla="*/ 0 w 191"/>
              <a:gd name="GluePoint1Y" fmla="*/ 192 h 192"/>
              <a:gd name="GluePoint2X" fmla="*/ 191 w 191"/>
              <a:gd name="GluePoint2Y" fmla="*/ 192 h 192"/>
              <a:gd name="GluePoint3X" fmla="*/ 191 w 191"/>
              <a:gd name="GluePoint3Y" fmla="*/ 0 h 192"/>
              <a:gd name="GluePoint4X" fmla="*/ 0 w 191"/>
              <a:gd name="GluePoint4Y" fmla="*/ 0 h 192"/>
              <a:gd name="GluePoint5X" fmla="*/ 0 w 191"/>
              <a:gd name="GluePoint5Y" fmla="*/ 192 h 192"/>
              <a:gd name="GluePoint6X" fmla="*/ 6 w 191"/>
              <a:gd name="GluePoint6Y" fmla="*/ 6 h 192"/>
              <a:gd name="GluePoint7X" fmla="*/ 185 w 191"/>
              <a:gd name="GluePoint7Y" fmla="*/ 6 h 192"/>
              <a:gd name="GluePoint8X" fmla="*/ 185 w 191"/>
              <a:gd name="GluePoint8Y" fmla="*/ 186 h 192"/>
              <a:gd name="GluePoint9X" fmla="*/ 6 w 191"/>
              <a:gd name="GluePoint9Y" fmla="*/ 186 h 192"/>
              <a:gd name="GluePoint10X" fmla="*/ 6 w 191"/>
              <a:gd name="GluePoint10Y" fmla="*/ 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91" h="192">
                <a:moveTo>
                  <a:pt x="0" y="192"/>
                </a:moveTo>
                <a:lnTo>
                  <a:pt x="191" y="192"/>
                </a:lnTo>
                <a:lnTo>
                  <a:pt x="191" y="0"/>
                </a:lnTo>
                <a:lnTo>
                  <a:pt x="0" y="0"/>
                </a:lnTo>
                <a:lnTo>
                  <a:pt x="0" y="192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186"/>
                </a:lnTo>
                <a:lnTo>
                  <a:pt x="6" y="186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1" name="Freeform 140"/>
          <p:cNvSpPr/>
          <p:nvPr/>
        </p:nvSpPr>
        <p:spPr>
          <a:xfrm>
            <a:off x="4421160" y="203436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  <a:gd name="GluePoint1X" fmla="*/ 93 w 192"/>
              <a:gd name="GluePoint1Y" fmla="*/ 0 h 192"/>
              <a:gd name="GluePoint2X" fmla="*/ 0 w 192"/>
              <a:gd name="GluePoint2Y" fmla="*/ 0 h 192"/>
              <a:gd name="GluePoint3X" fmla="*/ 0 w 192"/>
              <a:gd name="GluePoint3Y" fmla="*/ 192 h 192"/>
              <a:gd name="GluePoint4X" fmla="*/ 93 w 192"/>
              <a:gd name="GluePoint4Y" fmla="*/ 192 h 192"/>
              <a:gd name="GluePoint5X" fmla="*/ 99 w 192"/>
              <a:gd name="GluePoint5Y" fmla="*/ 192 h 192"/>
              <a:gd name="GluePoint6X" fmla="*/ 192 w 192"/>
              <a:gd name="GluePoint6Y" fmla="*/ 192 h 192"/>
              <a:gd name="GluePoint7X" fmla="*/ 192 w 192"/>
              <a:gd name="GluePoint7Y" fmla="*/ 0 h 192"/>
              <a:gd name="GluePoint8X" fmla="*/ 99 w 192"/>
              <a:gd name="GluePoint8Y" fmla="*/ 0 h 192"/>
              <a:gd name="GluePoint9X" fmla="*/ 93 w 192"/>
              <a:gd name="GluePoint9Y" fmla="*/ 0 h 192"/>
              <a:gd name="GluePoint10X" fmla="*/ 93 w 192"/>
              <a:gd name="GluePoint10Y" fmla="*/ 186 h 192"/>
              <a:gd name="GluePoint11X" fmla="*/ 6 w 192"/>
              <a:gd name="GluePoint11Y" fmla="*/ 186 h 192"/>
              <a:gd name="GluePoint12X" fmla="*/ 6 w 192"/>
              <a:gd name="GluePoint12Y" fmla="*/ 6 h 192"/>
              <a:gd name="GluePoint13X" fmla="*/ 93 w 192"/>
              <a:gd name="GluePoint13Y" fmla="*/ 6 h 192"/>
              <a:gd name="GluePoint14X" fmla="*/ 93 w 192"/>
              <a:gd name="GluePoint14Y" fmla="*/ 186 h 192"/>
              <a:gd name="GluePoint15X" fmla="*/ 186 w 192"/>
              <a:gd name="GluePoint15Y" fmla="*/ 6 h 192"/>
              <a:gd name="GluePoint16X" fmla="*/ 186 w 192"/>
              <a:gd name="GluePoint16Y" fmla="*/ 186 h 192"/>
              <a:gd name="GluePoint17X" fmla="*/ 99 w 192"/>
              <a:gd name="GluePoint17Y" fmla="*/ 186 h 192"/>
              <a:gd name="GluePoint18X" fmla="*/ 99 w 192"/>
              <a:gd name="GluePoint18Y" fmla="*/ 6 h 192"/>
              <a:gd name="GluePoint19X" fmla="*/ 186 w 192"/>
              <a:gd name="GluePoint19Y" fmla="*/ 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192" h="192">
                <a:moveTo>
                  <a:pt x="93" y="0"/>
                </a:moveTo>
                <a:lnTo>
                  <a:pt x="0" y="0"/>
                </a:lnTo>
                <a:lnTo>
                  <a:pt x="0" y="192"/>
                </a:lnTo>
                <a:lnTo>
                  <a:pt x="93" y="192"/>
                </a:lnTo>
                <a:lnTo>
                  <a:pt x="99" y="192"/>
                </a:lnTo>
                <a:lnTo>
                  <a:pt x="192" y="192"/>
                </a:lnTo>
                <a:lnTo>
                  <a:pt x="192" y="0"/>
                </a:lnTo>
                <a:lnTo>
                  <a:pt x="99" y="0"/>
                </a:lnTo>
                <a:lnTo>
                  <a:pt x="93" y="0"/>
                </a:lnTo>
                <a:close/>
                <a:moveTo>
                  <a:pt x="93" y="186"/>
                </a:moveTo>
                <a:lnTo>
                  <a:pt x="6" y="186"/>
                </a:lnTo>
                <a:lnTo>
                  <a:pt x="6" y="6"/>
                </a:lnTo>
                <a:lnTo>
                  <a:pt x="93" y="6"/>
                </a:lnTo>
                <a:lnTo>
                  <a:pt x="93" y="186"/>
                </a:lnTo>
                <a:close/>
                <a:moveTo>
                  <a:pt x="186" y="6"/>
                </a:moveTo>
                <a:lnTo>
                  <a:pt x="186" y="186"/>
                </a:lnTo>
                <a:lnTo>
                  <a:pt x="99" y="186"/>
                </a:lnTo>
                <a:lnTo>
                  <a:pt x="99" y="6"/>
                </a:lnTo>
                <a:lnTo>
                  <a:pt x="18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2" name="Freeform 141"/>
          <p:cNvSpPr/>
          <p:nvPr/>
        </p:nvSpPr>
        <p:spPr>
          <a:xfrm>
            <a:off x="4815000" y="203436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  <a:gd name="GluePoint1X" fmla="*/ 126 w 192"/>
              <a:gd name="GluePoint1Y" fmla="*/ 0 h 192"/>
              <a:gd name="GluePoint2X" fmla="*/ 66 w 192"/>
              <a:gd name="GluePoint2Y" fmla="*/ 0 h 192"/>
              <a:gd name="GluePoint3X" fmla="*/ 60 w 192"/>
              <a:gd name="GluePoint3Y" fmla="*/ 0 h 192"/>
              <a:gd name="GluePoint4X" fmla="*/ 0 w 192"/>
              <a:gd name="GluePoint4Y" fmla="*/ 0 h 192"/>
              <a:gd name="GluePoint5X" fmla="*/ 0 w 192"/>
              <a:gd name="GluePoint5Y" fmla="*/ 192 h 192"/>
              <a:gd name="GluePoint6X" fmla="*/ 60 w 192"/>
              <a:gd name="GluePoint6Y" fmla="*/ 192 h 192"/>
              <a:gd name="GluePoint7X" fmla="*/ 66 w 192"/>
              <a:gd name="GluePoint7Y" fmla="*/ 192 h 192"/>
              <a:gd name="GluePoint8X" fmla="*/ 126 w 192"/>
              <a:gd name="GluePoint8Y" fmla="*/ 192 h 192"/>
              <a:gd name="GluePoint9X" fmla="*/ 132 w 192"/>
              <a:gd name="GluePoint9Y" fmla="*/ 192 h 192"/>
              <a:gd name="GluePoint10X" fmla="*/ 192 w 192"/>
              <a:gd name="GluePoint10Y" fmla="*/ 192 h 192"/>
              <a:gd name="GluePoint11X" fmla="*/ 192 w 192"/>
              <a:gd name="GluePoint11Y" fmla="*/ 0 h 192"/>
              <a:gd name="GluePoint12X" fmla="*/ 132 w 192"/>
              <a:gd name="GluePoint12Y" fmla="*/ 0 h 192"/>
              <a:gd name="GluePoint13X" fmla="*/ 126 w 192"/>
              <a:gd name="GluePoint13Y" fmla="*/ 0 h 192"/>
              <a:gd name="GluePoint14X" fmla="*/ 60 w 192"/>
              <a:gd name="GluePoint14Y" fmla="*/ 186 h 192"/>
              <a:gd name="GluePoint15X" fmla="*/ 6 w 192"/>
              <a:gd name="GluePoint15Y" fmla="*/ 186 h 192"/>
              <a:gd name="GluePoint16X" fmla="*/ 6 w 192"/>
              <a:gd name="GluePoint16Y" fmla="*/ 6 h 192"/>
              <a:gd name="GluePoint17X" fmla="*/ 60 w 192"/>
              <a:gd name="GluePoint17Y" fmla="*/ 6 h 192"/>
              <a:gd name="GluePoint18X" fmla="*/ 60 w 192"/>
              <a:gd name="GluePoint18Y" fmla="*/ 186 h 192"/>
              <a:gd name="GluePoint19X" fmla="*/ 126 w 192"/>
              <a:gd name="GluePoint19Y" fmla="*/ 186 h 192"/>
              <a:gd name="GluePoint20X" fmla="*/ 66 w 192"/>
              <a:gd name="GluePoint20Y" fmla="*/ 186 h 192"/>
              <a:gd name="GluePoint21X" fmla="*/ 66 w 192"/>
              <a:gd name="GluePoint21Y" fmla="*/ 6 h 192"/>
              <a:gd name="GluePoint22X" fmla="*/ 126 w 192"/>
              <a:gd name="GluePoint22Y" fmla="*/ 6 h 192"/>
              <a:gd name="GluePoint23X" fmla="*/ 126 w 192"/>
              <a:gd name="GluePoint23Y" fmla="*/ 186 h 192"/>
              <a:gd name="GluePoint24X" fmla="*/ 186 w 192"/>
              <a:gd name="GluePoint24Y" fmla="*/ 6 h 192"/>
              <a:gd name="GluePoint25X" fmla="*/ 186 w 192"/>
              <a:gd name="GluePoint25Y" fmla="*/ 186 h 192"/>
              <a:gd name="GluePoint26X" fmla="*/ 132 w 192"/>
              <a:gd name="GluePoint26Y" fmla="*/ 186 h 192"/>
              <a:gd name="GluePoint27X" fmla="*/ 132 w 192"/>
              <a:gd name="GluePoint27Y" fmla="*/ 6 h 192"/>
              <a:gd name="GluePoint28X" fmla="*/ 186 w 192"/>
              <a:gd name="GluePoint28Y" fmla="*/ 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</a:cxnLst>
            <a:rect l="textAreaLeft" t="textAreaTop" r="textAreaRight" b="textAreaBottom"/>
            <a:pathLst>
              <a:path w="192" h="192">
                <a:moveTo>
                  <a:pt x="126" y="0"/>
                </a:moveTo>
                <a:lnTo>
                  <a:pt x="66" y="0"/>
                </a:lnTo>
                <a:lnTo>
                  <a:pt x="60" y="0"/>
                </a:lnTo>
                <a:lnTo>
                  <a:pt x="0" y="0"/>
                </a:lnTo>
                <a:lnTo>
                  <a:pt x="0" y="192"/>
                </a:lnTo>
                <a:lnTo>
                  <a:pt x="60" y="192"/>
                </a:lnTo>
                <a:lnTo>
                  <a:pt x="66" y="192"/>
                </a:lnTo>
                <a:lnTo>
                  <a:pt x="126" y="192"/>
                </a:lnTo>
                <a:lnTo>
                  <a:pt x="132" y="192"/>
                </a:lnTo>
                <a:lnTo>
                  <a:pt x="192" y="192"/>
                </a:lnTo>
                <a:lnTo>
                  <a:pt x="192" y="0"/>
                </a:lnTo>
                <a:lnTo>
                  <a:pt x="132" y="0"/>
                </a:lnTo>
                <a:lnTo>
                  <a:pt x="126" y="0"/>
                </a:lnTo>
                <a:close/>
                <a:moveTo>
                  <a:pt x="60" y="186"/>
                </a:moveTo>
                <a:lnTo>
                  <a:pt x="6" y="186"/>
                </a:lnTo>
                <a:lnTo>
                  <a:pt x="6" y="6"/>
                </a:lnTo>
                <a:lnTo>
                  <a:pt x="60" y="6"/>
                </a:lnTo>
                <a:lnTo>
                  <a:pt x="60" y="186"/>
                </a:lnTo>
                <a:close/>
                <a:moveTo>
                  <a:pt x="126" y="186"/>
                </a:moveTo>
                <a:lnTo>
                  <a:pt x="66" y="186"/>
                </a:lnTo>
                <a:lnTo>
                  <a:pt x="66" y="6"/>
                </a:lnTo>
                <a:lnTo>
                  <a:pt x="126" y="6"/>
                </a:lnTo>
                <a:lnTo>
                  <a:pt x="126" y="186"/>
                </a:lnTo>
                <a:close/>
                <a:moveTo>
                  <a:pt x="186" y="6"/>
                </a:moveTo>
                <a:lnTo>
                  <a:pt x="186" y="186"/>
                </a:lnTo>
                <a:lnTo>
                  <a:pt x="132" y="186"/>
                </a:lnTo>
                <a:lnTo>
                  <a:pt x="132" y="6"/>
                </a:lnTo>
                <a:lnTo>
                  <a:pt x="18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3" name="Freeform 142"/>
          <p:cNvSpPr/>
          <p:nvPr/>
        </p:nvSpPr>
        <p:spPr>
          <a:xfrm>
            <a:off x="5210280" y="2034360"/>
            <a:ext cx="302760" cy="3045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4560"/>
              <a:gd name="textAreaBottom" fmla="*/ 304920 h 304560"/>
              <a:gd name="GluePoint1X" fmla="*/ 93 w 191"/>
              <a:gd name="GluePoint1Y" fmla="*/ 0 h 192"/>
              <a:gd name="GluePoint2X" fmla="*/ 0 w 191"/>
              <a:gd name="GluePoint2Y" fmla="*/ 0 h 192"/>
              <a:gd name="GluePoint3X" fmla="*/ 0 w 191"/>
              <a:gd name="GluePoint3Y" fmla="*/ 93 h 192"/>
              <a:gd name="GluePoint4X" fmla="*/ 0 w 191"/>
              <a:gd name="GluePoint4Y" fmla="*/ 99 h 192"/>
              <a:gd name="GluePoint5X" fmla="*/ 0 w 191"/>
              <a:gd name="GluePoint5Y" fmla="*/ 192 h 192"/>
              <a:gd name="GluePoint6X" fmla="*/ 93 w 191"/>
              <a:gd name="GluePoint6Y" fmla="*/ 192 h 192"/>
              <a:gd name="GluePoint7X" fmla="*/ 99 w 191"/>
              <a:gd name="GluePoint7Y" fmla="*/ 192 h 192"/>
              <a:gd name="GluePoint8X" fmla="*/ 191 w 191"/>
              <a:gd name="GluePoint8Y" fmla="*/ 192 h 192"/>
              <a:gd name="GluePoint9X" fmla="*/ 191 w 191"/>
              <a:gd name="GluePoint9Y" fmla="*/ 99 h 192"/>
              <a:gd name="GluePoint10X" fmla="*/ 191 w 191"/>
              <a:gd name="GluePoint10Y" fmla="*/ 93 h 192"/>
              <a:gd name="GluePoint11X" fmla="*/ 191 w 191"/>
              <a:gd name="GluePoint11Y" fmla="*/ 0 h 192"/>
              <a:gd name="GluePoint12X" fmla="*/ 99 w 191"/>
              <a:gd name="GluePoint12Y" fmla="*/ 0 h 192"/>
              <a:gd name="GluePoint13X" fmla="*/ 93 w 191"/>
              <a:gd name="GluePoint13Y" fmla="*/ 0 h 192"/>
              <a:gd name="GluePoint14X" fmla="*/ 6 w 191"/>
              <a:gd name="GluePoint14Y" fmla="*/ 6 h 192"/>
              <a:gd name="GluePoint15X" fmla="*/ 93 w 191"/>
              <a:gd name="GluePoint15Y" fmla="*/ 6 h 192"/>
              <a:gd name="GluePoint16X" fmla="*/ 93 w 191"/>
              <a:gd name="GluePoint16Y" fmla="*/ 93 h 192"/>
              <a:gd name="GluePoint17X" fmla="*/ 6 w 191"/>
              <a:gd name="GluePoint17Y" fmla="*/ 93 h 192"/>
              <a:gd name="GluePoint18X" fmla="*/ 6 w 191"/>
              <a:gd name="GluePoint18Y" fmla="*/ 6 h 192"/>
              <a:gd name="GluePoint19X" fmla="*/ 93 w 191"/>
              <a:gd name="GluePoint19Y" fmla="*/ 186 h 192"/>
              <a:gd name="GluePoint20X" fmla="*/ 6 w 191"/>
              <a:gd name="GluePoint20Y" fmla="*/ 186 h 192"/>
              <a:gd name="GluePoint21X" fmla="*/ 6 w 191"/>
              <a:gd name="GluePoint21Y" fmla="*/ 99 h 192"/>
              <a:gd name="GluePoint22X" fmla="*/ 93 w 191"/>
              <a:gd name="GluePoint22Y" fmla="*/ 99 h 192"/>
              <a:gd name="GluePoint23X" fmla="*/ 93 w 191"/>
              <a:gd name="GluePoint23Y" fmla="*/ 186 h 192"/>
              <a:gd name="GluePoint24X" fmla="*/ 185 w 191"/>
              <a:gd name="GluePoint24Y" fmla="*/ 186 h 192"/>
              <a:gd name="GluePoint25X" fmla="*/ 99 w 191"/>
              <a:gd name="GluePoint25Y" fmla="*/ 186 h 192"/>
              <a:gd name="GluePoint26X" fmla="*/ 99 w 191"/>
              <a:gd name="GluePoint26Y" fmla="*/ 99 h 192"/>
              <a:gd name="GluePoint27X" fmla="*/ 185 w 191"/>
              <a:gd name="GluePoint27Y" fmla="*/ 99 h 192"/>
              <a:gd name="GluePoint28X" fmla="*/ 185 w 191"/>
              <a:gd name="GluePoint28Y" fmla="*/ 186 h 192"/>
              <a:gd name="GluePoint29X" fmla="*/ 185 w 191"/>
              <a:gd name="GluePoint29Y" fmla="*/ 6 h 192"/>
              <a:gd name="GluePoint30X" fmla="*/ 185 w 191"/>
              <a:gd name="GluePoint30Y" fmla="*/ 93 h 192"/>
              <a:gd name="GluePoint31X" fmla="*/ 99 w 191"/>
              <a:gd name="GluePoint31Y" fmla="*/ 93 h 192"/>
              <a:gd name="GluePoint32X" fmla="*/ 99 w 191"/>
              <a:gd name="GluePoint32Y" fmla="*/ 6 h 192"/>
              <a:gd name="GluePoint33X" fmla="*/ 185 w 191"/>
              <a:gd name="GluePoint33Y" fmla="*/ 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</a:cxnLst>
            <a:rect l="textAreaLeft" t="textAreaTop" r="textAreaRight" b="textAreaBottom"/>
            <a:pathLst>
              <a:path w="191" h="192">
                <a:moveTo>
                  <a:pt x="93" y="0"/>
                </a:moveTo>
                <a:lnTo>
                  <a:pt x="0" y="0"/>
                </a:lnTo>
                <a:lnTo>
                  <a:pt x="0" y="93"/>
                </a:lnTo>
                <a:lnTo>
                  <a:pt x="0" y="99"/>
                </a:lnTo>
                <a:lnTo>
                  <a:pt x="0" y="192"/>
                </a:lnTo>
                <a:lnTo>
                  <a:pt x="93" y="192"/>
                </a:lnTo>
                <a:lnTo>
                  <a:pt x="99" y="192"/>
                </a:lnTo>
                <a:lnTo>
                  <a:pt x="191" y="192"/>
                </a:lnTo>
                <a:lnTo>
                  <a:pt x="191" y="99"/>
                </a:lnTo>
                <a:lnTo>
                  <a:pt x="191" y="93"/>
                </a:lnTo>
                <a:lnTo>
                  <a:pt x="191" y="0"/>
                </a:lnTo>
                <a:lnTo>
                  <a:pt x="99" y="0"/>
                </a:lnTo>
                <a:lnTo>
                  <a:pt x="93" y="0"/>
                </a:lnTo>
                <a:close/>
                <a:moveTo>
                  <a:pt x="6" y="6"/>
                </a:moveTo>
                <a:lnTo>
                  <a:pt x="93" y="6"/>
                </a:lnTo>
                <a:lnTo>
                  <a:pt x="93" y="93"/>
                </a:lnTo>
                <a:lnTo>
                  <a:pt x="6" y="93"/>
                </a:lnTo>
                <a:lnTo>
                  <a:pt x="6" y="6"/>
                </a:lnTo>
                <a:close/>
                <a:moveTo>
                  <a:pt x="93" y="186"/>
                </a:moveTo>
                <a:lnTo>
                  <a:pt x="6" y="186"/>
                </a:lnTo>
                <a:lnTo>
                  <a:pt x="6" y="99"/>
                </a:lnTo>
                <a:lnTo>
                  <a:pt x="93" y="99"/>
                </a:lnTo>
                <a:lnTo>
                  <a:pt x="93" y="186"/>
                </a:lnTo>
                <a:close/>
                <a:moveTo>
                  <a:pt x="185" y="186"/>
                </a:moveTo>
                <a:lnTo>
                  <a:pt x="99" y="186"/>
                </a:lnTo>
                <a:lnTo>
                  <a:pt x="99" y="99"/>
                </a:lnTo>
                <a:lnTo>
                  <a:pt x="185" y="99"/>
                </a:lnTo>
                <a:lnTo>
                  <a:pt x="185" y="186"/>
                </a:lnTo>
                <a:close/>
                <a:moveTo>
                  <a:pt x="185" y="6"/>
                </a:moveTo>
                <a:lnTo>
                  <a:pt x="185" y="93"/>
                </a:lnTo>
                <a:lnTo>
                  <a:pt x="99" y="93"/>
                </a:lnTo>
                <a:lnTo>
                  <a:pt x="99" y="6"/>
                </a:lnTo>
                <a:lnTo>
                  <a:pt x="185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4" name="Freeform 143"/>
          <p:cNvSpPr/>
          <p:nvPr/>
        </p:nvSpPr>
        <p:spPr>
          <a:xfrm>
            <a:off x="5603760" y="203436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  <a:gd name="GluePoint1X" fmla="*/ 138 w 192"/>
              <a:gd name="GluePoint1Y" fmla="*/ 0 h 192"/>
              <a:gd name="GluePoint2X" fmla="*/ 99 w 192"/>
              <a:gd name="GluePoint2Y" fmla="*/ 0 h 192"/>
              <a:gd name="GluePoint3X" fmla="*/ 93 w 192"/>
              <a:gd name="GluePoint3Y" fmla="*/ 0 h 192"/>
              <a:gd name="GluePoint4X" fmla="*/ 51 w 192"/>
              <a:gd name="GluePoint4Y" fmla="*/ 0 h 192"/>
              <a:gd name="GluePoint5X" fmla="*/ 45 w 192"/>
              <a:gd name="GluePoint5Y" fmla="*/ 0 h 192"/>
              <a:gd name="GluePoint6X" fmla="*/ 0 w 192"/>
              <a:gd name="GluePoint6Y" fmla="*/ 0 h 192"/>
              <a:gd name="GluePoint7X" fmla="*/ 0 w 192"/>
              <a:gd name="GluePoint7Y" fmla="*/ 192 h 192"/>
              <a:gd name="GluePoint8X" fmla="*/ 45 w 192"/>
              <a:gd name="GluePoint8Y" fmla="*/ 192 h 192"/>
              <a:gd name="GluePoint9X" fmla="*/ 51 w 192"/>
              <a:gd name="GluePoint9Y" fmla="*/ 192 h 192"/>
              <a:gd name="GluePoint10X" fmla="*/ 93 w 192"/>
              <a:gd name="GluePoint10Y" fmla="*/ 192 h 192"/>
              <a:gd name="GluePoint11X" fmla="*/ 99 w 192"/>
              <a:gd name="GluePoint11Y" fmla="*/ 192 h 192"/>
              <a:gd name="GluePoint12X" fmla="*/ 138 w 192"/>
              <a:gd name="GluePoint12Y" fmla="*/ 192 h 192"/>
              <a:gd name="GluePoint13X" fmla="*/ 144 w 192"/>
              <a:gd name="GluePoint13Y" fmla="*/ 192 h 192"/>
              <a:gd name="GluePoint14X" fmla="*/ 192 w 192"/>
              <a:gd name="GluePoint14Y" fmla="*/ 192 h 192"/>
              <a:gd name="GluePoint15X" fmla="*/ 192 w 192"/>
              <a:gd name="GluePoint15Y" fmla="*/ 0 h 192"/>
              <a:gd name="GluePoint16X" fmla="*/ 144 w 192"/>
              <a:gd name="GluePoint16Y" fmla="*/ 0 h 192"/>
              <a:gd name="GluePoint17X" fmla="*/ 138 w 192"/>
              <a:gd name="GluePoint17Y" fmla="*/ 0 h 192"/>
              <a:gd name="GluePoint18X" fmla="*/ 45 w 192"/>
              <a:gd name="GluePoint18Y" fmla="*/ 186 h 192"/>
              <a:gd name="GluePoint19X" fmla="*/ 6 w 192"/>
              <a:gd name="GluePoint19Y" fmla="*/ 186 h 192"/>
              <a:gd name="GluePoint20X" fmla="*/ 6 w 192"/>
              <a:gd name="GluePoint20Y" fmla="*/ 6 h 192"/>
              <a:gd name="GluePoint21X" fmla="*/ 45 w 192"/>
              <a:gd name="GluePoint21Y" fmla="*/ 6 h 192"/>
              <a:gd name="GluePoint22X" fmla="*/ 45 w 192"/>
              <a:gd name="GluePoint22Y" fmla="*/ 186 h 192"/>
              <a:gd name="GluePoint23X" fmla="*/ 93 w 192"/>
              <a:gd name="GluePoint23Y" fmla="*/ 186 h 192"/>
              <a:gd name="GluePoint24X" fmla="*/ 51 w 192"/>
              <a:gd name="GluePoint24Y" fmla="*/ 186 h 192"/>
              <a:gd name="GluePoint25X" fmla="*/ 51 w 192"/>
              <a:gd name="GluePoint25Y" fmla="*/ 6 h 192"/>
              <a:gd name="GluePoint26X" fmla="*/ 93 w 192"/>
              <a:gd name="GluePoint26Y" fmla="*/ 6 h 192"/>
              <a:gd name="GluePoint27X" fmla="*/ 93 w 192"/>
              <a:gd name="GluePoint27Y" fmla="*/ 186 h 192"/>
              <a:gd name="GluePoint28X" fmla="*/ 138 w 192"/>
              <a:gd name="GluePoint28Y" fmla="*/ 186 h 192"/>
              <a:gd name="GluePoint29X" fmla="*/ 99 w 192"/>
              <a:gd name="GluePoint29Y" fmla="*/ 186 h 192"/>
              <a:gd name="GluePoint30X" fmla="*/ 99 w 192"/>
              <a:gd name="GluePoint30Y" fmla="*/ 6 h 192"/>
              <a:gd name="GluePoint31X" fmla="*/ 138 w 192"/>
              <a:gd name="GluePoint31Y" fmla="*/ 6 h 192"/>
              <a:gd name="GluePoint32X" fmla="*/ 138 w 192"/>
              <a:gd name="GluePoint32Y" fmla="*/ 186 h 192"/>
              <a:gd name="GluePoint33X" fmla="*/ 186 w 192"/>
              <a:gd name="GluePoint33Y" fmla="*/ 6 h 192"/>
              <a:gd name="GluePoint34X" fmla="*/ 186 w 192"/>
              <a:gd name="GluePoint34Y" fmla="*/ 186 h 192"/>
              <a:gd name="GluePoint35X" fmla="*/ 144 w 192"/>
              <a:gd name="GluePoint35Y" fmla="*/ 186 h 192"/>
              <a:gd name="GluePoint36X" fmla="*/ 144 w 192"/>
              <a:gd name="GluePoint36Y" fmla="*/ 6 h 192"/>
              <a:gd name="GluePoint37X" fmla="*/ 186 w 192"/>
              <a:gd name="GluePoint37Y" fmla="*/ 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192" h="192">
                <a:moveTo>
                  <a:pt x="138" y="0"/>
                </a:moveTo>
                <a:lnTo>
                  <a:pt x="99" y="0"/>
                </a:lnTo>
                <a:lnTo>
                  <a:pt x="93" y="0"/>
                </a:lnTo>
                <a:lnTo>
                  <a:pt x="51" y="0"/>
                </a:lnTo>
                <a:lnTo>
                  <a:pt x="45" y="0"/>
                </a:lnTo>
                <a:lnTo>
                  <a:pt x="0" y="0"/>
                </a:lnTo>
                <a:lnTo>
                  <a:pt x="0" y="192"/>
                </a:lnTo>
                <a:lnTo>
                  <a:pt x="45" y="192"/>
                </a:lnTo>
                <a:lnTo>
                  <a:pt x="51" y="192"/>
                </a:lnTo>
                <a:lnTo>
                  <a:pt x="93" y="192"/>
                </a:lnTo>
                <a:lnTo>
                  <a:pt x="99" y="192"/>
                </a:lnTo>
                <a:lnTo>
                  <a:pt x="138" y="192"/>
                </a:lnTo>
                <a:lnTo>
                  <a:pt x="144" y="192"/>
                </a:lnTo>
                <a:lnTo>
                  <a:pt x="192" y="192"/>
                </a:lnTo>
                <a:lnTo>
                  <a:pt x="192" y="0"/>
                </a:lnTo>
                <a:lnTo>
                  <a:pt x="144" y="0"/>
                </a:lnTo>
                <a:lnTo>
                  <a:pt x="138" y="0"/>
                </a:lnTo>
                <a:close/>
                <a:moveTo>
                  <a:pt x="45" y="186"/>
                </a:moveTo>
                <a:lnTo>
                  <a:pt x="6" y="186"/>
                </a:lnTo>
                <a:lnTo>
                  <a:pt x="6" y="6"/>
                </a:lnTo>
                <a:lnTo>
                  <a:pt x="45" y="6"/>
                </a:lnTo>
                <a:lnTo>
                  <a:pt x="45" y="186"/>
                </a:lnTo>
                <a:close/>
                <a:moveTo>
                  <a:pt x="93" y="186"/>
                </a:moveTo>
                <a:lnTo>
                  <a:pt x="51" y="186"/>
                </a:lnTo>
                <a:lnTo>
                  <a:pt x="51" y="6"/>
                </a:lnTo>
                <a:lnTo>
                  <a:pt x="93" y="6"/>
                </a:lnTo>
                <a:lnTo>
                  <a:pt x="93" y="186"/>
                </a:lnTo>
                <a:close/>
                <a:moveTo>
                  <a:pt x="138" y="186"/>
                </a:moveTo>
                <a:lnTo>
                  <a:pt x="99" y="186"/>
                </a:lnTo>
                <a:lnTo>
                  <a:pt x="99" y="6"/>
                </a:lnTo>
                <a:lnTo>
                  <a:pt x="138" y="6"/>
                </a:lnTo>
                <a:lnTo>
                  <a:pt x="138" y="186"/>
                </a:lnTo>
                <a:close/>
                <a:moveTo>
                  <a:pt x="186" y="6"/>
                </a:moveTo>
                <a:lnTo>
                  <a:pt x="186" y="186"/>
                </a:lnTo>
                <a:lnTo>
                  <a:pt x="144" y="186"/>
                </a:lnTo>
                <a:lnTo>
                  <a:pt x="144" y="6"/>
                </a:lnTo>
                <a:lnTo>
                  <a:pt x="18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5" name="Freeform 144"/>
          <p:cNvSpPr/>
          <p:nvPr/>
        </p:nvSpPr>
        <p:spPr>
          <a:xfrm>
            <a:off x="5999040" y="2034360"/>
            <a:ext cx="302760" cy="3045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4560"/>
              <a:gd name="textAreaBottom" fmla="*/ 304920 h 304560"/>
              <a:gd name="GluePoint1X" fmla="*/ 0 w 191"/>
              <a:gd name="GluePoint1Y" fmla="*/ 45 h 192"/>
              <a:gd name="GluePoint2X" fmla="*/ 0 w 191"/>
              <a:gd name="GluePoint2Y" fmla="*/ 51 h 192"/>
              <a:gd name="GluePoint3X" fmla="*/ 0 w 191"/>
              <a:gd name="GluePoint3Y" fmla="*/ 93 h 192"/>
              <a:gd name="GluePoint4X" fmla="*/ 0 w 191"/>
              <a:gd name="GluePoint4Y" fmla="*/ 99 h 192"/>
              <a:gd name="GluePoint5X" fmla="*/ 0 w 191"/>
              <a:gd name="GluePoint5Y" fmla="*/ 138 h 192"/>
              <a:gd name="GluePoint6X" fmla="*/ 0 w 191"/>
              <a:gd name="GluePoint6Y" fmla="*/ 144 h 192"/>
              <a:gd name="GluePoint7X" fmla="*/ 0 w 191"/>
              <a:gd name="GluePoint7Y" fmla="*/ 192 h 192"/>
              <a:gd name="GluePoint8X" fmla="*/ 191 w 191"/>
              <a:gd name="GluePoint8Y" fmla="*/ 192 h 192"/>
              <a:gd name="GluePoint9X" fmla="*/ 191 w 191"/>
              <a:gd name="GluePoint9Y" fmla="*/ 144 h 192"/>
              <a:gd name="GluePoint10X" fmla="*/ 191 w 191"/>
              <a:gd name="GluePoint10Y" fmla="*/ 138 h 192"/>
              <a:gd name="GluePoint11X" fmla="*/ 191 w 191"/>
              <a:gd name="GluePoint11Y" fmla="*/ 99 h 192"/>
              <a:gd name="GluePoint12X" fmla="*/ 191 w 191"/>
              <a:gd name="GluePoint12Y" fmla="*/ 93 h 192"/>
              <a:gd name="GluePoint13X" fmla="*/ 191 w 191"/>
              <a:gd name="GluePoint13Y" fmla="*/ 51 h 192"/>
              <a:gd name="GluePoint14X" fmla="*/ 191 w 191"/>
              <a:gd name="GluePoint14Y" fmla="*/ 45 h 192"/>
              <a:gd name="GluePoint15X" fmla="*/ 191 w 191"/>
              <a:gd name="GluePoint15Y" fmla="*/ 0 h 192"/>
              <a:gd name="GluePoint16X" fmla="*/ 0 w 191"/>
              <a:gd name="GluePoint16Y" fmla="*/ 0 h 192"/>
              <a:gd name="GluePoint17X" fmla="*/ 0 w 191"/>
              <a:gd name="GluePoint17Y" fmla="*/ 45 h 192"/>
              <a:gd name="GluePoint18X" fmla="*/ 185 w 191"/>
              <a:gd name="GluePoint18Y" fmla="*/ 186 h 192"/>
              <a:gd name="GluePoint19X" fmla="*/ 6 w 191"/>
              <a:gd name="GluePoint19Y" fmla="*/ 186 h 192"/>
              <a:gd name="GluePoint20X" fmla="*/ 6 w 191"/>
              <a:gd name="GluePoint20Y" fmla="*/ 144 h 192"/>
              <a:gd name="GluePoint21X" fmla="*/ 185 w 191"/>
              <a:gd name="GluePoint21Y" fmla="*/ 144 h 192"/>
              <a:gd name="GluePoint22X" fmla="*/ 185 w 191"/>
              <a:gd name="GluePoint22Y" fmla="*/ 186 h 192"/>
              <a:gd name="GluePoint23X" fmla="*/ 185 w 191"/>
              <a:gd name="GluePoint23Y" fmla="*/ 138 h 192"/>
              <a:gd name="GluePoint24X" fmla="*/ 6 w 191"/>
              <a:gd name="GluePoint24Y" fmla="*/ 138 h 192"/>
              <a:gd name="GluePoint25X" fmla="*/ 6 w 191"/>
              <a:gd name="GluePoint25Y" fmla="*/ 99 h 192"/>
              <a:gd name="GluePoint26X" fmla="*/ 185 w 191"/>
              <a:gd name="GluePoint26Y" fmla="*/ 99 h 192"/>
              <a:gd name="GluePoint27X" fmla="*/ 185 w 191"/>
              <a:gd name="GluePoint27Y" fmla="*/ 138 h 192"/>
              <a:gd name="GluePoint28X" fmla="*/ 185 w 191"/>
              <a:gd name="GluePoint28Y" fmla="*/ 93 h 192"/>
              <a:gd name="GluePoint29X" fmla="*/ 6 w 191"/>
              <a:gd name="GluePoint29Y" fmla="*/ 93 h 192"/>
              <a:gd name="GluePoint30X" fmla="*/ 6 w 191"/>
              <a:gd name="GluePoint30Y" fmla="*/ 51 h 192"/>
              <a:gd name="GluePoint31X" fmla="*/ 185 w 191"/>
              <a:gd name="GluePoint31Y" fmla="*/ 51 h 192"/>
              <a:gd name="GluePoint32X" fmla="*/ 185 w 191"/>
              <a:gd name="GluePoint32Y" fmla="*/ 93 h 192"/>
              <a:gd name="GluePoint33X" fmla="*/ 6 w 191"/>
              <a:gd name="GluePoint33Y" fmla="*/ 6 h 192"/>
              <a:gd name="GluePoint34X" fmla="*/ 185 w 191"/>
              <a:gd name="GluePoint34Y" fmla="*/ 6 h 192"/>
              <a:gd name="GluePoint35X" fmla="*/ 185 w 191"/>
              <a:gd name="GluePoint35Y" fmla="*/ 45 h 192"/>
              <a:gd name="GluePoint36X" fmla="*/ 6 w 191"/>
              <a:gd name="GluePoint36Y" fmla="*/ 45 h 192"/>
              <a:gd name="GluePoint37X" fmla="*/ 6 w 191"/>
              <a:gd name="GluePoint37Y" fmla="*/ 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191" h="192">
                <a:moveTo>
                  <a:pt x="0" y="45"/>
                </a:moveTo>
                <a:lnTo>
                  <a:pt x="0" y="51"/>
                </a:lnTo>
                <a:lnTo>
                  <a:pt x="0" y="93"/>
                </a:lnTo>
                <a:lnTo>
                  <a:pt x="0" y="99"/>
                </a:lnTo>
                <a:lnTo>
                  <a:pt x="0" y="138"/>
                </a:lnTo>
                <a:lnTo>
                  <a:pt x="0" y="144"/>
                </a:lnTo>
                <a:lnTo>
                  <a:pt x="0" y="192"/>
                </a:lnTo>
                <a:lnTo>
                  <a:pt x="191" y="192"/>
                </a:lnTo>
                <a:lnTo>
                  <a:pt x="191" y="144"/>
                </a:lnTo>
                <a:lnTo>
                  <a:pt x="191" y="138"/>
                </a:lnTo>
                <a:lnTo>
                  <a:pt x="191" y="99"/>
                </a:lnTo>
                <a:lnTo>
                  <a:pt x="191" y="93"/>
                </a:lnTo>
                <a:lnTo>
                  <a:pt x="191" y="51"/>
                </a:lnTo>
                <a:lnTo>
                  <a:pt x="191" y="45"/>
                </a:lnTo>
                <a:lnTo>
                  <a:pt x="191" y="0"/>
                </a:lnTo>
                <a:lnTo>
                  <a:pt x="0" y="0"/>
                </a:lnTo>
                <a:lnTo>
                  <a:pt x="0" y="45"/>
                </a:lnTo>
                <a:close/>
                <a:moveTo>
                  <a:pt x="185" y="186"/>
                </a:moveTo>
                <a:lnTo>
                  <a:pt x="6" y="186"/>
                </a:lnTo>
                <a:lnTo>
                  <a:pt x="6" y="144"/>
                </a:lnTo>
                <a:lnTo>
                  <a:pt x="185" y="144"/>
                </a:lnTo>
                <a:lnTo>
                  <a:pt x="185" y="186"/>
                </a:lnTo>
                <a:close/>
                <a:moveTo>
                  <a:pt x="185" y="138"/>
                </a:moveTo>
                <a:lnTo>
                  <a:pt x="6" y="138"/>
                </a:lnTo>
                <a:lnTo>
                  <a:pt x="6" y="99"/>
                </a:lnTo>
                <a:lnTo>
                  <a:pt x="185" y="99"/>
                </a:lnTo>
                <a:lnTo>
                  <a:pt x="185" y="138"/>
                </a:lnTo>
                <a:close/>
                <a:moveTo>
                  <a:pt x="185" y="93"/>
                </a:moveTo>
                <a:lnTo>
                  <a:pt x="6" y="93"/>
                </a:lnTo>
                <a:lnTo>
                  <a:pt x="6" y="51"/>
                </a:lnTo>
                <a:lnTo>
                  <a:pt x="185" y="51"/>
                </a:lnTo>
                <a:lnTo>
                  <a:pt x="185" y="93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5"/>
                </a:lnTo>
                <a:lnTo>
                  <a:pt x="6" y="45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6" name="Freeform 145"/>
          <p:cNvSpPr/>
          <p:nvPr/>
        </p:nvSpPr>
        <p:spPr>
          <a:xfrm>
            <a:off x="6394320" y="2034360"/>
            <a:ext cx="302760" cy="3045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4560"/>
              <a:gd name="textAreaBottom" fmla="*/ 304920 h 304560"/>
              <a:gd name="GluePoint1X" fmla="*/ 0 w 191"/>
              <a:gd name="GluePoint1Y" fmla="*/ 42 h 192"/>
              <a:gd name="GluePoint2X" fmla="*/ 0 w 191"/>
              <a:gd name="GluePoint2Y" fmla="*/ 48 h 192"/>
              <a:gd name="GluePoint3X" fmla="*/ 0 w 191"/>
              <a:gd name="GluePoint3Y" fmla="*/ 192 h 192"/>
              <a:gd name="GluePoint4X" fmla="*/ 191 w 191"/>
              <a:gd name="GluePoint4Y" fmla="*/ 192 h 192"/>
              <a:gd name="GluePoint5X" fmla="*/ 191 w 191"/>
              <a:gd name="GluePoint5Y" fmla="*/ 48 h 192"/>
              <a:gd name="GluePoint6X" fmla="*/ 191 w 191"/>
              <a:gd name="GluePoint6Y" fmla="*/ 42 h 192"/>
              <a:gd name="GluePoint7X" fmla="*/ 191 w 191"/>
              <a:gd name="GluePoint7Y" fmla="*/ 0 h 192"/>
              <a:gd name="GluePoint8X" fmla="*/ 0 w 191"/>
              <a:gd name="GluePoint8Y" fmla="*/ 0 h 192"/>
              <a:gd name="GluePoint9X" fmla="*/ 0 w 191"/>
              <a:gd name="GluePoint9Y" fmla="*/ 42 h 192"/>
              <a:gd name="GluePoint10X" fmla="*/ 185 w 191"/>
              <a:gd name="GluePoint10Y" fmla="*/ 186 h 192"/>
              <a:gd name="GluePoint11X" fmla="*/ 6 w 191"/>
              <a:gd name="GluePoint11Y" fmla="*/ 186 h 192"/>
              <a:gd name="GluePoint12X" fmla="*/ 6 w 191"/>
              <a:gd name="GluePoint12Y" fmla="*/ 48 h 192"/>
              <a:gd name="GluePoint13X" fmla="*/ 185 w 191"/>
              <a:gd name="GluePoint13Y" fmla="*/ 48 h 192"/>
              <a:gd name="GluePoint14X" fmla="*/ 185 w 191"/>
              <a:gd name="GluePoint14Y" fmla="*/ 186 h 192"/>
              <a:gd name="GluePoint15X" fmla="*/ 6 w 191"/>
              <a:gd name="GluePoint15Y" fmla="*/ 6 h 192"/>
              <a:gd name="GluePoint16X" fmla="*/ 185 w 191"/>
              <a:gd name="GluePoint16Y" fmla="*/ 6 h 192"/>
              <a:gd name="GluePoint17X" fmla="*/ 185 w 191"/>
              <a:gd name="GluePoint17Y" fmla="*/ 42 h 192"/>
              <a:gd name="GluePoint18X" fmla="*/ 6 w 191"/>
              <a:gd name="GluePoint18Y" fmla="*/ 42 h 192"/>
              <a:gd name="GluePoint19X" fmla="*/ 6 w 191"/>
              <a:gd name="GluePoint19Y" fmla="*/ 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191" h="192">
                <a:moveTo>
                  <a:pt x="0" y="42"/>
                </a:moveTo>
                <a:lnTo>
                  <a:pt x="0" y="48"/>
                </a:lnTo>
                <a:lnTo>
                  <a:pt x="0" y="192"/>
                </a:lnTo>
                <a:lnTo>
                  <a:pt x="191" y="192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185" y="186"/>
                </a:moveTo>
                <a:lnTo>
                  <a:pt x="6" y="186"/>
                </a:lnTo>
                <a:lnTo>
                  <a:pt x="6" y="48"/>
                </a:lnTo>
                <a:lnTo>
                  <a:pt x="185" y="48"/>
                </a:lnTo>
                <a:lnTo>
                  <a:pt x="185" y="186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7" name="Freeform 146"/>
          <p:cNvSpPr/>
          <p:nvPr/>
        </p:nvSpPr>
        <p:spPr>
          <a:xfrm>
            <a:off x="6788160" y="203436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  <a:gd name="GluePoint1X" fmla="*/ 0 w 192"/>
              <a:gd name="GluePoint1Y" fmla="*/ 42 h 192"/>
              <a:gd name="GluePoint2X" fmla="*/ 0 w 192"/>
              <a:gd name="GluePoint2Y" fmla="*/ 48 h 192"/>
              <a:gd name="GluePoint3X" fmla="*/ 0 w 192"/>
              <a:gd name="GluePoint3Y" fmla="*/ 192 h 192"/>
              <a:gd name="GluePoint4X" fmla="*/ 93 w 192"/>
              <a:gd name="GluePoint4Y" fmla="*/ 192 h 192"/>
              <a:gd name="GluePoint5X" fmla="*/ 99 w 192"/>
              <a:gd name="GluePoint5Y" fmla="*/ 192 h 192"/>
              <a:gd name="GluePoint6X" fmla="*/ 192 w 192"/>
              <a:gd name="GluePoint6Y" fmla="*/ 192 h 192"/>
              <a:gd name="GluePoint7X" fmla="*/ 192 w 192"/>
              <a:gd name="GluePoint7Y" fmla="*/ 48 h 192"/>
              <a:gd name="GluePoint8X" fmla="*/ 192 w 192"/>
              <a:gd name="GluePoint8Y" fmla="*/ 42 h 192"/>
              <a:gd name="GluePoint9X" fmla="*/ 192 w 192"/>
              <a:gd name="GluePoint9Y" fmla="*/ 0 h 192"/>
              <a:gd name="GluePoint10X" fmla="*/ 0 w 192"/>
              <a:gd name="GluePoint10Y" fmla="*/ 0 h 192"/>
              <a:gd name="GluePoint11X" fmla="*/ 0 w 192"/>
              <a:gd name="GluePoint11Y" fmla="*/ 42 h 192"/>
              <a:gd name="GluePoint12X" fmla="*/ 93 w 192"/>
              <a:gd name="GluePoint12Y" fmla="*/ 186 h 192"/>
              <a:gd name="GluePoint13X" fmla="*/ 6 w 192"/>
              <a:gd name="GluePoint13Y" fmla="*/ 186 h 192"/>
              <a:gd name="GluePoint14X" fmla="*/ 6 w 192"/>
              <a:gd name="GluePoint14Y" fmla="*/ 48 h 192"/>
              <a:gd name="GluePoint15X" fmla="*/ 93 w 192"/>
              <a:gd name="GluePoint15Y" fmla="*/ 48 h 192"/>
              <a:gd name="GluePoint16X" fmla="*/ 93 w 192"/>
              <a:gd name="GluePoint16Y" fmla="*/ 186 h 192"/>
              <a:gd name="GluePoint17X" fmla="*/ 186 w 192"/>
              <a:gd name="GluePoint17Y" fmla="*/ 186 h 192"/>
              <a:gd name="GluePoint18X" fmla="*/ 99 w 192"/>
              <a:gd name="GluePoint18Y" fmla="*/ 186 h 192"/>
              <a:gd name="GluePoint19X" fmla="*/ 99 w 192"/>
              <a:gd name="GluePoint19Y" fmla="*/ 48 h 192"/>
              <a:gd name="GluePoint20X" fmla="*/ 186 w 192"/>
              <a:gd name="GluePoint20Y" fmla="*/ 48 h 192"/>
              <a:gd name="GluePoint21X" fmla="*/ 186 w 192"/>
              <a:gd name="GluePoint21Y" fmla="*/ 186 h 192"/>
              <a:gd name="GluePoint22X" fmla="*/ 6 w 192"/>
              <a:gd name="GluePoint22Y" fmla="*/ 6 h 192"/>
              <a:gd name="GluePoint23X" fmla="*/ 186 w 192"/>
              <a:gd name="GluePoint23Y" fmla="*/ 6 h 192"/>
              <a:gd name="GluePoint24X" fmla="*/ 186 w 192"/>
              <a:gd name="GluePoint24Y" fmla="*/ 42 h 192"/>
              <a:gd name="GluePoint25X" fmla="*/ 99 w 192"/>
              <a:gd name="GluePoint25Y" fmla="*/ 42 h 192"/>
              <a:gd name="GluePoint26X" fmla="*/ 93 w 192"/>
              <a:gd name="GluePoint26Y" fmla="*/ 42 h 192"/>
              <a:gd name="GluePoint27X" fmla="*/ 6 w 192"/>
              <a:gd name="GluePoint27Y" fmla="*/ 42 h 192"/>
              <a:gd name="GluePoint28X" fmla="*/ 6 w 192"/>
              <a:gd name="GluePoint28Y" fmla="*/ 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</a:cxnLst>
            <a:rect l="textAreaLeft" t="textAreaTop" r="textAreaRight" b="textAreaBottom"/>
            <a:pathLst>
              <a:path w="192" h="192">
                <a:moveTo>
                  <a:pt x="0" y="42"/>
                </a:moveTo>
                <a:lnTo>
                  <a:pt x="0" y="48"/>
                </a:lnTo>
                <a:lnTo>
                  <a:pt x="0" y="192"/>
                </a:lnTo>
                <a:lnTo>
                  <a:pt x="93" y="192"/>
                </a:lnTo>
                <a:lnTo>
                  <a:pt x="99" y="192"/>
                </a:lnTo>
                <a:lnTo>
                  <a:pt x="192" y="192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93" y="186"/>
                </a:moveTo>
                <a:lnTo>
                  <a:pt x="6" y="186"/>
                </a:lnTo>
                <a:lnTo>
                  <a:pt x="6" y="48"/>
                </a:lnTo>
                <a:lnTo>
                  <a:pt x="93" y="48"/>
                </a:lnTo>
                <a:lnTo>
                  <a:pt x="93" y="186"/>
                </a:lnTo>
                <a:close/>
                <a:moveTo>
                  <a:pt x="186" y="186"/>
                </a:moveTo>
                <a:lnTo>
                  <a:pt x="99" y="186"/>
                </a:lnTo>
                <a:lnTo>
                  <a:pt x="99" y="48"/>
                </a:lnTo>
                <a:lnTo>
                  <a:pt x="186" y="48"/>
                </a:lnTo>
                <a:lnTo>
                  <a:pt x="186" y="186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99" y="42"/>
                </a:lnTo>
                <a:lnTo>
                  <a:pt x="93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8" name="Freeform 147"/>
          <p:cNvSpPr/>
          <p:nvPr/>
        </p:nvSpPr>
        <p:spPr>
          <a:xfrm>
            <a:off x="2054160" y="2429640"/>
            <a:ext cx="302760" cy="3027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2760"/>
              <a:gd name="textAreaBottom" fmla="*/ 303120 h 302760"/>
              <a:gd name="GluePoint1X" fmla="*/ 0 w 191"/>
              <a:gd name="GluePoint1Y" fmla="*/ 42 h 191"/>
              <a:gd name="GluePoint2X" fmla="*/ 0 w 191"/>
              <a:gd name="GluePoint2Y" fmla="*/ 48 h 191"/>
              <a:gd name="GluePoint3X" fmla="*/ 0 w 191"/>
              <a:gd name="GluePoint3Y" fmla="*/ 191 h 191"/>
              <a:gd name="GluePoint4X" fmla="*/ 60 w 191"/>
              <a:gd name="GluePoint4Y" fmla="*/ 191 h 191"/>
              <a:gd name="GluePoint5X" fmla="*/ 66 w 191"/>
              <a:gd name="GluePoint5Y" fmla="*/ 191 h 191"/>
              <a:gd name="GluePoint6X" fmla="*/ 125 w 191"/>
              <a:gd name="GluePoint6Y" fmla="*/ 191 h 191"/>
              <a:gd name="GluePoint7X" fmla="*/ 131 w 191"/>
              <a:gd name="GluePoint7Y" fmla="*/ 191 h 191"/>
              <a:gd name="GluePoint8X" fmla="*/ 191 w 191"/>
              <a:gd name="GluePoint8Y" fmla="*/ 191 h 191"/>
              <a:gd name="GluePoint9X" fmla="*/ 191 w 191"/>
              <a:gd name="GluePoint9Y" fmla="*/ 48 h 191"/>
              <a:gd name="GluePoint10X" fmla="*/ 191 w 191"/>
              <a:gd name="GluePoint10Y" fmla="*/ 42 h 191"/>
              <a:gd name="GluePoint11X" fmla="*/ 191 w 191"/>
              <a:gd name="GluePoint11Y" fmla="*/ 0 h 191"/>
              <a:gd name="GluePoint12X" fmla="*/ 0 w 191"/>
              <a:gd name="GluePoint12Y" fmla="*/ 0 h 191"/>
              <a:gd name="GluePoint13X" fmla="*/ 0 w 191"/>
              <a:gd name="GluePoint13Y" fmla="*/ 42 h 191"/>
              <a:gd name="GluePoint14X" fmla="*/ 60 w 191"/>
              <a:gd name="GluePoint14Y" fmla="*/ 185 h 191"/>
              <a:gd name="GluePoint15X" fmla="*/ 6 w 191"/>
              <a:gd name="GluePoint15Y" fmla="*/ 185 h 191"/>
              <a:gd name="GluePoint16X" fmla="*/ 6 w 191"/>
              <a:gd name="GluePoint16Y" fmla="*/ 48 h 191"/>
              <a:gd name="GluePoint17X" fmla="*/ 60 w 191"/>
              <a:gd name="GluePoint17Y" fmla="*/ 48 h 191"/>
              <a:gd name="GluePoint18X" fmla="*/ 60 w 191"/>
              <a:gd name="GluePoint18Y" fmla="*/ 185 h 191"/>
              <a:gd name="GluePoint19X" fmla="*/ 125 w 191"/>
              <a:gd name="GluePoint19Y" fmla="*/ 185 h 191"/>
              <a:gd name="GluePoint20X" fmla="*/ 66 w 191"/>
              <a:gd name="GluePoint20Y" fmla="*/ 185 h 191"/>
              <a:gd name="GluePoint21X" fmla="*/ 66 w 191"/>
              <a:gd name="GluePoint21Y" fmla="*/ 48 h 191"/>
              <a:gd name="GluePoint22X" fmla="*/ 125 w 191"/>
              <a:gd name="GluePoint22Y" fmla="*/ 48 h 191"/>
              <a:gd name="GluePoint23X" fmla="*/ 125 w 191"/>
              <a:gd name="GluePoint23Y" fmla="*/ 185 h 191"/>
              <a:gd name="GluePoint24X" fmla="*/ 185 w 191"/>
              <a:gd name="GluePoint24Y" fmla="*/ 185 h 191"/>
              <a:gd name="GluePoint25X" fmla="*/ 131 w 191"/>
              <a:gd name="GluePoint25Y" fmla="*/ 185 h 191"/>
              <a:gd name="GluePoint26X" fmla="*/ 131 w 191"/>
              <a:gd name="GluePoint26Y" fmla="*/ 48 h 191"/>
              <a:gd name="GluePoint27X" fmla="*/ 185 w 191"/>
              <a:gd name="GluePoint27Y" fmla="*/ 48 h 191"/>
              <a:gd name="GluePoint28X" fmla="*/ 185 w 191"/>
              <a:gd name="GluePoint28Y" fmla="*/ 185 h 191"/>
              <a:gd name="GluePoint29X" fmla="*/ 6 w 191"/>
              <a:gd name="GluePoint29Y" fmla="*/ 6 h 191"/>
              <a:gd name="GluePoint30X" fmla="*/ 185 w 191"/>
              <a:gd name="GluePoint30Y" fmla="*/ 6 h 191"/>
              <a:gd name="GluePoint31X" fmla="*/ 185 w 191"/>
              <a:gd name="GluePoint31Y" fmla="*/ 42 h 191"/>
              <a:gd name="GluePoint32X" fmla="*/ 131 w 191"/>
              <a:gd name="GluePoint32Y" fmla="*/ 42 h 191"/>
              <a:gd name="GluePoint33X" fmla="*/ 125 w 191"/>
              <a:gd name="GluePoint33Y" fmla="*/ 42 h 191"/>
              <a:gd name="GluePoint34X" fmla="*/ 66 w 191"/>
              <a:gd name="GluePoint34Y" fmla="*/ 42 h 191"/>
              <a:gd name="GluePoint35X" fmla="*/ 60 w 191"/>
              <a:gd name="GluePoint35Y" fmla="*/ 42 h 191"/>
              <a:gd name="GluePoint36X" fmla="*/ 6 w 191"/>
              <a:gd name="GluePoint36Y" fmla="*/ 42 h 191"/>
              <a:gd name="GluePoint37X" fmla="*/ 6 w 191"/>
              <a:gd name="GluePoint37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191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60" y="191"/>
                </a:lnTo>
                <a:lnTo>
                  <a:pt x="66" y="191"/>
                </a:lnTo>
                <a:lnTo>
                  <a:pt x="125" y="191"/>
                </a:lnTo>
                <a:lnTo>
                  <a:pt x="131" y="191"/>
                </a:lnTo>
                <a:lnTo>
                  <a:pt x="191" y="191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0" y="185"/>
                </a:moveTo>
                <a:lnTo>
                  <a:pt x="6" y="185"/>
                </a:lnTo>
                <a:lnTo>
                  <a:pt x="6" y="48"/>
                </a:lnTo>
                <a:lnTo>
                  <a:pt x="60" y="48"/>
                </a:lnTo>
                <a:lnTo>
                  <a:pt x="60" y="185"/>
                </a:lnTo>
                <a:close/>
                <a:moveTo>
                  <a:pt x="125" y="185"/>
                </a:moveTo>
                <a:lnTo>
                  <a:pt x="66" y="185"/>
                </a:lnTo>
                <a:lnTo>
                  <a:pt x="66" y="48"/>
                </a:lnTo>
                <a:lnTo>
                  <a:pt x="125" y="48"/>
                </a:lnTo>
                <a:lnTo>
                  <a:pt x="125" y="185"/>
                </a:lnTo>
                <a:close/>
                <a:moveTo>
                  <a:pt x="185" y="185"/>
                </a:moveTo>
                <a:lnTo>
                  <a:pt x="131" y="185"/>
                </a:lnTo>
                <a:lnTo>
                  <a:pt x="131" y="48"/>
                </a:lnTo>
                <a:lnTo>
                  <a:pt x="185" y="48"/>
                </a:lnTo>
                <a:lnTo>
                  <a:pt x="185" y="185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131" y="42"/>
                </a:lnTo>
                <a:lnTo>
                  <a:pt x="125" y="42"/>
                </a:lnTo>
                <a:lnTo>
                  <a:pt x="66" y="42"/>
                </a:lnTo>
                <a:lnTo>
                  <a:pt x="60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79" name="Freeform 148"/>
          <p:cNvSpPr/>
          <p:nvPr/>
        </p:nvSpPr>
        <p:spPr>
          <a:xfrm>
            <a:off x="2448000" y="2429640"/>
            <a:ext cx="304560" cy="3027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2760"/>
              <a:gd name="textAreaBottom" fmla="*/ 303120 h 302760"/>
              <a:gd name="GluePoint1X" fmla="*/ 0 w 192"/>
              <a:gd name="GluePoint1Y" fmla="*/ 42 h 191"/>
              <a:gd name="GluePoint2X" fmla="*/ 0 w 192"/>
              <a:gd name="GluePoint2Y" fmla="*/ 48 h 191"/>
              <a:gd name="GluePoint3X" fmla="*/ 0 w 192"/>
              <a:gd name="GluePoint3Y" fmla="*/ 113 h 191"/>
              <a:gd name="GluePoint4X" fmla="*/ 0 w 192"/>
              <a:gd name="GluePoint4Y" fmla="*/ 119 h 191"/>
              <a:gd name="GluePoint5X" fmla="*/ 0 w 192"/>
              <a:gd name="GluePoint5Y" fmla="*/ 191 h 191"/>
              <a:gd name="GluePoint6X" fmla="*/ 93 w 192"/>
              <a:gd name="GluePoint6Y" fmla="*/ 191 h 191"/>
              <a:gd name="GluePoint7X" fmla="*/ 99 w 192"/>
              <a:gd name="GluePoint7Y" fmla="*/ 191 h 191"/>
              <a:gd name="GluePoint8X" fmla="*/ 192 w 192"/>
              <a:gd name="GluePoint8Y" fmla="*/ 191 h 191"/>
              <a:gd name="GluePoint9X" fmla="*/ 192 w 192"/>
              <a:gd name="GluePoint9Y" fmla="*/ 119 h 191"/>
              <a:gd name="GluePoint10X" fmla="*/ 192 w 192"/>
              <a:gd name="GluePoint10Y" fmla="*/ 113 h 191"/>
              <a:gd name="GluePoint11X" fmla="*/ 192 w 192"/>
              <a:gd name="GluePoint11Y" fmla="*/ 48 h 191"/>
              <a:gd name="GluePoint12X" fmla="*/ 192 w 192"/>
              <a:gd name="GluePoint12Y" fmla="*/ 42 h 191"/>
              <a:gd name="GluePoint13X" fmla="*/ 192 w 192"/>
              <a:gd name="GluePoint13Y" fmla="*/ 0 h 191"/>
              <a:gd name="GluePoint14X" fmla="*/ 0 w 192"/>
              <a:gd name="GluePoint14Y" fmla="*/ 0 h 191"/>
              <a:gd name="GluePoint15X" fmla="*/ 0 w 192"/>
              <a:gd name="GluePoint15Y" fmla="*/ 42 h 191"/>
              <a:gd name="GluePoint16X" fmla="*/ 6 w 192"/>
              <a:gd name="GluePoint16Y" fmla="*/ 48 h 191"/>
              <a:gd name="GluePoint17X" fmla="*/ 93 w 192"/>
              <a:gd name="GluePoint17Y" fmla="*/ 48 h 191"/>
              <a:gd name="GluePoint18X" fmla="*/ 93 w 192"/>
              <a:gd name="GluePoint18Y" fmla="*/ 113 h 191"/>
              <a:gd name="GluePoint19X" fmla="*/ 6 w 192"/>
              <a:gd name="GluePoint19Y" fmla="*/ 113 h 191"/>
              <a:gd name="GluePoint20X" fmla="*/ 6 w 192"/>
              <a:gd name="GluePoint20Y" fmla="*/ 48 h 191"/>
              <a:gd name="GluePoint21X" fmla="*/ 93 w 192"/>
              <a:gd name="GluePoint21Y" fmla="*/ 185 h 191"/>
              <a:gd name="GluePoint22X" fmla="*/ 6 w 192"/>
              <a:gd name="GluePoint22Y" fmla="*/ 185 h 191"/>
              <a:gd name="GluePoint23X" fmla="*/ 6 w 192"/>
              <a:gd name="GluePoint23Y" fmla="*/ 119 h 191"/>
              <a:gd name="GluePoint24X" fmla="*/ 93 w 192"/>
              <a:gd name="GluePoint24Y" fmla="*/ 119 h 191"/>
              <a:gd name="GluePoint25X" fmla="*/ 93 w 192"/>
              <a:gd name="GluePoint25Y" fmla="*/ 185 h 191"/>
              <a:gd name="GluePoint26X" fmla="*/ 186 w 192"/>
              <a:gd name="GluePoint26Y" fmla="*/ 185 h 191"/>
              <a:gd name="GluePoint27X" fmla="*/ 99 w 192"/>
              <a:gd name="GluePoint27Y" fmla="*/ 185 h 191"/>
              <a:gd name="GluePoint28X" fmla="*/ 99 w 192"/>
              <a:gd name="GluePoint28Y" fmla="*/ 119 h 191"/>
              <a:gd name="GluePoint29X" fmla="*/ 186 w 192"/>
              <a:gd name="GluePoint29Y" fmla="*/ 119 h 191"/>
              <a:gd name="GluePoint30X" fmla="*/ 186 w 192"/>
              <a:gd name="GluePoint30Y" fmla="*/ 185 h 191"/>
              <a:gd name="GluePoint31X" fmla="*/ 186 w 192"/>
              <a:gd name="GluePoint31Y" fmla="*/ 113 h 191"/>
              <a:gd name="GluePoint32X" fmla="*/ 99 w 192"/>
              <a:gd name="GluePoint32Y" fmla="*/ 113 h 191"/>
              <a:gd name="GluePoint33X" fmla="*/ 99 w 192"/>
              <a:gd name="GluePoint33Y" fmla="*/ 48 h 191"/>
              <a:gd name="GluePoint34X" fmla="*/ 186 w 192"/>
              <a:gd name="GluePoint34Y" fmla="*/ 48 h 191"/>
              <a:gd name="GluePoint35X" fmla="*/ 186 w 192"/>
              <a:gd name="GluePoint35Y" fmla="*/ 113 h 191"/>
              <a:gd name="GluePoint36X" fmla="*/ 6 w 192"/>
              <a:gd name="GluePoint36Y" fmla="*/ 6 h 191"/>
              <a:gd name="GluePoint37X" fmla="*/ 186 w 192"/>
              <a:gd name="GluePoint37Y" fmla="*/ 6 h 191"/>
              <a:gd name="GluePoint38X" fmla="*/ 186 w 192"/>
              <a:gd name="GluePoint38Y" fmla="*/ 42 h 191"/>
              <a:gd name="GluePoint39X" fmla="*/ 99 w 192"/>
              <a:gd name="GluePoint39Y" fmla="*/ 42 h 191"/>
              <a:gd name="GluePoint40X" fmla="*/ 93 w 192"/>
              <a:gd name="GluePoint40Y" fmla="*/ 42 h 191"/>
              <a:gd name="GluePoint41X" fmla="*/ 6 w 192"/>
              <a:gd name="GluePoint41Y" fmla="*/ 42 h 191"/>
              <a:gd name="GluePoint42X" fmla="*/ 6 w 192"/>
              <a:gd name="GluePoint42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</a:cxnLst>
            <a:rect l="textAreaLeft" t="textAreaTop" r="textAreaRight" b="textAreaBottom"/>
            <a:pathLst>
              <a:path w="192" h="191">
                <a:moveTo>
                  <a:pt x="0" y="42"/>
                </a:moveTo>
                <a:lnTo>
                  <a:pt x="0" y="48"/>
                </a:lnTo>
                <a:lnTo>
                  <a:pt x="0" y="113"/>
                </a:lnTo>
                <a:lnTo>
                  <a:pt x="0" y="119"/>
                </a:lnTo>
                <a:lnTo>
                  <a:pt x="0" y="191"/>
                </a:lnTo>
                <a:lnTo>
                  <a:pt x="93" y="191"/>
                </a:lnTo>
                <a:lnTo>
                  <a:pt x="99" y="191"/>
                </a:lnTo>
                <a:lnTo>
                  <a:pt x="192" y="191"/>
                </a:lnTo>
                <a:lnTo>
                  <a:pt x="192" y="119"/>
                </a:lnTo>
                <a:lnTo>
                  <a:pt x="192" y="113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" y="48"/>
                </a:moveTo>
                <a:lnTo>
                  <a:pt x="93" y="48"/>
                </a:lnTo>
                <a:lnTo>
                  <a:pt x="93" y="113"/>
                </a:lnTo>
                <a:lnTo>
                  <a:pt x="6" y="113"/>
                </a:lnTo>
                <a:lnTo>
                  <a:pt x="6" y="48"/>
                </a:lnTo>
                <a:close/>
                <a:moveTo>
                  <a:pt x="93" y="185"/>
                </a:moveTo>
                <a:lnTo>
                  <a:pt x="6" y="185"/>
                </a:lnTo>
                <a:lnTo>
                  <a:pt x="6" y="119"/>
                </a:lnTo>
                <a:lnTo>
                  <a:pt x="93" y="119"/>
                </a:lnTo>
                <a:lnTo>
                  <a:pt x="93" y="185"/>
                </a:lnTo>
                <a:close/>
                <a:moveTo>
                  <a:pt x="186" y="185"/>
                </a:moveTo>
                <a:lnTo>
                  <a:pt x="99" y="185"/>
                </a:lnTo>
                <a:lnTo>
                  <a:pt x="99" y="119"/>
                </a:lnTo>
                <a:lnTo>
                  <a:pt x="186" y="119"/>
                </a:lnTo>
                <a:lnTo>
                  <a:pt x="186" y="185"/>
                </a:lnTo>
                <a:close/>
                <a:moveTo>
                  <a:pt x="186" y="113"/>
                </a:moveTo>
                <a:lnTo>
                  <a:pt x="99" y="113"/>
                </a:lnTo>
                <a:lnTo>
                  <a:pt x="99" y="48"/>
                </a:lnTo>
                <a:lnTo>
                  <a:pt x="186" y="48"/>
                </a:lnTo>
                <a:lnTo>
                  <a:pt x="186" y="113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99" y="42"/>
                </a:lnTo>
                <a:lnTo>
                  <a:pt x="93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0" name="Freeform 149"/>
          <p:cNvSpPr/>
          <p:nvPr/>
        </p:nvSpPr>
        <p:spPr>
          <a:xfrm>
            <a:off x="2843280" y="2429640"/>
            <a:ext cx="302760" cy="3027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2760"/>
              <a:gd name="textAreaBottom" fmla="*/ 303120 h 302760"/>
              <a:gd name="GluePoint1X" fmla="*/ 0 w 191"/>
              <a:gd name="GluePoint1Y" fmla="*/ 42 h 191"/>
              <a:gd name="GluePoint2X" fmla="*/ 0 w 191"/>
              <a:gd name="GluePoint2Y" fmla="*/ 48 h 191"/>
              <a:gd name="GluePoint3X" fmla="*/ 0 w 191"/>
              <a:gd name="GluePoint3Y" fmla="*/ 191 h 191"/>
              <a:gd name="GluePoint4X" fmla="*/ 44 w 191"/>
              <a:gd name="GluePoint4Y" fmla="*/ 191 h 191"/>
              <a:gd name="GluePoint5X" fmla="*/ 50 w 191"/>
              <a:gd name="GluePoint5Y" fmla="*/ 191 h 191"/>
              <a:gd name="GluePoint6X" fmla="*/ 92 w 191"/>
              <a:gd name="GluePoint6Y" fmla="*/ 191 h 191"/>
              <a:gd name="GluePoint7X" fmla="*/ 98 w 191"/>
              <a:gd name="GluePoint7Y" fmla="*/ 191 h 191"/>
              <a:gd name="GluePoint8X" fmla="*/ 137 w 191"/>
              <a:gd name="GluePoint8Y" fmla="*/ 191 h 191"/>
              <a:gd name="GluePoint9X" fmla="*/ 143 w 191"/>
              <a:gd name="GluePoint9Y" fmla="*/ 191 h 191"/>
              <a:gd name="GluePoint10X" fmla="*/ 191 w 191"/>
              <a:gd name="GluePoint10Y" fmla="*/ 191 h 191"/>
              <a:gd name="GluePoint11X" fmla="*/ 191 w 191"/>
              <a:gd name="GluePoint11Y" fmla="*/ 48 h 191"/>
              <a:gd name="GluePoint12X" fmla="*/ 191 w 191"/>
              <a:gd name="GluePoint12Y" fmla="*/ 42 h 191"/>
              <a:gd name="GluePoint13X" fmla="*/ 191 w 191"/>
              <a:gd name="GluePoint13Y" fmla="*/ 0 h 191"/>
              <a:gd name="GluePoint14X" fmla="*/ 0 w 191"/>
              <a:gd name="GluePoint14Y" fmla="*/ 0 h 191"/>
              <a:gd name="GluePoint15X" fmla="*/ 0 w 191"/>
              <a:gd name="GluePoint15Y" fmla="*/ 42 h 191"/>
              <a:gd name="GluePoint16X" fmla="*/ 44 w 191"/>
              <a:gd name="GluePoint16Y" fmla="*/ 185 h 191"/>
              <a:gd name="GluePoint17X" fmla="*/ 6 w 191"/>
              <a:gd name="GluePoint17Y" fmla="*/ 185 h 191"/>
              <a:gd name="GluePoint18X" fmla="*/ 6 w 191"/>
              <a:gd name="GluePoint18Y" fmla="*/ 48 h 191"/>
              <a:gd name="GluePoint19X" fmla="*/ 44 w 191"/>
              <a:gd name="GluePoint19Y" fmla="*/ 48 h 191"/>
              <a:gd name="GluePoint20X" fmla="*/ 44 w 191"/>
              <a:gd name="GluePoint20Y" fmla="*/ 185 h 191"/>
              <a:gd name="GluePoint21X" fmla="*/ 92 w 191"/>
              <a:gd name="GluePoint21Y" fmla="*/ 185 h 191"/>
              <a:gd name="GluePoint22X" fmla="*/ 50 w 191"/>
              <a:gd name="GluePoint22Y" fmla="*/ 185 h 191"/>
              <a:gd name="GluePoint23X" fmla="*/ 50 w 191"/>
              <a:gd name="GluePoint23Y" fmla="*/ 48 h 191"/>
              <a:gd name="GluePoint24X" fmla="*/ 92 w 191"/>
              <a:gd name="GluePoint24Y" fmla="*/ 48 h 191"/>
              <a:gd name="GluePoint25X" fmla="*/ 92 w 191"/>
              <a:gd name="GluePoint25Y" fmla="*/ 185 h 191"/>
              <a:gd name="GluePoint26X" fmla="*/ 137 w 191"/>
              <a:gd name="GluePoint26Y" fmla="*/ 185 h 191"/>
              <a:gd name="GluePoint27X" fmla="*/ 98 w 191"/>
              <a:gd name="GluePoint27Y" fmla="*/ 185 h 191"/>
              <a:gd name="GluePoint28X" fmla="*/ 98 w 191"/>
              <a:gd name="GluePoint28Y" fmla="*/ 48 h 191"/>
              <a:gd name="GluePoint29X" fmla="*/ 137 w 191"/>
              <a:gd name="GluePoint29Y" fmla="*/ 48 h 191"/>
              <a:gd name="GluePoint30X" fmla="*/ 137 w 191"/>
              <a:gd name="GluePoint30Y" fmla="*/ 185 h 191"/>
              <a:gd name="GluePoint31X" fmla="*/ 185 w 191"/>
              <a:gd name="GluePoint31Y" fmla="*/ 185 h 191"/>
              <a:gd name="GluePoint32X" fmla="*/ 143 w 191"/>
              <a:gd name="GluePoint32Y" fmla="*/ 185 h 191"/>
              <a:gd name="GluePoint33X" fmla="*/ 143 w 191"/>
              <a:gd name="GluePoint33Y" fmla="*/ 48 h 191"/>
              <a:gd name="GluePoint34X" fmla="*/ 185 w 191"/>
              <a:gd name="GluePoint34Y" fmla="*/ 48 h 191"/>
              <a:gd name="GluePoint35X" fmla="*/ 185 w 191"/>
              <a:gd name="GluePoint35Y" fmla="*/ 185 h 191"/>
              <a:gd name="GluePoint36X" fmla="*/ 6 w 191"/>
              <a:gd name="GluePoint36Y" fmla="*/ 6 h 191"/>
              <a:gd name="GluePoint37X" fmla="*/ 185 w 191"/>
              <a:gd name="GluePoint37Y" fmla="*/ 6 h 191"/>
              <a:gd name="GluePoint38X" fmla="*/ 185 w 191"/>
              <a:gd name="GluePoint38Y" fmla="*/ 42 h 191"/>
              <a:gd name="GluePoint39X" fmla="*/ 143 w 191"/>
              <a:gd name="GluePoint39Y" fmla="*/ 42 h 191"/>
              <a:gd name="GluePoint40X" fmla="*/ 137 w 191"/>
              <a:gd name="GluePoint40Y" fmla="*/ 42 h 191"/>
              <a:gd name="GluePoint41X" fmla="*/ 98 w 191"/>
              <a:gd name="GluePoint41Y" fmla="*/ 42 h 191"/>
              <a:gd name="GluePoint42X" fmla="*/ 92 w 191"/>
              <a:gd name="GluePoint42Y" fmla="*/ 42 h 191"/>
              <a:gd name="GluePoint43X" fmla="*/ 50 w 191"/>
              <a:gd name="GluePoint43Y" fmla="*/ 42 h 191"/>
              <a:gd name="GluePoint44X" fmla="*/ 44 w 191"/>
              <a:gd name="GluePoint44Y" fmla="*/ 42 h 191"/>
              <a:gd name="GluePoint45X" fmla="*/ 6 w 191"/>
              <a:gd name="GluePoint45Y" fmla="*/ 42 h 191"/>
              <a:gd name="GluePoint46X" fmla="*/ 6 w 191"/>
              <a:gd name="GluePoint46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</a:cxnLst>
            <a:rect l="textAreaLeft" t="textAreaTop" r="textAreaRight" b="textAreaBottom"/>
            <a:pathLst>
              <a:path w="191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44" y="191"/>
                </a:lnTo>
                <a:lnTo>
                  <a:pt x="50" y="191"/>
                </a:lnTo>
                <a:lnTo>
                  <a:pt x="92" y="191"/>
                </a:lnTo>
                <a:lnTo>
                  <a:pt x="98" y="191"/>
                </a:lnTo>
                <a:lnTo>
                  <a:pt x="137" y="191"/>
                </a:lnTo>
                <a:lnTo>
                  <a:pt x="143" y="191"/>
                </a:lnTo>
                <a:lnTo>
                  <a:pt x="191" y="191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44" y="185"/>
                </a:moveTo>
                <a:lnTo>
                  <a:pt x="6" y="185"/>
                </a:lnTo>
                <a:lnTo>
                  <a:pt x="6" y="48"/>
                </a:lnTo>
                <a:lnTo>
                  <a:pt x="44" y="48"/>
                </a:lnTo>
                <a:lnTo>
                  <a:pt x="44" y="185"/>
                </a:lnTo>
                <a:close/>
                <a:moveTo>
                  <a:pt x="92" y="185"/>
                </a:moveTo>
                <a:lnTo>
                  <a:pt x="50" y="185"/>
                </a:lnTo>
                <a:lnTo>
                  <a:pt x="50" y="48"/>
                </a:lnTo>
                <a:lnTo>
                  <a:pt x="92" y="48"/>
                </a:lnTo>
                <a:lnTo>
                  <a:pt x="92" y="185"/>
                </a:lnTo>
                <a:close/>
                <a:moveTo>
                  <a:pt x="137" y="185"/>
                </a:moveTo>
                <a:lnTo>
                  <a:pt x="98" y="185"/>
                </a:lnTo>
                <a:lnTo>
                  <a:pt x="98" y="48"/>
                </a:lnTo>
                <a:lnTo>
                  <a:pt x="137" y="48"/>
                </a:lnTo>
                <a:lnTo>
                  <a:pt x="137" y="185"/>
                </a:lnTo>
                <a:close/>
                <a:moveTo>
                  <a:pt x="185" y="185"/>
                </a:moveTo>
                <a:lnTo>
                  <a:pt x="143" y="185"/>
                </a:lnTo>
                <a:lnTo>
                  <a:pt x="143" y="48"/>
                </a:lnTo>
                <a:lnTo>
                  <a:pt x="185" y="48"/>
                </a:lnTo>
                <a:lnTo>
                  <a:pt x="185" y="185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143" y="42"/>
                </a:lnTo>
                <a:lnTo>
                  <a:pt x="137" y="42"/>
                </a:lnTo>
                <a:lnTo>
                  <a:pt x="98" y="42"/>
                </a:lnTo>
                <a:lnTo>
                  <a:pt x="92" y="42"/>
                </a:lnTo>
                <a:lnTo>
                  <a:pt x="50" y="42"/>
                </a:lnTo>
                <a:lnTo>
                  <a:pt x="44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1" name="Freeform 150"/>
          <p:cNvSpPr/>
          <p:nvPr/>
        </p:nvSpPr>
        <p:spPr>
          <a:xfrm>
            <a:off x="3238560" y="2429640"/>
            <a:ext cx="302760" cy="3027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2760"/>
              <a:gd name="textAreaBottom" fmla="*/ 303120 h 302760"/>
              <a:gd name="GluePoint1X" fmla="*/ 0 w 191"/>
              <a:gd name="GluePoint1Y" fmla="*/ 42 h 191"/>
              <a:gd name="GluePoint2X" fmla="*/ 0 w 191"/>
              <a:gd name="GluePoint2Y" fmla="*/ 48 h 191"/>
              <a:gd name="GluePoint3X" fmla="*/ 0 w 191"/>
              <a:gd name="GluePoint3Y" fmla="*/ 191 h 191"/>
              <a:gd name="GluePoint4X" fmla="*/ 191 w 191"/>
              <a:gd name="GluePoint4Y" fmla="*/ 191 h 191"/>
              <a:gd name="GluePoint5X" fmla="*/ 191 w 191"/>
              <a:gd name="GluePoint5Y" fmla="*/ 48 h 191"/>
              <a:gd name="GluePoint6X" fmla="*/ 191 w 191"/>
              <a:gd name="GluePoint6Y" fmla="*/ 42 h 191"/>
              <a:gd name="GluePoint7X" fmla="*/ 191 w 191"/>
              <a:gd name="GluePoint7Y" fmla="*/ 0 h 191"/>
              <a:gd name="GluePoint8X" fmla="*/ 0 w 191"/>
              <a:gd name="GluePoint8Y" fmla="*/ 0 h 191"/>
              <a:gd name="GluePoint9X" fmla="*/ 0 w 191"/>
              <a:gd name="GluePoint9Y" fmla="*/ 42 h 191"/>
              <a:gd name="GluePoint10X" fmla="*/ 6 w 191"/>
              <a:gd name="GluePoint10Y" fmla="*/ 48 h 191"/>
              <a:gd name="GluePoint11X" fmla="*/ 63 w 191"/>
              <a:gd name="GluePoint11Y" fmla="*/ 48 h 191"/>
              <a:gd name="GluePoint12X" fmla="*/ 63 w 191"/>
              <a:gd name="GluePoint12Y" fmla="*/ 185 h 191"/>
              <a:gd name="GluePoint13X" fmla="*/ 6 w 191"/>
              <a:gd name="GluePoint13Y" fmla="*/ 185 h 191"/>
              <a:gd name="GluePoint14X" fmla="*/ 6 w 191"/>
              <a:gd name="GluePoint14Y" fmla="*/ 48 h 191"/>
              <a:gd name="GluePoint15X" fmla="*/ 69 w 191"/>
              <a:gd name="GluePoint15Y" fmla="*/ 185 h 191"/>
              <a:gd name="GluePoint16X" fmla="*/ 69 w 191"/>
              <a:gd name="GluePoint16Y" fmla="*/ 116 h 191"/>
              <a:gd name="GluePoint17X" fmla="*/ 185 w 191"/>
              <a:gd name="GluePoint17Y" fmla="*/ 116 h 191"/>
              <a:gd name="GluePoint18X" fmla="*/ 185 w 191"/>
              <a:gd name="GluePoint18Y" fmla="*/ 185 h 191"/>
              <a:gd name="GluePoint19X" fmla="*/ 69 w 191"/>
              <a:gd name="GluePoint19Y" fmla="*/ 185 h 191"/>
              <a:gd name="GluePoint20X" fmla="*/ 185 w 191"/>
              <a:gd name="GluePoint20Y" fmla="*/ 110 h 191"/>
              <a:gd name="GluePoint21X" fmla="*/ 69 w 191"/>
              <a:gd name="GluePoint21Y" fmla="*/ 110 h 191"/>
              <a:gd name="GluePoint22X" fmla="*/ 69 w 191"/>
              <a:gd name="GluePoint22Y" fmla="*/ 48 h 191"/>
              <a:gd name="GluePoint23X" fmla="*/ 185 w 191"/>
              <a:gd name="GluePoint23Y" fmla="*/ 48 h 191"/>
              <a:gd name="GluePoint24X" fmla="*/ 185 w 191"/>
              <a:gd name="GluePoint24Y" fmla="*/ 110 h 191"/>
              <a:gd name="GluePoint25X" fmla="*/ 6 w 191"/>
              <a:gd name="GluePoint25Y" fmla="*/ 6 h 191"/>
              <a:gd name="GluePoint26X" fmla="*/ 185 w 191"/>
              <a:gd name="GluePoint26Y" fmla="*/ 6 h 191"/>
              <a:gd name="GluePoint27X" fmla="*/ 185 w 191"/>
              <a:gd name="GluePoint27Y" fmla="*/ 42 h 191"/>
              <a:gd name="GluePoint28X" fmla="*/ 6 w 191"/>
              <a:gd name="GluePoint28Y" fmla="*/ 42 h 191"/>
              <a:gd name="GluePoint29X" fmla="*/ 6 w 191"/>
              <a:gd name="GluePoint29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</a:cxnLst>
            <a:rect l="textAreaLeft" t="textAreaTop" r="textAreaRight" b="textAreaBottom"/>
            <a:pathLst>
              <a:path w="191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191" y="191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" y="48"/>
                </a:moveTo>
                <a:lnTo>
                  <a:pt x="63" y="48"/>
                </a:lnTo>
                <a:lnTo>
                  <a:pt x="63" y="185"/>
                </a:lnTo>
                <a:lnTo>
                  <a:pt x="6" y="185"/>
                </a:lnTo>
                <a:lnTo>
                  <a:pt x="6" y="48"/>
                </a:lnTo>
                <a:close/>
                <a:moveTo>
                  <a:pt x="69" y="185"/>
                </a:moveTo>
                <a:lnTo>
                  <a:pt x="69" y="116"/>
                </a:lnTo>
                <a:lnTo>
                  <a:pt x="185" y="116"/>
                </a:lnTo>
                <a:lnTo>
                  <a:pt x="185" y="185"/>
                </a:lnTo>
                <a:lnTo>
                  <a:pt x="69" y="185"/>
                </a:lnTo>
                <a:close/>
                <a:moveTo>
                  <a:pt x="185" y="110"/>
                </a:moveTo>
                <a:lnTo>
                  <a:pt x="69" y="110"/>
                </a:lnTo>
                <a:lnTo>
                  <a:pt x="69" y="48"/>
                </a:lnTo>
                <a:lnTo>
                  <a:pt x="185" y="48"/>
                </a:lnTo>
                <a:lnTo>
                  <a:pt x="185" y="110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2" name="Freeform 151"/>
          <p:cNvSpPr/>
          <p:nvPr/>
        </p:nvSpPr>
        <p:spPr>
          <a:xfrm>
            <a:off x="3632040" y="2429640"/>
            <a:ext cx="304560" cy="3027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2760"/>
              <a:gd name="textAreaBottom" fmla="*/ 303120 h 302760"/>
              <a:gd name="GluePoint1X" fmla="*/ 0 w 192"/>
              <a:gd name="GluePoint1Y" fmla="*/ 42 h 191"/>
              <a:gd name="GluePoint2X" fmla="*/ 0 w 192"/>
              <a:gd name="GluePoint2Y" fmla="*/ 48 h 191"/>
              <a:gd name="GluePoint3X" fmla="*/ 0 w 192"/>
              <a:gd name="GluePoint3Y" fmla="*/ 191 h 191"/>
              <a:gd name="GluePoint4X" fmla="*/ 192 w 192"/>
              <a:gd name="GluePoint4Y" fmla="*/ 191 h 191"/>
              <a:gd name="GluePoint5X" fmla="*/ 192 w 192"/>
              <a:gd name="GluePoint5Y" fmla="*/ 48 h 191"/>
              <a:gd name="GluePoint6X" fmla="*/ 192 w 192"/>
              <a:gd name="GluePoint6Y" fmla="*/ 42 h 191"/>
              <a:gd name="GluePoint7X" fmla="*/ 192 w 192"/>
              <a:gd name="GluePoint7Y" fmla="*/ 0 h 191"/>
              <a:gd name="GluePoint8X" fmla="*/ 0 w 192"/>
              <a:gd name="GluePoint8Y" fmla="*/ 0 h 191"/>
              <a:gd name="GluePoint9X" fmla="*/ 0 w 192"/>
              <a:gd name="GluePoint9Y" fmla="*/ 42 h 191"/>
              <a:gd name="GluePoint10X" fmla="*/ 123 w 192"/>
              <a:gd name="GluePoint10Y" fmla="*/ 110 h 191"/>
              <a:gd name="GluePoint11X" fmla="*/ 6 w 192"/>
              <a:gd name="GluePoint11Y" fmla="*/ 110 h 191"/>
              <a:gd name="GluePoint12X" fmla="*/ 6 w 192"/>
              <a:gd name="GluePoint12Y" fmla="*/ 48 h 191"/>
              <a:gd name="GluePoint13X" fmla="*/ 123 w 192"/>
              <a:gd name="GluePoint13Y" fmla="*/ 48 h 191"/>
              <a:gd name="GluePoint14X" fmla="*/ 123 w 192"/>
              <a:gd name="GluePoint14Y" fmla="*/ 110 h 191"/>
              <a:gd name="GluePoint15X" fmla="*/ 6 w 192"/>
              <a:gd name="GluePoint15Y" fmla="*/ 116 h 191"/>
              <a:gd name="GluePoint16X" fmla="*/ 123 w 192"/>
              <a:gd name="GluePoint16Y" fmla="*/ 116 h 191"/>
              <a:gd name="GluePoint17X" fmla="*/ 123 w 192"/>
              <a:gd name="GluePoint17Y" fmla="*/ 185 h 191"/>
              <a:gd name="GluePoint18X" fmla="*/ 6 w 192"/>
              <a:gd name="GluePoint18Y" fmla="*/ 185 h 191"/>
              <a:gd name="GluePoint19X" fmla="*/ 6 w 192"/>
              <a:gd name="GluePoint19Y" fmla="*/ 116 h 191"/>
              <a:gd name="GluePoint20X" fmla="*/ 186 w 192"/>
              <a:gd name="GluePoint20Y" fmla="*/ 185 h 191"/>
              <a:gd name="GluePoint21X" fmla="*/ 129 w 192"/>
              <a:gd name="GluePoint21Y" fmla="*/ 185 h 191"/>
              <a:gd name="GluePoint22X" fmla="*/ 129 w 192"/>
              <a:gd name="GluePoint22Y" fmla="*/ 48 h 191"/>
              <a:gd name="GluePoint23X" fmla="*/ 186 w 192"/>
              <a:gd name="GluePoint23Y" fmla="*/ 48 h 191"/>
              <a:gd name="GluePoint24X" fmla="*/ 186 w 192"/>
              <a:gd name="GluePoint24Y" fmla="*/ 185 h 191"/>
              <a:gd name="GluePoint25X" fmla="*/ 6 w 192"/>
              <a:gd name="GluePoint25Y" fmla="*/ 6 h 191"/>
              <a:gd name="GluePoint26X" fmla="*/ 186 w 192"/>
              <a:gd name="GluePoint26Y" fmla="*/ 6 h 191"/>
              <a:gd name="GluePoint27X" fmla="*/ 186 w 192"/>
              <a:gd name="GluePoint27Y" fmla="*/ 42 h 191"/>
              <a:gd name="GluePoint28X" fmla="*/ 6 w 192"/>
              <a:gd name="GluePoint28Y" fmla="*/ 42 h 191"/>
              <a:gd name="GluePoint29X" fmla="*/ 6 w 192"/>
              <a:gd name="GluePoint29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</a:cxnLst>
            <a:rect l="textAreaLeft" t="textAreaTop" r="textAreaRight" b="textAreaBottom"/>
            <a:pathLst>
              <a:path w="192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192" y="191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123" y="110"/>
                </a:moveTo>
                <a:lnTo>
                  <a:pt x="6" y="110"/>
                </a:lnTo>
                <a:lnTo>
                  <a:pt x="6" y="48"/>
                </a:lnTo>
                <a:lnTo>
                  <a:pt x="123" y="48"/>
                </a:lnTo>
                <a:lnTo>
                  <a:pt x="123" y="110"/>
                </a:lnTo>
                <a:close/>
                <a:moveTo>
                  <a:pt x="6" y="116"/>
                </a:moveTo>
                <a:lnTo>
                  <a:pt x="123" y="116"/>
                </a:lnTo>
                <a:lnTo>
                  <a:pt x="123" y="185"/>
                </a:lnTo>
                <a:lnTo>
                  <a:pt x="6" y="185"/>
                </a:lnTo>
                <a:lnTo>
                  <a:pt x="6" y="116"/>
                </a:lnTo>
                <a:close/>
                <a:moveTo>
                  <a:pt x="186" y="185"/>
                </a:moveTo>
                <a:lnTo>
                  <a:pt x="129" y="185"/>
                </a:lnTo>
                <a:lnTo>
                  <a:pt x="129" y="48"/>
                </a:lnTo>
                <a:lnTo>
                  <a:pt x="186" y="48"/>
                </a:lnTo>
                <a:lnTo>
                  <a:pt x="186" y="185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3" name="Freeform 152"/>
          <p:cNvSpPr/>
          <p:nvPr/>
        </p:nvSpPr>
        <p:spPr>
          <a:xfrm>
            <a:off x="4027320" y="2429640"/>
            <a:ext cx="302760" cy="3027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2760"/>
              <a:gd name="textAreaBottom" fmla="*/ 303120 h 302760"/>
              <a:gd name="GluePoint1X" fmla="*/ 0 w 191"/>
              <a:gd name="GluePoint1Y" fmla="*/ 42 h 191"/>
              <a:gd name="GluePoint2X" fmla="*/ 0 w 191"/>
              <a:gd name="GluePoint2Y" fmla="*/ 48 h 191"/>
              <a:gd name="GluePoint3X" fmla="*/ 0 w 191"/>
              <a:gd name="GluePoint3Y" fmla="*/ 191 h 191"/>
              <a:gd name="GluePoint4X" fmla="*/ 92 w 191"/>
              <a:gd name="GluePoint4Y" fmla="*/ 191 h 191"/>
              <a:gd name="GluePoint5X" fmla="*/ 98 w 191"/>
              <a:gd name="GluePoint5Y" fmla="*/ 191 h 191"/>
              <a:gd name="GluePoint6X" fmla="*/ 137 w 191"/>
              <a:gd name="GluePoint6Y" fmla="*/ 191 h 191"/>
              <a:gd name="GluePoint7X" fmla="*/ 143 w 191"/>
              <a:gd name="GluePoint7Y" fmla="*/ 191 h 191"/>
              <a:gd name="GluePoint8X" fmla="*/ 191 w 191"/>
              <a:gd name="GluePoint8Y" fmla="*/ 191 h 191"/>
              <a:gd name="GluePoint9X" fmla="*/ 191 w 191"/>
              <a:gd name="GluePoint9Y" fmla="*/ 48 h 191"/>
              <a:gd name="GluePoint10X" fmla="*/ 191 w 191"/>
              <a:gd name="GluePoint10Y" fmla="*/ 42 h 191"/>
              <a:gd name="GluePoint11X" fmla="*/ 191 w 191"/>
              <a:gd name="GluePoint11Y" fmla="*/ 0 h 191"/>
              <a:gd name="GluePoint12X" fmla="*/ 0 w 191"/>
              <a:gd name="GluePoint12Y" fmla="*/ 0 h 191"/>
              <a:gd name="GluePoint13X" fmla="*/ 0 w 191"/>
              <a:gd name="GluePoint13Y" fmla="*/ 42 h 191"/>
              <a:gd name="GluePoint14X" fmla="*/ 92 w 191"/>
              <a:gd name="GluePoint14Y" fmla="*/ 185 h 191"/>
              <a:gd name="GluePoint15X" fmla="*/ 6 w 191"/>
              <a:gd name="GluePoint15Y" fmla="*/ 185 h 191"/>
              <a:gd name="GluePoint16X" fmla="*/ 6 w 191"/>
              <a:gd name="GluePoint16Y" fmla="*/ 48 h 191"/>
              <a:gd name="GluePoint17X" fmla="*/ 92 w 191"/>
              <a:gd name="GluePoint17Y" fmla="*/ 48 h 191"/>
              <a:gd name="GluePoint18X" fmla="*/ 92 w 191"/>
              <a:gd name="GluePoint18Y" fmla="*/ 185 h 191"/>
              <a:gd name="GluePoint19X" fmla="*/ 137 w 191"/>
              <a:gd name="GluePoint19Y" fmla="*/ 185 h 191"/>
              <a:gd name="GluePoint20X" fmla="*/ 98 w 191"/>
              <a:gd name="GluePoint20Y" fmla="*/ 185 h 191"/>
              <a:gd name="GluePoint21X" fmla="*/ 98 w 191"/>
              <a:gd name="GluePoint21Y" fmla="*/ 48 h 191"/>
              <a:gd name="GluePoint22X" fmla="*/ 137 w 191"/>
              <a:gd name="GluePoint22Y" fmla="*/ 48 h 191"/>
              <a:gd name="GluePoint23X" fmla="*/ 137 w 191"/>
              <a:gd name="GluePoint23Y" fmla="*/ 185 h 191"/>
              <a:gd name="GluePoint24X" fmla="*/ 185 w 191"/>
              <a:gd name="GluePoint24Y" fmla="*/ 185 h 191"/>
              <a:gd name="GluePoint25X" fmla="*/ 143 w 191"/>
              <a:gd name="GluePoint25Y" fmla="*/ 185 h 191"/>
              <a:gd name="GluePoint26X" fmla="*/ 143 w 191"/>
              <a:gd name="GluePoint26Y" fmla="*/ 48 h 191"/>
              <a:gd name="GluePoint27X" fmla="*/ 185 w 191"/>
              <a:gd name="GluePoint27Y" fmla="*/ 48 h 191"/>
              <a:gd name="GluePoint28X" fmla="*/ 185 w 191"/>
              <a:gd name="GluePoint28Y" fmla="*/ 185 h 191"/>
              <a:gd name="GluePoint29X" fmla="*/ 6 w 191"/>
              <a:gd name="GluePoint29Y" fmla="*/ 6 h 191"/>
              <a:gd name="GluePoint30X" fmla="*/ 185 w 191"/>
              <a:gd name="GluePoint30Y" fmla="*/ 6 h 191"/>
              <a:gd name="GluePoint31X" fmla="*/ 185 w 191"/>
              <a:gd name="GluePoint31Y" fmla="*/ 42 h 191"/>
              <a:gd name="GluePoint32X" fmla="*/ 143 w 191"/>
              <a:gd name="GluePoint32Y" fmla="*/ 42 h 191"/>
              <a:gd name="GluePoint33X" fmla="*/ 137 w 191"/>
              <a:gd name="GluePoint33Y" fmla="*/ 42 h 191"/>
              <a:gd name="GluePoint34X" fmla="*/ 98 w 191"/>
              <a:gd name="GluePoint34Y" fmla="*/ 42 h 191"/>
              <a:gd name="GluePoint35X" fmla="*/ 92 w 191"/>
              <a:gd name="GluePoint35Y" fmla="*/ 42 h 191"/>
              <a:gd name="GluePoint36X" fmla="*/ 6 w 191"/>
              <a:gd name="GluePoint36Y" fmla="*/ 42 h 191"/>
              <a:gd name="GluePoint37X" fmla="*/ 6 w 191"/>
              <a:gd name="GluePoint37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191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92" y="191"/>
                </a:lnTo>
                <a:lnTo>
                  <a:pt x="98" y="191"/>
                </a:lnTo>
                <a:lnTo>
                  <a:pt x="137" y="191"/>
                </a:lnTo>
                <a:lnTo>
                  <a:pt x="143" y="191"/>
                </a:lnTo>
                <a:lnTo>
                  <a:pt x="191" y="191"/>
                </a:lnTo>
                <a:lnTo>
                  <a:pt x="191" y="48"/>
                </a:lnTo>
                <a:lnTo>
                  <a:pt x="191" y="42"/>
                </a:lnTo>
                <a:lnTo>
                  <a:pt x="191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92" y="185"/>
                </a:moveTo>
                <a:lnTo>
                  <a:pt x="6" y="185"/>
                </a:lnTo>
                <a:lnTo>
                  <a:pt x="6" y="48"/>
                </a:lnTo>
                <a:lnTo>
                  <a:pt x="92" y="48"/>
                </a:lnTo>
                <a:lnTo>
                  <a:pt x="92" y="185"/>
                </a:lnTo>
                <a:close/>
                <a:moveTo>
                  <a:pt x="137" y="185"/>
                </a:moveTo>
                <a:lnTo>
                  <a:pt x="98" y="185"/>
                </a:lnTo>
                <a:lnTo>
                  <a:pt x="98" y="48"/>
                </a:lnTo>
                <a:lnTo>
                  <a:pt x="137" y="48"/>
                </a:lnTo>
                <a:lnTo>
                  <a:pt x="137" y="185"/>
                </a:lnTo>
                <a:close/>
                <a:moveTo>
                  <a:pt x="185" y="185"/>
                </a:moveTo>
                <a:lnTo>
                  <a:pt x="143" y="185"/>
                </a:lnTo>
                <a:lnTo>
                  <a:pt x="143" y="48"/>
                </a:lnTo>
                <a:lnTo>
                  <a:pt x="185" y="48"/>
                </a:lnTo>
                <a:lnTo>
                  <a:pt x="185" y="185"/>
                </a:lnTo>
                <a:close/>
                <a:moveTo>
                  <a:pt x="6" y="6"/>
                </a:moveTo>
                <a:lnTo>
                  <a:pt x="185" y="6"/>
                </a:lnTo>
                <a:lnTo>
                  <a:pt x="185" y="42"/>
                </a:lnTo>
                <a:lnTo>
                  <a:pt x="143" y="42"/>
                </a:lnTo>
                <a:lnTo>
                  <a:pt x="137" y="42"/>
                </a:lnTo>
                <a:lnTo>
                  <a:pt x="98" y="42"/>
                </a:lnTo>
                <a:lnTo>
                  <a:pt x="92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4" name="Freeform 153"/>
          <p:cNvSpPr/>
          <p:nvPr/>
        </p:nvSpPr>
        <p:spPr>
          <a:xfrm>
            <a:off x="4421160" y="2429640"/>
            <a:ext cx="304560" cy="3027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2760"/>
              <a:gd name="textAreaBottom" fmla="*/ 303120 h 302760"/>
              <a:gd name="GluePoint1X" fmla="*/ 0 w 192"/>
              <a:gd name="GluePoint1Y" fmla="*/ 42 h 191"/>
              <a:gd name="GluePoint2X" fmla="*/ 0 w 192"/>
              <a:gd name="GluePoint2Y" fmla="*/ 48 h 191"/>
              <a:gd name="GluePoint3X" fmla="*/ 0 w 192"/>
              <a:gd name="GluePoint3Y" fmla="*/ 191 h 191"/>
              <a:gd name="GluePoint4X" fmla="*/ 192 w 192"/>
              <a:gd name="GluePoint4Y" fmla="*/ 191 h 191"/>
              <a:gd name="GluePoint5X" fmla="*/ 192 w 192"/>
              <a:gd name="GluePoint5Y" fmla="*/ 48 h 191"/>
              <a:gd name="GluePoint6X" fmla="*/ 192 w 192"/>
              <a:gd name="GluePoint6Y" fmla="*/ 42 h 191"/>
              <a:gd name="GluePoint7X" fmla="*/ 192 w 192"/>
              <a:gd name="GluePoint7Y" fmla="*/ 0 h 191"/>
              <a:gd name="GluePoint8X" fmla="*/ 0 w 192"/>
              <a:gd name="GluePoint8Y" fmla="*/ 0 h 191"/>
              <a:gd name="GluePoint9X" fmla="*/ 0 w 192"/>
              <a:gd name="GluePoint9Y" fmla="*/ 42 h 191"/>
              <a:gd name="GluePoint10X" fmla="*/ 6 w 192"/>
              <a:gd name="GluePoint10Y" fmla="*/ 48 h 191"/>
              <a:gd name="GluePoint11X" fmla="*/ 63 w 192"/>
              <a:gd name="GluePoint11Y" fmla="*/ 48 h 191"/>
              <a:gd name="GluePoint12X" fmla="*/ 63 w 192"/>
              <a:gd name="GluePoint12Y" fmla="*/ 185 h 191"/>
              <a:gd name="GluePoint13X" fmla="*/ 6 w 192"/>
              <a:gd name="GluePoint13Y" fmla="*/ 185 h 191"/>
              <a:gd name="GluePoint14X" fmla="*/ 6 w 192"/>
              <a:gd name="GluePoint14Y" fmla="*/ 48 h 191"/>
              <a:gd name="GluePoint15X" fmla="*/ 186 w 192"/>
              <a:gd name="GluePoint15Y" fmla="*/ 185 h 191"/>
              <a:gd name="GluePoint16X" fmla="*/ 69 w 192"/>
              <a:gd name="GluePoint16Y" fmla="*/ 185 h 191"/>
              <a:gd name="GluePoint17X" fmla="*/ 69 w 192"/>
              <a:gd name="GluePoint17Y" fmla="*/ 48 h 191"/>
              <a:gd name="GluePoint18X" fmla="*/ 186 w 192"/>
              <a:gd name="GluePoint18Y" fmla="*/ 48 h 191"/>
              <a:gd name="GluePoint19X" fmla="*/ 186 w 192"/>
              <a:gd name="GluePoint19Y" fmla="*/ 185 h 191"/>
              <a:gd name="GluePoint20X" fmla="*/ 6 w 192"/>
              <a:gd name="GluePoint20Y" fmla="*/ 6 h 191"/>
              <a:gd name="GluePoint21X" fmla="*/ 186 w 192"/>
              <a:gd name="GluePoint21Y" fmla="*/ 6 h 191"/>
              <a:gd name="GluePoint22X" fmla="*/ 186 w 192"/>
              <a:gd name="GluePoint22Y" fmla="*/ 42 h 191"/>
              <a:gd name="GluePoint23X" fmla="*/ 6 w 192"/>
              <a:gd name="GluePoint23Y" fmla="*/ 42 h 191"/>
              <a:gd name="GluePoint24X" fmla="*/ 6 w 192"/>
              <a:gd name="GluePoint24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</a:cxnLst>
            <a:rect l="textAreaLeft" t="textAreaTop" r="textAreaRight" b="textAreaBottom"/>
            <a:pathLst>
              <a:path w="192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192" y="191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" y="48"/>
                </a:moveTo>
                <a:lnTo>
                  <a:pt x="63" y="48"/>
                </a:lnTo>
                <a:lnTo>
                  <a:pt x="63" y="185"/>
                </a:lnTo>
                <a:lnTo>
                  <a:pt x="6" y="185"/>
                </a:lnTo>
                <a:lnTo>
                  <a:pt x="6" y="48"/>
                </a:lnTo>
                <a:close/>
                <a:moveTo>
                  <a:pt x="186" y="185"/>
                </a:moveTo>
                <a:lnTo>
                  <a:pt x="69" y="185"/>
                </a:lnTo>
                <a:lnTo>
                  <a:pt x="69" y="48"/>
                </a:lnTo>
                <a:lnTo>
                  <a:pt x="186" y="48"/>
                </a:lnTo>
                <a:lnTo>
                  <a:pt x="186" y="185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5" name="Freeform 154"/>
          <p:cNvSpPr/>
          <p:nvPr/>
        </p:nvSpPr>
        <p:spPr>
          <a:xfrm>
            <a:off x="4815000" y="2429640"/>
            <a:ext cx="304560" cy="3027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2760"/>
              <a:gd name="textAreaBottom" fmla="*/ 303120 h 302760"/>
              <a:gd name="GluePoint1X" fmla="*/ 0 w 192"/>
              <a:gd name="GluePoint1Y" fmla="*/ 42 h 191"/>
              <a:gd name="GluePoint2X" fmla="*/ 0 w 192"/>
              <a:gd name="GluePoint2Y" fmla="*/ 48 h 191"/>
              <a:gd name="GluePoint3X" fmla="*/ 0 w 192"/>
              <a:gd name="GluePoint3Y" fmla="*/ 191 h 191"/>
              <a:gd name="GluePoint4X" fmla="*/ 192 w 192"/>
              <a:gd name="GluePoint4Y" fmla="*/ 191 h 191"/>
              <a:gd name="GluePoint5X" fmla="*/ 192 w 192"/>
              <a:gd name="GluePoint5Y" fmla="*/ 48 h 191"/>
              <a:gd name="GluePoint6X" fmla="*/ 192 w 192"/>
              <a:gd name="GluePoint6Y" fmla="*/ 42 h 191"/>
              <a:gd name="GluePoint7X" fmla="*/ 192 w 192"/>
              <a:gd name="GluePoint7Y" fmla="*/ 0 h 191"/>
              <a:gd name="GluePoint8X" fmla="*/ 0 w 192"/>
              <a:gd name="GluePoint8Y" fmla="*/ 0 h 191"/>
              <a:gd name="GluePoint9X" fmla="*/ 0 w 192"/>
              <a:gd name="GluePoint9Y" fmla="*/ 42 h 191"/>
              <a:gd name="GluePoint10X" fmla="*/ 6 w 192"/>
              <a:gd name="GluePoint10Y" fmla="*/ 48 h 191"/>
              <a:gd name="GluePoint11X" fmla="*/ 123 w 192"/>
              <a:gd name="GluePoint11Y" fmla="*/ 48 h 191"/>
              <a:gd name="GluePoint12X" fmla="*/ 123 w 192"/>
              <a:gd name="GluePoint12Y" fmla="*/ 185 h 191"/>
              <a:gd name="GluePoint13X" fmla="*/ 6 w 192"/>
              <a:gd name="GluePoint13Y" fmla="*/ 185 h 191"/>
              <a:gd name="GluePoint14X" fmla="*/ 6 w 192"/>
              <a:gd name="GluePoint14Y" fmla="*/ 48 h 191"/>
              <a:gd name="GluePoint15X" fmla="*/ 186 w 192"/>
              <a:gd name="GluePoint15Y" fmla="*/ 185 h 191"/>
              <a:gd name="GluePoint16X" fmla="*/ 129 w 192"/>
              <a:gd name="GluePoint16Y" fmla="*/ 185 h 191"/>
              <a:gd name="GluePoint17X" fmla="*/ 129 w 192"/>
              <a:gd name="GluePoint17Y" fmla="*/ 48 h 191"/>
              <a:gd name="GluePoint18X" fmla="*/ 186 w 192"/>
              <a:gd name="GluePoint18Y" fmla="*/ 48 h 191"/>
              <a:gd name="GluePoint19X" fmla="*/ 186 w 192"/>
              <a:gd name="GluePoint19Y" fmla="*/ 185 h 191"/>
              <a:gd name="GluePoint20X" fmla="*/ 6 w 192"/>
              <a:gd name="GluePoint20Y" fmla="*/ 6 h 191"/>
              <a:gd name="GluePoint21X" fmla="*/ 186 w 192"/>
              <a:gd name="GluePoint21Y" fmla="*/ 6 h 191"/>
              <a:gd name="GluePoint22X" fmla="*/ 186 w 192"/>
              <a:gd name="GluePoint22Y" fmla="*/ 42 h 191"/>
              <a:gd name="GluePoint23X" fmla="*/ 6 w 192"/>
              <a:gd name="GluePoint23Y" fmla="*/ 42 h 191"/>
              <a:gd name="GluePoint24X" fmla="*/ 6 w 192"/>
              <a:gd name="GluePoint24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</a:cxnLst>
            <a:rect l="textAreaLeft" t="textAreaTop" r="textAreaRight" b="textAreaBottom"/>
            <a:pathLst>
              <a:path w="192" h="191">
                <a:moveTo>
                  <a:pt x="0" y="42"/>
                </a:moveTo>
                <a:lnTo>
                  <a:pt x="0" y="48"/>
                </a:lnTo>
                <a:lnTo>
                  <a:pt x="0" y="191"/>
                </a:lnTo>
                <a:lnTo>
                  <a:pt x="192" y="191"/>
                </a:lnTo>
                <a:lnTo>
                  <a:pt x="192" y="48"/>
                </a:lnTo>
                <a:lnTo>
                  <a:pt x="192" y="42"/>
                </a:lnTo>
                <a:lnTo>
                  <a:pt x="192" y="0"/>
                </a:lnTo>
                <a:lnTo>
                  <a:pt x="0" y="0"/>
                </a:lnTo>
                <a:lnTo>
                  <a:pt x="0" y="42"/>
                </a:lnTo>
                <a:close/>
                <a:moveTo>
                  <a:pt x="6" y="48"/>
                </a:moveTo>
                <a:lnTo>
                  <a:pt x="123" y="48"/>
                </a:lnTo>
                <a:lnTo>
                  <a:pt x="123" y="185"/>
                </a:lnTo>
                <a:lnTo>
                  <a:pt x="6" y="185"/>
                </a:lnTo>
                <a:lnTo>
                  <a:pt x="6" y="48"/>
                </a:lnTo>
                <a:close/>
                <a:moveTo>
                  <a:pt x="186" y="185"/>
                </a:moveTo>
                <a:lnTo>
                  <a:pt x="129" y="185"/>
                </a:lnTo>
                <a:lnTo>
                  <a:pt x="129" y="48"/>
                </a:lnTo>
                <a:lnTo>
                  <a:pt x="186" y="48"/>
                </a:lnTo>
                <a:lnTo>
                  <a:pt x="186" y="185"/>
                </a:lnTo>
                <a:close/>
                <a:moveTo>
                  <a:pt x="6" y="6"/>
                </a:moveTo>
                <a:lnTo>
                  <a:pt x="186" y="6"/>
                </a:lnTo>
                <a:lnTo>
                  <a:pt x="186" y="42"/>
                </a:lnTo>
                <a:lnTo>
                  <a:pt x="6" y="42"/>
                </a:lnTo>
                <a:lnTo>
                  <a:pt x="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6" name="Freeform 155"/>
          <p:cNvSpPr/>
          <p:nvPr/>
        </p:nvSpPr>
        <p:spPr>
          <a:xfrm>
            <a:off x="5210280" y="2429640"/>
            <a:ext cx="302760" cy="3027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2760"/>
              <a:gd name="textAreaBottom" fmla="*/ 303120 h 302760"/>
              <a:gd name="GluePoint1X" fmla="*/ 60 w 191"/>
              <a:gd name="GluePoint1Y" fmla="*/ 0 h 191"/>
              <a:gd name="GluePoint2X" fmla="*/ 0 w 191"/>
              <a:gd name="GluePoint2Y" fmla="*/ 0 h 191"/>
              <a:gd name="GluePoint3X" fmla="*/ 0 w 191"/>
              <a:gd name="GluePoint3Y" fmla="*/ 191 h 191"/>
              <a:gd name="GluePoint4X" fmla="*/ 60 w 191"/>
              <a:gd name="GluePoint4Y" fmla="*/ 191 h 191"/>
              <a:gd name="GluePoint5X" fmla="*/ 66 w 191"/>
              <a:gd name="GluePoint5Y" fmla="*/ 191 h 191"/>
              <a:gd name="GluePoint6X" fmla="*/ 191 w 191"/>
              <a:gd name="GluePoint6Y" fmla="*/ 191 h 191"/>
              <a:gd name="GluePoint7X" fmla="*/ 191 w 191"/>
              <a:gd name="GluePoint7Y" fmla="*/ 0 h 191"/>
              <a:gd name="GluePoint8X" fmla="*/ 66 w 191"/>
              <a:gd name="GluePoint8Y" fmla="*/ 0 h 191"/>
              <a:gd name="GluePoint9X" fmla="*/ 60 w 191"/>
              <a:gd name="GluePoint9Y" fmla="*/ 0 h 191"/>
              <a:gd name="GluePoint10X" fmla="*/ 60 w 191"/>
              <a:gd name="GluePoint10Y" fmla="*/ 185 h 191"/>
              <a:gd name="GluePoint11X" fmla="*/ 6 w 191"/>
              <a:gd name="GluePoint11Y" fmla="*/ 185 h 191"/>
              <a:gd name="GluePoint12X" fmla="*/ 6 w 191"/>
              <a:gd name="GluePoint12Y" fmla="*/ 6 h 191"/>
              <a:gd name="GluePoint13X" fmla="*/ 60 w 191"/>
              <a:gd name="GluePoint13Y" fmla="*/ 6 h 191"/>
              <a:gd name="GluePoint14X" fmla="*/ 60 w 191"/>
              <a:gd name="GluePoint14Y" fmla="*/ 185 h 191"/>
              <a:gd name="GluePoint15X" fmla="*/ 185 w 191"/>
              <a:gd name="GluePoint15Y" fmla="*/ 6 h 191"/>
              <a:gd name="GluePoint16X" fmla="*/ 185 w 191"/>
              <a:gd name="GluePoint16Y" fmla="*/ 185 h 191"/>
              <a:gd name="GluePoint17X" fmla="*/ 66 w 191"/>
              <a:gd name="GluePoint17Y" fmla="*/ 185 h 191"/>
              <a:gd name="GluePoint18X" fmla="*/ 66 w 191"/>
              <a:gd name="GluePoint18Y" fmla="*/ 6 h 191"/>
              <a:gd name="GluePoint19X" fmla="*/ 185 w 191"/>
              <a:gd name="GluePoint19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191" h="191">
                <a:moveTo>
                  <a:pt x="60" y="0"/>
                </a:moveTo>
                <a:lnTo>
                  <a:pt x="0" y="0"/>
                </a:lnTo>
                <a:lnTo>
                  <a:pt x="0" y="191"/>
                </a:lnTo>
                <a:lnTo>
                  <a:pt x="60" y="191"/>
                </a:lnTo>
                <a:lnTo>
                  <a:pt x="66" y="191"/>
                </a:lnTo>
                <a:lnTo>
                  <a:pt x="191" y="191"/>
                </a:lnTo>
                <a:lnTo>
                  <a:pt x="191" y="0"/>
                </a:lnTo>
                <a:lnTo>
                  <a:pt x="66" y="0"/>
                </a:lnTo>
                <a:lnTo>
                  <a:pt x="60" y="0"/>
                </a:lnTo>
                <a:close/>
                <a:moveTo>
                  <a:pt x="60" y="185"/>
                </a:moveTo>
                <a:lnTo>
                  <a:pt x="6" y="185"/>
                </a:lnTo>
                <a:lnTo>
                  <a:pt x="6" y="6"/>
                </a:lnTo>
                <a:lnTo>
                  <a:pt x="60" y="6"/>
                </a:lnTo>
                <a:lnTo>
                  <a:pt x="60" y="185"/>
                </a:lnTo>
                <a:close/>
                <a:moveTo>
                  <a:pt x="185" y="6"/>
                </a:moveTo>
                <a:lnTo>
                  <a:pt x="185" y="185"/>
                </a:lnTo>
                <a:lnTo>
                  <a:pt x="66" y="185"/>
                </a:lnTo>
                <a:lnTo>
                  <a:pt x="66" y="6"/>
                </a:lnTo>
                <a:lnTo>
                  <a:pt x="185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7" name="Freeform 156"/>
          <p:cNvSpPr/>
          <p:nvPr/>
        </p:nvSpPr>
        <p:spPr>
          <a:xfrm>
            <a:off x="5603760" y="2429640"/>
            <a:ext cx="304560" cy="3027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2760"/>
              <a:gd name="textAreaBottom" fmla="*/ 303120 h 302760"/>
              <a:gd name="GluePoint1X" fmla="*/ 126 w 192"/>
              <a:gd name="GluePoint1Y" fmla="*/ 0 h 191"/>
              <a:gd name="GluePoint2X" fmla="*/ 0 w 192"/>
              <a:gd name="GluePoint2Y" fmla="*/ 0 h 191"/>
              <a:gd name="GluePoint3X" fmla="*/ 0 w 192"/>
              <a:gd name="GluePoint3Y" fmla="*/ 191 h 191"/>
              <a:gd name="GluePoint4X" fmla="*/ 126 w 192"/>
              <a:gd name="GluePoint4Y" fmla="*/ 191 h 191"/>
              <a:gd name="GluePoint5X" fmla="*/ 132 w 192"/>
              <a:gd name="GluePoint5Y" fmla="*/ 191 h 191"/>
              <a:gd name="GluePoint6X" fmla="*/ 192 w 192"/>
              <a:gd name="GluePoint6Y" fmla="*/ 191 h 191"/>
              <a:gd name="GluePoint7X" fmla="*/ 192 w 192"/>
              <a:gd name="GluePoint7Y" fmla="*/ 0 h 191"/>
              <a:gd name="GluePoint8X" fmla="*/ 132 w 192"/>
              <a:gd name="GluePoint8Y" fmla="*/ 0 h 191"/>
              <a:gd name="GluePoint9X" fmla="*/ 126 w 192"/>
              <a:gd name="GluePoint9Y" fmla="*/ 0 h 191"/>
              <a:gd name="GluePoint10X" fmla="*/ 126 w 192"/>
              <a:gd name="GluePoint10Y" fmla="*/ 185 h 191"/>
              <a:gd name="GluePoint11X" fmla="*/ 6 w 192"/>
              <a:gd name="GluePoint11Y" fmla="*/ 185 h 191"/>
              <a:gd name="GluePoint12X" fmla="*/ 6 w 192"/>
              <a:gd name="GluePoint12Y" fmla="*/ 6 h 191"/>
              <a:gd name="GluePoint13X" fmla="*/ 126 w 192"/>
              <a:gd name="GluePoint13Y" fmla="*/ 6 h 191"/>
              <a:gd name="GluePoint14X" fmla="*/ 126 w 192"/>
              <a:gd name="GluePoint14Y" fmla="*/ 185 h 191"/>
              <a:gd name="GluePoint15X" fmla="*/ 186 w 192"/>
              <a:gd name="GluePoint15Y" fmla="*/ 6 h 191"/>
              <a:gd name="GluePoint16X" fmla="*/ 186 w 192"/>
              <a:gd name="GluePoint16Y" fmla="*/ 185 h 191"/>
              <a:gd name="GluePoint17X" fmla="*/ 132 w 192"/>
              <a:gd name="GluePoint17Y" fmla="*/ 185 h 191"/>
              <a:gd name="GluePoint18X" fmla="*/ 132 w 192"/>
              <a:gd name="GluePoint18Y" fmla="*/ 6 h 191"/>
              <a:gd name="GluePoint19X" fmla="*/ 186 w 192"/>
              <a:gd name="GluePoint19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192" h="191">
                <a:moveTo>
                  <a:pt x="126" y="0"/>
                </a:moveTo>
                <a:lnTo>
                  <a:pt x="0" y="0"/>
                </a:lnTo>
                <a:lnTo>
                  <a:pt x="0" y="191"/>
                </a:lnTo>
                <a:lnTo>
                  <a:pt x="126" y="191"/>
                </a:lnTo>
                <a:lnTo>
                  <a:pt x="132" y="191"/>
                </a:lnTo>
                <a:lnTo>
                  <a:pt x="192" y="191"/>
                </a:lnTo>
                <a:lnTo>
                  <a:pt x="192" y="0"/>
                </a:lnTo>
                <a:lnTo>
                  <a:pt x="132" y="0"/>
                </a:lnTo>
                <a:lnTo>
                  <a:pt x="126" y="0"/>
                </a:lnTo>
                <a:close/>
                <a:moveTo>
                  <a:pt x="126" y="185"/>
                </a:moveTo>
                <a:lnTo>
                  <a:pt x="6" y="185"/>
                </a:lnTo>
                <a:lnTo>
                  <a:pt x="6" y="6"/>
                </a:lnTo>
                <a:lnTo>
                  <a:pt x="126" y="6"/>
                </a:lnTo>
                <a:lnTo>
                  <a:pt x="126" y="185"/>
                </a:lnTo>
                <a:close/>
                <a:moveTo>
                  <a:pt x="186" y="6"/>
                </a:moveTo>
                <a:lnTo>
                  <a:pt x="186" y="185"/>
                </a:lnTo>
                <a:lnTo>
                  <a:pt x="132" y="185"/>
                </a:lnTo>
                <a:lnTo>
                  <a:pt x="132" y="6"/>
                </a:lnTo>
                <a:lnTo>
                  <a:pt x="186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8" name="Freeform 157"/>
          <p:cNvSpPr/>
          <p:nvPr/>
        </p:nvSpPr>
        <p:spPr>
          <a:xfrm>
            <a:off x="5999040" y="2429640"/>
            <a:ext cx="302760" cy="3027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2760"/>
              <a:gd name="textAreaBottom" fmla="*/ 303120 h 302760"/>
              <a:gd name="GluePoint1X" fmla="*/ 92 w 191"/>
              <a:gd name="GluePoint1Y" fmla="*/ 0 h 191"/>
              <a:gd name="GluePoint2X" fmla="*/ 0 w 191"/>
              <a:gd name="GluePoint2Y" fmla="*/ 0 h 191"/>
              <a:gd name="GluePoint3X" fmla="*/ 0 w 191"/>
              <a:gd name="GluePoint3Y" fmla="*/ 48 h 191"/>
              <a:gd name="GluePoint4X" fmla="*/ 0 w 191"/>
              <a:gd name="GluePoint4Y" fmla="*/ 54 h 191"/>
              <a:gd name="GluePoint5X" fmla="*/ 0 w 191"/>
              <a:gd name="GluePoint5Y" fmla="*/ 92 h 191"/>
              <a:gd name="GluePoint6X" fmla="*/ 0 w 191"/>
              <a:gd name="GluePoint6Y" fmla="*/ 98 h 191"/>
              <a:gd name="GluePoint7X" fmla="*/ 0 w 191"/>
              <a:gd name="GluePoint7Y" fmla="*/ 140 h 191"/>
              <a:gd name="GluePoint8X" fmla="*/ 0 w 191"/>
              <a:gd name="GluePoint8Y" fmla="*/ 146 h 191"/>
              <a:gd name="GluePoint9X" fmla="*/ 0 w 191"/>
              <a:gd name="GluePoint9Y" fmla="*/ 191 h 191"/>
              <a:gd name="GluePoint10X" fmla="*/ 92 w 191"/>
              <a:gd name="GluePoint10Y" fmla="*/ 191 h 191"/>
              <a:gd name="GluePoint11X" fmla="*/ 98 w 191"/>
              <a:gd name="GluePoint11Y" fmla="*/ 191 h 191"/>
              <a:gd name="GluePoint12X" fmla="*/ 191 w 191"/>
              <a:gd name="GluePoint12Y" fmla="*/ 191 h 191"/>
              <a:gd name="GluePoint13X" fmla="*/ 191 w 191"/>
              <a:gd name="GluePoint13Y" fmla="*/ 146 h 191"/>
              <a:gd name="GluePoint14X" fmla="*/ 191 w 191"/>
              <a:gd name="GluePoint14Y" fmla="*/ 140 h 191"/>
              <a:gd name="GluePoint15X" fmla="*/ 191 w 191"/>
              <a:gd name="GluePoint15Y" fmla="*/ 98 h 191"/>
              <a:gd name="GluePoint16X" fmla="*/ 191 w 191"/>
              <a:gd name="GluePoint16Y" fmla="*/ 92 h 191"/>
              <a:gd name="GluePoint17X" fmla="*/ 191 w 191"/>
              <a:gd name="GluePoint17Y" fmla="*/ 54 h 191"/>
              <a:gd name="GluePoint18X" fmla="*/ 191 w 191"/>
              <a:gd name="GluePoint18Y" fmla="*/ 48 h 191"/>
              <a:gd name="GluePoint19X" fmla="*/ 191 w 191"/>
              <a:gd name="GluePoint19Y" fmla="*/ 0 h 191"/>
              <a:gd name="GluePoint20X" fmla="*/ 98 w 191"/>
              <a:gd name="GluePoint20Y" fmla="*/ 0 h 191"/>
              <a:gd name="GluePoint21X" fmla="*/ 92 w 191"/>
              <a:gd name="GluePoint21Y" fmla="*/ 0 h 191"/>
              <a:gd name="GluePoint22X" fmla="*/ 6 w 191"/>
              <a:gd name="GluePoint22Y" fmla="*/ 6 h 191"/>
              <a:gd name="GluePoint23X" fmla="*/ 92 w 191"/>
              <a:gd name="GluePoint23Y" fmla="*/ 6 h 191"/>
              <a:gd name="GluePoint24X" fmla="*/ 92 w 191"/>
              <a:gd name="GluePoint24Y" fmla="*/ 48 h 191"/>
              <a:gd name="GluePoint25X" fmla="*/ 6 w 191"/>
              <a:gd name="GluePoint25Y" fmla="*/ 48 h 191"/>
              <a:gd name="GluePoint26X" fmla="*/ 6 w 191"/>
              <a:gd name="GluePoint26Y" fmla="*/ 6 h 191"/>
              <a:gd name="GluePoint27X" fmla="*/ 6 w 191"/>
              <a:gd name="GluePoint27Y" fmla="*/ 54 h 191"/>
              <a:gd name="GluePoint28X" fmla="*/ 92 w 191"/>
              <a:gd name="GluePoint28Y" fmla="*/ 54 h 191"/>
              <a:gd name="GluePoint29X" fmla="*/ 92 w 191"/>
              <a:gd name="GluePoint29Y" fmla="*/ 92 h 191"/>
              <a:gd name="GluePoint30X" fmla="*/ 6 w 191"/>
              <a:gd name="GluePoint30Y" fmla="*/ 92 h 191"/>
              <a:gd name="GluePoint31X" fmla="*/ 6 w 191"/>
              <a:gd name="GluePoint31Y" fmla="*/ 54 h 191"/>
              <a:gd name="GluePoint32X" fmla="*/ 6 w 191"/>
              <a:gd name="GluePoint32Y" fmla="*/ 98 h 191"/>
              <a:gd name="GluePoint33X" fmla="*/ 92 w 191"/>
              <a:gd name="GluePoint33Y" fmla="*/ 98 h 191"/>
              <a:gd name="GluePoint34X" fmla="*/ 92 w 191"/>
              <a:gd name="GluePoint34Y" fmla="*/ 140 h 191"/>
              <a:gd name="GluePoint35X" fmla="*/ 6 w 191"/>
              <a:gd name="GluePoint35Y" fmla="*/ 140 h 191"/>
              <a:gd name="GluePoint36X" fmla="*/ 6 w 191"/>
              <a:gd name="GluePoint36Y" fmla="*/ 98 h 191"/>
              <a:gd name="GluePoint37X" fmla="*/ 92 w 191"/>
              <a:gd name="GluePoint37Y" fmla="*/ 185 h 191"/>
              <a:gd name="GluePoint38X" fmla="*/ 6 w 191"/>
              <a:gd name="GluePoint38Y" fmla="*/ 185 h 191"/>
              <a:gd name="GluePoint39X" fmla="*/ 6 w 191"/>
              <a:gd name="GluePoint39Y" fmla="*/ 146 h 191"/>
              <a:gd name="GluePoint40X" fmla="*/ 92 w 191"/>
              <a:gd name="GluePoint40Y" fmla="*/ 146 h 191"/>
              <a:gd name="GluePoint41X" fmla="*/ 92 w 191"/>
              <a:gd name="GluePoint41Y" fmla="*/ 185 h 191"/>
              <a:gd name="GluePoint42X" fmla="*/ 185 w 191"/>
              <a:gd name="GluePoint42Y" fmla="*/ 185 h 191"/>
              <a:gd name="GluePoint43X" fmla="*/ 98 w 191"/>
              <a:gd name="GluePoint43Y" fmla="*/ 185 h 191"/>
              <a:gd name="GluePoint44X" fmla="*/ 98 w 191"/>
              <a:gd name="GluePoint44Y" fmla="*/ 146 h 191"/>
              <a:gd name="GluePoint45X" fmla="*/ 185 w 191"/>
              <a:gd name="GluePoint45Y" fmla="*/ 146 h 191"/>
              <a:gd name="GluePoint46X" fmla="*/ 185 w 191"/>
              <a:gd name="GluePoint46Y" fmla="*/ 185 h 191"/>
              <a:gd name="GluePoint47X" fmla="*/ 185 w 191"/>
              <a:gd name="GluePoint47Y" fmla="*/ 140 h 191"/>
              <a:gd name="GluePoint48X" fmla="*/ 98 w 191"/>
              <a:gd name="GluePoint48Y" fmla="*/ 140 h 191"/>
              <a:gd name="GluePoint49X" fmla="*/ 98 w 191"/>
              <a:gd name="GluePoint49Y" fmla="*/ 98 h 191"/>
              <a:gd name="GluePoint50X" fmla="*/ 185 w 191"/>
              <a:gd name="GluePoint50Y" fmla="*/ 98 h 191"/>
              <a:gd name="GluePoint51X" fmla="*/ 185 w 191"/>
              <a:gd name="GluePoint51Y" fmla="*/ 140 h 191"/>
              <a:gd name="GluePoint52X" fmla="*/ 185 w 191"/>
              <a:gd name="GluePoint52Y" fmla="*/ 92 h 191"/>
              <a:gd name="GluePoint53X" fmla="*/ 98 w 191"/>
              <a:gd name="GluePoint53Y" fmla="*/ 92 h 191"/>
              <a:gd name="GluePoint54X" fmla="*/ 98 w 191"/>
              <a:gd name="GluePoint54Y" fmla="*/ 54 h 191"/>
              <a:gd name="GluePoint55X" fmla="*/ 185 w 191"/>
              <a:gd name="GluePoint55Y" fmla="*/ 54 h 191"/>
              <a:gd name="GluePoint56X" fmla="*/ 185 w 191"/>
              <a:gd name="GluePoint56Y" fmla="*/ 92 h 191"/>
              <a:gd name="GluePoint57X" fmla="*/ 185 w 191"/>
              <a:gd name="GluePoint57Y" fmla="*/ 6 h 191"/>
              <a:gd name="GluePoint58X" fmla="*/ 185 w 191"/>
              <a:gd name="GluePoint58Y" fmla="*/ 48 h 191"/>
              <a:gd name="GluePoint59X" fmla="*/ 98 w 191"/>
              <a:gd name="GluePoint59Y" fmla="*/ 48 h 191"/>
              <a:gd name="GluePoint60X" fmla="*/ 98 w 191"/>
              <a:gd name="GluePoint60Y" fmla="*/ 6 h 191"/>
              <a:gd name="GluePoint61X" fmla="*/ 185 w 191"/>
              <a:gd name="GluePoint61Y" fmla="*/ 6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</a:cxnLst>
            <a:rect l="textAreaLeft" t="textAreaTop" r="textAreaRight" b="textAreaBottom"/>
            <a:pathLst>
              <a:path w="191" h="191">
                <a:moveTo>
                  <a:pt x="92" y="0"/>
                </a:moveTo>
                <a:lnTo>
                  <a:pt x="0" y="0"/>
                </a:lnTo>
                <a:lnTo>
                  <a:pt x="0" y="48"/>
                </a:lnTo>
                <a:lnTo>
                  <a:pt x="0" y="54"/>
                </a:lnTo>
                <a:lnTo>
                  <a:pt x="0" y="92"/>
                </a:lnTo>
                <a:lnTo>
                  <a:pt x="0" y="98"/>
                </a:lnTo>
                <a:lnTo>
                  <a:pt x="0" y="140"/>
                </a:lnTo>
                <a:lnTo>
                  <a:pt x="0" y="146"/>
                </a:lnTo>
                <a:lnTo>
                  <a:pt x="0" y="191"/>
                </a:lnTo>
                <a:lnTo>
                  <a:pt x="92" y="191"/>
                </a:lnTo>
                <a:lnTo>
                  <a:pt x="98" y="191"/>
                </a:lnTo>
                <a:lnTo>
                  <a:pt x="191" y="191"/>
                </a:lnTo>
                <a:lnTo>
                  <a:pt x="191" y="146"/>
                </a:lnTo>
                <a:lnTo>
                  <a:pt x="191" y="140"/>
                </a:lnTo>
                <a:lnTo>
                  <a:pt x="191" y="98"/>
                </a:lnTo>
                <a:lnTo>
                  <a:pt x="191" y="92"/>
                </a:lnTo>
                <a:lnTo>
                  <a:pt x="191" y="54"/>
                </a:lnTo>
                <a:lnTo>
                  <a:pt x="191" y="48"/>
                </a:lnTo>
                <a:lnTo>
                  <a:pt x="191" y="0"/>
                </a:lnTo>
                <a:lnTo>
                  <a:pt x="98" y="0"/>
                </a:lnTo>
                <a:lnTo>
                  <a:pt x="92" y="0"/>
                </a:lnTo>
                <a:close/>
                <a:moveTo>
                  <a:pt x="6" y="6"/>
                </a:moveTo>
                <a:lnTo>
                  <a:pt x="92" y="6"/>
                </a:lnTo>
                <a:lnTo>
                  <a:pt x="92" y="48"/>
                </a:lnTo>
                <a:lnTo>
                  <a:pt x="6" y="48"/>
                </a:lnTo>
                <a:lnTo>
                  <a:pt x="6" y="6"/>
                </a:lnTo>
                <a:close/>
                <a:moveTo>
                  <a:pt x="6" y="54"/>
                </a:moveTo>
                <a:lnTo>
                  <a:pt x="92" y="54"/>
                </a:lnTo>
                <a:lnTo>
                  <a:pt x="92" y="92"/>
                </a:lnTo>
                <a:lnTo>
                  <a:pt x="6" y="92"/>
                </a:lnTo>
                <a:lnTo>
                  <a:pt x="6" y="54"/>
                </a:lnTo>
                <a:close/>
                <a:moveTo>
                  <a:pt x="6" y="98"/>
                </a:moveTo>
                <a:lnTo>
                  <a:pt x="92" y="98"/>
                </a:lnTo>
                <a:lnTo>
                  <a:pt x="92" y="140"/>
                </a:lnTo>
                <a:lnTo>
                  <a:pt x="6" y="140"/>
                </a:lnTo>
                <a:lnTo>
                  <a:pt x="6" y="98"/>
                </a:lnTo>
                <a:close/>
                <a:moveTo>
                  <a:pt x="92" y="185"/>
                </a:moveTo>
                <a:lnTo>
                  <a:pt x="6" y="185"/>
                </a:lnTo>
                <a:lnTo>
                  <a:pt x="6" y="146"/>
                </a:lnTo>
                <a:lnTo>
                  <a:pt x="92" y="146"/>
                </a:lnTo>
                <a:lnTo>
                  <a:pt x="92" y="185"/>
                </a:lnTo>
                <a:close/>
                <a:moveTo>
                  <a:pt x="185" y="185"/>
                </a:moveTo>
                <a:lnTo>
                  <a:pt x="98" y="185"/>
                </a:lnTo>
                <a:lnTo>
                  <a:pt x="98" y="146"/>
                </a:lnTo>
                <a:lnTo>
                  <a:pt x="185" y="146"/>
                </a:lnTo>
                <a:lnTo>
                  <a:pt x="185" y="185"/>
                </a:lnTo>
                <a:close/>
                <a:moveTo>
                  <a:pt x="185" y="140"/>
                </a:moveTo>
                <a:lnTo>
                  <a:pt x="98" y="140"/>
                </a:lnTo>
                <a:lnTo>
                  <a:pt x="98" y="98"/>
                </a:lnTo>
                <a:lnTo>
                  <a:pt x="185" y="98"/>
                </a:lnTo>
                <a:lnTo>
                  <a:pt x="185" y="140"/>
                </a:lnTo>
                <a:close/>
                <a:moveTo>
                  <a:pt x="185" y="92"/>
                </a:moveTo>
                <a:lnTo>
                  <a:pt x="98" y="92"/>
                </a:lnTo>
                <a:lnTo>
                  <a:pt x="98" y="54"/>
                </a:lnTo>
                <a:lnTo>
                  <a:pt x="185" y="54"/>
                </a:lnTo>
                <a:lnTo>
                  <a:pt x="185" y="92"/>
                </a:lnTo>
                <a:close/>
                <a:moveTo>
                  <a:pt x="185" y="6"/>
                </a:moveTo>
                <a:lnTo>
                  <a:pt x="185" y="48"/>
                </a:lnTo>
                <a:lnTo>
                  <a:pt x="98" y="48"/>
                </a:lnTo>
                <a:lnTo>
                  <a:pt x="98" y="6"/>
                </a:lnTo>
                <a:lnTo>
                  <a:pt x="185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89" name="Freeform 158"/>
          <p:cNvSpPr/>
          <p:nvPr/>
        </p:nvSpPr>
        <p:spPr>
          <a:xfrm>
            <a:off x="6442200" y="2429640"/>
            <a:ext cx="207720" cy="302760"/>
          </a:xfrm>
          <a:custGeom>
            <a:avLst/>
            <a:gdLst>
              <a:gd name="textAreaLeft" fmla="*/ 0 w 207720"/>
              <a:gd name="textAreaRight" fmla="*/ 208080 w 207720"/>
              <a:gd name="textAreaTop" fmla="*/ 0 h 302760"/>
              <a:gd name="textAreaBottom" fmla="*/ 303120 h 302760"/>
              <a:gd name="GluePoint1X" fmla="*/ 0 w 176"/>
              <a:gd name="GluePoint1Y" fmla="*/ 0 h 256"/>
              <a:gd name="GluePoint2X" fmla="*/ 0 w 176"/>
              <a:gd name="GluePoint2Y" fmla="*/ 168 h 256"/>
              <a:gd name="GluePoint3X" fmla="*/ 88 w 176"/>
              <a:gd name="GluePoint3Y" fmla="*/ 256 h 256"/>
              <a:gd name="GluePoint4X" fmla="*/ 176 w 176"/>
              <a:gd name="GluePoint4Y" fmla="*/ 168 h 256"/>
              <a:gd name="GluePoint5X" fmla="*/ 176 w 176"/>
              <a:gd name="GluePoint5Y" fmla="*/ 0 h 256"/>
              <a:gd name="GluePoint6X" fmla="*/ 116 w 176"/>
              <a:gd name="GluePoint6Y" fmla="*/ 0 h 256"/>
              <a:gd name="GluePoint7X" fmla="*/ 116 w 176"/>
              <a:gd name="GluePoint7Y" fmla="*/ 168 h 256"/>
              <a:gd name="GluePoint8X" fmla="*/ 88 w 176"/>
              <a:gd name="GluePoint8Y" fmla="*/ 196 h 256"/>
              <a:gd name="GluePoint9X" fmla="*/ 60 w 176"/>
              <a:gd name="GluePoint9Y" fmla="*/ 168 h 256"/>
              <a:gd name="GluePoint10X" fmla="*/ 60 w 176"/>
              <a:gd name="GluePoint10Y" fmla="*/ 0 h 256"/>
              <a:gd name="GluePoint11X" fmla="*/ 0 w 176"/>
              <a:gd name="GluePoint11Y" fmla="*/ 0 h 256"/>
              <a:gd name="GluePoint12X" fmla="*/ 52 w 176"/>
              <a:gd name="GluePoint12Y" fmla="*/ 8 h 256"/>
              <a:gd name="GluePoint13X" fmla="*/ 52 w 176"/>
              <a:gd name="GluePoint13Y" fmla="*/ 36 h 256"/>
              <a:gd name="GluePoint14X" fmla="*/ 8 w 176"/>
              <a:gd name="GluePoint14Y" fmla="*/ 36 h 256"/>
              <a:gd name="GluePoint15X" fmla="*/ 8 w 176"/>
              <a:gd name="GluePoint15Y" fmla="*/ 8 h 256"/>
              <a:gd name="GluePoint16X" fmla="*/ 52 w 176"/>
              <a:gd name="GluePoint16Y" fmla="*/ 8 h 256"/>
              <a:gd name="GluePoint17X" fmla="*/ 168 w 176"/>
              <a:gd name="GluePoint17Y" fmla="*/ 8 h 256"/>
              <a:gd name="GluePoint18X" fmla="*/ 168 w 176"/>
              <a:gd name="GluePoint18Y" fmla="*/ 36 h 256"/>
              <a:gd name="GluePoint19X" fmla="*/ 124 w 176"/>
              <a:gd name="GluePoint19Y" fmla="*/ 36 h 256"/>
              <a:gd name="GluePoint20X" fmla="*/ 124 w 176"/>
              <a:gd name="GluePoint20Y" fmla="*/ 8 h 256"/>
              <a:gd name="GluePoint21X" fmla="*/ 168 w 176"/>
              <a:gd name="GluePoint21Y" fmla="*/ 8 h 256"/>
              <a:gd name="GluePoint22X" fmla="*/ 88 w 176"/>
              <a:gd name="GluePoint22Y" fmla="*/ 204 h 256"/>
              <a:gd name="GluePoint23X" fmla="*/ 124 w 176"/>
              <a:gd name="GluePoint23Y" fmla="*/ 168 h 256"/>
              <a:gd name="GluePoint24X" fmla="*/ 124 w 176"/>
              <a:gd name="GluePoint24Y" fmla="*/ 44 h 256"/>
              <a:gd name="GluePoint25X" fmla="*/ 168 w 176"/>
              <a:gd name="GluePoint25Y" fmla="*/ 44 h 256"/>
              <a:gd name="GluePoint26X" fmla="*/ 168 w 176"/>
              <a:gd name="GluePoint26Y" fmla="*/ 168 h 256"/>
              <a:gd name="GluePoint27X" fmla="*/ 88 w 176"/>
              <a:gd name="GluePoint27Y" fmla="*/ 248 h 256"/>
              <a:gd name="GluePoint28X" fmla="*/ 8 w 176"/>
              <a:gd name="GluePoint28Y" fmla="*/ 168 h 256"/>
              <a:gd name="GluePoint29X" fmla="*/ 8 w 176"/>
              <a:gd name="GluePoint29Y" fmla="*/ 44 h 256"/>
              <a:gd name="GluePoint30X" fmla="*/ 52 w 176"/>
              <a:gd name="GluePoint30Y" fmla="*/ 44 h 256"/>
              <a:gd name="GluePoint31X" fmla="*/ 52 w 176"/>
              <a:gd name="GluePoint31Y" fmla="*/ 168 h 256"/>
              <a:gd name="GluePoint32X" fmla="*/ 88 w 176"/>
              <a:gd name="GluePoint32Y" fmla="*/ 204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176" h="256">
                <a:moveTo>
                  <a:pt x="0" y="0"/>
                </a:moveTo>
                <a:cubicBezTo>
                  <a:pt x="0" y="168"/>
                  <a:pt x="0" y="168"/>
                  <a:pt x="0" y="168"/>
                </a:cubicBezTo>
                <a:cubicBezTo>
                  <a:pt x="0" y="216"/>
                  <a:pt x="39" y="256"/>
                  <a:pt x="88" y="256"/>
                </a:cubicBezTo>
                <a:cubicBezTo>
                  <a:pt x="136" y="256"/>
                  <a:pt x="176" y="216"/>
                  <a:pt x="176" y="168"/>
                </a:cubicBezTo>
                <a:cubicBezTo>
                  <a:pt x="176" y="0"/>
                  <a:pt x="176" y="0"/>
                  <a:pt x="176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16" y="168"/>
                  <a:pt x="116" y="168"/>
                  <a:pt x="116" y="168"/>
                </a:cubicBezTo>
                <a:cubicBezTo>
                  <a:pt x="116" y="183"/>
                  <a:pt x="103" y="196"/>
                  <a:pt x="88" y="196"/>
                </a:cubicBezTo>
                <a:cubicBezTo>
                  <a:pt x="72" y="196"/>
                  <a:pt x="60" y="183"/>
                  <a:pt x="60" y="168"/>
                </a:cubicBezTo>
                <a:cubicBezTo>
                  <a:pt x="60" y="0"/>
                  <a:pt x="60" y="0"/>
                  <a:pt x="60" y="0"/>
                </a:cubicBezTo>
                <a:lnTo>
                  <a:pt x="0" y="0"/>
                </a:lnTo>
                <a:close/>
                <a:moveTo>
                  <a:pt x="52" y="8"/>
                </a:moveTo>
                <a:cubicBezTo>
                  <a:pt x="52" y="36"/>
                  <a:pt x="52" y="36"/>
                  <a:pt x="52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8" y="8"/>
                  <a:pt x="8" y="8"/>
                  <a:pt x="8" y="8"/>
                </a:cubicBezTo>
                <a:lnTo>
                  <a:pt x="52" y="8"/>
                </a:lnTo>
                <a:close/>
                <a:moveTo>
                  <a:pt x="168" y="8"/>
                </a:moveTo>
                <a:cubicBezTo>
                  <a:pt x="168" y="36"/>
                  <a:pt x="168" y="36"/>
                  <a:pt x="168" y="36"/>
                </a:cubicBezTo>
                <a:cubicBezTo>
                  <a:pt x="124" y="36"/>
                  <a:pt x="124" y="36"/>
                  <a:pt x="124" y="36"/>
                </a:cubicBezTo>
                <a:cubicBezTo>
                  <a:pt x="124" y="8"/>
                  <a:pt x="124" y="8"/>
                  <a:pt x="124" y="8"/>
                </a:cubicBezTo>
                <a:lnTo>
                  <a:pt x="168" y="8"/>
                </a:lnTo>
                <a:close/>
                <a:moveTo>
                  <a:pt x="88" y="204"/>
                </a:moveTo>
                <a:cubicBezTo>
                  <a:pt x="107" y="204"/>
                  <a:pt x="124" y="188"/>
                  <a:pt x="124" y="168"/>
                </a:cubicBezTo>
                <a:cubicBezTo>
                  <a:pt x="124" y="44"/>
                  <a:pt x="124" y="44"/>
                  <a:pt x="124" y="44"/>
                </a:cubicBezTo>
                <a:cubicBezTo>
                  <a:pt x="168" y="44"/>
                  <a:pt x="168" y="44"/>
                  <a:pt x="168" y="44"/>
                </a:cubicBezTo>
                <a:cubicBezTo>
                  <a:pt x="168" y="168"/>
                  <a:pt x="168" y="168"/>
                  <a:pt x="168" y="168"/>
                </a:cubicBezTo>
                <a:cubicBezTo>
                  <a:pt x="168" y="212"/>
                  <a:pt x="132" y="248"/>
                  <a:pt x="88" y="248"/>
                </a:cubicBezTo>
                <a:cubicBezTo>
                  <a:pt x="43" y="248"/>
                  <a:pt x="8" y="212"/>
                  <a:pt x="8" y="168"/>
                </a:cubicBezTo>
                <a:cubicBezTo>
                  <a:pt x="8" y="44"/>
                  <a:pt x="8" y="44"/>
                  <a:pt x="8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2" y="168"/>
                  <a:pt x="52" y="168"/>
                  <a:pt x="52" y="168"/>
                </a:cubicBezTo>
                <a:cubicBezTo>
                  <a:pt x="52" y="188"/>
                  <a:pt x="68" y="204"/>
                  <a:pt x="88" y="204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90" name="Freeform 159"/>
          <p:cNvSpPr/>
          <p:nvPr/>
        </p:nvSpPr>
        <p:spPr>
          <a:xfrm>
            <a:off x="6788160" y="2458080"/>
            <a:ext cx="304560" cy="245880"/>
          </a:xfrm>
          <a:custGeom>
            <a:avLst/>
            <a:gdLst>
              <a:gd name="textAreaLeft" fmla="*/ 0 w 304560"/>
              <a:gd name="textAreaRight" fmla="*/ 304920 w 304560"/>
              <a:gd name="textAreaTop" fmla="*/ 0 h 245880"/>
              <a:gd name="textAreaBottom" fmla="*/ 246240 h 245880"/>
              <a:gd name="GluePoint1X" fmla="*/ 99 w 192"/>
              <a:gd name="GluePoint1Y" fmla="*/ 12 h 155"/>
              <a:gd name="GluePoint2X" fmla="*/ 99 w 192"/>
              <a:gd name="GluePoint2Y" fmla="*/ 0 h 155"/>
              <a:gd name="GluePoint3X" fmla="*/ 93 w 192"/>
              <a:gd name="GluePoint3Y" fmla="*/ 0 h 155"/>
              <a:gd name="GluePoint4X" fmla="*/ 93 w 192"/>
              <a:gd name="GluePoint4Y" fmla="*/ 12 h 155"/>
              <a:gd name="GluePoint5X" fmla="*/ 32 w 192"/>
              <a:gd name="GluePoint5Y" fmla="*/ 12 h 155"/>
              <a:gd name="GluePoint6X" fmla="*/ 0 w 192"/>
              <a:gd name="GluePoint6Y" fmla="*/ 43 h 155"/>
              <a:gd name="GluePoint7X" fmla="*/ 0 w 192"/>
              <a:gd name="GluePoint7Y" fmla="*/ 143 h 155"/>
              <a:gd name="GluePoint8X" fmla="*/ 93 w 192"/>
              <a:gd name="GluePoint8Y" fmla="*/ 143 h 155"/>
              <a:gd name="GluePoint9X" fmla="*/ 93 w 192"/>
              <a:gd name="GluePoint9Y" fmla="*/ 155 h 155"/>
              <a:gd name="GluePoint10X" fmla="*/ 99 w 192"/>
              <a:gd name="GluePoint10Y" fmla="*/ 155 h 155"/>
              <a:gd name="GluePoint11X" fmla="*/ 99 w 192"/>
              <a:gd name="GluePoint11Y" fmla="*/ 143 h 155"/>
              <a:gd name="GluePoint12X" fmla="*/ 192 w 192"/>
              <a:gd name="GluePoint12Y" fmla="*/ 143 h 155"/>
              <a:gd name="GluePoint13X" fmla="*/ 192 w 192"/>
              <a:gd name="GluePoint13Y" fmla="*/ 43 h 155"/>
              <a:gd name="GluePoint14X" fmla="*/ 160 w 192"/>
              <a:gd name="GluePoint14Y" fmla="*/ 12 h 155"/>
              <a:gd name="GluePoint15X" fmla="*/ 99 w 192"/>
              <a:gd name="GluePoint15Y" fmla="*/ 12 h 155"/>
              <a:gd name="GluePoint16X" fmla="*/ 162 w 192"/>
              <a:gd name="GluePoint16Y" fmla="*/ 22 h 155"/>
              <a:gd name="GluePoint17X" fmla="*/ 181 w 192"/>
              <a:gd name="GluePoint17Y" fmla="*/ 42 h 155"/>
              <a:gd name="GluePoint18X" fmla="*/ 162 w 192"/>
              <a:gd name="GluePoint18Y" fmla="*/ 42 h 155"/>
              <a:gd name="GluePoint19X" fmla="*/ 162 w 192"/>
              <a:gd name="GluePoint19Y" fmla="*/ 22 h 155"/>
              <a:gd name="GluePoint20X" fmla="*/ 30 w 192"/>
              <a:gd name="GluePoint20Y" fmla="*/ 22 h 155"/>
              <a:gd name="GluePoint21X" fmla="*/ 30 w 192"/>
              <a:gd name="GluePoint21Y" fmla="*/ 42 h 155"/>
              <a:gd name="GluePoint22X" fmla="*/ 10 w 192"/>
              <a:gd name="GluePoint22Y" fmla="*/ 42 h 155"/>
              <a:gd name="GluePoint23X" fmla="*/ 30 w 192"/>
              <a:gd name="GluePoint23Y" fmla="*/ 22 h 155"/>
              <a:gd name="GluePoint24X" fmla="*/ 6 w 192"/>
              <a:gd name="GluePoint24Y" fmla="*/ 137 h 155"/>
              <a:gd name="GluePoint25X" fmla="*/ 6 w 192"/>
              <a:gd name="GluePoint25Y" fmla="*/ 48 h 155"/>
              <a:gd name="GluePoint26X" fmla="*/ 36 w 192"/>
              <a:gd name="GluePoint26Y" fmla="*/ 48 h 155"/>
              <a:gd name="GluePoint27X" fmla="*/ 36 w 192"/>
              <a:gd name="GluePoint27Y" fmla="*/ 18 h 155"/>
              <a:gd name="GluePoint28X" fmla="*/ 93 w 192"/>
              <a:gd name="GluePoint28Y" fmla="*/ 18 h 155"/>
              <a:gd name="GluePoint29X" fmla="*/ 93 w 192"/>
              <a:gd name="GluePoint29Y" fmla="*/ 137 h 155"/>
              <a:gd name="GluePoint30X" fmla="*/ 6 w 192"/>
              <a:gd name="GluePoint30Y" fmla="*/ 137 h 155"/>
              <a:gd name="GluePoint31X" fmla="*/ 99 w 192"/>
              <a:gd name="GluePoint31Y" fmla="*/ 137 h 155"/>
              <a:gd name="GluePoint32X" fmla="*/ 99 w 192"/>
              <a:gd name="GluePoint32Y" fmla="*/ 18 h 155"/>
              <a:gd name="GluePoint33X" fmla="*/ 156 w 192"/>
              <a:gd name="GluePoint33Y" fmla="*/ 18 h 155"/>
              <a:gd name="GluePoint34X" fmla="*/ 156 w 192"/>
              <a:gd name="GluePoint34Y" fmla="*/ 48 h 155"/>
              <a:gd name="GluePoint35X" fmla="*/ 186 w 192"/>
              <a:gd name="GluePoint35Y" fmla="*/ 48 h 155"/>
              <a:gd name="GluePoint36X" fmla="*/ 186 w 192"/>
              <a:gd name="GluePoint36Y" fmla="*/ 137 h 155"/>
              <a:gd name="GluePoint37X" fmla="*/ 99 w 192"/>
              <a:gd name="GluePoint37Y" fmla="*/ 137 h 15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192" h="155">
                <a:moveTo>
                  <a:pt x="99" y="12"/>
                </a:moveTo>
                <a:lnTo>
                  <a:pt x="99" y="0"/>
                </a:lnTo>
                <a:lnTo>
                  <a:pt x="93" y="0"/>
                </a:lnTo>
                <a:lnTo>
                  <a:pt x="93" y="12"/>
                </a:lnTo>
                <a:lnTo>
                  <a:pt x="32" y="12"/>
                </a:lnTo>
                <a:lnTo>
                  <a:pt x="0" y="43"/>
                </a:lnTo>
                <a:lnTo>
                  <a:pt x="0" y="143"/>
                </a:lnTo>
                <a:lnTo>
                  <a:pt x="93" y="143"/>
                </a:lnTo>
                <a:lnTo>
                  <a:pt x="93" y="155"/>
                </a:lnTo>
                <a:lnTo>
                  <a:pt x="99" y="155"/>
                </a:lnTo>
                <a:lnTo>
                  <a:pt x="99" y="143"/>
                </a:lnTo>
                <a:lnTo>
                  <a:pt x="192" y="143"/>
                </a:lnTo>
                <a:lnTo>
                  <a:pt x="192" y="43"/>
                </a:lnTo>
                <a:lnTo>
                  <a:pt x="160" y="12"/>
                </a:lnTo>
                <a:lnTo>
                  <a:pt x="99" y="12"/>
                </a:lnTo>
                <a:close/>
                <a:moveTo>
                  <a:pt x="162" y="22"/>
                </a:moveTo>
                <a:lnTo>
                  <a:pt x="181" y="42"/>
                </a:lnTo>
                <a:lnTo>
                  <a:pt x="162" y="42"/>
                </a:lnTo>
                <a:lnTo>
                  <a:pt x="162" y="22"/>
                </a:lnTo>
                <a:close/>
                <a:moveTo>
                  <a:pt x="30" y="22"/>
                </a:moveTo>
                <a:lnTo>
                  <a:pt x="30" y="42"/>
                </a:lnTo>
                <a:lnTo>
                  <a:pt x="10" y="42"/>
                </a:lnTo>
                <a:lnTo>
                  <a:pt x="30" y="22"/>
                </a:lnTo>
                <a:close/>
                <a:moveTo>
                  <a:pt x="6" y="137"/>
                </a:moveTo>
                <a:lnTo>
                  <a:pt x="6" y="48"/>
                </a:lnTo>
                <a:lnTo>
                  <a:pt x="36" y="48"/>
                </a:lnTo>
                <a:lnTo>
                  <a:pt x="36" y="18"/>
                </a:lnTo>
                <a:lnTo>
                  <a:pt x="93" y="18"/>
                </a:lnTo>
                <a:lnTo>
                  <a:pt x="93" y="137"/>
                </a:lnTo>
                <a:lnTo>
                  <a:pt x="6" y="137"/>
                </a:lnTo>
                <a:close/>
                <a:moveTo>
                  <a:pt x="99" y="137"/>
                </a:moveTo>
                <a:lnTo>
                  <a:pt x="99" y="18"/>
                </a:lnTo>
                <a:lnTo>
                  <a:pt x="156" y="18"/>
                </a:lnTo>
                <a:lnTo>
                  <a:pt x="156" y="48"/>
                </a:lnTo>
                <a:lnTo>
                  <a:pt x="186" y="48"/>
                </a:lnTo>
                <a:lnTo>
                  <a:pt x="186" y="137"/>
                </a:lnTo>
                <a:lnTo>
                  <a:pt x="99" y="137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91" name="Freeform 160"/>
          <p:cNvSpPr/>
          <p:nvPr/>
        </p:nvSpPr>
        <p:spPr>
          <a:xfrm>
            <a:off x="2052720" y="2821680"/>
            <a:ext cx="306000" cy="307440"/>
          </a:xfrm>
          <a:custGeom>
            <a:avLst/>
            <a:gdLst>
              <a:gd name="textAreaLeft" fmla="*/ 0 w 306000"/>
              <a:gd name="textAreaRight" fmla="*/ 306360 w 306000"/>
              <a:gd name="textAreaTop" fmla="*/ 0 h 307440"/>
              <a:gd name="textAreaBottom" fmla="*/ 307800 h 307440"/>
              <a:gd name="GluePoint1X" fmla="*/ 86 w 258"/>
              <a:gd name="GluePoint1Y" fmla="*/ 135 h 258"/>
              <a:gd name="GluePoint2X" fmla="*/ 71 w 258"/>
              <a:gd name="GluePoint2Y" fmla="*/ 150 h 258"/>
              <a:gd name="GluePoint3X" fmla="*/ 38 w 258"/>
              <a:gd name="GluePoint3Y" fmla="*/ 167 h 258"/>
              <a:gd name="GluePoint4X" fmla="*/ 1 w 258"/>
              <a:gd name="GluePoint4Y" fmla="*/ 253 h 258"/>
              <a:gd name="GluePoint5X" fmla="*/ 0 w 258"/>
              <a:gd name="GluePoint5Y" fmla="*/ 258 h 258"/>
              <a:gd name="GluePoint6X" fmla="*/ 5 w 258"/>
              <a:gd name="GluePoint6Y" fmla="*/ 258 h 258"/>
              <a:gd name="GluePoint7X" fmla="*/ 108 w 258"/>
              <a:gd name="GluePoint7Y" fmla="*/ 188 h 258"/>
              <a:gd name="GluePoint8X" fmla="*/ 124 w 258"/>
              <a:gd name="GluePoint8Y" fmla="*/ 172 h 258"/>
              <a:gd name="GluePoint9X" fmla="*/ 258 w 258"/>
              <a:gd name="GluePoint9Y" fmla="*/ 10 h 258"/>
              <a:gd name="GluePoint10X" fmla="*/ 249 w 258"/>
              <a:gd name="GluePoint10Y" fmla="*/ 0 h 258"/>
              <a:gd name="GluePoint11X" fmla="*/ 86 w 258"/>
              <a:gd name="GluePoint11Y" fmla="*/ 135 h 258"/>
              <a:gd name="GluePoint12X" fmla="*/ 89 w 258"/>
              <a:gd name="GluePoint12Y" fmla="*/ 143 h 258"/>
              <a:gd name="GluePoint13X" fmla="*/ 115 w 258"/>
              <a:gd name="GluePoint13Y" fmla="*/ 170 h 258"/>
              <a:gd name="GluePoint14X" fmla="*/ 105 w 258"/>
              <a:gd name="GluePoint14Y" fmla="*/ 180 h 258"/>
              <a:gd name="GluePoint15X" fmla="*/ 79 w 258"/>
              <a:gd name="GluePoint15Y" fmla="*/ 154 h 258"/>
              <a:gd name="GluePoint16X" fmla="*/ 89 w 258"/>
              <a:gd name="GluePoint16Y" fmla="*/ 143 h 258"/>
              <a:gd name="GluePoint17X" fmla="*/ 10 w 258"/>
              <a:gd name="GluePoint17Y" fmla="*/ 250 h 258"/>
              <a:gd name="GluePoint18X" fmla="*/ 43 w 258"/>
              <a:gd name="GluePoint18Y" fmla="*/ 173 h 258"/>
              <a:gd name="GluePoint19X" fmla="*/ 72 w 258"/>
              <a:gd name="GluePoint19Y" fmla="*/ 158 h 258"/>
              <a:gd name="GluePoint20X" fmla="*/ 100 w 258"/>
              <a:gd name="GluePoint20Y" fmla="*/ 187 h 258"/>
              <a:gd name="GluePoint21X" fmla="*/ 10 w 258"/>
              <a:gd name="GluePoint21Y" fmla="*/ 250 h 258"/>
              <a:gd name="GluePoint22X" fmla="*/ 121 w 258"/>
              <a:gd name="GluePoint22Y" fmla="*/ 164 h 258"/>
              <a:gd name="GluePoint23X" fmla="*/ 95 w 258"/>
              <a:gd name="GluePoint23Y" fmla="*/ 138 h 258"/>
              <a:gd name="GluePoint24X" fmla="*/ 242 w 258"/>
              <a:gd name="GluePoint24Y" fmla="*/ 17 h 258"/>
              <a:gd name="GluePoint25X" fmla="*/ 121 w 258"/>
              <a:gd name="GluePoint25Y" fmla="*/ 164 h 2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</a:cxnLst>
            <a:rect l="textAreaLeft" t="textAreaTop" r="textAreaRight" b="textAreaBottom"/>
            <a:pathLst>
              <a:path w="258" h="258">
                <a:moveTo>
                  <a:pt x="86" y="135"/>
                </a:moveTo>
                <a:cubicBezTo>
                  <a:pt x="71" y="150"/>
                  <a:pt x="71" y="150"/>
                  <a:pt x="71" y="150"/>
                </a:cubicBezTo>
                <a:cubicBezTo>
                  <a:pt x="67" y="151"/>
                  <a:pt x="53" y="156"/>
                  <a:pt x="38" y="167"/>
                </a:cubicBezTo>
                <a:cubicBezTo>
                  <a:pt x="13" y="186"/>
                  <a:pt x="1" y="250"/>
                  <a:pt x="1" y="253"/>
                </a:cubicBezTo>
                <a:cubicBezTo>
                  <a:pt x="0" y="258"/>
                  <a:pt x="0" y="258"/>
                  <a:pt x="0" y="258"/>
                </a:cubicBezTo>
                <a:cubicBezTo>
                  <a:pt x="5" y="258"/>
                  <a:pt x="5" y="258"/>
                  <a:pt x="5" y="258"/>
                </a:cubicBezTo>
                <a:cubicBezTo>
                  <a:pt x="71" y="258"/>
                  <a:pt x="105" y="195"/>
                  <a:pt x="108" y="188"/>
                </a:cubicBezTo>
                <a:cubicBezTo>
                  <a:pt x="124" y="172"/>
                  <a:pt x="124" y="172"/>
                  <a:pt x="124" y="172"/>
                </a:cubicBezTo>
                <a:cubicBezTo>
                  <a:pt x="258" y="10"/>
                  <a:pt x="258" y="10"/>
                  <a:pt x="258" y="10"/>
                </a:cubicBezTo>
                <a:cubicBezTo>
                  <a:pt x="249" y="0"/>
                  <a:pt x="249" y="0"/>
                  <a:pt x="249" y="0"/>
                </a:cubicBezTo>
                <a:lnTo>
                  <a:pt x="86" y="135"/>
                </a:lnTo>
                <a:close/>
                <a:moveTo>
                  <a:pt x="89" y="143"/>
                </a:moveTo>
                <a:cubicBezTo>
                  <a:pt x="115" y="170"/>
                  <a:pt x="115" y="170"/>
                  <a:pt x="115" y="170"/>
                </a:cubicBezTo>
                <a:cubicBezTo>
                  <a:pt x="105" y="180"/>
                  <a:pt x="105" y="180"/>
                  <a:pt x="105" y="180"/>
                </a:cubicBezTo>
                <a:cubicBezTo>
                  <a:pt x="79" y="154"/>
                  <a:pt x="79" y="154"/>
                  <a:pt x="79" y="154"/>
                </a:cubicBezTo>
                <a:lnTo>
                  <a:pt x="89" y="143"/>
                </a:lnTo>
                <a:close/>
                <a:moveTo>
                  <a:pt x="10" y="250"/>
                </a:moveTo>
                <a:cubicBezTo>
                  <a:pt x="13" y="234"/>
                  <a:pt x="24" y="188"/>
                  <a:pt x="43" y="173"/>
                </a:cubicBezTo>
                <a:cubicBezTo>
                  <a:pt x="55" y="164"/>
                  <a:pt x="67" y="160"/>
                  <a:pt x="72" y="158"/>
                </a:cubicBezTo>
                <a:cubicBezTo>
                  <a:pt x="100" y="187"/>
                  <a:pt x="100" y="187"/>
                  <a:pt x="100" y="187"/>
                </a:cubicBezTo>
                <a:cubicBezTo>
                  <a:pt x="94" y="198"/>
                  <a:pt x="64" y="247"/>
                  <a:pt x="10" y="250"/>
                </a:cubicBezTo>
                <a:close/>
                <a:moveTo>
                  <a:pt x="121" y="164"/>
                </a:moveTo>
                <a:cubicBezTo>
                  <a:pt x="95" y="138"/>
                  <a:pt x="95" y="138"/>
                  <a:pt x="95" y="138"/>
                </a:cubicBezTo>
                <a:cubicBezTo>
                  <a:pt x="242" y="17"/>
                  <a:pt x="242" y="17"/>
                  <a:pt x="242" y="17"/>
                </a:cubicBezTo>
                <a:lnTo>
                  <a:pt x="121" y="164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92" name="Freeform 161"/>
          <p:cNvSpPr/>
          <p:nvPr/>
        </p:nvSpPr>
        <p:spPr>
          <a:xfrm>
            <a:off x="2459160" y="2823120"/>
            <a:ext cx="283680" cy="304560"/>
          </a:xfrm>
          <a:custGeom>
            <a:avLst/>
            <a:gdLst>
              <a:gd name="textAreaLeft" fmla="*/ 0 w 283680"/>
              <a:gd name="textAreaRight" fmla="*/ 284040 w 283680"/>
              <a:gd name="textAreaTop" fmla="*/ 0 h 304560"/>
              <a:gd name="textAreaBottom" fmla="*/ 304920 h 304560"/>
              <a:gd name="GluePoint1X" fmla="*/ 100 w 239"/>
              <a:gd name="GluePoint1Y" fmla="*/ 0 h 256"/>
              <a:gd name="GluePoint2X" fmla="*/ 76 w 239"/>
              <a:gd name="GluePoint2Y" fmla="*/ 24 h 256"/>
              <a:gd name="GluePoint3X" fmla="*/ 76 w 239"/>
              <a:gd name="GluePoint3Y" fmla="*/ 74 h 256"/>
              <a:gd name="GluePoint4X" fmla="*/ 0 w 239"/>
              <a:gd name="GluePoint4Y" fmla="*/ 149 h 256"/>
              <a:gd name="GluePoint5X" fmla="*/ 0 w 239"/>
              <a:gd name="GluePoint5Y" fmla="*/ 155 h 256"/>
              <a:gd name="GluePoint6X" fmla="*/ 101 w 239"/>
              <a:gd name="GluePoint6Y" fmla="*/ 256 h 256"/>
              <a:gd name="GluePoint7X" fmla="*/ 107 w 239"/>
              <a:gd name="GluePoint7Y" fmla="*/ 256 h 256"/>
              <a:gd name="GluePoint8X" fmla="*/ 210 w 239"/>
              <a:gd name="GluePoint8Y" fmla="*/ 152 h 256"/>
              <a:gd name="GluePoint9X" fmla="*/ 236 w 239"/>
              <a:gd name="GluePoint9Y" fmla="*/ 148 h 256"/>
              <a:gd name="GluePoint10X" fmla="*/ 239 w 239"/>
              <a:gd name="GluePoint10Y" fmla="*/ 141 h 256"/>
              <a:gd name="GluePoint11X" fmla="*/ 127 w 239"/>
              <a:gd name="GluePoint11Y" fmla="*/ 28 h 256"/>
              <a:gd name="GluePoint12X" fmla="*/ 124 w 239"/>
              <a:gd name="GluePoint12Y" fmla="*/ 28 h 256"/>
              <a:gd name="GluePoint13X" fmla="*/ 124 w 239"/>
              <a:gd name="GluePoint13Y" fmla="*/ 24 h 256"/>
              <a:gd name="GluePoint14X" fmla="*/ 100 w 239"/>
              <a:gd name="GluePoint14Y" fmla="*/ 0 h 256"/>
              <a:gd name="GluePoint15X" fmla="*/ 84 w 239"/>
              <a:gd name="GluePoint15Y" fmla="*/ 24 h 256"/>
              <a:gd name="GluePoint16X" fmla="*/ 100 w 239"/>
              <a:gd name="GluePoint16Y" fmla="*/ 8 h 256"/>
              <a:gd name="GluePoint17X" fmla="*/ 116 w 239"/>
              <a:gd name="GluePoint17Y" fmla="*/ 24 h 256"/>
              <a:gd name="GluePoint18X" fmla="*/ 116 w 239"/>
              <a:gd name="GluePoint18Y" fmla="*/ 34 h 256"/>
              <a:gd name="GluePoint19X" fmla="*/ 84 w 239"/>
              <a:gd name="GluePoint19Y" fmla="*/ 66 h 256"/>
              <a:gd name="GluePoint20X" fmla="*/ 84 w 239"/>
              <a:gd name="GluePoint20Y" fmla="*/ 24 h 256"/>
              <a:gd name="GluePoint21X" fmla="*/ 227 w 239"/>
              <a:gd name="GluePoint21Y" fmla="*/ 141 h 256"/>
              <a:gd name="GluePoint22X" fmla="*/ 207 w 239"/>
              <a:gd name="GluePoint22Y" fmla="*/ 144 h 256"/>
              <a:gd name="GluePoint23X" fmla="*/ 205 w 239"/>
              <a:gd name="GluePoint23Y" fmla="*/ 145 h 256"/>
              <a:gd name="GluePoint24X" fmla="*/ 104 w 239"/>
              <a:gd name="GluePoint24Y" fmla="*/ 246 h 256"/>
              <a:gd name="GluePoint25X" fmla="*/ 10 w 239"/>
              <a:gd name="GluePoint25Y" fmla="*/ 152 h 256"/>
              <a:gd name="GluePoint26X" fmla="*/ 116 w 239"/>
              <a:gd name="GluePoint26Y" fmla="*/ 46 h 256"/>
              <a:gd name="GluePoint27X" fmla="*/ 116 w 239"/>
              <a:gd name="GluePoint27Y" fmla="*/ 108 h 256"/>
              <a:gd name="GluePoint28X" fmla="*/ 124 w 239"/>
              <a:gd name="GluePoint28Y" fmla="*/ 108 h 256"/>
              <a:gd name="GluePoint29X" fmla="*/ 124 w 239"/>
              <a:gd name="GluePoint29Y" fmla="*/ 38 h 256"/>
              <a:gd name="GluePoint30X" fmla="*/ 227 w 239"/>
              <a:gd name="GluePoint30Y" fmla="*/ 141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</a:cxnLst>
            <a:rect l="textAreaLeft" t="textAreaTop" r="textAreaRight" b="textAreaBottom"/>
            <a:pathLst>
              <a:path w="239" h="256">
                <a:moveTo>
                  <a:pt x="100" y="0"/>
                </a:moveTo>
                <a:cubicBezTo>
                  <a:pt x="87" y="0"/>
                  <a:pt x="76" y="11"/>
                  <a:pt x="76" y="24"/>
                </a:cubicBezTo>
                <a:cubicBezTo>
                  <a:pt x="76" y="74"/>
                  <a:pt x="76" y="74"/>
                  <a:pt x="76" y="74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55"/>
                  <a:pt x="0" y="155"/>
                  <a:pt x="0" y="155"/>
                </a:cubicBezTo>
                <a:cubicBezTo>
                  <a:pt x="101" y="256"/>
                  <a:pt x="101" y="256"/>
                  <a:pt x="101" y="256"/>
                </a:cubicBezTo>
                <a:cubicBezTo>
                  <a:pt x="107" y="256"/>
                  <a:pt x="107" y="256"/>
                  <a:pt x="107" y="256"/>
                </a:cubicBezTo>
                <a:cubicBezTo>
                  <a:pt x="210" y="152"/>
                  <a:pt x="210" y="152"/>
                  <a:pt x="210" y="152"/>
                </a:cubicBezTo>
                <a:cubicBezTo>
                  <a:pt x="236" y="148"/>
                  <a:pt x="236" y="148"/>
                  <a:pt x="236" y="148"/>
                </a:cubicBezTo>
                <a:cubicBezTo>
                  <a:pt x="239" y="141"/>
                  <a:pt x="239" y="141"/>
                  <a:pt x="239" y="141"/>
                </a:cubicBezTo>
                <a:cubicBezTo>
                  <a:pt x="127" y="28"/>
                  <a:pt x="127" y="28"/>
                  <a:pt x="127" y="28"/>
                </a:cubicBezTo>
                <a:cubicBezTo>
                  <a:pt x="124" y="28"/>
                  <a:pt x="124" y="28"/>
                  <a:pt x="124" y="28"/>
                </a:cubicBezTo>
                <a:cubicBezTo>
                  <a:pt x="124" y="24"/>
                  <a:pt x="124" y="24"/>
                  <a:pt x="124" y="24"/>
                </a:cubicBezTo>
                <a:cubicBezTo>
                  <a:pt x="124" y="11"/>
                  <a:pt x="113" y="0"/>
                  <a:pt x="100" y="0"/>
                </a:cubicBezTo>
                <a:close/>
                <a:moveTo>
                  <a:pt x="84" y="24"/>
                </a:moveTo>
                <a:cubicBezTo>
                  <a:pt x="84" y="15"/>
                  <a:pt x="91" y="8"/>
                  <a:pt x="100" y="8"/>
                </a:cubicBezTo>
                <a:cubicBezTo>
                  <a:pt x="109" y="8"/>
                  <a:pt x="116" y="15"/>
                  <a:pt x="116" y="24"/>
                </a:cubicBezTo>
                <a:cubicBezTo>
                  <a:pt x="116" y="34"/>
                  <a:pt x="116" y="34"/>
                  <a:pt x="116" y="34"/>
                </a:cubicBezTo>
                <a:cubicBezTo>
                  <a:pt x="84" y="66"/>
                  <a:pt x="84" y="66"/>
                  <a:pt x="84" y="66"/>
                </a:cubicBezTo>
                <a:lnTo>
                  <a:pt x="84" y="24"/>
                </a:lnTo>
                <a:close/>
                <a:moveTo>
                  <a:pt x="227" y="141"/>
                </a:moveTo>
                <a:cubicBezTo>
                  <a:pt x="207" y="144"/>
                  <a:pt x="207" y="144"/>
                  <a:pt x="207" y="144"/>
                </a:cubicBezTo>
                <a:cubicBezTo>
                  <a:pt x="205" y="145"/>
                  <a:pt x="205" y="145"/>
                  <a:pt x="205" y="145"/>
                </a:cubicBezTo>
                <a:cubicBezTo>
                  <a:pt x="104" y="246"/>
                  <a:pt x="104" y="246"/>
                  <a:pt x="104" y="246"/>
                </a:cubicBezTo>
                <a:cubicBezTo>
                  <a:pt x="10" y="152"/>
                  <a:pt x="10" y="152"/>
                  <a:pt x="10" y="152"/>
                </a:cubicBezTo>
                <a:cubicBezTo>
                  <a:pt x="116" y="46"/>
                  <a:pt x="116" y="46"/>
                  <a:pt x="116" y="46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4" y="108"/>
                  <a:pt x="124" y="108"/>
                  <a:pt x="124" y="108"/>
                </a:cubicBezTo>
                <a:cubicBezTo>
                  <a:pt x="124" y="38"/>
                  <a:pt x="124" y="38"/>
                  <a:pt x="124" y="38"/>
                </a:cubicBezTo>
                <a:lnTo>
                  <a:pt x="227" y="141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93" name="Freeform 162"/>
          <p:cNvSpPr/>
          <p:nvPr/>
        </p:nvSpPr>
        <p:spPr>
          <a:xfrm>
            <a:off x="2852640" y="2823120"/>
            <a:ext cx="283680" cy="304560"/>
          </a:xfrm>
          <a:custGeom>
            <a:avLst/>
            <a:gdLst>
              <a:gd name="textAreaLeft" fmla="*/ 0 w 283680"/>
              <a:gd name="textAreaRight" fmla="*/ 284040 w 283680"/>
              <a:gd name="textAreaTop" fmla="*/ 0 h 304560"/>
              <a:gd name="textAreaBottom" fmla="*/ 304920 h 304560"/>
              <a:gd name="GluePoint1X" fmla="*/ 179 w 179"/>
              <a:gd name="GluePoint1Y" fmla="*/ 75 h 192"/>
              <a:gd name="GluePoint2X" fmla="*/ 179 w 179"/>
              <a:gd name="GluePoint2Y" fmla="*/ 24 h 192"/>
              <a:gd name="GluePoint3X" fmla="*/ 161 w 179"/>
              <a:gd name="GluePoint3Y" fmla="*/ 24 h 192"/>
              <a:gd name="GluePoint4X" fmla="*/ 161 w 179"/>
              <a:gd name="GluePoint4Y" fmla="*/ 0 h 192"/>
              <a:gd name="GluePoint5X" fmla="*/ 12 w 179"/>
              <a:gd name="GluePoint5Y" fmla="*/ 0 h 192"/>
              <a:gd name="GluePoint6X" fmla="*/ 12 w 179"/>
              <a:gd name="GluePoint6Y" fmla="*/ 24 h 192"/>
              <a:gd name="GluePoint7X" fmla="*/ 0 w 179"/>
              <a:gd name="GluePoint7Y" fmla="*/ 24 h 192"/>
              <a:gd name="GluePoint8X" fmla="*/ 0 w 179"/>
              <a:gd name="GluePoint8Y" fmla="*/ 30 h 192"/>
              <a:gd name="GluePoint9X" fmla="*/ 12 w 179"/>
              <a:gd name="GluePoint9Y" fmla="*/ 30 h 192"/>
              <a:gd name="GluePoint10X" fmla="*/ 12 w 179"/>
              <a:gd name="GluePoint10Y" fmla="*/ 57 h 192"/>
              <a:gd name="GluePoint11X" fmla="*/ 161 w 179"/>
              <a:gd name="GluePoint11Y" fmla="*/ 57 h 192"/>
              <a:gd name="GluePoint12X" fmla="*/ 161 w 179"/>
              <a:gd name="GluePoint12Y" fmla="*/ 30 h 192"/>
              <a:gd name="GluePoint13X" fmla="*/ 173 w 179"/>
              <a:gd name="GluePoint13Y" fmla="*/ 30 h 192"/>
              <a:gd name="GluePoint14X" fmla="*/ 173 w 179"/>
              <a:gd name="GluePoint14Y" fmla="*/ 69 h 192"/>
              <a:gd name="GluePoint15X" fmla="*/ 86 w 179"/>
              <a:gd name="GluePoint15Y" fmla="*/ 69 h 192"/>
              <a:gd name="GluePoint16X" fmla="*/ 86 w 179"/>
              <a:gd name="GluePoint16Y" fmla="*/ 123 h 192"/>
              <a:gd name="GluePoint17X" fmla="*/ 74 w 179"/>
              <a:gd name="GluePoint17Y" fmla="*/ 123 h 192"/>
              <a:gd name="GluePoint18X" fmla="*/ 74 w 179"/>
              <a:gd name="GluePoint18Y" fmla="*/ 192 h 192"/>
              <a:gd name="GluePoint19X" fmla="*/ 104 w 179"/>
              <a:gd name="GluePoint19Y" fmla="*/ 192 h 192"/>
              <a:gd name="GluePoint20X" fmla="*/ 104 w 179"/>
              <a:gd name="GluePoint20Y" fmla="*/ 123 h 192"/>
              <a:gd name="GluePoint21X" fmla="*/ 92 w 179"/>
              <a:gd name="GluePoint21Y" fmla="*/ 123 h 192"/>
              <a:gd name="GluePoint22X" fmla="*/ 92 w 179"/>
              <a:gd name="GluePoint22Y" fmla="*/ 75 h 192"/>
              <a:gd name="GluePoint23X" fmla="*/ 179 w 179"/>
              <a:gd name="GluePoint23Y" fmla="*/ 75 h 192"/>
              <a:gd name="GluePoint24X" fmla="*/ 155 w 179"/>
              <a:gd name="GluePoint24Y" fmla="*/ 51 h 192"/>
              <a:gd name="GluePoint25X" fmla="*/ 18 w 179"/>
              <a:gd name="GluePoint25Y" fmla="*/ 51 h 192"/>
              <a:gd name="GluePoint26X" fmla="*/ 18 w 179"/>
              <a:gd name="GluePoint26Y" fmla="*/ 6 h 192"/>
              <a:gd name="GluePoint27X" fmla="*/ 155 w 179"/>
              <a:gd name="GluePoint27Y" fmla="*/ 6 h 192"/>
              <a:gd name="GluePoint28X" fmla="*/ 155 w 179"/>
              <a:gd name="GluePoint28Y" fmla="*/ 51 h 192"/>
              <a:gd name="GluePoint29X" fmla="*/ 98 w 179"/>
              <a:gd name="GluePoint29Y" fmla="*/ 129 h 192"/>
              <a:gd name="GluePoint30X" fmla="*/ 98 w 179"/>
              <a:gd name="GluePoint30Y" fmla="*/ 186 h 192"/>
              <a:gd name="GluePoint31X" fmla="*/ 80 w 179"/>
              <a:gd name="GluePoint31Y" fmla="*/ 186 h 192"/>
              <a:gd name="GluePoint32X" fmla="*/ 80 w 179"/>
              <a:gd name="GluePoint32Y" fmla="*/ 129 h 192"/>
              <a:gd name="GluePoint33X" fmla="*/ 98 w 179"/>
              <a:gd name="GluePoint33Y" fmla="*/ 129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</a:cxnLst>
            <a:rect l="textAreaLeft" t="textAreaTop" r="textAreaRight" b="textAreaBottom"/>
            <a:pathLst>
              <a:path w="179" h="192">
                <a:moveTo>
                  <a:pt x="179" y="75"/>
                </a:moveTo>
                <a:lnTo>
                  <a:pt x="179" y="24"/>
                </a:lnTo>
                <a:lnTo>
                  <a:pt x="161" y="24"/>
                </a:lnTo>
                <a:lnTo>
                  <a:pt x="161" y="0"/>
                </a:lnTo>
                <a:lnTo>
                  <a:pt x="12" y="0"/>
                </a:lnTo>
                <a:lnTo>
                  <a:pt x="12" y="24"/>
                </a:lnTo>
                <a:lnTo>
                  <a:pt x="0" y="24"/>
                </a:lnTo>
                <a:lnTo>
                  <a:pt x="0" y="30"/>
                </a:lnTo>
                <a:lnTo>
                  <a:pt x="12" y="30"/>
                </a:lnTo>
                <a:lnTo>
                  <a:pt x="12" y="57"/>
                </a:lnTo>
                <a:lnTo>
                  <a:pt x="161" y="57"/>
                </a:lnTo>
                <a:lnTo>
                  <a:pt x="161" y="30"/>
                </a:lnTo>
                <a:lnTo>
                  <a:pt x="173" y="30"/>
                </a:lnTo>
                <a:lnTo>
                  <a:pt x="173" y="69"/>
                </a:lnTo>
                <a:lnTo>
                  <a:pt x="86" y="69"/>
                </a:lnTo>
                <a:lnTo>
                  <a:pt x="86" y="123"/>
                </a:lnTo>
                <a:lnTo>
                  <a:pt x="74" y="123"/>
                </a:lnTo>
                <a:lnTo>
                  <a:pt x="74" y="192"/>
                </a:lnTo>
                <a:lnTo>
                  <a:pt x="104" y="192"/>
                </a:lnTo>
                <a:lnTo>
                  <a:pt x="104" y="123"/>
                </a:lnTo>
                <a:lnTo>
                  <a:pt x="92" y="123"/>
                </a:lnTo>
                <a:lnTo>
                  <a:pt x="92" y="75"/>
                </a:lnTo>
                <a:lnTo>
                  <a:pt x="179" y="75"/>
                </a:lnTo>
                <a:close/>
                <a:moveTo>
                  <a:pt x="155" y="51"/>
                </a:moveTo>
                <a:lnTo>
                  <a:pt x="18" y="51"/>
                </a:lnTo>
                <a:lnTo>
                  <a:pt x="18" y="6"/>
                </a:lnTo>
                <a:lnTo>
                  <a:pt x="155" y="6"/>
                </a:lnTo>
                <a:lnTo>
                  <a:pt x="155" y="51"/>
                </a:lnTo>
                <a:close/>
                <a:moveTo>
                  <a:pt x="98" y="129"/>
                </a:moveTo>
                <a:lnTo>
                  <a:pt x="98" y="186"/>
                </a:lnTo>
                <a:lnTo>
                  <a:pt x="80" y="186"/>
                </a:lnTo>
                <a:lnTo>
                  <a:pt x="80" y="129"/>
                </a:lnTo>
                <a:lnTo>
                  <a:pt x="98" y="129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194" name="Freeform 163"/>
          <p:cNvSpPr/>
          <p:nvPr/>
        </p:nvSpPr>
        <p:spPr>
          <a:xfrm>
            <a:off x="3295800" y="2823120"/>
            <a:ext cx="188640" cy="304560"/>
          </a:xfrm>
          <a:custGeom>
            <a:avLst/>
            <a:gdLst>
              <a:gd name="textAreaLeft" fmla="*/ 0 w 188640"/>
              <a:gd name="textAreaRight" fmla="*/ 189000 w 188640"/>
              <a:gd name="textAreaTop" fmla="*/ 0 h 304560"/>
              <a:gd name="textAreaBottom" fmla="*/ 304920 h 304560"/>
              <a:gd name="GluePoint1X" fmla="*/ 160 w 160"/>
              <a:gd name="GluePoint1Y" fmla="*/ 256 h 256"/>
              <a:gd name="GluePoint2X" fmla="*/ 160 w 160"/>
              <a:gd name="GluePoint2Y" fmla="*/ 0 h 256"/>
              <a:gd name="GluePoint3X" fmla="*/ 116 w 160"/>
              <a:gd name="GluePoint3Y" fmla="*/ 0 h 256"/>
              <a:gd name="GluePoint4X" fmla="*/ 112 w 160"/>
              <a:gd name="GluePoint4Y" fmla="*/ 0 h 256"/>
              <a:gd name="GluePoint5X" fmla="*/ 68 w 160"/>
              <a:gd name="GluePoint5Y" fmla="*/ 0 h 256"/>
              <a:gd name="GluePoint6X" fmla="*/ 0 w 160"/>
              <a:gd name="GluePoint6Y" fmla="*/ 68 h 256"/>
              <a:gd name="GluePoint7X" fmla="*/ 68 w 160"/>
              <a:gd name="GluePoint7Y" fmla="*/ 136 h 256"/>
              <a:gd name="GluePoint8X" fmla="*/ 112 w 160"/>
              <a:gd name="GluePoint8Y" fmla="*/ 136 h 256"/>
              <a:gd name="GluePoint9X" fmla="*/ 112 w 160"/>
              <a:gd name="GluePoint9Y" fmla="*/ 256 h 256"/>
              <a:gd name="GluePoint10X" fmla="*/ 120 w 160"/>
              <a:gd name="GluePoint10Y" fmla="*/ 256 h 256"/>
              <a:gd name="GluePoint11X" fmla="*/ 120 w 160"/>
              <a:gd name="GluePoint11Y" fmla="*/ 8 h 256"/>
              <a:gd name="GluePoint12X" fmla="*/ 152 w 160"/>
              <a:gd name="GluePoint12Y" fmla="*/ 8 h 256"/>
              <a:gd name="GluePoint13X" fmla="*/ 152 w 160"/>
              <a:gd name="GluePoint13Y" fmla="*/ 256 h 256"/>
              <a:gd name="GluePoint14X" fmla="*/ 160 w 160"/>
              <a:gd name="GluePoint14Y" fmla="*/ 256 h 256"/>
              <a:gd name="GluePoint15X" fmla="*/ 68 w 160"/>
              <a:gd name="GluePoint15Y" fmla="*/ 128 h 256"/>
              <a:gd name="GluePoint16X" fmla="*/ 8 w 160"/>
              <a:gd name="GluePoint16Y" fmla="*/ 68 h 256"/>
              <a:gd name="GluePoint17X" fmla="*/ 68 w 160"/>
              <a:gd name="GluePoint17Y" fmla="*/ 8 h 256"/>
              <a:gd name="GluePoint18X" fmla="*/ 112 w 160"/>
              <a:gd name="GluePoint18Y" fmla="*/ 8 h 256"/>
              <a:gd name="GluePoint19X" fmla="*/ 112 w 160"/>
              <a:gd name="GluePoint19Y" fmla="*/ 128 h 256"/>
              <a:gd name="GluePoint20X" fmla="*/ 68 w 160"/>
              <a:gd name="GluePoint20Y" fmla="*/ 12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</a:cxnLst>
            <a:rect l="textAreaLeft" t="textAreaTop" r="textAreaRight" b="textAreaBottom"/>
            <a:pathLst>
              <a:path w="160" h="256">
                <a:moveTo>
                  <a:pt x="160" y="256"/>
                </a:moveTo>
                <a:cubicBezTo>
                  <a:pt x="160" y="0"/>
                  <a:pt x="160" y="0"/>
                  <a:pt x="160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12" y="0"/>
                  <a:pt x="112" y="0"/>
                  <a:pt x="112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7" y="0"/>
                  <a:pt x="0" y="1"/>
                  <a:pt x="0" y="68"/>
                </a:cubicBezTo>
                <a:cubicBezTo>
                  <a:pt x="0" y="135"/>
                  <a:pt x="67" y="136"/>
                  <a:pt x="68" y="136"/>
                </a:cubicBezTo>
                <a:cubicBezTo>
                  <a:pt x="112" y="136"/>
                  <a:pt x="112" y="136"/>
                  <a:pt x="112" y="136"/>
                </a:cubicBezTo>
                <a:cubicBezTo>
                  <a:pt x="112" y="256"/>
                  <a:pt x="112" y="256"/>
                  <a:pt x="112" y="256"/>
                </a:cubicBezTo>
                <a:cubicBezTo>
                  <a:pt x="120" y="256"/>
                  <a:pt x="120" y="256"/>
                  <a:pt x="120" y="256"/>
                </a:cubicBezTo>
                <a:cubicBezTo>
                  <a:pt x="120" y="8"/>
                  <a:pt x="120" y="8"/>
                  <a:pt x="120" y="8"/>
                </a:cubicBezTo>
                <a:cubicBezTo>
                  <a:pt x="152" y="8"/>
                  <a:pt x="152" y="8"/>
                  <a:pt x="152" y="8"/>
                </a:cubicBezTo>
                <a:cubicBezTo>
                  <a:pt x="152" y="256"/>
                  <a:pt x="152" y="256"/>
                  <a:pt x="152" y="256"/>
                </a:cubicBezTo>
                <a:lnTo>
                  <a:pt x="160" y="256"/>
                </a:lnTo>
                <a:close/>
                <a:moveTo>
                  <a:pt x="68" y="128"/>
                </a:moveTo>
                <a:cubicBezTo>
                  <a:pt x="65" y="128"/>
                  <a:pt x="8" y="127"/>
                  <a:pt x="8" y="68"/>
                </a:cubicBezTo>
                <a:cubicBezTo>
                  <a:pt x="8" y="9"/>
                  <a:pt x="65" y="8"/>
                  <a:pt x="68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2" y="128"/>
                  <a:pt x="112" y="128"/>
                  <a:pt x="112" y="128"/>
                </a:cubicBezTo>
                <a:lnTo>
                  <a:pt x="68" y="12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195" name="Группа 612"/>
          <p:cNvGrpSpPr/>
          <p:nvPr/>
        </p:nvGrpSpPr>
        <p:grpSpPr>
          <a:xfrm>
            <a:off x="3632040" y="2851920"/>
            <a:ext cx="304560" cy="246960"/>
            <a:chOff x="3632040" y="2851920"/>
            <a:chExt cx="304560" cy="246960"/>
          </a:xfrm>
        </p:grpSpPr>
        <p:sp>
          <p:nvSpPr>
            <p:cNvPr id="3196" name="Rectangle 164"/>
            <p:cNvSpPr/>
            <p:nvPr/>
          </p:nvSpPr>
          <p:spPr>
            <a:xfrm>
              <a:off x="3632040" y="285192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97" name="Rectangle 165"/>
            <p:cNvSpPr/>
            <p:nvPr/>
          </p:nvSpPr>
          <p:spPr>
            <a:xfrm>
              <a:off x="3632040" y="2899440"/>
              <a:ext cx="2188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98" name="Rectangle 166"/>
            <p:cNvSpPr/>
            <p:nvPr/>
          </p:nvSpPr>
          <p:spPr>
            <a:xfrm>
              <a:off x="3632040" y="294696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199" name="Rectangle 167"/>
            <p:cNvSpPr/>
            <p:nvPr/>
          </p:nvSpPr>
          <p:spPr>
            <a:xfrm>
              <a:off x="3632040" y="2994840"/>
              <a:ext cx="2376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00" name="Rectangle 168"/>
            <p:cNvSpPr/>
            <p:nvPr/>
          </p:nvSpPr>
          <p:spPr>
            <a:xfrm>
              <a:off x="3632040" y="304236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01" name="Rectangle 169"/>
            <p:cNvSpPr/>
            <p:nvPr/>
          </p:nvSpPr>
          <p:spPr>
            <a:xfrm>
              <a:off x="3632040" y="3089880"/>
              <a:ext cx="2566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202" name="Группа 613"/>
          <p:cNvGrpSpPr/>
          <p:nvPr/>
        </p:nvGrpSpPr>
        <p:grpSpPr>
          <a:xfrm>
            <a:off x="4027320" y="2851920"/>
            <a:ext cx="303120" cy="246960"/>
            <a:chOff x="4027320" y="2851920"/>
            <a:chExt cx="303120" cy="246960"/>
          </a:xfrm>
        </p:grpSpPr>
        <p:sp>
          <p:nvSpPr>
            <p:cNvPr id="3203" name="Rectangle 170"/>
            <p:cNvSpPr/>
            <p:nvPr/>
          </p:nvSpPr>
          <p:spPr>
            <a:xfrm>
              <a:off x="4027320" y="285192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04" name="Rectangle 171"/>
            <p:cNvSpPr/>
            <p:nvPr/>
          </p:nvSpPr>
          <p:spPr>
            <a:xfrm>
              <a:off x="4111560" y="2899440"/>
              <a:ext cx="2188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05" name="Rectangle 172"/>
            <p:cNvSpPr/>
            <p:nvPr/>
          </p:nvSpPr>
          <p:spPr>
            <a:xfrm>
              <a:off x="4027320" y="294696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06" name="Rectangle 173"/>
            <p:cNvSpPr/>
            <p:nvPr/>
          </p:nvSpPr>
          <p:spPr>
            <a:xfrm>
              <a:off x="4092480" y="2994840"/>
              <a:ext cx="2376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07" name="Rectangle 174"/>
            <p:cNvSpPr/>
            <p:nvPr/>
          </p:nvSpPr>
          <p:spPr>
            <a:xfrm>
              <a:off x="4027320" y="304236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08" name="Rectangle 175"/>
            <p:cNvSpPr/>
            <p:nvPr/>
          </p:nvSpPr>
          <p:spPr>
            <a:xfrm>
              <a:off x="4073400" y="3089880"/>
              <a:ext cx="2566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209" name="Группа 614"/>
          <p:cNvGrpSpPr/>
          <p:nvPr/>
        </p:nvGrpSpPr>
        <p:grpSpPr>
          <a:xfrm>
            <a:off x="4421160" y="2851920"/>
            <a:ext cx="304560" cy="246960"/>
            <a:chOff x="4421160" y="2851920"/>
            <a:chExt cx="304560" cy="246960"/>
          </a:xfrm>
        </p:grpSpPr>
        <p:sp>
          <p:nvSpPr>
            <p:cNvPr id="3210" name="Rectangle 176"/>
            <p:cNvSpPr/>
            <p:nvPr/>
          </p:nvSpPr>
          <p:spPr>
            <a:xfrm>
              <a:off x="4421160" y="285192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11" name="Rectangle 177"/>
            <p:cNvSpPr/>
            <p:nvPr/>
          </p:nvSpPr>
          <p:spPr>
            <a:xfrm>
              <a:off x="4464000" y="2899440"/>
              <a:ext cx="2188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12" name="Rectangle 178"/>
            <p:cNvSpPr/>
            <p:nvPr/>
          </p:nvSpPr>
          <p:spPr>
            <a:xfrm>
              <a:off x="4421160" y="294696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13" name="Rectangle 179"/>
            <p:cNvSpPr/>
            <p:nvPr/>
          </p:nvSpPr>
          <p:spPr>
            <a:xfrm>
              <a:off x="4454640" y="2994840"/>
              <a:ext cx="2376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14" name="Rectangle 180"/>
            <p:cNvSpPr/>
            <p:nvPr/>
          </p:nvSpPr>
          <p:spPr>
            <a:xfrm>
              <a:off x="4421160" y="304236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15" name="Rectangle 181"/>
            <p:cNvSpPr/>
            <p:nvPr/>
          </p:nvSpPr>
          <p:spPr>
            <a:xfrm>
              <a:off x="4444920" y="3089880"/>
              <a:ext cx="2566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216" name="Группа 615"/>
          <p:cNvGrpSpPr/>
          <p:nvPr/>
        </p:nvGrpSpPr>
        <p:grpSpPr>
          <a:xfrm>
            <a:off x="4815000" y="2851920"/>
            <a:ext cx="304560" cy="246960"/>
            <a:chOff x="4815000" y="2851920"/>
            <a:chExt cx="304560" cy="246960"/>
          </a:xfrm>
        </p:grpSpPr>
        <p:sp>
          <p:nvSpPr>
            <p:cNvPr id="3217" name="Rectangle 182"/>
            <p:cNvSpPr/>
            <p:nvPr/>
          </p:nvSpPr>
          <p:spPr>
            <a:xfrm>
              <a:off x="4815000" y="285192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18" name="Rectangle 183"/>
            <p:cNvSpPr/>
            <p:nvPr/>
          </p:nvSpPr>
          <p:spPr>
            <a:xfrm>
              <a:off x="4815000" y="289944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19" name="Rectangle 184"/>
            <p:cNvSpPr/>
            <p:nvPr/>
          </p:nvSpPr>
          <p:spPr>
            <a:xfrm>
              <a:off x="4815000" y="294696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20" name="Rectangle 185"/>
            <p:cNvSpPr/>
            <p:nvPr/>
          </p:nvSpPr>
          <p:spPr>
            <a:xfrm>
              <a:off x="4815000" y="299484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21" name="Rectangle 186"/>
            <p:cNvSpPr/>
            <p:nvPr/>
          </p:nvSpPr>
          <p:spPr>
            <a:xfrm>
              <a:off x="4815000" y="304236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22" name="Rectangle 187"/>
            <p:cNvSpPr/>
            <p:nvPr/>
          </p:nvSpPr>
          <p:spPr>
            <a:xfrm>
              <a:off x="4815000" y="308988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223" name="Группа 616"/>
          <p:cNvGrpSpPr/>
          <p:nvPr/>
        </p:nvGrpSpPr>
        <p:grpSpPr>
          <a:xfrm>
            <a:off x="5210280" y="2851920"/>
            <a:ext cx="302760" cy="246960"/>
            <a:chOff x="5210280" y="2851920"/>
            <a:chExt cx="302760" cy="246960"/>
          </a:xfrm>
        </p:grpSpPr>
        <p:sp>
          <p:nvSpPr>
            <p:cNvPr id="3224" name="Rectangle 188"/>
            <p:cNvSpPr/>
            <p:nvPr/>
          </p:nvSpPr>
          <p:spPr>
            <a:xfrm>
              <a:off x="5210280" y="285192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25" name="Rectangle 189"/>
            <p:cNvSpPr/>
            <p:nvPr/>
          </p:nvSpPr>
          <p:spPr>
            <a:xfrm>
              <a:off x="5210280" y="289944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26" name="Rectangle 190"/>
            <p:cNvSpPr/>
            <p:nvPr/>
          </p:nvSpPr>
          <p:spPr>
            <a:xfrm>
              <a:off x="5210280" y="294696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27" name="Rectangle 191"/>
            <p:cNvSpPr/>
            <p:nvPr/>
          </p:nvSpPr>
          <p:spPr>
            <a:xfrm>
              <a:off x="5210280" y="299484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28" name="Rectangle 192"/>
            <p:cNvSpPr/>
            <p:nvPr/>
          </p:nvSpPr>
          <p:spPr>
            <a:xfrm>
              <a:off x="5210280" y="304236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29" name="Rectangle 193"/>
            <p:cNvSpPr/>
            <p:nvPr/>
          </p:nvSpPr>
          <p:spPr>
            <a:xfrm>
              <a:off x="5257800" y="3089880"/>
              <a:ext cx="207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230" name="Группа 617"/>
          <p:cNvGrpSpPr/>
          <p:nvPr/>
        </p:nvGrpSpPr>
        <p:grpSpPr>
          <a:xfrm>
            <a:off x="5603760" y="2851920"/>
            <a:ext cx="304560" cy="246960"/>
            <a:chOff x="5603760" y="2851920"/>
            <a:chExt cx="304560" cy="246960"/>
          </a:xfrm>
        </p:grpSpPr>
        <p:sp>
          <p:nvSpPr>
            <p:cNvPr id="3231" name="Rectangle 194"/>
            <p:cNvSpPr/>
            <p:nvPr/>
          </p:nvSpPr>
          <p:spPr>
            <a:xfrm>
              <a:off x="5603760" y="285192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32" name="Rectangle 195"/>
            <p:cNvSpPr/>
            <p:nvPr/>
          </p:nvSpPr>
          <p:spPr>
            <a:xfrm>
              <a:off x="5603760" y="289944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33" name="Rectangle 196"/>
            <p:cNvSpPr/>
            <p:nvPr/>
          </p:nvSpPr>
          <p:spPr>
            <a:xfrm>
              <a:off x="5603760" y="294696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34" name="Rectangle 197"/>
            <p:cNvSpPr/>
            <p:nvPr/>
          </p:nvSpPr>
          <p:spPr>
            <a:xfrm>
              <a:off x="5603760" y="299484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35" name="Rectangle 198"/>
            <p:cNvSpPr/>
            <p:nvPr/>
          </p:nvSpPr>
          <p:spPr>
            <a:xfrm>
              <a:off x="5603760" y="304236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36" name="Rectangle 199"/>
            <p:cNvSpPr/>
            <p:nvPr/>
          </p:nvSpPr>
          <p:spPr>
            <a:xfrm>
              <a:off x="5603760" y="3089880"/>
              <a:ext cx="2091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237" name="Группа 618"/>
          <p:cNvGrpSpPr/>
          <p:nvPr/>
        </p:nvGrpSpPr>
        <p:grpSpPr>
          <a:xfrm>
            <a:off x="5999040" y="2851920"/>
            <a:ext cx="303120" cy="246960"/>
            <a:chOff x="5999040" y="2851920"/>
            <a:chExt cx="303120" cy="246960"/>
          </a:xfrm>
        </p:grpSpPr>
        <p:sp>
          <p:nvSpPr>
            <p:cNvPr id="3238" name="Rectangle 200"/>
            <p:cNvSpPr/>
            <p:nvPr/>
          </p:nvSpPr>
          <p:spPr>
            <a:xfrm>
              <a:off x="5999040" y="285192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39" name="Rectangle 201"/>
            <p:cNvSpPr/>
            <p:nvPr/>
          </p:nvSpPr>
          <p:spPr>
            <a:xfrm>
              <a:off x="5999040" y="289944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40" name="Rectangle 202"/>
            <p:cNvSpPr/>
            <p:nvPr/>
          </p:nvSpPr>
          <p:spPr>
            <a:xfrm>
              <a:off x="5999040" y="294696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41" name="Rectangle 203"/>
            <p:cNvSpPr/>
            <p:nvPr/>
          </p:nvSpPr>
          <p:spPr>
            <a:xfrm>
              <a:off x="5999040" y="299484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42" name="Rectangle 204"/>
            <p:cNvSpPr/>
            <p:nvPr/>
          </p:nvSpPr>
          <p:spPr>
            <a:xfrm>
              <a:off x="5999040" y="304236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43" name="Rectangle 206"/>
            <p:cNvSpPr/>
            <p:nvPr/>
          </p:nvSpPr>
          <p:spPr>
            <a:xfrm>
              <a:off x="6093000" y="3089880"/>
              <a:ext cx="2091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244" name="Группа 619"/>
          <p:cNvGrpSpPr/>
          <p:nvPr/>
        </p:nvGrpSpPr>
        <p:grpSpPr>
          <a:xfrm>
            <a:off x="6394320" y="2848680"/>
            <a:ext cx="302760" cy="253800"/>
            <a:chOff x="6394320" y="2848680"/>
            <a:chExt cx="302760" cy="253800"/>
          </a:xfrm>
        </p:grpSpPr>
        <p:sp>
          <p:nvSpPr>
            <p:cNvPr id="3245" name="Rectangle 207"/>
            <p:cNvSpPr/>
            <p:nvPr/>
          </p:nvSpPr>
          <p:spPr>
            <a:xfrm>
              <a:off x="6499080" y="2848680"/>
              <a:ext cx="198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46" name="Rectangle 208"/>
            <p:cNvSpPr/>
            <p:nvPr/>
          </p:nvSpPr>
          <p:spPr>
            <a:xfrm>
              <a:off x="6499080" y="2896200"/>
              <a:ext cx="1598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47" name="Rectangle 209"/>
            <p:cNvSpPr/>
            <p:nvPr/>
          </p:nvSpPr>
          <p:spPr>
            <a:xfrm>
              <a:off x="6499080" y="2943720"/>
              <a:ext cx="198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48" name="Rectangle 210"/>
            <p:cNvSpPr/>
            <p:nvPr/>
          </p:nvSpPr>
          <p:spPr>
            <a:xfrm>
              <a:off x="6499080" y="2991600"/>
              <a:ext cx="169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49" name="Freeform 211"/>
            <p:cNvSpPr/>
            <p:nvPr/>
          </p:nvSpPr>
          <p:spPr>
            <a:xfrm>
              <a:off x="6664320" y="303912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0 w 9"/>
                <a:gd name="GluePoint1Y" fmla="*/ 6 h 9"/>
                <a:gd name="GluePoint2X" fmla="*/ 3 w 9"/>
                <a:gd name="GluePoint2Y" fmla="*/ 6 h 9"/>
                <a:gd name="GluePoint3X" fmla="*/ 3 w 9"/>
                <a:gd name="GluePoint3Y" fmla="*/ 9 h 9"/>
                <a:gd name="GluePoint4X" fmla="*/ 9 w 9"/>
                <a:gd name="GluePoint4Y" fmla="*/ 9 h 9"/>
                <a:gd name="GluePoint5X" fmla="*/ 9 w 9"/>
                <a:gd name="GluePoint5Y" fmla="*/ 0 h 9"/>
                <a:gd name="GluePoint6X" fmla="*/ 0 w 9"/>
                <a:gd name="GluePoint6Y" fmla="*/ 0 h 9"/>
                <a:gd name="GluePoint7X" fmla="*/ 0 w 9"/>
                <a:gd name="GluePoint7Y" fmla="*/ 6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0" y="6"/>
                  </a:moveTo>
                  <a:lnTo>
                    <a:pt x="3" y="6"/>
                  </a:lnTo>
                  <a:lnTo>
                    <a:pt x="3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0" name="Rectangle 212"/>
            <p:cNvSpPr/>
            <p:nvPr/>
          </p:nvSpPr>
          <p:spPr>
            <a:xfrm>
              <a:off x="6578640" y="30391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1" name="Rectangle 213"/>
            <p:cNvSpPr/>
            <p:nvPr/>
          </p:nvSpPr>
          <p:spPr>
            <a:xfrm>
              <a:off x="6523200" y="30391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2" name="Rectangle 214"/>
            <p:cNvSpPr/>
            <p:nvPr/>
          </p:nvSpPr>
          <p:spPr>
            <a:xfrm>
              <a:off x="6607080" y="30391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3" name="Rectangle 215"/>
            <p:cNvSpPr/>
            <p:nvPr/>
          </p:nvSpPr>
          <p:spPr>
            <a:xfrm>
              <a:off x="6551640" y="30391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4" name="Rectangle 216"/>
            <p:cNvSpPr/>
            <p:nvPr/>
          </p:nvSpPr>
          <p:spPr>
            <a:xfrm>
              <a:off x="6635880" y="30391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5" name="Freeform 217"/>
            <p:cNvSpPr/>
            <p:nvPr/>
          </p:nvSpPr>
          <p:spPr>
            <a:xfrm>
              <a:off x="6499080" y="303912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6 w 9"/>
                <a:gd name="GluePoint1Y" fmla="*/ 6 h 9"/>
                <a:gd name="GluePoint2X" fmla="*/ 9 w 9"/>
                <a:gd name="GluePoint2Y" fmla="*/ 6 h 9"/>
                <a:gd name="GluePoint3X" fmla="*/ 9 w 9"/>
                <a:gd name="GluePoint3Y" fmla="*/ 0 h 9"/>
                <a:gd name="GluePoint4X" fmla="*/ 0 w 9"/>
                <a:gd name="GluePoint4Y" fmla="*/ 0 h 9"/>
                <a:gd name="GluePoint5X" fmla="*/ 0 w 9"/>
                <a:gd name="GluePoint5Y" fmla="*/ 9 h 9"/>
                <a:gd name="GluePoint6X" fmla="*/ 6 w 9"/>
                <a:gd name="GluePoint6Y" fmla="*/ 9 h 9"/>
                <a:gd name="GluePoint7X" fmla="*/ 6 w 9"/>
                <a:gd name="GluePoint7Y" fmla="*/ 6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6" name="Rectangle 218"/>
            <p:cNvSpPr/>
            <p:nvPr/>
          </p:nvSpPr>
          <p:spPr>
            <a:xfrm>
              <a:off x="6499080" y="306288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7" name="Freeform 219"/>
            <p:cNvSpPr/>
            <p:nvPr/>
          </p:nvSpPr>
          <p:spPr>
            <a:xfrm>
              <a:off x="6499080" y="308196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0 w 9"/>
                <a:gd name="GluePoint1Y" fmla="*/ 9 h 9"/>
                <a:gd name="GluePoint2X" fmla="*/ 9 w 9"/>
                <a:gd name="GluePoint2Y" fmla="*/ 9 h 9"/>
                <a:gd name="GluePoint3X" fmla="*/ 9 w 9"/>
                <a:gd name="GluePoint3Y" fmla="*/ 3 h 9"/>
                <a:gd name="GluePoint4X" fmla="*/ 6 w 9"/>
                <a:gd name="GluePoint4Y" fmla="*/ 3 h 9"/>
                <a:gd name="GluePoint5X" fmla="*/ 6 w 9"/>
                <a:gd name="GluePoint5Y" fmla="*/ 0 h 9"/>
                <a:gd name="GluePoint6X" fmla="*/ 0 w 9"/>
                <a:gd name="GluePoint6Y" fmla="*/ 0 h 9"/>
                <a:gd name="GluePoint7X" fmla="*/ 0 w 9"/>
                <a:gd name="GluePoint7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8" name="Rectangle 220"/>
            <p:cNvSpPr/>
            <p:nvPr/>
          </p:nvSpPr>
          <p:spPr>
            <a:xfrm>
              <a:off x="6635880" y="30866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59" name="Rectangle 221"/>
            <p:cNvSpPr/>
            <p:nvPr/>
          </p:nvSpPr>
          <p:spPr>
            <a:xfrm>
              <a:off x="6607080" y="30866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60" name="Rectangle 222"/>
            <p:cNvSpPr/>
            <p:nvPr/>
          </p:nvSpPr>
          <p:spPr>
            <a:xfrm>
              <a:off x="6578640" y="30866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61" name="Rectangle 223"/>
            <p:cNvSpPr/>
            <p:nvPr/>
          </p:nvSpPr>
          <p:spPr>
            <a:xfrm>
              <a:off x="6551640" y="30866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62" name="Rectangle 224"/>
            <p:cNvSpPr/>
            <p:nvPr/>
          </p:nvSpPr>
          <p:spPr>
            <a:xfrm>
              <a:off x="6523200" y="30866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63" name="Freeform 225"/>
            <p:cNvSpPr/>
            <p:nvPr/>
          </p:nvSpPr>
          <p:spPr>
            <a:xfrm>
              <a:off x="6664320" y="308196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3 w 9"/>
                <a:gd name="GluePoint1Y" fmla="*/ 3 h 9"/>
                <a:gd name="GluePoint2X" fmla="*/ 0 w 9"/>
                <a:gd name="GluePoint2Y" fmla="*/ 3 h 9"/>
                <a:gd name="GluePoint3X" fmla="*/ 0 w 9"/>
                <a:gd name="GluePoint3Y" fmla="*/ 9 h 9"/>
                <a:gd name="GluePoint4X" fmla="*/ 9 w 9"/>
                <a:gd name="GluePoint4Y" fmla="*/ 9 h 9"/>
                <a:gd name="GluePoint5X" fmla="*/ 9 w 9"/>
                <a:gd name="GluePoint5Y" fmla="*/ 0 h 9"/>
                <a:gd name="GluePoint6X" fmla="*/ 3 w 9"/>
                <a:gd name="GluePoint6Y" fmla="*/ 0 h 9"/>
                <a:gd name="GluePoint7X" fmla="*/ 3 w 9"/>
                <a:gd name="GluePoint7Y" fmla="*/ 3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64" name="Rectangle 226"/>
            <p:cNvSpPr/>
            <p:nvPr/>
          </p:nvSpPr>
          <p:spPr>
            <a:xfrm>
              <a:off x="6669000" y="306288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65" name="Freeform 227"/>
            <p:cNvSpPr/>
            <p:nvPr/>
          </p:nvSpPr>
          <p:spPr>
            <a:xfrm>
              <a:off x="6394320" y="3029760"/>
              <a:ext cx="85320" cy="72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72720"/>
                <a:gd name="textAreaBottom" fmla="*/ 73080 h 72720"/>
                <a:gd name="GluePoint1X" fmla="*/ 27 w 54"/>
                <a:gd name="GluePoint1Y" fmla="*/ 42 h 46"/>
                <a:gd name="GluePoint2X" fmla="*/ 32 w 54"/>
                <a:gd name="GluePoint2Y" fmla="*/ 46 h 46"/>
                <a:gd name="GluePoint3X" fmla="*/ 54 w 54"/>
                <a:gd name="GluePoint3Y" fmla="*/ 25 h 46"/>
                <a:gd name="GluePoint4X" fmla="*/ 54 w 54"/>
                <a:gd name="GluePoint4Y" fmla="*/ 21 h 46"/>
                <a:gd name="GluePoint5X" fmla="*/ 32 w 54"/>
                <a:gd name="GluePoint5Y" fmla="*/ 0 h 46"/>
                <a:gd name="GluePoint6X" fmla="*/ 27 w 54"/>
                <a:gd name="GluePoint6Y" fmla="*/ 4 h 46"/>
                <a:gd name="GluePoint7X" fmla="*/ 43 w 54"/>
                <a:gd name="GluePoint7Y" fmla="*/ 21 h 46"/>
                <a:gd name="GluePoint8X" fmla="*/ 0 w 54"/>
                <a:gd name="GluePoint8Y" fmla="*/ 21 h 46"/>
                <a:gd name="GluePoint9X" fmla="*/ 0 w 54"/>
                <a:gd name="GluePoint9Y" fmla="*/ 27 h 46"/>
                <a:gd name="GluePoint10X" fmla="*/ 43 w 54"/>
                <a:gd name="GluePoint10Y" fmla="*/ 27 h 46"/>
                <a:gd name="GluePoint11X" fmla="*/ 27 w 54"/>
                <a:gd name="GluePoint11Y" fmla="*/ 42 h 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4" h="46">
                  <a:moveTo>
                    <a:pt x="27" y="42"/>
                  </a:moveTo>
                  <a:lnTo>
                    <a:pt x="32" y="46"/>
                  </a:lnTo>
                  <a:lnTo>
                    <a:pt x="54" y="25"/>
                  </a:lnTo>
                  <a:lnTo>
                    <a:pt x="54" y="21"/>
                  </a:lnTo>
                  <a:lnTo>
                    <a:pt x="32" y="0"/>
                  </a:lnTo>
                  <a:lnTo>
                    <a:pt x="27" y="4"/>
                  </a:lnTo>
                  <a:lnTo>
                    <a:pt x="43" y="21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43" y="27"/>
                  </a:lnTo>
                  <a:lnTo>
                    <a:pt x="27" y="4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360" bIns="36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266" name="Группа 620"/>
          <p:cNvGrpSpPr/>
          <p:nvPr/>
        </p:nvGrpSpPr>
        <p:grpSpPr>
          <a:xfrm>
            <a:off x="6788160" y="2848680"/>
            <a:ext cx="304560" cy="253440"/>
            <a:chOff x="6788160" y="2848680"/>
            <a:chExt cx="304560" cy="253440"/>
          </a:xfrm>
        </p:grpSpPr>
        <p:sp>
          <p:nvSpPr>
            <p:cNvPr id="3267" name="Rectangle 228"/>
            <p:cNvSpPr/>
            <p:nvPr/>
          </p:nvSpPr>
          <p:spPr>
            <a:xfrm>
              <a:off x="6892920" y="2950200"/>
              <a:ext cx="1998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68" name="Rectangle 229"/>
            <p:cNvSpPr/>
            <p:nvPr/>
          </p:nvSpPr>
          <p:spPr>
            <a:xfrm>
              <a:off x="6892920" y="2997720"/>
              <a:ext cx="1616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69" name="Rectangle 230"/>
            <p:cNvSpPr/>
            <p:nvPr/>
          </p:nvSpPr>
          <p:spPr>
            <a:xfrm>
              <a:off x="6892920" y="3045600"/>
              <a:ext cx="1998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0" name="Rectangle 231"/>
            <p:cNvSpPr/>
            <p:nvPr/>
          </p:nvSpPr>
          <p:spPr>
            <a:xfrm>
              <a:off x="6892920" y="3093120"/>
              <a:ext cx="171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1" name="Freeform 232"/>
            <p:cNvSpPr/>
            <p:nvPr/>
          </p:nvSpPr>
          <p:spPr>
            <a:xfrm>
              <a:off x="7059600" y="285516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9 w 9"/>
                <a:gd name="GluePoint1Y" fmla="*/ 0 h 9"/>
                <a:gd name="GluePoint2X" fmla="*/ 0 w 9"/>
                <a:gd name="GluePoint2Y" fmla="*/ 0 h 9"/>
                <a:gd name="GluePoint3X" fmla="*/ 0 w 9"/>
                <a:gd name="GluePoint3Y" fmla="*/ 6 h 9"/>
                <a:gd name="GluePoint4X" fmla="*/ 3 w 9"/>
                <a:gd name="GluePoint4Y" fmla="*/ 6 h 9"/>
                <a:gd name="GluePoint5X" fmla="*/ 3 w 9"/>
                <a:gd name="GluePoint5Y" fmla="*/ 9 h 9"/>
                <a:gd name="GluePoint6X" fmla="*/ 9 w 9"/>
                <a:gd name="GluePoint6Y" fmla="*/ 9 h 9"/>
                <a:gd name="GluePoint7X" fmla="*/ 9 w 9"/>
                <a:gd name="GluePoint7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9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9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2" name="Rectangle 233"/>
            <p:cNvSpPr/>
            <p:nvPr/>
          </p:nvSpPr>
          <p:spPr>
            <a:xfrm>
              <a:off x="7002360" y="2855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3" name="Rectangle 234"/>
            <p:cNvSpPr/>
            <p:nvPr/>
          </p:nvSpPr>
          <p:spPr>
            <a:xfrm>
              <a:off x="6973920" y="2855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4" name="Rectangle 235"/>
            <p:cNvSpPr/>
            <p:nvPr/>
          </p:nvSpPr>
          <p:spPr>
            <a:xfrm>
              <a:off x="7031160" y="2855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5" name="Rectangle 236"/>
            <p:cNvSpPr/>
            <p:nvPr/>
          </p:nvSpPr>
          <p:spPr>
            <a:xfrm>
              <a:off x="6945480" y="2855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6" name="Rectangle 237"/>
            <p:cNvSpPr/>
            <p:nvPr/>
          </p:nvSpPr>
          <p:spPr>
            <a:xfrm>
              <a:off x="6916680" y="2855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7" name="Freeform 238"/>
            <p:cNvSpPr/>
            <p:nvPr/>
          </p:nvSpPr>
          <p:spPr>
            <a:xfrm>
              <a:off x="6892920" y="285516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6 w 9"/>
                <a:gd name="GluePoint1Y" fmla="*/ 6 h 9"/>
                <a:gd name="GluePoint2X" fmla="*/ 9 w 9"/>
                <a:gd name="GluePoint2Y" fmla="*/ 6 h 9"/>
                <a:gd name="GluePoint3X" fmla="*/ 9 w 9"/>
                <a:gd name="GluePoint3Y" fmla="*/ 0 h 9"/>
                <a:gd name="GluePoint4X" fmla="*/ 0 w 9"/>
                <a:gd name="GluePoint4Y" fmla="*/ 0 h 9"/>
                <a:gd name="GluePoint5X" fmla="*/ 0 w 9"/>
                <a:gd name="GluePoint5Y" fmla="*/ 9 h 9"/>
                <a:gd name="GluePoint6X" fmla="*/ 6 w 9"/>
                <a:gd name="GluePoint6Y" fmla="*/ 9 h 9"/>
                <a:gd name="GluePoint7X" fmla="*/ 6 w 9"/>
                <a:gd name="GluePoint7Y" fmla="*/ 6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8" name="Rectangle 239"/>
            <p:cNvSpPr/>
            <p:nvPr/>
          </p:nvSpPr>
          <p:spPr>
            <a:xfrm>
              <a:off x="6892920" y="287892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79" name="Freeform 240"/>
            <p:cNvSpPr/>
            <p:nvPr/>
          </p:nvSpPr>
          <p:spPr>
            <a:xfrm>
              <a:off x="6892920" y="289800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0 w 9"/>
                <a:gd name="GluePoint1Y" fmla="*/ 9 h 9"/>
                <a:gd name="GluePoint2X" fmla="*/ 9 w 9"/>
                <a:gd name="GluePoint2Y" fmla="*/ 9 h 9"/>
                <a:gd name="GluePoint3X" fmla="*/ 9 w 9"/>
                <a:gd name="GluePoint3Y" fmla="*/ 3 h 9"/>
                <a:gd name="GluePoint4X" fmla="*/ 6 w 9"/>
                <a:gd name="GluePoint4Y" fmla="*/ 3 h 9"/>
                <a:gd name="GluePoint5X" fmla="*/ 6 w 9"/>
                <a:gd name="GluePoint5Y" fmla="*/ 0 h 9"/>
                <a:gd name="GluePoint6X" fmla="*/ 0 w 9"/>
                <a:gd name="GluePoint6Y" fmla="*/ 0 h 9"/>
                <a:gd name="GluePoint7X" fmla="*/ 0 w 9"/>
                <a:gd name="GluePoint7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80" name="Rectangle 241"/>
            <p:cNvSpPr/>
            <p:nvPr/>
          </p:nvSpPr>
          <p:spPr>
            <a:xfrm>
              <a:off x="6916680" y="290268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81" name="Rectangle 242"/>
            <p:cNvSpPr/>
            <p:nvPr/>
          </p:nvSpPr>
          <p:spPr>
            <a:xfrm>
              <a:off x="6945480" y="290268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82" name="Rectangle 243"/>
            <p:cNvSpPr/>
            <p:nvPr/>
          </p:nvSpPr>
          <p:spPr>
            <a:xfrm>
              <a:off x="6973920" y="290268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83" name="Rectangle 244"/>
            <p:cNvSpPr/>
            <p:nvPr/>
          </p:nvSpPr>
          <p:spPr>
            <a:xfrm>
              <a:off x="7031160" y="290268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84" name="Rectangle 245"/>
            <p:cNvSpPr/>
            <p:nvPr/>
          </p:nvSpPr>
          <p:spPr>
            <a:xfrm>
              <a:off x="7002360" y="290268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85" name="Freeform 246"/>
            <p:cNvSpPr/>
            <p:nvPr/>
          </p:nvSpPr>
          <p:spPr>
            <a:xfrm>
              <a:off x="7059600" y="289800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0 w 9"/>
                <a:gd name="GluePoint1Y" fmla="*/ 9 h 9"/>
                <a:gd name="GluePoint2X" fmla="*/ 9 w 9"/>
                <a:gd name="GluePoint2Y" fmla="*/ 9 h 9"/>
                <a:gd name="GluePoint3X" fmla="*/ 9 w 9"/>
                <a:gd name="GluePoint3Y" fmla="*/ 0 h 9"/>
                <a:gd name="GluePoint4X" fmla="*/ 3 w 9"/>
                <a:gd name="GluePoint4Y" fmla="*/ 0 h 9"/>
                <a:gd name="GluePoint5X" fmla="*/ 3 w 9"/>
                <a:gd name="GluePoint5Y" fmla="*/ 3 h 9"/>
                <a:gd name="GluePoint6X" fmla="*/ 0 w 9"/>
                <a:gd name="GluePoint6Y" fmla="*/ 3 h 9"/>
                <a:gd name="GluePoint7X" fmla="*/ 0 w 9"/>
                <a:gd name="GluePoint7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86" name="Rectangle 247"/>
            <p:cNvSpPr/>
            <p:nvPr/>
          </p:nvSpPr>
          <p:spPr>
            <a:xfrm>
              <a:off x="7064280" y="287892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87" name="Freeform 248"/>
            <p:cNvSpPr/>
            <p:nvPr/>
          </p:nvSpPr>
          <p:spPr>
            <a:xfrm>
              <a:off x="6788160" y="2848680"/>
              <a:ext cx="85320" cy="72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72720"/>
                <a:gd name="textAreaBottom" fmla="*/ 73080 h 72720"/>
                <a:gd name="GluePoint1X" fmla="*/ 28 w 54"/>
                <a:gd name="GluePoint1Y" fmla="*/ 42 h 46"/>
                <a:gd name="GluePoint2X" fmla="*/ 32 w 54"/>
                <a:gd name="GluePoint2Y" fmla="*/ 46 h 46"/>
                <a:gd name="GluePoint3X" fmla="*/ 54 w 54"/>
                <a:gd name="GluePoint3Y" fmla="*/ 25 h 46"/>
                <a:gd name="GluePoint4X" fmla="*/ 54 w 54"/>
                <a:gd name="GluePoint4Y" fmla="*/ 21 h 46"/>
                <a:gd name="GluePoint5X" fmla="*/ 32 w 54"/>
                <a:gd name="GluePoint5Y" fmla="*/ 0 h 46"/>
                <a:gd name="GluePoint6X" fmla="*/ 28 w 54"/>
                <a:gd name="GluePoint6Y" fmla="*/ 4 h 46"/>
                <a:gd name="GluePoint7X" fmla="*/ 44 w 54"/>
                <a:gd name="GluePoint7Y" fmla="*/ 19 h 46"/>
                <a:gd name="GluePoint8X" fmla="*/ 0 w 54"/>
                <a:gd name="GluePoint8Y" fmla="*/ 19 h 46"/>
                <a:gd name="GluePoint9X" fmla="*/ 0 w 54"/>
                <a:gd name="GluePoint9Y" fmla="*/ 25 h 46"/>
                <a:gd name="GluePoint10X" fmla="*/ 44 w 54"/>
                <a:gd name="GluePoint10Y" fmla="*/ 25 h 46"/>
                <a:gd name="GluePoint11X" fmla="*/ 28 w 54"/>
                <a:gd name="GluePoint11Y" fmla="*/ 42 h 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4" h="46">
                  <a:moveTo>
                    <a:pt x="28" y="42"/>
                  </a:moveTo>
                  <a:lnTo>
                    <a:pt x="32" y="46"/>
                  </a:lnTo>
                  <a:lnTo>
                    <a:pt x="54" y="25"/>
                  </a:lnTo>
                  <a:lnTo>
                    <a:pt x="54" y="21"/>
                  </a:lnTo>
                  <a:lnTo>
                    <a:pt x="32" y="0"/>
                  </a:lnTo>
                  <a:lnTo>
                    <a:pt x="28" y="4"/>
                  </a:lnTo>
                  <a:lnTo>
                    <a:pt x="44" y="19"/>
                  </a:lnTo>
                  <a:lnTo>
                    <a:pt x="0" y="19"/>
                  </a:lnTo>
                  <a:lnTo>
                    <a:pt x="0" y="25"/>
                  </a:lnTo>
                  <a:lnTo>
                    <a:pt x="44" y="25"/>
                  </a:lnTo>
                  <a:lnTo>
                    <a:pt x="28" y="4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360" bIns="36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288" name="Freeform 249"/>
          <p:cNvSpPr/>
          <p:nvPr/>
        </p:nvSpPr>
        <p:spPr>
          <a:xfrm>
            <a:off x="2054160" y="3218400"/>
            <a:ext cx="302760" cy="3027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2760"/>
              <a:gd name="textAreaBottom" fmla="*/ 303120 h 302760"/>
              <a:gd name="GluePoint1X" fmla="*/ 125 w 191"/>
              <a:gd name="GluePoint1Y" fmla="*/ 0 h 191"/>
              <a:gd name="GluePoint2X" fmla="*/ 0 w 191"/>
              <a:gd name="GluePoint2Y" fmla="*/ 0 h 191"/>
              <a:gd name="GluePoint3X" fmla="*/ 0 w 191"/>
              <a:gd name="GluePoint3Y" fmla="*/ 125 h 191"/>
              <a:gd name="GluePoint4X" fmla="*/ 66 w 191"/>
              <a:gd name="GluePoint4Y" fmla="*/ 125 h 191"/>
              <a:gd name="GluePoint5X" fmla="*/ 66 w 191"/>
              <a:gd name="GluePoint5Y" fmla="*/ 191 h 191"/>
              <a:gd name="GluePoint6X" fmla="*/ 191 w 191"/>
              <a:gd name="GluePoint6Y" fmla="*/ 191 h 191"/>
              <a:gd name="GluePoint7X" fmla="*/ 191 w 191"/>
              <a:gd name="GluePoint7Y" fmla="*/ 66 h 191"/>
              <a:gd name="GluePoint8X" fmla="*/ 125 w 191"/>
              <a:gd name="GluePoint8Y" fmla="*/ 66 h 191"/>
              <a:gd name="GluePoint9X" fmla="*/ 125 w 191"/>
              <a:gd name="GluePoint9Y" fmla="*/ 0 h 191"/>
              <a:gd name="GluePoint10X" fmla="*/ 6 w 191"/>
              <a:gd name="GluePoint10Y" fmla="*/ 6 h 191"/>
              <a:gd name="GluePoint11X" fmla="*/ 119 w 191"/>
              <a:gd name="GluePoint11Y" fmla="*/ 6 h 191"/>
              <a:gd name="GluePoint12X" fmla="*/ 119 w 191"/>
              <a:gd name="GluePoint12Y" fmla="*/ 66 h 191"/>
              <a:gd name="GluePoint13X" fmla="*/ 66 w 191"/>
              <a:gd name="GluePoint13Y" fmla="*/ 66 h 191"/>
              <a:gd name="GluePoint14X" fmla="*/ 66 w 191"/>
              <a:gd name="GluePoint14Y" fmla="*/ 119 h 191"/>
              <a:gd name="GluePoint15X" fmla="*/ 6 w 191"/>
              <a:gd name="GluePoint15Y" fmla="*/ 119 h 191"/>
              <a:gd name="GluePoint16X" fmla="*/ 6 w 191"/>
              <a:gd name="GluePoint16Y" fmla="*/ 6 h 191"/>
              <a:gd name="GluePoint17X" fmla="*/ 119 w 191"/>
              <a:gd name="GluePoint17Y" fmla="*/ 72 h 191"/>
              <a:gd name="GluePoint18X" fmla="*/ 119 w 191"/>
              <a:gd name="GluePoint18Y" fmla="*/ 119 h 191"/>
              <a:gd name="GluePoint19X" fmla="*/ 72 w 191"/>
              <a:gd name="GluePoint19Y" fmla="*/ 119 h 191"/>
              <a:gd name="GluePoint20X" fmla="*/ 72 w 191"/>
              <a:gd name="GluePoint20Y" fmla="*/ 72 h 191"/>
              <a:gd name="GluePoint21X" fmla="*/ 119 w 191"/>
              <a:gd name="GluePoint21Y" fmla="*/ 72 h 191"/>
              <a:gd name="GluePoint22X" fmla="*/ 185 w 191"/>
              <a:gd name="GluePoint22Y" fmla="*/ 185 h 191"/>
              <a:gd name="GluePoint23X" fmla="*/ 72 w 191"/>
              <a:gd name="GluePoint23Y" fmla="*/ 185 h 191"/>
              <a:gd name="GluePoint24X" fmla="*/ 72 w 191"/>
              <a:gd name="GluePoint24Y" fmla="*/ 125 h 191"/>
              <a:gd name="GluePoint25X" fmla="*/ 125 w 191"/>
              <a:gd name="GluePoint25Y" fmla="*/ 125 h 191"/>
              <a:gd name="GluePoint26X" fmla="*/ 125 w 191"/>
              <a:gd name="GluePoint26Y" fmla="*/ 72 h 191"/>
              <a:gd name="GluePoint27X" fmla="*/ 185 w 191"/>
              <a:gd name="GluePoint27Y" fmla="*/ 72 h 191"/>
              <a:gd name="GluePoint28X" fmla="*/ 185 w 191"/>
              <a:gd name="GluePoint28Y" fmla="*/ 185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</a:cxnLst>
            <a:rect l="textAreaLeft" t="textAreaTop" r="textAreaRight" b="textAreaBottom"/>
            <a:pathLst>
              <a:path w="191" h="191">
                <a:moveTo>
                  <a:pt x="125" y="0"/>
                </a:moveTo>
                <a:lnTo>
                  <a:pt x="0" y="0"/>
                </a:lnTo>
                <a:lnTo>
                  <a:pt x="0" y="125"/>
                </a:lnTo>
                <a:lnTo>
                  <a:pt x="66" y="125"/>
                </a:lnTo>
                <a:lnTo>
                  <a:pt x="66" y="191"/>
                </a:lnTo>
                <a:lnTo>
                  <a:pt x="191" y="191"/>
                </a:lnTo>
                <a:lnTo>
                  <a:pt x="191" y="66"/>
                </a:lnTo>
                <a:lnTo>
                  <a:pt x="125" y="66"/>
                </a:lnTo>
                <a:lnTo>
                  <a:pt x="125" y="0"/>
                </a:lnTo>
                <a:close/>
                <a:moveTo>
                  <a:pt x="6" y="6"/>
                </a:moveTo>
                <a:lnTo>
                  <a:pt x="119" y="6"/>
                </a:lnTo>
                <a:lnTo>
                  <a:pt x="119" y="66"/>
                </a:lnTo>
                <a:lnTo>
                  <a:pt x="66" y="66"/>
                </a:lnTo>
                <a:lnTo>
                  <a:pt x="66" y="119"/>
                </a:lnTo>
                <a:lnTo>
                  <a:pt x="6" y="119"/>
                </a:lnTo>
                <a:lnTo>
                  <a:pt x="6" y="6"/>
                </a:lnTo>
                <a:close/>
                <a:moveTo>
                  <a:pt x="119" y="72"/>
                </a:moveTo>
                <a:lnTo>
                  <a:pt x="119" y="119"/>
                </a:lnTo>
                <a:lnTo>
                  <a:pt x="72" y="119"/>
                </a:lnTo>
                <a:lnTo>
                  <a:pt x="72" y="72"/>
                </a:lnTo>
                <a:lnTo>
                  <a:pt x="119" y="72"/>
                </a:lnTo>
                <a:close/>
                <a:moveTo>
                  <a:pt x="185" y="185"/>
                </a:moveTo>
                <a:lnTo>
                  <a:pt x="72" y="185"/>
                </a:lnTo>
                <a:lnTo>
                  <a:pt x="72" y="125"/>
                </a:lnTo>
                <a:lnTo>
                  <a:pt x="125" y="125"/>
                </a:lnTo>
                <a:lnTo>
                  <a:pt x="125" y="72"/>
                </a:lnTo>
                <a:lnTo>
                  <a:pt x="185" y="72"/>
                </a:lnTo>
                <a:lnTo>
                  <a:pt x="185" y="18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289" name="Группа 621"/>
          <p:cNvGrpSpPr/>
          <p:nvPr/>
        </p:nvGrpSpPr>
        <p:grpSpPr>
          <a:xfrm>
            <a:off x="2448000" y="3218400"/>
            <a:ext cx="304560" cy="303120"/>
            <a:chOff x="2448000" y="3218400"/>
            <a:chExt cx="304560" cy="303120"/>
          </a:xfrm>
        </p:grpSpPr>
        <p:sp>
          <p:nvSpPr>
            <p:cNvPr id="3290" name="Freeform 250"/>
            <p:cNvSpPr/>
            <p:nvPr/>
          </p:nvSpPr>
          <p:spPr>
            <a:xfrm>
              <a:off x="2538360" y="3309120"/>
              <a:ext cx="123480" cy="12204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2040"/>
                <a:gd name="textAreaBottom" fmla="*/ 122400 h 122040"/>
                <a:gd name="GluePoint1X" fmla="*/ 69 w 78"/>
                <a:gd name="GluePoint1Y" fmla="*/ 15 h 77"/>
                <a:gd name="GluePoint2X" fmla="*/ 78 w 78"/>
                <a:gd name="GluePoint2Y" fmla="*/ 15 h 77"/>
                <a:gd name="GluePoint3X" fmla="*/ 78 w 78"/>
                <a:gd name="GluePoint3Y" fmla="*/ 9 h 77"/>
                <a:gd name="GluePoint4X" fmla="*/ 69 w 78"/>
                <a:gd name="GluePoint4Y" fmla="*/ 9 h 77"/>
                <a:gd name="GluePoint5X" fmla="*/ 69 w 78"/>
                <a:gd name="GluePoint5Y" fmla="*/ 0 h 77"/>
                <a:gd name="GluePoint6X" fmla="*/ 63 w 78"/>
                <a:gd name="GluePoint6Y" fmla="*/ 0 h 77"/>
                <a:gd name="GluePoint7X" fmla="*/ 63 w 78"/>
                <a:gd name="GluePoint7Y" fmla="*/ 9 h 77"/>
                <a:gd name="GluePoint8X" fmla="*/ 9 w 78"/>
                <a:gd name="GluePoint8Y" fmla="*/ 9 h 77"/>
                <a:gd name="GluePoint9X" fmla="*/ 9 w 78"/>
                <a:gd name="GluePoint9Y" fmla="*/ 62 h 77"/>
                <a:gd name="GluePoint10X" fmla="*/ 0 w 78"/>
                <a:gd name="GluePoint10Y" fmla="*/ 62 h 77"/>
                <a:gd name="GluePoint11X" fmla="*/ 0 w 78"/>
                <a:gd name="GluePoint11Y" fmla="*/ 68 h 77"/>
                <a:gd name="GluePoint12X" fmla="*/ 9 w 78"/>
                <a:gd name="GluePoint12Y" fmla="*/ 68 h 77"/>
                <a:gd name="GluePoint13X" fmla="*/ 9 w 78"/>
                <a:gd name="GluePoint13Y" fmla="*/ 77 h 77"/>
                <a:gd name="GluePoint14X" fmla="*/ 15 w 78"/>
                <a:gd name="GluePoint14Y" fmla="*/ 77 h 77"/>
                <a:gd name="GluePoint15X" fmla="*/ 15 w 78"/>
                <a:gd name="GluePoint15Y" fmla="*/ 68 h 77"/>
                <a:gd name="GluePoint16X" fmla="*/ 69 w 78"/>
                <a:gd name="GluePoint16Y" fmla="*/ 68 h 77"/>
                <a:gd name="GluePoint17X" fmla="*/ 69 w 78"/>
                <a:gd name="GluePoint17Y" fmla="*/ 15 h 77"/>
                <a:gd name="GluePoint18X" fmla="*/ 15 w 78"/>
                <a:gd name="GluePoint18Y" fmla="*/ 62 h 77"/>
                <a:gd name="GluePoint19X" fmla="*/ 15 w 78"/>
                <a:gd name="GluePoint19Y" fmla="*/ 15 h 77"/>
                <a:gd name="GluePoint20X" fmla="*/ 63 w 78"/>
                <a:gd name="GluePoint20Y" fmla="*/ 15 h 77"/>
                <a:gd name="GluePoint21X" fmla="*/ 63 w 78"/>
                <a:gd name="GluePoint21Y" fmla="*/ 62 h 77"/>
                <a:gd name="GluePoint22X" fmla="*/ 15 w 78"/>
                <a:gd name="GluePoint22Y" fmla="*/ 62 h 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78" h="77">
                  <a:moveTo>
                    <a:pt x="69" y="15"/>
                  </a:moveTo>
                  <a:lnTo>
                    <a:pt x="78" y="15"/>
                  </a:lnTo>
                  <a:lnTo>
                    <a:pt x="78" y="9"/>
                  </a:lnTo>
                  <a:lnTo>
                    <a:pt x="69" y="9"/>
                  </a:lnTo>
                  <a:lnTo>
                    <a:pt x="69" y="0"/>
                  </a:lnTo>
                  <a:lnTo>
                    <a:pt x="63" y="0"/>
                  </a:lnTo>
                  <a:lnTo>
                    <a:pt x="63" y="9"/>
                  </a:lnTo>
                  <a:lnTo>
                    <a:pt x="9" y="9"/>
                  </a:lnTo>
                  <a:lnTo>
                    <a:pt x="9" y="62"/>
                  </a:lnTo>
                  <a:lnTo>
                    <a:pt x="0" y="62"/>
                  </a:lnTo>
                  <a:lnTo>
                    <a:pt x="0" y="68"/>
                  </a:lnTo>
                  <a:lnTo>
                    <a:pt x="9" y="68"/>
                  </a:lnTo>
                  <a:lnTo>
                    <a:pt x="9" y="77"/>
                  </a:lnTo>
                  <a:lnTo>
                    <a:pt x="15" y="77"/>
                  </a:lnTo>
                  <a:lnTo>
                    <a:pt x="15" y="68"/>
                  </a:lnTo>
                  <a:lnTo>
                    <a:pt x="69" y="68"/>
                  </a:lnTo>
                  <a:lnTo>
                    <a:pt x="69" y="15"/>
                  </a:lnTo>
                  <a:close/>
                  <a:moveTo>
                    <a:pt x="15" y="62"/>
                  </a:moveTo>
                  <a:lnTo>
                    <a:pt x="15" y="15"/>
                  </a:lnTo>
                  <a:lnTo>
                    <a:pt x="63" y="15"/>
                  </a:lnTo>
                  <a:lnTo>
                    <a:pt x="63" y="62"/>
                  </a:lnTo>
                  <a:lnTo>
                    <a:pt x="15" y="6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91" name="Rectangle 251"/>
            <p:cNvSpPr/>
            <p:nvPr/>
          </p:nvSpPr>
          <p:spPr>
            <a:xfrm>
              <a:off x="252900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92" name="Freeform 252"/>
            <p:cNvSpPr/>
            <p:nvPr/>
          </p:nvSpPr>
          <p:spPr>
            <a:xfrm>
              <a:off x="2448000" y="321840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6 w 9"/>
                <a:gd name="GluePoint1Y" fmla="*/ 6 h 9"/>
                <a:gd name="GluePoint2X" fmla="*/ 9 w 9"/>
                <a:gd name="GluePoint2Y" fmla="*/ 6 h 9"/>
                <a:gd name="GluePoint3X" fmla="*/ 9 w 9"/>
                <a:gd name="GluePoint3Y" fmla="*/ 0 h 9"/>
                <a:gd name="GluePoint4X" fmla="*/ 0 w 9"/>
                <a:gd name="GluePoint4Y" fmla="*/ 0 h 9"/>
                <a:gd name="GluePoint5X" fmla="*/ 0 w 9"/>
                <a:gd name="GluePoint5Y" fmla="*/ 9 h 9"/>
                <a:gd name="GluePoint6X" fmla="*/ 6 w 9"/>
                <a:gd name="GluePoint6Y" fmla="*/ 9 h 9"/>
                <a:gd name="GluePoint7X" fmla="*/ 6 w 9"/>
                <a:gd name="GluePoint7Y" fmla="*/ 6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93" name="Rectangle 253"/>
            <p:cNvSpPr/>
            <p:nvPr/>
          </p:nvSpPr>
          <p:spPr>
            <a:xfrm>
              <a:off x="255744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94" name="Rectangle 254"/>
            <p:cNvSpPr/>
            <p:nvPr/>
          </p:nvSpPr>
          <p:spPr>
            <a:xfrm>
              <a:off x="2481120" y="3407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95" name="Rectangle 255"/>
            <p:cNvSpPr/>
            <p:nvPr/>
          </p:nvSpPr>
          <p:spPr>
            <a:xfrm>
              <a:off x="250020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96" name="Rectangle 256"/>
            <p:cNvSpPr/>
            <p:nvPr/>
          </p:nvSpPr>
          <p:spPr>
            <a:xfrm>
              <a:off x="2509920" y="3407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97" name="Rectangle 257"/>
            <p:cNvSpPr/>
            <p:nvPr/>
          </p:nvSpPr>
          <p:spPr>
            <a:xfrm>
              <a:off x="2448000" y="32994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98" name="Rectangle 258"/>
            <p:cNvSpPr/>
            <p:nvPr/>
          </p:nvSpPr>
          <p:spPr>
            <a:xfrm>
              <a:off x="247176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299" name="Rectangle 259"/>
            <p:cNvSpPr/>
            <p:nvPr/>
          </p:nvSpPr>
          <p:spPr>
            <a:xfrm>
              <a:off x="2448000" y="32425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0" name="Rectangle 260"/>
            <p:cNvSpPr/>
            <p:nvPr/>
          </p:nvSpPr>
          <p:spPr>
            <a:xfrm>
              <a:off x="2452680" y="3407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1" name="Rectangle 261"/>
            <p:cNvSpPr/>
            <p:nvPr/>
          </p:nvSpPr>
          <p:spPr>
            <a:xfrm>
              <a:off x="2448000" y="32709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2" name="Rectangle 262"/>
            <p:cNvSpPr/>
            <p:nvPr/>
          </p:nvSpPr>
          <p:spPr>
            <a:xfrm>
              <a:off x="2448000" y="3328200"/>
              <a:ext cx="9000" cy="172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3" name="Rectangle 263"/>
            <p:cNvSpPr/>
            <p:nvPr/>
          </p:nvSpPr>
          <p:spPr>
            <a:xfrm>
              <a:off x="261468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4" name="Rectangle 264"/>
            <p:cNvSpPr/>
            <p:nvPr/>
          </p:nvSpPr>
          <p:spPr>
            <a:xfrm>
              <a:off x="2638440" y="32803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5" name="Rectangle 265"/>
            <p:cNvSpPr/>
            <p:nvPr/>
          </p:nvSpPr>
          <p:spPr>
            <a:xfrm>
              <a:off x="258588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6" name="Rectangle 266"/>
            <p:cNvSpPr/>
            <p:nvPr/>
          </p:nvSpPr>
          <p:spPr>
            <a:xfrm>
              <a:off x="2448000" y="33836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7" name="Rectangle 267"/>
            <p:cNvSpPr/>
            <p:nvPr/>
          </p:nvSpPr>
          <p:spPr>
            <a:xfrm>
              <a:off x="2638440" y="32518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8" name="Rectangle 268"/>
            <p:cNvSpPr/>
            <p:nvPr/>
          </p:nvSpPr>
          <p:spPr>
            <a:xfrm>
              <a:off x="2448000" y="33552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09" name="Rectangle 269"/>
            <p:cNvSpPr/>
            <p:nvPr/>
          </p:nvSpPr>
          <p:spPr>
            <a:xfrm>
              <a:off x="2638440" y="32234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0" name="Freeform 270"/>
            <p:cNvSpPr/>
            <p:nvPr/>
          </p:nvSpPr>
          <p:spPr>
            <a:xfrm>
              <a:off x="2738520" y="350748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9 w 9"/>
                <a:gd name="GluePoint1Y" fmla="*/ 0 h 9"/>
                <a:gd name="GluePoint2X" fmla="*/ 3 w 9"/>
                <a:gd name="GluePoint2Y" fmla="*/ 0 h 9"/>
                <a:gd name="GluePoint3X" fmla="*/ 3 w 9"/>
                <a:gd name="GluePoint3Y" fmla="*/ 3 h 9"/>
                <a:gd name="GluePoint4X" fmla="*/ 0 w 9"/>
                <a:gd name="GluePoint4Y" fmla="*/ 3 h 9"/>
                <a:gd name="GluePoint5X" fmla="*/ 0 w 9"/>
                <a:gd name="GluePoint5Y" fmla="*/ 9 h 9"/>
                <a:gd name="GluePoint6X" fmla="*/ 9 w 9"/>
                <a:gd name="GluePoint6Y" fmla="*/ 9 h 9"/>
                <a:gd name="GluePoint7X" fmla="*/ 9 w 9"/>
                <a:gd name="GluePoint7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9" y="0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1" name="Rectangle 271"/>
            <p:cNvSpPr/>
            <p:nvPr/>
          </p:nvSpPr>
          <p:spPr>
            <a:xfrm>
              <a:off x="2743200" y="34790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2" name="Rectangle 272"/>
            <p:cNvSpPr/>
            <p:nvPr/>
          </p:nvSpPr>
          <p:spPr>
            <a:xfrm>
              <a:off x="2728800" y="3323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3" name="Rectangle 273"/>
            <p:cNvSpPr/>
            <p:nvPr/>
          </p:nvSpPr>
          <p:spPr>
            <a:xfrm>
              <a:off x="2743200" y="33930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4" name="Rectangle 274"/>
            <p:cNvSpPr/>
            <p:nvPr/>
          </p:nvSpPr>
          <p:spPr>
            <a:xfrm>
              <a:off x="2743200" y="34218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5" name="Rectangle 275"/>
            <p:cNvSpPr/>
            <p:nvPr/>
          </p:nvSpPr>
          <p:spPr>
            <a:xfrm>
              <a:off x="2743200" y="34502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6" name="Rectangle 276"/>
            <p:cNvSpPr/>
            <p:nvPr/>
          </p:nvSpPr>
          <p:spPr>
            <a:xfrm>
              <a:off x="259560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7" name="Rectangle 277"/>
            <p:cNvSpPr/>
            <p:nvPr/>
          </p:nvSpPr>
          <p:spPr>
            <a:xfrm>
              <a:off x="262404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8" name="Rectangle 278"/>
            <p:cNvSpPr/>
            <p:nvPr/>
          </p:nvSpPr>
          <p:spPr>
            <a:xfrm>
              <a:off x="256716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19" name="Rectangle 279"/>
            <p:cNvSpPr/>
            <p:nvPr/>
          </p:nvSpPr>
          <p:spPr>
            <a:xfrm>
              <a:off x="2743200" y="33645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20" name="Rectangle 280"/>
            <p:cNvSpPr/>
            <p:nvPr/>
          </p:nvSpPr>
          <p:spPr>
            <a:xfrm>
              <a:off x="2552760" y="34408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21" name="Rectangle 281"/>
            <p:cNvSpPr/>
            <p:nvPr/>
          </p:nvSpPr>
          <p:spPr>
            <a:xfrm>
              <a:off x="265284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22" name="Rectangle 282"/>
            <p:cNvSpPr/>
            <p:nvPr/>
          </p:nvSpPr>
          <p:spPr>
            <a:xfrm>
              <a:off x="2552760" y="34977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23" name="Rectangle 283"/>
            <p:cNvSpPr/>
            <p:nvPr/>
          </p:nvSpPr>
          <p:spPr>
            <a:xfrm>
              <a:off x="270972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24" name="Rectangle 284"/>
            <p:cNvSpPr/>
            <p:nvPr/>
          </p:nvSpPr>
          <p:spPr>
            <a:xfrm>
              <a:off x="2743200" y="33361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25" name="Rectangle 285"/>
            <p:cNvSpPr/>
            <p:nvPr/>
          </p:nvSpPr>
          <p:spPr>
            <a:xfrm>
              <a:off x="268128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26" name="Rectangle 286"/>
            <p:cNvSpPr/>
            <p:nvPr/>
          </p:nvSpPr>
          <p:spPr>
            <a:xfrm>
              <a:off x="2671920" y="3323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27" name="Rectangle 287"/>
            <p:cNvSpPr/>
            <p:nvPr/>
          </p:nvSpPr>
          <p:spPr>
            <a:xfrm>
              <a:off x="2700360" y="3323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28" name="Rectangle 288"/>
            <p:cNvSpPr/>
            <p:nvPr/>
          </p:nvSpPr>
          <p:spPr>
            <a:xfrm>
              <a:off x="2552760" y="34693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329" name="Группа 622"/>
          <p:cNvGrpSpPr/>
          <p:nvPr/>
        </p:nvGrpSpPr>
        <p:grpSpPr>
          <a:xfrm>
            <a:off x="2843280" y="3218400"/>
            <a:ext cx="302760" cy="303120"/>
            <a:chOff x="2843280" y="3218400"/>
            <a:chExt cx="302760" cy="303120"/>
          </a:xfrm>
        </p:grpSpPr>
        <p:sp>
          <p:nvSpPr>
            <p:cNvPr id="3330" name="Rectangle 289"/>
            <p:cNvSpPr/>
            <p:nvPr/>
          </p:nvSpPr>
          <p:spPr>
            <a:xfrm>
              <a:off x="3079800" y="3323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31" name="Rectangle 290"/>
            <p:cNvSpPr/>
            <p:nvPr/>
          </p:nvSpPr>
          <p:spPr>
            <a:xfrm>
              <a:off x="3108240" y="3323160"/>
              <a:ext cx="140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32" name="Rectangle 291"/>
            <p:cNvSpPr/>
            <p:nvPr/>
          </p:nvSpPr>
          <p:spPr>
            <a:xfrm>
              <a:off x="3056040" y="3323160"/>
              <a:ext cx="140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33" name="Freeform 292"/>
            <p:cNvSpPr/>
            <p:nvPr/>
          </p:nvSpPr>
          <p:spPr>
            <a:xfrm>
              <a:off x="3132000" y="3323160"/>
              <a:ext cx="14040" cy="122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2240"/>
                <a:gd name="textAreaBottom" fmla="*/ 12600 h 12240"/>
                <a:gd name="GluePoint1X" fmla="*/ 9 w 9"/>
                <a:gd name="GluePoint1Y" fmla="*/ 0 h 8"/>
                <a:gd name="GluePoint2X" fmla="*/ 0 w 9"/>
                <a:gd name="GluePoint2Y" fmla="*/ 0 h 8"/>
                <a:gd name="GluePoint3X" fmla="*/ 0 w 9"/>
                <a:gd name="GluePoint3Y" fmla="*/ 6 h 8"/>
                <a:gd name="GluePoint4X" fmla="*/ 3 w 9"/>
                <a:gd name="GluePoint4Y" fmla="*/ 6 h 8"/>
                <a:gd name="GluePoint5X" fmla="*/ 3 w 9"/>
                <a:gd name="GluePoint5Y" fmla="*/ 8 h 8"/>
                <a:gd name="GluePoint6X" fmla="*/ 9 w 9"/>
                <a:gd name="GluePoint6Y" fmla="*/ 8 h 8"/>
                <a:gd name="GluePoint7X" fmla="*/ 9 w 9"/>
                <a:gd name="GluePoint7Y" fmla="*/ 0 h 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8">
                  <a:moveTo>
                    <a:pt x="9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6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34" name="Rectangle 293"/>
            <p:cNvSpPr/>
            <p:nvPr/>
          </p:nvSpPr>
          <p:spPr>
            <a:xfrm>
              <a:off x="3137040" y="34790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35" name="Rectangle 294"/>
            <p:cNvSpPr/>
            <p:nvPr/>
          </p:nvSpPr>
          <p:spPr>
            <a:xfrm>
              <a:off x="3137040" y="345492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36" name="Rectangle 295"/>
            <p:cNvSpPr/>
            <p:nvPr/>
          </p:nvSpPr>
          <p:spPr>
            <a:xfrm>
              <a:off x="3137040" y="33980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37" name="Rectangle 296"/>
            <p:cNvSpPr/>
            <p:nvPr/>
          </p:nvSpPr>
          <p:spPr>
            <a:xfrm>
              <a:off x="3137040" y="337428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38" name="Rectangle 297"/>
            <p:cNvSpPr/>
            <p:nvPr/>
          </p:nvSpPr>
          <p:spPr>
            <a:xfrm>
              <a:off x="3137040" y="33454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39" name="Rectangle 298"/>
            <p:cNvSpPr/>
            <p:nvPr/>
          </p:nvSpPr>
          <p:spPr>
            <a:xfrm>
              <a:off x="3137040" y="34264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0" name="Freeform 299"/>
            <p:cNvSpPr/>
            <p:nvPr/>
          </p:nvSpPr>
          <p:spPr>
            <a:xfrm>
              <a:off x="3132000" y="350748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3 w 9"/>
                <a:gd name="GluePoint1Y" fmla="*/ 3 h 9"/>
                <a:gd name="GluePoint2X" fmla="*/ 0 w 9"/>
                <a:gd name="GluePoint2Y" fmla="*/ 3 h 9"/>
                <a:gd name="GluePoint3X" fmla="*/ 0 w 9"/>
                <a:gd name="GluePoint3Y" fmla="*/ 9 h 9"/>
                <a:gd name="GluePoint4X" fmla="*/ 9 w 9"/>
                <a:gd name="GluePoint4Y" fmla="*/ 9 h 9"/>
                <a:gd name="GluePoint5X" fmla="*/ 9 w 9"/>
                <a:gd name="GluePoint5Y" fmla="*/ 0 h 9"/>
                <a:gd name="GluePoint6X" fmla="*/ 3 w 9"/>
                <a:gd name="GluePoint6Y" fmla="*/ 0 h 9"/>
                <a:gd name="GluePoint7X" fmla="*/ 3 w 9"/>
                <a:gd name="GluePoint7Y" fmla="*/ 3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1" name="Rectangle 300"/>
            <p:cNvSpPr/>
            <p:nvPr/>
          </p:nvSpPr>
          <p:spPr>
            <a:xfrm>
              <a:off x="297036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2" name="Rectangle 301"/>
            <p:cNvSpPr/>
            <p:nvPr/>
          </p:nvSpPr>
          <p:spPr>
            <a:xfrm>
              <a:off x="2998800" y="3512160"/>
              <a:ext cx="140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3" name="Rectangle 302"/>
            <p:cNvSpPr/>
            <p:nvPr/>
          </p:nvSpPr>
          <p:spPr>
            <a:xfrm>
              <a:off x="302256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4" name="Rectangle 303"/>
            <p:cNvSpPr/>
            <p:nvPr/>
          </p:nvSpPr>
          <p:spPr>
            <a:xfrm>
              <a:off x="310356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5" name="Rectangle 304"/>
            <p:cNvSpPr/>
            <p:nvPr/>
          </p:nvSpPr>
          <p:spPr>
            <a:xfrm>
              <a:off x="305100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6" name="Rectangle 305"/>
            <p:cNvSpPr/>
            <p:nvPr/>
          </p:nvSpPr>
          <p:spPr>
            <a:xfrm>
              <a:off x="3079800" y="3512160"/>
              <a:ext cx="140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7" name="Freeform 306"/>
            <p:cNvSpPr/>
            <p:nvPr/>
          </p:nvSpPr>
          <p:spPr>
            <a:xfrm>
              <a:off x="2946240" y="350748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0 w 9"/>
                <a:gd name="GluePoint1Y" fmla="*/ 9 h 9"/>
                <a:gd name="GluePoint2X" fmla="*/ 9 w 9"/>
                <a:gd name="GluePoint2Y" fmla="*/ 9 h 9"/>
                <a:gd name="GluePoint3X" fmla="*/ 9 w 9"/>
                <a:gd name="GluePoint3Y" fmla="*/ 3 h 9"/>
                <a:gd name="GluePoint4X" fmla="*/ 6 w 9"/>
                <a:gd name="GluePoint4Y" fmla="*/ 3 h 9"/>
                <a:gd name="GluePoint5X" fmla="*/ 6 w 9"/>
                <a:gd name="GluePoint5Y" fmla="*/ 0 h 9"/>
                <a:gd name="GluePoint6X" fmla="*/ 0 w 9"/>
                <a:gd name="GluePoint6Y" fmla="*/ 0 h 9"/>
                <a:gd name="GluePoint7X" fmla="*/ 0 w 9"/>
                <a:gd name="GluePoint7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8" name="Rectangle 307"/>
            <p:cNvSpPr/>
            <p:nvPr/>
          </p:nvSpPr>
          <p:spPr>
            <a:xfrm>
              <a:off x="2946240" y="34549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49" name="Rectangle 308"/>
            <p:cNvSpPr/>
            <p:nvPr/>
          </p:nvSpPr>
          <p:spPr>
            <a:xfrm>
              <a:off x="2946240" y="348372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50" name="Rectangle 309"/>
            <p:cNvSpPr/>
            <p:nvPr/>
          </p:nvSpPr>
          <p:spPr>
            <a:xfrm>
              <a:off x="2946240" y="343116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51" name="Freeform 310"/>
            <p:cNvSpPr/>
            <p:nvPr/>
          </p:nvSpPr>
          <p:spPr>
            <a:xfrm>
              <a:off x="2843280" y="3218400"/>
              <a:ext cx="202680" cy="202680"/>
            </a:xfrm>
            <a:custGeom>
              <a:avLst/>
              <a:gdLst>
                <a:gd name="textAreaLeft" fmla="*/ 0 w 202680"/>
                <a:gd name="textAreaRight" fmla="*/ 203040 w 202680"/>
                <a:gd name="textAreaTop" fmla="*/ 0 h 202680"/>
                <a:gd name="textAreaBottom" fmla="*/ 203040 h 202680"/>
                <a:gd name="GluePoint1X" fmla="*/ 65 w 128"/>
                <a:gd name="GluePoint1Y" fmla="*/ 128 h 128"/>
                <a:gd name="GluePoint2X" fmla="*/ 71 w 128"/>
                <a:gd name="GluePoint2Y" fmla="*/ 128 h 128"/>
                <a:gd name="GluePoint3X" fmla="*/ 71 w 128"/>
                <a:gd name="GluePoint3Y" fmla="*/ 122 h 128"/>
                <a:gd name="GluePoint4X" fmla="*/ 71 w 128"/>
                <a:gd name="GluePoint4Y" fmla="*/ 72 h 128"/>
                <a:gd name="GluePoint5X" fmla="*/ 122 w 128"/>
                <a:gd name="GluePoint5Y" fmla="*/ 72 h 128"/>
                <a:gd name="GluePoint6X" fmla="*/ 128 w 128"/>
                <a:gd name="GluePoint6Y" fmla="*/ 72 h 128"/>
                <a:gd name="GluePoint7X" fmla="*/ 128 w 128"/>
                <a:gd name="GluePoint7Y" fmla="*/ 66 h 128"/>
                <a:gd name="GluePoint8X" fmla="*/ 125 w 128"/>
                <a:gd name="GluePoint8Y" fmla="*/ 66 h 128"/>
                <a:gd name="GluePoint9X" fmla="*/ 125 w 128"/>
                <a:gd name="GluePoint9Y" fmla="*/ 0 h 128"/>
                <a:gd name="GluePoint10X" fmla="*/ 0 w 128"/>
                <a:gd name="GluePoint10Y" fmla="*/ 0 h 128"/>
                <a:gd name="GluePoint11X" fmla="*/ 0 w 128"/>
                <a:gd name="GluePoint11Y" fmla="*/ 125 h 128"/>
                <a:gd name="GluePoint12X" fmla="*/ 65 w 128"/>
                <a:gd name="GluePoint12Y" fmla="*/ 125 h 128"/>
                <a:gd name="GluePoint13X" fmla="*/ 65 w 128"/>
                <a:gd name="GluePoint13Y" fmla="*/ 128 h 128"/>
                <a:gd name="GluePoint14X" fmla="*/ 6 w 128"/>
                <a:gd name="GluePoint14Y" fmla="*/ 6 h 128"/>
                <a:gd name="GluePoint15X" fmla="*/ 119 w 128"/>
                <a:gd name="GluePoint15Y" fmla="*/ 6 h 128"/>
                <a:gd name="GluePoint16X" fmla="*/ 119 w 128"/>
                <a:gd name="GluePoint16Y" fmla="*/ 66 h 128"/>
                <a:gd name="GluePoint17X" fmla="*/ 65 w 128"/>
                <a:gd name="GluePoint17Y" fmla="*/ 66 h 128"/>
                <a:gd name="GluePoint18X" fmla="*/ 65 w 128"/>
                <a:gd name="GluePoint18Y" fmla="*/ 119 h 128"/>
                <a:gd name="GluePoint19X" fmla="*/ 6 w 128"/>
                <a:gd name="GluePoint19Y" fmla="*/ 119 h 128"/>
                <a:gd name="GluePoint20X" fmla="*/ 6 w 128"/>
                <a:gd name="GluePoint20Y" fmla="*/ 6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128" h="128">
                  <a:moveTo>
                    <a:pt x="65" y="128"/>
                  </a:moveTo>
                  <a:lnTo>
                    <a:pt x="71" y="128"/>
                  </a:lnTo>
                  <a:lnTo>
                    <a:pt x="71" y="122"/>
                  </a:lnTo>
                  <a:lnTo>
                    <a:pt x="71" y="72"/>
                  </a:lnTo>
                  <a:lnTo>
                    <a:pt x="122" y="72"/>
                  </a:lnTo>
                  <a:lnTo>
                    <a:pt x="128" y="72"/>
                  </a:lnTo>
                  <a:lnTo>
                    <a:pt x="128" y="66"/>
                  </a:lnTo>
                  <a:lnTo>
                    <a:pt x="125" y="66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125"/>
                  </a:lnTo>
                  <a:lnTo>
                    <a:pt x="65" y="125"/>
                  </a:lnTo>
                  <a:lnTo>
                    <a:pt x="65" y="128"/>
                  </a:lnTo>
                  <a:close/>
                  <a:moveTo>
                    <a:pt x="6" y="6"/>
                  </a:moveTo>
                  <a:lnTo>
                    <a:pt x="119" y="6"/>
                  </a:lnTo>
                  <a:lnTo>
                    <a:pt x="119" y="66"/>
                  </a:lnTo>
                  <a:lnTo>
                    <a:pt x="65" y="66"/>
                  </a:lnTo>
                  <a:lnTo>
                    <a:pt x="65" y="119"/>
                  </a:lnTo>
                  <a:lnTo>
                    <a:pt x="6" y="119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352" name="Группа 623"/>
          <p:cNvGrpSpPr/>
          <p:nvPr/>
        </p:nvGrpSpPr>
        <p:grpSpPr>
          <a:xfrm>
            <a:off x="3238560" y="3218400"/>
            <a:ext cx="302760" cy="302760"/>
            <a:chOff x="3238560" y="3218400"/>
            <a:chExt cx="302760" cy="302760"/>
          </a:xfrm>
        </p:grpSpPr>
        <p:sp>
          <p:nvSpPr>
            <p:cNvPr id="3353" name="Rectangle 311"/>
            <p:cNvSpPr/>
            <p:nvPr/>
          </p:nvSpPr>
          <p:spPr>
            <a:xfrm>
              <a:off x="3427560" y="33742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54" name="Rectangle 312"/>
            <p:cNvSpPr/>
            <p:nvPr/>
          </p:nvSpPr>
          <p:spPr>
            <a:xfrm>
              <a:off x="3427560" y="33454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55" name="Freeform 313"/>
            <p:cNvSpPr/>
            <p:nvPr/>
          </p:nvSpPr>
          <p:spPr>
            <a:xfrm>
              <a:off x="3422520" y="340272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3 w 9"/>
                <a:gd name="GluePoint1Y" fmla="*/ 3 h 9"/>
                <a:gd name="GluePoint2X" fmla="*/ 0 w 9"/>
                <a:gd name="GluePoint2Y" fmla="*/ 3 h 9"/>
                <a:gd name="GluePoint3X" fmla="*/ 0 w 9"/>
                <a:gd name="GluePoint3Y" fmla="*/ 9 h 9"/>
                <a:gd name="GluePoint4X" fmla="*/ 9 w 9"/>
                <a:gd name="GluePoint4Y" fmla="*/ 9 h 9"/>
                <a:gd name="GluePoint5X" fmla="*/ 9 w 9"/>
                <a:gd name="GluePoint5Y" fmla="*/ 0 h 9"/>
                <a:gd name="GluePoint6X" fmla="*/ 3 w 9"/>
                <a:gd name="GluePoint6Y" fmla="*/ 0 h 9"/>
                <a:gd name="GluePoint7X" fmla="*/ 3 w 9"/>
                <a:gd name="GluePoint7Y" fmla="*/ 3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56" name="Rectangle 314"/>
            <p:cNvSpPr/>
            <p:nvPr/>
          </p:nvSpPr>
          <p:spPr>
            <a:xfrm>
              <a:off x="3395520" y="3407400"/>
              <a:ext cx="172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57" name="Rectangle 315"/>
            <p:cNvSpPr/>
            <p:nvPr/>
          </p:nvSpPr>
          <p:spPr>
            <a:xfrm>
              <a:off x="3367080" y="3407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58" name="Freeform 316"/>
            <p:cNvSpPr/>
            <p:nvPr/>
          </p:nvSpPr>
          <p:spPr>
            <a:xfrm>
              <a:off x="3238560" y="3218400"/>
              <a:ext cx="302760" cy="30276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302760"/>
                <a:gd name="textAreaBottom" fmla="*/ 303120 h 302760"/>
                <a:gd name="GluePoint1X" fmla="*/ 125 w 191"/>
                <a:gd name="GluePoint1Y" fmla="*/ 0 h 191"/>
                <a:gd name="GluePoint2X" fmla="*/ 0 w 191"/>
                <a:gd name="GluePoint2Y" fmla="*/ 0 h 191"/>
                <a:gd name="GluePoint3X" fmla="*/ 0 w 191"/>
                <a:gd name="GluePoint3Y" fmla="*/ 125 h 191"/>
                <a:gd name="GluePoint4X" fmla="*/ 66 w 191"/>
                <a:gd name="GluePoint4Y" fmla="*/ 125 h 191"/>
                <a:gd name="GluePoint5X" fmla="*/ 66 w 191"/>
                <a:gd name="GluePoint5Y" fmla="*/ 191 h 191"/>
                <a:gd name="GluePoint6X" fmla="*/ 191 w 191"/>
                <a:gd name="GluePoint6Y" fmla="*/ 191 h 191"/>
                <a:gd name="GluePoint7X" fmla="*/ 191 w 191"/>
                <a:gd name="GluePoint7Y" fmla="*/ 66 h 191"/>
                <a:gd name="GluePoint8X" fmla="*/ 125 w 191"/>
                <a:gd name="GluePoint8Y" fmla="*/ 66 h 191"/>
                <a:gd name="GluePoint9X" fmla="*/ 125 w 191"/>
                <a:gd name="GluePoint9Y" fmla="*/ 0 h 191"/>
                <a:gd name="GluePoint10X" fmla="*/ 185 w 191"/>
                <a:gd name="GluePoint10Y" fmla="*/ 185 h 191"/>
                <a:gd name="GluePoint11X" fmla="*/ 72 w 191"/>
                <a:gd name="GluePoint11Y" fmla="*/ 185 h 191"/>
                <a:gd name="GluePoint12X" fmla="*/ 72 w 191"/>
                <a:gd name="GluePoint12Y" fmla="*/ 125 h 191"/>
                <a:gd name="GluePoint13X" fmla="*/ 75 w 191"/>
                <a:gd name="GluePoint13Y" fmla="*/ 125 h 191"/>
                <a:gd name="GluePoint14X" fmla="*/ 75 w 191"/>
                <a:gd name="GluePoint14Y" fmla="*/ 119 h 191"/>
                <a:gd name="GluePoint15X" fmla="*/ 72 w 191"/>
                <a:gd name="GluePoint15Y" fmla="*/ 119 h 191"/>
                <a:gd name="GluePoint16X" fmla="*/ 72 w 191"/>
                <a:gd name="GluePoint16Y" fmla="*/ 116 h 191"/>
                <a:gd name="GluePoint17X" fmla="*/ 66 w 191"/>
                <a:gd name="GluePoint17Y" fmla="*/ 116 h 191"/>
                <a:gd name="GluePoint18X" fmla="*/ 66 w 191"/>
                <a:gd name="GluePoint18Y" fmla="*/ 119 h 191"/>
                <a:gd name="GluePoint19X" fmla="*/ 6 w 191"/>
                <a:gd name="GluePoint19Y" fmla="*/ 119 h 191"/>
                <a:gd name="GluePoint20X" fmla="*/ 6 w 191"/>
                <a:gd name="GluePoint20Y" fmla="*/ 6 h 191"/>
                <a:gd name="GluePoint21X" fmla="*/ 119 w 191"/>
                <a:gd name="GluePoint21Y" fmla="*/ 6 h 191"/>
                <a:gd name="GluePoint22X" fmla="*/ 119 w 191"/>
                <a:gd name="GluePoint22Y" fmla="*/ 66 h 191"/>
                <a:gd name="GluePoint23X" fmla="*/ 116 w 191"/>
                <a:gd name="GluePoint23Y" fmla="*/ 66 h 191"/>
                <a:gd name="GluePoint24X" fmla="*/ 116 w 191"/>
                <a:gd name="GluePoint24Y" fmla="*/ 72 h 191"/>
                <a:gd name="GluePoint25X" fmla="*/ 119 w 191"/>
                <a:gd name="GluePoint25Y" fmla="*/ 72 h 191"/>
                <a:gd name="GluePoint26X" fmla="*/ 119 w 191"/>
                <a:gd name="GluePoint26Y" fmla="*/ 74 h 191"/>
                <a:gd name="GluePoint27X" fmla="*/ 125 w 191"/>
                <a:gd name="GluePoint27Y" fmla="*/ 74 h 191"/>
                <a:gd name="GluePoint28X" fmla="*/ 125 w 191"/>
                <a:gd name="GluePoint28Y" fmla="*/ 72 h 191"/>
                <a:gd name="GluePoint29X" fmla="*/ 185 w 191"/>
                <a:gd name="GluePoint29Y" fmla="*/ 72 h 191"/>
                <a:gd name="GluePoint30X" fmla="*/ 185 w 191"/>
                <a:gd name="GluePoint30Y" fmla="*/ 185 h 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191" h="191">
                  <a:moveTo>
                    <a:pt x="125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66" y="125"/>
                  </a:lnTo>
                  <a:lnTo>
                    <a:pt x="66" y="191"/>
                  </a:lnTo>
                  <a:lnTo>
                    <a:pt x="191" y="191"/>
                  </a:lnTo>
                  <a:lnTo>
                    <a:pt x="191" y="66"/>
                  </a:lnTo>
                  <a:lnTo>
                    <a:pt x="125" y="66"/>
                  </a:lnTo>
                  <a:lnTo>
                    <a:pt x="125" y="0"/>
                  </a:lnTo>
                  <a:close/>
                  <a:moveTo>
                    <a:pt x="185" y="185"/>
                  </a:moveTo>
                  <a:lnTo>
                    <a:pt x="72" y="185"/>
                  </a:lnTo>
                  <a:lnTo>
                    <a:pt x="72" y="125"/>
                  </a:lnTo>
                  <a:lnTo>
                    <a:pt x="75" y="125"/>
                  </a:lnTo>
                  <a:lnTo>
                    <a:pt x="75" y="119"/>
                  </a:lnTo>
                  <a:lnTo>
                    <a:pt x="72" y="119"/>
                  </a:lnTo>
                  <a:lnTo>
                    <a:pt x="72" y="116"/>
                  </a:lnTo>
                  <a:lnTo>
                    <a:pt x="66" y="116"/>
                  </a:lnTo>
                  <a:lnTo>
                    <a:pt x="66" y="119"/>
                  </a:lnTo>
                  <a:lnTo>
                    <a:pt x="6" y="119"/>
                  </a:lnTo>
                  <a:lnTo>
                    <a:pt x="6" y="6"/>
                  </a:lnTo>
                  <a:lnTo>
                    <a:pt x="119" y="6"/>
                  </a:lnTo>
                  <a:lnTo>
                    <a:pt x="119" y="66"/>
                  </a:lnTo>
                  <a:lnTo>
                    <a:pt x="116" y="66"/>
                  </a:lnTo>
                  <a:lnTo>
                    <a:pt x="116" y="72"/>
                  </a:lnTo>
                  <a:lnTo>
                    <a:pt x="119" y="72"/>
                  </a:lnTo>
                  <a:lnTo>
                    <a:pt x="119" y="74"/>
                  </a:lnTo>
                  <a:lnTo>
                    <a:pt x="125" y="74"/>
                  </a:lnTo>
                  <a:lnTo>
                    <a:pt x="125" y="72"/>
                  </a:lnTo>
                  <a:lnTo>
                    <a:pt x="185" y="72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59" name="Rectangle 317"/>
            <p:cNvSpPr/>
            <p:nvPr/>
          </p:nvSpPr>
          <p:spPr>
            <a:xfrm>
              <a:off x="3343320" y="33454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60" name="Rectangle 318"/>
            <p:cNvSpPr/>
            <p:nvPr/>
          </p:nvSpPr>
          <p:spPr>
            <a:xfrm>
              <a:off x="3343320" y="33742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61" name="Freeform 319"/>
            <p:cNvSpPr/>
            <p:nvPr/>
          </p:nvSpPr>
          <p:spPr>
            <a:xfrm>
              <a:off x="3343320" y="3323160"/>
              <a:ext cx="14040" cy="122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2240"/>
                <a:gd name="textAreaBottom" fmla="*/ 12600 h 12240"/>
                <a:gd name="GluePoint1X" fmla="*/ 0 w 9"/>
                <a:gd name="GluePoint1Y" fmla="*/ 8 h 8"/>
                <a:gd name="GluePoint2X" fmla="*/ 6 w 9"/>
                <a:gd name="GluePoint2Y" fmla="*/ 8 h 8"/>
                <a:gd name="GluePoint3X" fmla="*/ 6 w 9"/>
                <a:gd name="GluePoint3Y" fmla="*/ 6 h 8"/>
                <a:gd name="GluePoint4X" fmla="*/ 9 w 9"/>
                <a:gd name="GluePoint4Y" fmla="*/ 6 h 8"/>
                <a:gd name="GluePoint5X" fmla="*/ 9 w 9"/>
                <a:gd name="GluePoint5Y" fmla="*/ 0 h 8"/>
                <a:gd name="GluePoint6X" fmla="*/ 0 w 9"/>
                <a:gd name="GluePoint6Y" fmla="*/ 0 h 8"/>
                <a:gd name="GluePoint7X" fmla="*/ 0 w 9"/>
                <a:gd name="GluePoint7Y" fmla="*/ 8 h 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8">
                  <a:moveTo>
                    <a:pt x="0" y="8"/>
                  </a:moveTo>
                  <a:lnTo>
                    <a:pt x="6" y="8"/>
                  </a:lnTo>
                  <a:lnTo>
                    <a:pt x="6" y="6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62" name="Rectangle 320"/>
            <p:cNvSpPr/>
            <p:nvPr/>
          </p:nvSpPr>
          <p:spPr>
            <a:xfrm>
              <a:off x="3395520" y="3323160"/>
              <a:ext cx="172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63" name="Rectangle 321"/>
            <p:cNvSpPr/>
            <p:nvPr/>
          </p:nvSpPr>
          <p:spPr>
            <a:xfrm>
              <a:off x="3367080" y="3323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364" name="Freeform 322"/>
          <p:cNvSpPr/>
          <p:nvPr/>
        </p:nvSpPr>
        <p:spPr>
          <a:xfrm>
            <a:off x="3701880" y="3215520"/>
            <a:ext cx="163080" cy="309240"/>
          </a:xfrm>
          <a:custGeom>
            <a:avLst/>
            <a:gdLst>
              <a:gd name="textAreaLeft" fmla="*/ 0 w 163080"/>
              <a:gd name="textAreaRight" fmla="*/ 163440 w 163080"/>
              <a:gd name="textAreaTop" fmla="*/ 0 h 309240"/>
              <a:gd name="textAreaBottom" fmla="*/ 309600 h 309240"/>
              <a:gd name="GluePoint1X" fmla="*/ 109 w 137"/>
              <a:gd name="GluePoint1Y" fmla="*/ 236 h 260"/>
              <a:gd name="GluePoint2X" fmla="*/ 125 w 137"/>
              <a:gd name="GluePoint2Y" fmla="*/ 236 h 260"/>
              <a:gd name="GluePoint3X" fmla="*/ 125 w 137"/>
              <a:gd name="GluePoint3Y" fmla="*/ 188 h 260"/>
              <a:gd name="GluePoint4X" fmla="*/ 109 w 137"/>
              <a:gd name="GluePoint4Y" fmla="*/ 188 h 260"/>
              <a:gd name="GluePoint5X" fmla="*/ 109 w 137"/>
              <a:gd name="GluePoint5Y" fmla="*/ 177 h 260"/>
              <a:gd name="GluePoint6X" fmla="*/ 137 w 137"/>
              <a:gd name="GluePoint6Y" fmla="*/ 124 h 260"/>
              <a:gd name="GluePoint7X" fmla="*/ 69 w 137"/>
              <a:gd name="GluePoint7Y" fmla="*/ 0 h 260"/>
              <a:gd name="GluePoint8X" fmla="*/ 0 w 137"/>
              <a:gd name="GluePoint8Y" fmla="*/ 124 h 260"/>
              <a:gd name="GluePoint9X" fmla="*/ 29 w 137"/>
              <a:gd name="GluePoint9Y" fmla="*/ 177 h 260"/>
              <a:gd name="GluePoint10X" fmla="*/ 29 w 137"/>
              <a:gd name="GluePoint10Y" fmla="*/ 188 h 260"/>
              <a:gd name="GluePoint11X" fmla="*/ 13 w 137"/>
              <a:gd name="GluePoint11Y" fmla="*/ 188 h 260"/>
              <a:gd name="GluePoint12X" fmla="*/ 13 w 137"/>
              <a:gd name="GluePoint12Y" fmla="*/ 236 h 260"/>
              <a:gd name="GluePoint13X" fmla="*/ 29 w 137"/>
              <a:gd name="GluePoint13Y" fmla="*/ 236 h 260"/>
              <a:gd name="GluePoint14X" fmla="*/ 29 w 137"/>
              <a:gd name="GluePoint14Y" fmla="*/ 260 h 260"/>
              <a:gd name="GluePoint15X" fmla="*/ 109 w 137"/>
              <a:gd name="GluePoint15Y" fmla="*/ 260 h 260"/>
              <a:gd name="GluePoint16X" fmla="*/ 109 w 137"/>
              <a:gd name="GluePoint16Y" fmla="*/ 236 h 260"/>
              <a:gd name="GluePoint17X" fmla="*/ 69 w 137"/>
              <a:gd name="GluePoint17Y" fmla="*/ 108 h 260"/>
              <a:gd name="GluePoint18X" fmla="*/ 81 w 137"/>
              <a:gd name="GluePoint18Y" fmla="*/ 120 h 260"/>
              <a:gd name="GluePoint19X" fmla="*/ 69 w 137"/>
              <a:gd name="GluePoint19Y" fmla="*/ 132 h 260"/>
              <a:gd name="GluePoint20X" fmla="*/ 57 w 137"/>
              <a:gd name="GluePoint20Y" fmla="*/ 120 h 260"/>
              <a:gd name="GluePoint21X" fmla="*/ 69 w 137"/>
              <a:gd name="GluePoint21Y" fmla="*/ 108 h 260"/>
              <a:gd name="GluePoint22X" fmla="*/ 9 w 137"/>
              <a:gd name="GluePoint22Y" fmla="*/ 124 h 260"/>
              <a:gd name="GluePoint23X" fmla="*/ 65 w 137"/>
              <a:gd name="GluePoint23Y" fmla="*/ 24 h 260"/>
              <a:gd name="GluePoint24X" fmla="*/ 65 w 137"/>
              <a:gd name="GluePoint24Y" fmla="*/ 100 h 260"/>
              <a:gd name="GluePoint25X" fmla="*/ 49 w 137"/>
              <a:gd name="GluePoint25Y" fmla="*/ 120 h 260"/>
              <a:gd name="GluePoint26X" fmla="*/ 69 w 137"/>
              <a:gd name="GluePoint26Y" fmla="*/ 140 h 260"/>
              <a:gd name="GluePoint27X" fmla="*/ 89 w 137"/>
              <a:gd name="GluePoint27Y" fmla="*/ 120 h 260"/>
              <a:gd name="GluePoint28X" fmla="*/ 73 w 137"/>
              <a:gd name="GluePoint28Y" fmla="*/ 100 h 260"/>
              <a:gd name="GluePoint29X" fmla="*/ 73 w 137"/>
              <a:gd name="GluePoint29Y" fmla="*/ 24 h 260"/>
              <a:gd name="GluePoint30X" fmla="*/ 128 w 137"/>
              <a:gd name="GluePoint30Y" fmla="*/ 124 h 260"/>
              <a:gd name="GluePoint31X" fmla="*/ 101 w 137"/>
              <a:gd name="GluePoint31Y" fmla="*/ 175 h 260"/>
              <a:gd name="GluePoint32X" fmla="*/ 101 w 137"/>
              <a:gd name="GluePoint32Y" fmla="*/ 188 h 260"/>
              <a:gd name="GluePoint33X" fmla="*/ 37 w 137"/>
              <a:gd name="GluePoint33Y" fmla="*/ 188 h 260"/>
              <a:gd name="GluePoint34X" fmla="*/ 37 w 137"/>
              <a:gd name="GluePoint34Y" fmla="*/ 175 h 260"/>
              <a:gd name="GluePoint35X" fmla="*/ 9 w 137"/>
              <a:gd name="GluePoint35Y" fmla="*/ 124 h 260"/>
              <a:gd name="GluePoint36X" fmla="*/ 21 w 137"/>
              <a:gd name="GluePoint36Y" fmla="*/ 228 h 260"/>
              <a:gd name="GluePoint37X" fmla="*/ 21 w 137"/>
              <a:gd name="GluePoint37Y" fmla="*/ 196 h 260"/>
              <a:gd name="GluePoint38X" fmla="*/ 117 w 137"/>
              <a:gd name="GluePoint38Y" fmla="*/ 196 h 260"/>
              <a:gd name="GluePoint39X" fmla="*/ 117 w 137"/>
              <a:gd name="GluePoint39Y" fmla="*/ 228 h 260"/>
              <a:gd name="GluePoint40X" fmla="*/ 109 w 137"/>
              <a:gd name="GluePoint40Y" fmla="*/ 228 h 260"/>
              <a:gd name="GluePoint41X" fmla="*/ 29 w 137"/>
              <a:gd name="GluePoint41Y" fmla="*/ 228 h 260"/>
              <a:gd name="GluePoint42X" fmla="*/ 21 w 137"/>
              <a:gd name="GluePoint42Y" fmla="*/ 228 h 260"/>
              <a:gd name="GluePoint43X" fmla="*/ 101 w 137"/>
              <a:gd name="GluePoint43Y" fmla="*/ 252 h 260"/>
              <a:gd name="GluePoint44X" fmla="*/ 37 w 137"/>
              <a:gd name="GluePoint44Y" fmla="*/ 252 h 260"/>
              <a:gd name="GluePoint45X" fmla="*/ 37 w 137"/>
              <a:gd name="GluePoint45Y" fmla="*/ 236 h 260"/>
              <a:gd name="GluePoint46X" fmla="*/ 101 w 137"/>
              <a:gd name="GluePoint46Y" fmla="*/ 236 h 260"/>
              <a:gd name="GluePoint47X" fmla="*/ 101 w 137"/>
              <a:gd name="GluePoint47Y" fmla="*/ 252 h 2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</a:cxnLst>
            <a:rect l="textAreaLeft" t="textAreaTop" r="textAreaRight" b="textAreaBottom"/>
            <a:pathLst>
              <a:path w="137" h="260">
                <a:moveTo>
                  <a:pt x="109" y="236"/>
                </a:moveTo>
                <a:cubicBezTo>
                  <a:pt x="125" y="236"/>
                  <a:pt x="125" y="236"/>
                  <a:pt x="125" y="236"/>
                </a:cubicBezTo>
                <a:cubicBezTo>
                  <a:pt x="125" y="188"/>
                  <a:pt x="125" y="188"/>
                  <a:pt x="125" y="188"/>
                </a:cubicBezTo>
                <a:cubicBezTo>
                  <a:pt x="109" y="188"/>
                  <a:pt x="109" y="188"/>
                  <a:pt x="109" y="188"/>
                </a:cubicBezTo>
                <a:cubicBezTo>
                  <a:pt x="109" y="177"/>
                  <a:pt x="109" y="177"/>
                  <a:pt x="109" y="177"/>
                </a:cubicBezTo>
                <a:cubicBezTo>
                  <a:pt x="137" y="124"/>
                  <a:pt x="137" y="124"/>
                  <a:pt x="137" y="124"/>
                </a:cubicBezTo>
                <a:cubicBezTo>
                  <a:pt x="69" y="0"/>
                  <a:pt x="69" y="0"/>
                  <a:pt x="69" y="0"/>
                </a:cubicBezTo>
                <a:cubicBezTo>
                  <a:pt x="0" y="124"/>
                  <a:pt x="0" y="124"/>
                  <a:pt x="0" y="124"/>
                </a:cubicBezTo>
                <a:cubicBezTo>
                  <a:pt x="29" y="177"/>
                  <a:pt x="29" y="177"/>
                  <a:pt x="29" y="177"/>
                </a:cubicBezTo>
                <a:cubicBezTo>
                  <a:pt x="29" y="188"/>
                  <a:pt x="29" y="188"/>
                  <a:pt x="29" y="188"/>
                </a:cubicBezTo>
                <a:cubicBezTo>
                  <a:pt x="13" y="188"/>
                  <a:pt x="13" y="188"/>
                  <a:pt x="13" y="188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29" y="236"/>
                  <a:pt x="29" y="236"/>
                  <a:pt x="29" y="236"/>
                </a:cubicBezTo>
                <a:cubicBezTo>
                  <a:pt x="29" y="260"/>
                  <a:pt x="29" y="260"/>
                  <a:pt x="29" y="260"/>
                </a:cubicBezTo>
                <a:cubicBezTo>
                  <a:pt x="109" y="260"/>
                  <a:pt x="109" y="260"/>
                  <a:pt x="109" y="260"/>
                </a:cubicBezTo>
                <a:lnTo>
                  <a:pt x="109" y="236"/>
                </a:lnTo>
                <a:close/>
                <a:moveTo>
                  <a:pt x="69" y="108"/>
                </a:moveTo>
                <a:cubicBezTo>
                  <a:pt x="75" y="108"/>
                  <a:pt x="81" y="113"/>
                  <a:pt x="81" y="120"/>
                </a:cubicBezTo>
                <a:cubicBezTo>
                  <a:pt x="81" y="126"/>
                  <a:pt x="75" y="132"/>
                  <a:pt x="69" y="132"/>
                </a:cubicBezTo>
                <a:cubicBezTo>
                  <a:pt x="62" y="132"/>
                  <a:pt x="57" y="126"/>
                  <a:pt x="57" y="120"/>
                </a:cubicBezTo>
                <a:cubicBezTo>
                  <a:pt x="57" y="113"/>
                  <a:pt x="62" y="108"/>
                  <a:pt x="69" y="108"/>
                </a:cubicBezTo>
                <a:close/>
                <a:moveTo>
                  <a:pt x="9" y="124"/>
                </a:moveTo>
                <a:cubicBezTo>
                  <a:pt x="65" y="24"/>
                  <a:pt x="65" y="24"/>
                  <a:pt x="65" y="24"/>
                </a:cubicBezTo>
                <a:cubicBezTo>
                  <a:pt x="65" y="100"/>
                  <a:pt x="65" y="100"/>
                  <a:pt x="65" y="100"/>
                </a:cubicBezTo>
                <a:cubicBezTo>
                  <a:pt x="56" y="102"/>
                  <a:pt x="49" y="110"/>
                  <a:pt x="49" y="120"/>
                </a:cubicBezTo>
                <a:cubicBezTo>
                  <a:pt x="49" y="131"/>
                  <a:pt x="58" y="140"/>
                  <a:pt x="69" y="140"/>
                </a:cubicBezTo>
                <a:cubicBezTo>
                  <a:pt x="80" y="140"/>
                  <a:pt x="89" y="131"/>
                  <a:pt x="89" y="120"/>
                </a:cubicBezTo>
                <a:cubicBezTo>
                  <a:pt x="89" y="110"/>
                  <a:pt x="82" y="102"/>
                  <a:pt x="73" y="100"/>
                </a:cubicBezTo>
                <a:cubicBezTo>
                  <a:pt x="73" y="24"/>
                  <a:pt x="73" y="24"/>
                  <a:pt x="73" y="24"/>
                </a:cubicBezTo>
                <a:cubicBezTo>
                  <a:pt x="128" y="124"/>
                  <a:pt x="128" y="124"/>
                  <a:pt x="128" y="124"/>
                </a:cubicBezTo>
                <a:cubicBezTo>
                  <a:pt x="101" y="175"/>
                  <a:pt x="101" y="175"/>
                  <a:pt x="101" y="175"/>
                </a:cubicBezTo>
                <a:cubicBezTo>
                  <a:pt x="101" y="188"/>
                  <a:pt x="101" y="188"/>
                  <a:pt x="101" y="188"/>
                </a:cubicBezTo>
                <a:cubicBezTo>
                  <a:pt x="37" y="188"/>
                  <a:pt x="37" y="188"/>
                  <a:pt x="37" y="188"/>
                </a:cubicBezTo>
                <a:cubicBezTo>
                  <a:pt x="37" y="175"/>
                  <a:pt x="37" y="175"/>
                  <a:pt x="37" y="175"/>
                </a:cubicBezTo>
                <a:lnTo>
                  <a:pt x="9" y="124"/>
                </a:lnTo>
                <a:close/>
                <a:moveTo>
                  <a:pt x="21" y="228"/>
                </a:moveTo>
                <a:cubicBezTo>
                  <a:pt x="21" y="196"/>
                  <a:pt x="21" y="196"/>
                  <a:pt x="21" y="196"/>
                </a:cubicBezTo>
                <a:cubicBezTo>
                  <a:pt x="117" y="196"/>
                  <a:pt x="117" y="196"/>
                  <a:pt x="117" y="196"/>
                </a:cubicBezTo>
                <a:cubicBezTo>
                  <a:pt x="117" y="228"/>
                  <a:pt x="117" y="228"/>
                  <a:pt x="117" y="228"/>
                </a:cubicBezTo>
                <a:cubicBezTo>
                  <a:pt x="109" y="228"/>
                  <a:pt x="109" y="228"/>
                  <a:pt x="109" y="228"/>
                </a:cubicBezTo>
                <a:cubicBezTo>
                  <a:pt x="29" y="228"/>
                  <a:pt x="29" y="228"/>
                  <a:pt x="29" y="228"/>
                </a:cubicBezTo>
                <a:lnTo>
                  <a:pt x="21" y="228"/>
                </a:lnTo>
                <a:close/>
                <a:moveTo>
                  <a:pt x="101" y="252"/>
                </a:moveTo>
                <a:cubicBezTo>
                  <a:pt x="37" y="252"/>
                  <a:pt x="37" y="252"/>
                  <a:pt x="37" y="252"/>
                </a:cubicBezTo>
                <a:cubicBezTo>
                  <a:pt x="37" y="236"/>
                  <a:pt x="37" y="236"/>
                  <a:pt x="37" y="236"/>
                </a:cubicBezTo>
                <a:cubicBezTo>
                  <a:pt x="101" y="236"/>
                  <a:pt x="101" y="236"/>
                  <a:pt x="101" y="236"/>
                </a:cubicBezTo>
                <a:lnTo>
                  <a:pt x="101" y="252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365" name="Группа 624"/>
          <p:cNvGrpSpPr/>
          <p:nvPr/>
        </p:nvGrpSpPr>
        <p:grpSpPr>
          <a:xfrm>
            <a:off x="4097160" y="3215520"/>
            <a:ext cx="161640" cy="309240"/>
            <a:chOff x="4097160" y="3215520"/>
            <a:chExt cx="161640" cy="309240"/>
          </a:xfrm>
        </p:grpSpPr>
        <p:sp>
          <p:nvSpPr>
            <p:cNvPr id="3366" name="Freeform 323"/>
            <p:cNvSpPr/>
            <p:nvPr/>
          </p:nvSpPr>
          <p:spPr>
            <a:xfrm>
              <a:off x="4097160" y="3215520"/>
              <a:ext cx="161640" cy="309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309240"/>
                <a:gd name="textAreaBottom" fmla="*/ 309600 h 309240"/>
                <a:gd name="GluePoint1X" fmla="*/ 21 w 102"/>
                <a:gd name="GluePoint1Y" fmla="*/ 133 h 195"/>
                <a:gd name="GluePoint2X" fmla="*/ 21 w 102"/>
                <a:gd name="GluePoint2Y" fmla="*/ 141 h 195"/>
                <a:gd name="GluePoint3X" fmla="*/ 9 w 102"/>
                <a:gd name="GluePoint3Y" fmla="*/ 141 h 195"/>
                <a:gd name="GluePoint4X" fmla="*/ 9 w 102"/>
                <a:gd name="GluePoint4Y" fmla="*/ 177 h 195"/>
                <a:gd name="GluePoint5X" fmla="*/ 21 w 102"/>
                <a:gd name="GluePoint5Y" fmla="*/ 177 h 195"/>
                <a:gd name="GluePoint6X" fmla="*/ 21 w 102"/>
                <a:gd name="GluePoint6Y" fmla="*/ 195 h 195"/>
                <a:gd name="GluePoint7X" fmla="*/ 81 w 102"/>
                <a:gd name="GluePoint7Y" fmla="*/ 195 h 195"/>
                <a:gd name="GluePoint8X" fmla="*/ 81 w 102"/>
                <a:gd name="GluePoint8Y" fmla="*/ 177 h 195"/>
                <a:gd name="GluePoint9X" fmla="*/ 93 w 102"/>
                <a:gd name="GluePoint9Y" fmla="*/ 177 h 195"/>
                <a:gd name="GluePoint10X" fmla="*/ 93 w 102"/>
                <a:gd name="GluePoint10Y" fmla="*/ 141 h 195"/>
                <a:gd name="GluePoint11X" fmla="*/ 81 w 102"/>
                <a:gd name="GluePoint11Y" fmla="*/ 141 h 195"/>
                <a:gd name="GluePoint12X" fmla="*/ 81 w 102"/>
                <a:gd name="GluePoint12Y" fmla="*/ 133 h 195"/>
                <a:gd name="GluePoint13X" fmla="*/ 102 w 102"/>
                <a:gd name="GluePoint13Y" fmla="*/ 93 h 195"/>
                <a:gd name="GluePoint14X" fmla="*/ 51 w 102"/>
                <a:gd name="GluePoint14Y" fmla="*/ 0 h 195"/>
                <a:gd name="GluePoint15X" fmla="*/ 0 w 102"/>
                <a:gd name="GluePoint15Y" fmla="*/ 93 h 195"/>
                <a:gd name="GluePoint16X" fmla="*/ 21 w 102"/>
                <a:gd name="GluePoint16Y" fmla="*/ 133 h 195"/>
                <a:gd name="GluePoint17X" fmla="*/ 75 w 102"/>
                <a:gd name="GluePoint17Y" fmla="*/ 189 h 195"/>
                <a:gd name="GluePoint18X" fmla="*/ 27 w 102"/>
                <a:gd name="GluePoint18Y" fmla="*/ 189 h 195"/>
                <a:gd name="GluePoint19X" fmla="*/ 27 w 102"/>
                <a:gd name="GluePoint19Y" fmla="*/ 177 h 195"/>
                <a:gd name="GluePoint20X" fmla="*/ 75 w 102"/>
                <a:gd name="GluePoint20Y" fmla="*/ 177 h 195"/>
                <a:gd name="GluePoint21X" fmla="*/ 75 w 102"/>
                <a:gd name="GluePoint21Y" fmla="*/ 189 h 195"/>
                <a:gd name="GluePoint22X" fmla="*/ 87 w 102"/>
                <a:gd name="GluePoint22Y" fmla="*/ 171 h 195"/>
                <a:gd name="GluePoint23X" fmla="*/ 81 w 102"/>
                <a:gd name="GluePoint23Y" fmla="*/ 171 h 195"/>
                <a:gd name="GluePoint24X" fmla="*/ 21 w 102"/>
                <a:gd name="GluePoint24Y" fmla="*/ 171 h 195"/>
                <a:gd name="GluePoint25X" fmla="*/ 15 w 102"/>
                <a:gd name="GluePoint25Y" fmla="*/ 171 h 195"/>
                <a:gd name="GluePoint26X" fmla="*/ 15 w 102"/>
                <a:gd name="GluePoint26Y" fmla="*/ 147 h 195"/>
                <a:gd name="GluePoint27X" fmla="*/ 87 w 102"/>
                <a:gd name="GluePoint27Y" fmla="*/ 147 h 195"/>
                <a:gd name="GluePoint28X" fmla="*/ 87 w 102"/>
                <a:gd name="GluePoint28Y" fmla="*/ 171 h 195"/>
                <a:gd name="GluePoint29X" fmla="*/ 95 w 102"/>
                <a:gd name="GluePoint29Y" fmla="*/ 93 h 195"/>
                <a:gd name="GluePoint30X" fmla="*/ 75 w 102"/>
                <a:gd name="GluePoint30Y" fmla="*/ 131 h 195"/>
                <a:gd name="GluePoint31X" fmla="*/ 75 w 102"/>
                <a:gd name="GluePoint31Y" fmla="*/ 141 h 195"/>
                <a:gd name="GluePoint32X" fmla="*/ 27 w 102"/>
                <a:gd name="GluePoint32Y" fmla="*/ 141 h 195"/>
                <a:gd name="GluePoint33X" fmla="*/ 27 w 102"/>
                <a:gd name="GluePoint33Y" fmla="*/ 131 h 195"/>
                <a:gd name="GluePoint34X" fmla="*/ 6 w 102"/>
                <a:gd name="GluePoint34Y" fmla="*/ 93 h 195"/>
                <a:gd name="GluePoint35X" fmla="*/ 51 w 102"/>
                <a:gd name="GluePoint35Y" fmla="*/ 13 h 195"/>
                <a:gd name="GluePoint36X" fmla="*/ 95 w 102"/>
                <a:gd name="GluePoint36Y" fmla="*/ 93 h 1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</a:cxnLst>
              <a:rect l="textAreaLeft" t="textAreaTop" r="textAreaRight" b="textAreaBottom"/>
              <a:pathLst>
                <a:path w="102" h="195">
                  <a:moveTo>
                    <a:pt x="21" y="133"/>
                  </a:moveTo>
                  <a:lnTo>
                    <a:pt x="21" y="141"/>
                  </a:lnTo>
                  <a:lnTo>
                    <a:pt x="9" y="141"/>
                  </a:lnTo>
                  <a:lnTo>
                    <a:pt x="9" y="177"/>
                  </a:lnTo>
                  <a:lnTo>
                    <a:pt x="21" y="177"/>
                  </a:lnTo>
                  <a:lnTo>
                    <a:pt x="21" y="195"/>
                  </a:lnTo>
                  <a:lnTo>
                    <a:pt x="81" y="195"/>
                  </a:lnTo>
                  <a:lnTo>
                    <a:pt x="81" y="177"/>
                  </a:lnTo>
                  <a:lnTo>
                    <a:pt x="93" y="177"/>
                  </a:lnTo>
                  <a:lnTo>
                    <a:pt x="93" y="141"/>
                  </a:lnTo>
                  <a:lnTo>
                    <a:pt x="81" y="141"/>
                  </a:lnTo>
                  <a:lnTo>
                    <a:pt x="81" y="133"/>
                  </a:lnTo>
                  <a:lnTo>
                    <a:pt x="102" y="93"/>
                  </a:lnTo>
                  <a:lnTo>
                    <a:pt x="51" y="0"/>
                  </a:lnTo>
                  <a:lnTo>
                    <a:pt x="0" y="93"/>
                  </a:lnTo>
                  <a:lnTo>
                    <a:pt x="21" y="133"/>
                  </a:lnTo>
                  <a:close/>
                  <a:moveTo>
                    <a:pt x="75" y="189"/>
                  </a:moveTo>
                  <a:lnTo>
                    <a:pt x="27" y="189"/>
                  </a:lnTo>
                  <a:lnTo>
                    <a:pt x="27" y="177"/>
                  </a:lnTo>
                  <a:lnTo>
                    <a:pt x="75" y="177"/>
                  </a:lnTo>
                  <a:lnTo>
                    <a:pt x="75" y="189"/>
                  </a:lnTo>
                  <a:close/>
                  <a:moveTo>
                    <a:pt x="87" y="171"/>
                  </a:moveTo>
                  <a:lnTo>
                    <a:pt x="81" y="171"/>
                  </a:lnTo>
                  <a:lnTo>
                    <a:pt x="21" y="171"/>
                  </a:lnTo>
                  <a:lnTo>
                    <a:pt x="15" y="171"/>
                  </a:lnTo>
                  <a:lnTo>
                    <a:pt x="15" y="147"/>
                  </a:lnTo>
                  <a:lnTo>
                    <a:pt x="87" y="147"/>
                  </a:lnTo>
                  <a:lnTo>
                    <a:pt x="87" y="171"/>
                  </a:lnTo>
                  <a:close/>
                  <a:moveTo>
                    <a:pt x="95" y="93"/>
                  </a:moveTo>
                  <a:lnTo>
                    <a:pt x="75" y="131"/>
                  </a:lnTo>
                  <a:lnTo>
                    <a:pt x="75" y="141"/>
                  </a:lnTo>
                  <a:lnTo>
                    <a:pt x="27" y="141"/>
                  </a:lnTo>
                  <a:lnTo>
                    <a:pt x="27" y="131"/>
                  </a:lnTo>
                  <a:lnTo>
                    <a:pt x="6" y="93"/>
                  </a:lnTo>
                  <a:lnTo>
                    <a:pt x="51" y="13"/>
                  </a:lnTo>
                  <a:lnTo>
                    <a:pt x="95" y="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67" name="Freeform 324"/>
            <p:cNvSpPr/>
            <p:nvPr/>
          </p:nvSpPr>
          <p:spPr>
            <a:xfrm>
              <a:off x="4145040" y="3329640"/>
              <a:ext cx="66240" cy="6624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66240"/>
                <a:gd name="textAreaBottom" fmla="*/ 66600 h 66240"/>
                <a:gd name="GluePoint1X" fmla="*/ 18 w 42"/>
                <a:gd name="GluePoint1Y" fmla="*/ 42 h 42"/>
                <a:gd name="GluePoint2X" fmla="*/ 24 w 42"/>
                <a:gd name="GluePoint2Y" fmla="*/ 42 h 42"/>
                <a:gd name="GluePoint3X" fmla="*/ 24 w 42"/>
                <a:gd name="GluePoint3Y" fmla="*/ 24 h 42"/>
                <a:gd name="GluePoint4X" fmla="*/ 42 w 42"/>
                <a:gd name="GluePoint4Y" fmla="*/ 24 h 42"/>
                <a:gd name="GluePoint5X" fmla="*/ 42 w 42"/>
                <a:gd name="GluePoint5Y" fmla="*/ 18 h 42"/>
                <a:gd name="GluePoint6X" fmla="*/ 24 w 42"/>
                <a:gd name="GluePoint6Y" fmla="*/ 18 h 42"/>
                <a:gd name="GluePoint7X" fmla="*/ 24 w 42"/>
                <a:gd name="GluePoint7Y" fmla="*/ 0 h 42"/>
                <a:gd name="GluePoint8X" fmla="*/ 18 w 42"/>
                <a:gd name="GluePoint8Y" fmla="*/ 0 h 42"/>
                <a:gd name="GluePoint9X" fmla="*/ 18 w 42"/>
                <a:gd name="GluePoint9Y" fmla="*/ 18 h 42"/>
                <a:gd name="GluePoint10X" fmla="*/ 0 w 42"/>
                <a:gd name="GluePoint10Y" fmla="*/ 18 h 42"/>
                <a:gd name="GluePoint11X" fmla="*/ 0 w 42"/>
                <a:gd name="GluePoint11Y" fmla="*/ 24 h 42"/>
                <a:gd name="GluePoint12X" fmla="*/ 18 w 42"/>
                <a:gd name="GluePoint12Y" fmla="*/ 24 h 42"/>
                <a:gd name="GluePoint13X" fmla="*/ 18 w 42"/>
                <a:gd name="GluePoint13Y" fmla="*/ 42 h 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2" h="42">
                  <a:moveTo>
                    <a:pt x="18" y="42"/>
                  </a:moveTo>
                  <a:lnTo>
                    <a:pt x="24" y="42"/>
                  </a:lnTo>
                  <a:lnTo>
                    <a:pt x="24" y="24"/>
                  </a:lnTo>
                  <a:lnTo>
                    <a:pt x="42" y="24"/>
                  </a:lnTo>
                  <a:lnTo>
                    <a:pt x="42" y="18"/>
                  </a:lnTo>
                  <a:lnTo>
                    <a:pt x="24" y="18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18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18" y="24"/>
                  </a:lnTo>
                  <a:lnTo>
                    <a:pt x="18" y="4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368" name="Группа 625"/>
          <p:cNvGrpSpPr/>
          <p:nvPr/>
        </p:nvGrpSpPr>
        <p:grpSpPr>
          <a:xfrm>
            <a:off x="4491000" y="3215520"/>
            <a:ext cx="163080" cy="309240"/>
            <a:chOff x="4491000" y="3215520"/>
            <a:chExt cx="163080" cy="309240"/>
          </a:xfrm>
        </p:grpSpPr>
        <p:sp>
          <p:nvSpPr>
            <p:cNvPr id="3369" name="Freeform 325"/>
            <p:cNvSpPr/>
            <p:nvPr/>
          </p:nvSpPr>
          <p:spPr>
            <a:xfrm>
              <a:off x="4491000" y="3215520"/>
              <a:ext cx="163080" cy="30924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309240"/>
                <a:gd name="textAreaBottom" fmla="*/ 309600 h 309240"/>
                <a:gd name="GluePoint1X" fmla="*/ 22 w 103"/>
                <a:gd name="GluePoint1Y" fmla="*/ 133 h 195"/>
                <a:gd name="GluePoint2X" fmla="*/ 22 w 103"/>
                <a:gd name="GluePoint2Y" fmla="*/ 141 h 195"/>
                <a:gd name="GluePoint3X" fmla="*/ 10 w 103"/>
                <a:gd name="GluePoint3Y" fmla="*/ 141 h 195"/>
                <a:gd name="GluePoint4X" fmla="*/ 10 w 103"/>
                <a:gd name="GluePoint4Y" fmla="*/ 177 h 195"/>
                <a:gd name="GluePoint5X" fmla="*/ 22 w 103"/>
                <a:gd name="GluePoint5Y" fmla="*/ 177 h 195"/>
                <a:gd name="GluePoint6X" fmla="*/ 22 w 103"/>
                <a:gd name="GluePoint6Y" fmla="*/ 195 h 195"/>
                <a:gd name="GluePoint7X" fmla="*/ 82 w 103"/>
                <a:gd name="GluePoint7Y" fmla="*/ 195 h 195"/>
                <a:gd name="GluePoint8X" fmla="*/ 82 w 103"/>
                <a:gd name="GluePoint8Y" fmla="*/ 177 h 195"/>
                <a:gd name="GluePoint9X" fmla="*/ 94 w 103"/>
                <a:gd name="GluePoint9Y" fmla="*/ 177 h 195"/>
                <a:gd name="GluePoint10X" fmla="*/ 94 w 103"/>
                <a:gd name="GluePoint10Y" fmla="*/ 141 h 195"/>
                <a:gd name="GluePoint11X" fmla="*/ 82 w 103"/>
                <a:gd name="GluePoint11Y" fmla="*/ 141 h 195"/>
                <a:gd name="GluePoint12X" fmla="*/ 82 w 103"/>
                <a:gd name="GluePoint12Y" fmla="*/ 133 h 195"/>
                <a:gd name="GluePoint13X" fmla="*/ 103 w 103"/>
                <a:gd name="GluePoint13Y" fmla="*/ 93 h 195"/>
                <a:gd name="GluePoint14X" fmla="*/ 52 w 103"/>
                <a:gd name="GluePoint14Y" fmla="*/ 0 h 195"/>
                <a:gd name="GluePoint15X" fmla="*/ 0 w 103"/>
                <a:gd name="GluePoint15Y" fmla="*/ 93 h 195"/>
                <a:gd name="GluePoint16X" fmla="*/ 22 w 103"/>
                <a:gd name="GluePoint16Y" fmla="*/ 133 h 195"/>
                <a:gd name="GluePoint17X" fmla="*/ 76 w 103"/>
                <a:gd name="GluePoint17Y" fmla="*/ 189 h 195"/>
                <a:gd name="GluePoint18X" fmla="*/ 28 w 103"/>
                <a:gd name="GluePoint18Y" fmla="*/ 189 h 195"/>
                <a:gd name="GluePoint19X" fmla="*/ 28 w 103"/>
                <a:gd name="GluePoint19Y" fmla="*/ 177 h 195"/>
                <a:gd name="GluePoint20X" fmla="*/ 76 w 103"/>
                <a:gd name="GluePoint20Y" fmla="*/ 177 h 195"/>
                <a:gd name="GluePoint21X" fmla="*/ 76 w 103"/>
                <a:gd name="GluePoint21Y" fmla="*/ 189 h 195"/>
                <a:gd name="GluePoint22X" fmla="*/ 88 w 103"/>
                <a:gd name="GluePoint22Y" fmla="*/ 171 h 195"/>
                <a:gd name="GluePoint23X" fmla="*/ 82 w 103"/>
                <a:gd name="GluePoint23Y" fmla="*/ 171 h 195"/>
                <a:gd name="GluePoint24X" fmla="*/ 22 w 103"/>
                <a:gd name="GluePoint24Y" fmla="*/ 171 h 195"/>
                <a:gd name="GluePoint25X" fmla="*/ 16 w 103"/>
                <a:gd name="GluePoint25Y" fmla="*/ 171 h 195"/>
                <a:gd name="GluePoint26X" fmla="*/ 16 w 103"/>
                <a:gd name="GluePoint26Y" fmla="*/ 147 h 195"/>
                <a:gd name="GluePoint27X" fmla="*/ 88 w 103"/>
                <a:gd name="GluePoint27Y" fmla="*/ 147 h 195"/>
                <a:gd name="GluePoint28X" fmla="*/ 88 w 103"/>
                <a:gd name="GluePoint28Y" fmla="*/ 171 h 195"/>
                <a:gd name="GluePoint29X" fmla="*/ 96 w 103"/>
                <a:gd name="GluePoint29Y" fmla="*/ 93 h 195"/>
                <a:gd name="GluePoint30X" fmla="*/ 76 w 103"/>
                <a:gd name="GluePoint30Y" fmla="*/ 131 h 195"/>
                <a:gd name="GluePoint31X" fmla="*/ 76 w 103"/>
                <a:gd name="GluePoint31Y" fmla="*/ 141 h 195"/>
                <a:gd name="GluePoint32X" fmla="*/ 28 w 103"/>
                <a:gd name="GluePoint32Y" fmla="*/ 141 h 195"/>
                <a:gd name="GluePoint33X" fmla="*/ 28 w 103"/>
                <a:gd name="GluePoint33Y" fmla="*/ 131 h 195"/>
                <a:gd name="GluePoint34X" fmla="*/ 7 w 103"/>
                <a:gd name="GluePoint34Y" fmla="*/ 93 h 195"/>
                <a:gd name="GluePoint35X" fmla="*/ 52 w 103"/>
                <a:gd name="GluePoint35Y" fmla="*/ 13 h 195"/>
                <a:gd name="GluePoint36X" fmla="*/ 96 w 103"/>
                <a:gd name="GluePoint36Y" fmla="*/ 93 h 1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</a:cxnLst>
              <a:rect l="textAreaLeft" t="textAreaTop" r="textAreaRight" b="textAreaBottom"/>
              <a:pathLst>
                <a:path w="103" h="195">
                  <a:moveTo>
                    <a:pt x="22" y="133"/>
                  </a:moveTo>
                  <a:lnTo>
                    <a:pt x="22" y="141"/>
                  </a:lnTo>
                  <a:lnTo>
                    <a:pt x="10" y="141"/>
                  </a:lnTo>
                  <a:lnTo>
                    <a:pt x="10" y="177"/>
                  </a:lnTo>
                  <a:lnTo>
                    <a:pt x="22" y="177"/>
                  </a:lnTo>
                  <a:lnTo>
                    <a:pt x="22" y="195"/>
                  </a:lnTo>
                  <a:lnTo>
                    <a:pt x="82" y="195"/>
                  </a:lnTo>
                  <a:lnTo>
                    <a:pt x="82" y="177"/>
                  </a:lnTo>
                  <a:lnTo>
                    <a:pt x="94" y="177"/>
                  </a:lnTo>
                  <a:lnTo>
                    <a:pt x="94" y="141"/>
                  </a:lnTo>
                  <a:lnTo>
                    <a:pt x="82" y="141"/>
                  </a:lnTo>
                  <a:lnTo>
                    <a:pt x="82" y="133"/>
                  </a:lnTo>
                  <a:lnTo>
                    <a:pt x="103" y="93"/>
                  </a:lnTo>
                  <a:lnTo>
                    <a:pt x="52" y="0"/>
                  </a:lnTo>
                  <a:lnTo>
                    <a:pt x="0" y="93"/>
                  </a:lnTo>
                  <a:lnTo>
                    <a:pt x="22" y="133"/>
                  </a:lnTo>
                  <a:close/>
                  <a:moveTo>
                    <a:pt x="76" y="189"/>
                  </a:moveTo>
                  <a:lnTo>
                    <a:pt x="28" y="189"/>
                  </a:lnTo>
                  <a:lnTo>
                    <a:pt x="28" y="177"/>
                  </a:lnTo>
                  <a:lnTo>
                    <a:pt x="76" y="177"/>
                  </a:lnTo>
                  <a:lnTo>
                    <a:pt x="76" y="189"/>
                  </a:lnTo>
                  <a:close/>
                  <a:moveTo>
                    <a:pt x="88" y="171"/>
                  </a:moveTo>
                  <a:lnTo>
                    <a:pt x="82" y="171"/>
                  </a:lnTo>
                  <a:lnTo>
                    <a:pt x="22" y="171"/>
                  </a:lnTo>
                  <a:lnTo>
                    <a:pt x="16" y="171"/>
                  </a:lnTo>
                  <a:lnTo>
                    <a:pt x="16" y="147"/>
                  </a:lnTo>
                  <a:lnTo>
                    <a:pt x="88" y="147"/>
                  </a:lnTo>
                  <a:lnTo>
                    <a:pt x="88" y="171"/>
                  </a:lnTo>
                  <a:close/>
                  <a:moveTo>
                    <a:pt x="96" y="93"/>
                  </a:moveTo>
                  <a:lnTo>
                    <a:pt x="76" y="131"/>
                  </a:lnTo>
                  <a:lnTo>
                    <a:pt x="76" y="141"/>
                  </a:lnTo>
                  <a:lnTo>
                    <a:pt x="28" y="141"/>
                  </a:lnTo>
                  <a:lnTo>
                    <a:pt x="28" y="131"/>
                  </a:lnTo>
                  <a:lnTo>
                    <a:pt x="7" y="93"/>
                  </a:lnTo>
                  <a:lnTo>
                    <a:pt x="52" y="13"/>
                  </a:lnTo>
                  <a:lnTo>
                    <a:pt x="96" y="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70" name="Rectangle 326"/>
            <p:cNvSpPr/>
            <p:nvPr/>
          </p:nvSpPr>
          <p:spPr>
            <a:xfrm>
              <a:off x="4540320" y="3358080"/>
              <a:ext cx="662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371" name="Freeform 327"/>
          <p:cNvSpPr/>
          <p:nvPr/>
        </p:nvSpPr>
        <p:spPr>
          <a:xfrm>
            <a:off x="4815000" y="3216960"/>
            <a:ext cx="306000" cy="306000"/>
          </a:xfrm>
          <a:custGeom>
            <a:avLst/>
            <a:gdLst>
              <a:gd name="textAreaLeft" fmla="*/ 0 w 306000"/>
              <a:gd name="textAreaRight" fmla="*/ 306360 w 306000"/>
              <a:gd name="textAreaTop" fmla="*/ 0 h 306000"/>
              <a:gd name="textAreaBottom" fmla="*/ 306360 h 306000"/>
              <a:gd name="GluePoint1X" fmla="*/ 28 w 193"/>
              <a:gd name="GluePoint1Y" fmla="*/ 131 h 193"/>
              <a:gd name="GluePoint2X" fmla="*/ 27 w 193"/>
              <a:gd name="GluePoint2Y" fmla="*/ 131 h 193"/>
              <a:gd name="GluePoint3X" fmla="*/ 0 w 193"/>
              <a:gd name="GluePoint3Y" fmla="*/ 187 h 193"/>
              <a:gd name="GluePoint4X" fmla="*/ 6 w 193"/>
              <a:gd name="GluePoint4Y" fmla="*/ 193 h 193"/>
              <a:gd name="GluePoint5X" fmla="*/ 62 w 193"/>
              <a:gd name="GluePoint5Y" fmla="*/ 165 h 193"/>
              <a:gd name="GluePoint6X" fmla="*/ 193 w 193"/>
              <a:gd name="GluePoint6Y" fmla="*/ 34 h 193"/>
              <a:gd name="GluePoint7X" fmla="*/ 159 w 193"/>
              <a:gd name="GluePoint7Y" fmla="*/ 0 h 193"/>
              <a:gd name="GluePoint8X" fmla="*/ 28 w 193"/>
              <a:gd name="GluePoint8Y" fmla="*/ 131 h 193"/>
              <a:gd name="GluePoint9X" fmla="*/ 34 w 193"/>
              <a:gd name="GluePoint9Y" fmla="*/ 133 h 193"/>
              <a:gd name="GluePoint10X" fmla="*/ 132 w 193"/>
              <a:gd name="GluePoint10Y" fmla="*/ 35 h 193"/>
              <a:gd name="GluePoint11X" fmla="*/ 158 w 193"/>
              <a:gd name="GluePoint11Y" fmla="*/ 61 h 193"/>
              <a:gd name="GluePoint12X" fmla="*/ 60 w 193"/>
              <a:gd name="GluePoint12Y" fmla="*/ 159 h 193"/>
              <a:gd name="GluePoint13X" fmla="*/ 34 w 193"/>
              <a:gd name="GluePoint13Y" fmla="*/ 133 h 193"/>
              <a:gd name="GluePoint14X" fmla="*/ 136 w 193"/>
              <a:gd name="GluePoint14Y" fmla="*/ 31 h 193"/>
              <a:gd name="GluePoint15X" fmla="*/ 144 w 193"/>
              <a:gd name="GluePoint15Y" fmla="*/ 23 h 193"/>
              <a:gd name="GluePoint16X" fmla="*/ 169 w 193"/>
              <a:gd name="GluePoint16Y" fmla="*/ 49 h 193"/>
              <a:gd name="GluePoint17X" fmla="*/ 162 w 193"/>
              <a:gd name="GluePoint17Y" fmla="*/ 57 h 193"/>
              <a:gd name="GluePoint18X" fmla="*/ 136 w 193"/>
              <a:gd name="GluePoint18Y" fmla="*/ 31 h 193"/>
              <a:gd name="GluePoint19X" fmla="*/ 31 w 193"/>
              <a:gd name="GluePoint19Y" fmla="*/ 138 h 193"/>
              <a:gd name="GluePoint20X" fmla="*/ 55 w 193"/>
              <a:gd name="GluePoint20Y" fmla="*/ 162 h 193"/>
              <a:gd name="GluePoint21X" fmla="*/ 32 w 193"/>
              <a:gd name="GluePoint21Y" fmla="*/ 174 h 193"/>
              <a:gd name="GluePoint22X" fmla="*/ 30 w 193"/>
              <a:gd name="GluePoint22Y" fmla="*/ 163 h 193"/>
              <a:gd name="GluePoint23X" fmla="*/ 19 w 193"/>
              <a:gd name="GluePoint23Y" fmla="*/ 161 h 193"/>
              <a:gd name="GluePoint24X" fmla="*/ 31 w 193"/>
              <a:gd name="GluePoint24Y" fmla="*/ 138 h 193"/>
              <a:gd name="GluePoint25X" fmla="*/ 17 w 193"/>
              <a:gd name="GluePoint25Y" fmla="*/ 166 h 193"/>
              <a:gd name="GluePoint26X" fmla="*/ 24 w 193"/>
              <a:gd name="GluePoint26Y" fmla="*/ 168 h 193"/>
              <a:gd name="GluePoint27X" fmla="*/ 27 w 193"/>
              <a:gd name="GluePoint27Y" fmla="*/ 176 h 193"/>
              <a:gd name="GluePoint28X" fmla="*/ 7 w 193"/>
              <a:gd name="GluePoint28Y" fmla="*/ 186 h 193"/>
              <a:gd name="GluePoint29X" fmla="*/ 17 w 193"/>
              <a:gd name="GluePoint29Y" fmla="*/ 166 h 193"/>
              <a:gd name="GluePoint30X" fmla="*/ 174 w 193"/>
              <a:gd name="GluePoint30Y" fmla="*/ 45 h 193"/>
              <a:gd name="GluePoint31X" fmla="*/ 148 w 193"/>
              <a:gd name="GluePoint31Y" fmla="*/ 19 h 193"/>
              <a:gd name="GluePoint32X" fmla="*/ 159 w 193"/>
              <a:gd name="GluePoint32Y" fmla="*/ 8 h 193"/>
              <a:gd name="GluePoint33X" fmla="*/ 184 w 193"/>
              <a:gd name="GluePoint33Y" fmla="*/ 34 h 193"/>
              <a:gd name="GluePoint34X" fmla="*/ 174 w 193"/>
              <a:gd name="GluePoint34Y" fmla="*/ 45 h 19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193" h="193">
                <a:moveTo>
                  <a:pt x="28" y="131"/>
                </a:moveTo>
                <a:lnTo>
                  <a:pt x="27" y="131"/>
                </a:lnTo>
                <a:lnTo>
                  <a:pt x="0" y="187"/>
                </a:lnTo>
                <a:lnTo>
                  <a:pt x="6" y="193"/>
                </a:lnTo>
                <a:lnTo>
                  <a:pt x="62" y="165"/>
                </a:lnTo>
                <a:lnTo>
                  <a:pt x="193" y="34"/>
                </a:lnTo>
                <a:lnTo>
                  <a:pt x="159" y="0"/>
                </a:lnTo>
                <a:lnTo>
                  <a:pt x="28" y="131"/>
                </a:lnTo>
                <a:close/>
                <a:moveTo>
                  <a:pt x="34" y="133"/>
                </a:moveTo>
                <a:lnTo>
                  <a:pt x="132" y="35"/>
                </a:lnTo>
                <a:lnTo>
                  <a:pt x="158" y="61"/>
                </a:lnTo>
                <a:lnTo>
                  <a:pt x="60" y="159"/>
                </a:lnTo>
                <a:lnTo>
                  <a:pt x="34" y="133"/>
                </a:lnTo>
                <a:close/>
                <a:moveTo>
                  <a:pt x="136" y="31"/>
                </a:moveTo>
                <a:lnTo>
                  <a:pt x="144" y="23"/>
                </a:lnTo>
                <a:lnTo>
                  <a:pt x="169" y="49"/>
                </a:lnTo>
                <a:lnTo>
                  <a:pt x="162" y="57"/>
                </a:lnTo>
                <a:lnTo>
                  <a:pt x="136" y="31"/>
                </a:lnTo>
                <a:close/>
                <a:moveTo>
                  <a:pt x="31" y="138"/>
                </a:moveTo>
                <a:lnTo>
                  <a:pt x="55" y="162"/>
                </a:lnTo>
                <a:lnTo>
                  <a:pt x="32" y="174"/>
                </a:lnTo>
                <a:lnTo>
                  <a:pt x="30" y="163"/>
                </a:lnTo>
                <a:lnTo>
                  <a:pt x="19" y="161"/>
                </a:lnTo>
                <a:lnTo>
                  <a:pt x="31" y="138"/>
                </a:lnTo>
                <a:close/>
                <a:moveTo>
                  <a:pt x="17" y="166"/>
                </a:moveTo>
                <a:lnTo>
                  <a:pt x="24" y="168"/>
                </a:lnTo>
                <a:lnTo>
                  <a:pt x="27" y="176"/>
                </a:lnTo>
                <a:lnTo>
                  <a:pt x="7" y="186"/>
                </a:lnTo>
                <a:lnTo>
                  <a:pt x="17" y="166"/>
                </a:lnTo>
                <a:close/>
                <a:moveTo>
                  <a:pt x="174" y="45"/>
                </a:moveTo>
                <a:lnTo>
                  <a:pt x="148" y="19"/>
                </a:lnTo>
                <a:lnTo>
                  <a:pt x="159" y="8"/>
                </a:lnTo>
                <a:lnTo>
                  <a:pt x="184" y="34"/>
                </a:lnTo>
                <a:lnTo>
                  <a:pt x="174" y="4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372" name="Freeform 328"/>
          <p:cNvSpPr/>
          <p:nvPr/>
        </p:nvSpPr>
        <p:spPr>
          <a:xfrm>
            <a:off x="5227560" y="3215520"/>
            <a:ext cx="269640" cy="310680"/>
          </a:xfrm>
          <a:custGeom>
            <a:avLst/>
            <a:gdLst>
              <a:gd name="textAreaLeft" fmla="*/ 0 w 269640"/>
              <a:gd name="textAreaRight" fmla="*/ 270000 w 269640"/>
              <a:gd name="textAreaTop" fmla="*/ 0 h 310680"/>
              <a:gd name="textAreaBottom" fmla="*/ 311040 h 310680"/>
              <a:gd name="GluePoint1X" fmla="*/ 227 w 227"/>
              <a:gd name="GluePoint1Y" fmla="*/ 0 h 261"/>
              <a:gd name="GluePoint2X" fmla="*/ 145 w 227"/>
              <a:gd name="GluePoint2Y" fmla="*/ 72 h 261"/>
              <a:gd name="GluePoint3X" fmla="*/ 0 w 227"/>
              <a:gd name="GluePoint3Y" fmla="*/ 47 h 261"/>
              <a:gd name="GluePoint4X" fmla="*/ 68 w 227"/>
              <a:gd name="GluePoint4Y" fmla="*/ 197 h 261"/>
              <a:gd name="GluePoint5X" fmla="*/ 43 w 227"/>
              <a:gd name="GluePoint5Y" fmla="*/ 217 h 261"/>
              <a:gd name="GluePoint6X" fmla="*/ 71 w 227"/>
              <a:gd name="GluePoint6Y" fmla="*/ 237 h 261"/>
              <a:gd name="GluePoint7X" fmla="*/ 86 w 227"/>
              <a:gd name="GluePoint7Y" fmla="*/ 233 h 261"/>
              <a:gd name="GluePoint8X" fmla="*/ 91 w 227"/>
              <a:gd name="GluePoint8Y" fmla="*/ 245 h 261"/>
              <a:gd name="GluePoint9X" fmla="*/ 87 w 227"/>
              <a:gd name="GluePoint9Y" fmla="*/ 253 h 261"/>
              <a:gd name="GluePoint10X" fmla="*/ 87 w 227"/>
              <a:gd name="GluePoint10Y" fmla="*/ 261 h 261"/>
              <a:gd name="GluePoint11X" fmla="*/ 99 w 227"/>
              <a:gd name="GluePoint11Y" fmla="*/ 245 h 261"/>
              <a:gd name="GluePoint12X" fmla="*/ 93 w 227"/>
              <a:gd name="GluePoint12Y" fmla="*/ 229 h 261"/>
              <a:gd name="GluePoint13X" fmla="*/ 99 w 227"/>
              <a:gd name="GluePoint13Y" fmla="*/ 217 h 261"/>
              <a:gd name="GluePoint14X" fmla="*/ 97 w 227"/>
              <a:gd name="GluePoint14Y" fmla="*/ 211 h 261"/>
              <a:gd name="GluePoint15X" fmla="*/ 227 w 227"/>
              <a:gd name="GluePoint15Y" fmla="*/ 172 h 261"/>
              <a:gd name="GluePoint16X" fmla="*/ 227 w 227"/>
              <a:gd name="GluePoint16Y" fmla="*/ 0 h 261"/>
              <a:gd name="GluePoint17X" fmla="*/ 51 w 227"/>
              <a:gd name="GluePoint17Y" fmla="*/ 217 h 261"/>
              <a:gd name="GluePoint18X" fmla="*/ 71 w 227"/>
              <a:gd name="GluePoint18Y" fmla="*/ 205 h 261"/>
              <a:gd name="GluePoint19X" fmla="*/ 91 w 227"/>
              <a:gd name="GluePoint19Y" fmla="*/ 217 h 261"/>
              <a:gd name="GluePoint20X" fmla="*/ 71 w 227"/>
              <a:gd name="GluePoint20Y" fmla="*/ 229 h 261"/>
              <a:gd name="GluePoint21X" fmla="*/ 51 w 227"/>
              <a:gd name="GluePoint21Y" fmla="*/ 217 h 261"/>
              <a:gd name="GluePoint22X" fmla="*/ 219 w 227"/>
              <a:gd name="GluePoint22Y" fmla="*/ 166 h 261"/>
              <a:gd name="GluePoint23X" fmla="*/ 92 w 227"/>
              <a:gd name="GluePoint23Y" fmla="*/ 204 h 261"/>
              <a:gd name="GluePoint24X" fmla="*/ 77 w 227"/>
              <a:gd name="GluePoint24Y" fmla="*/ 197 h 261"/>
              <a:gd name="GluePoint25X" fmla="*/ 13 w 227"/>
              <a:gd name="GluePoint25Y" fmla="*/ 58 h 261"/>
              <a:gd name="GluePoint26X" fmla="*/ 148 w 227"/>
              <a:gd name="GluePoint26Y" fmla="*/ 81 h 261"/>
              <a:gd name="GluePoint27X" fmla="*/ 219 w 227"/>
              <a:gd name="GluePoint27Y" fmla="*/ 18 h 261"/>
              <a:gd name="GluePoint28X" fmla="*/ 219 w 227"/>
              <a:gd name="GluePoint28Y" fmla="*/ 166 h 2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</a:cxnLst>
            <a:rect l="textAreaLeft" t="textAreaTop" r="textAreaRight" b="textAreaBottom"/>
            <a:pathLst>
              <a:path w="227" h="261">
                <a:moveTo>
                  <a:pt x="227" y="0"/>
                </a:moveTo>
                <a:cubicBezTo>
                  <a:pt x="145" y="72"/>
                  <a:pt x="145" y="72"/>
                  <a:pt x="145" y="72"/>
                </a:cubicBezTo>
                <a:cubicBezTo>
                  <a:pt x="0" y="47"/>
                  <a:pt x="0" y="47"/>
                  <a:pt x="0" y="47"/>
                </a:cubicBezTo>
                <a:cubicBezTo>
                  <a:pt x="68" y="197"/>
                  <a:pt x="68" y="197"/>
                  <a:pt x="68" y="197"/>
                </a:cubicBezTo>
                <a:cubicBezTo>
                  <a:pt x="54" y="198"/>
                  <a:pt x="43" y="206"/>
                  <a:pt x="43" y="217"/>
                </a:cubicBezTo>
                <a:cubicBezTo>
                  <a:pt x="43" y="228"/>
                  <a:pt x="55" y="237"/>
                  <a:pt x="71" y="237"/>
                </a:cubicBezTo>
                <a:cubicBezTo>
                  <a:pt x="76" y="237"/>
                  <a:pt x="82" y="235"/>
                  <a:pt x="86" y="233"/>
                </a:cubicBezTo>
                <a:cubicBezTo>
                  <a:pt x="88" y="235"/>
                  <a:pt x="91" y="238"/>
                  <a:pt x="91" y="245"/>
                </a:cubicBezTo>
                <a:cubicBezTo>
                  <a:pt x="91" y="252"/>
                  <a:pt x="87" y="253"/>
                  <a:pt x="87" y="253"/>
                </a:cubicBezTo>
                <a:cubicBezTo>
                  <a:pt x="87" y="261"/>
                  <a:pt x="87" y="261"/>
                  <a:pt x="87" y="261"/>
                </a:cubicBezTo>
                <a:cubicBezTo>
                  <a:pt x="91" y="261"/>
                  <a:pt x="99" y="257"/>
                  <a:pt x="99" y="245"/>
                </a:cubicBezTo>
                <a:cubicBezTo>
                  <a:pt x="99" y="237"/>
                  <a:pt x="96" y="232"/>
                  <a:pt x="93" y="229"/>
                </a:cubicBezTo>
                <a:cubicBezTo>
                  <a:pt x="96" y="225"/>
                  <a:pt x="99" y="221"/>
                  <a:pt x="99" y="217"/>
                </a:cubicBezTo>
                <a:cubicBezTo>
                  <a:pt x="99" y="215"/>
                  <a:pt x="98" y="213"/>
                  <a:pt x="97" y="211"/>
                </a:cubicBezTo>
                <a:cubicBezTo>
                  <a:pt x="227" y="172"/>
                  <a:pt x="227" y="172"/>
                  <a:pt x="227" y="172"/>
                </a:cubicBezTo>
                <a:lnTo>
                  <a:pt x="227" y="0"/>
                </a:lnTo>
                <a:close/>
                <a:moveTo>
                  <a:pt x="51" y="217"/>
                </a:moveTo>
                <a:cubicBezTo>
                  <a:pt x="51" y="210"/>
                  <a:pt x="60" y="205"/>
                  <a:pt x="71" y="205"/>
                </a:cubicBezTo>
                <a:cubicBezTo>
                  <a:pt x="81" y="205"/>
                  <a:pt x="91" y="210"/>
                  <a:pt x="91" y="217"/>
                </a:cubicBezTo>
                <a:cubicBezTo>
                  <a:pt x="91" y="223"/>
                  <a:pt x="81" y="229"/>
                  <a:pt x="71" y="229"/>
                </a:cubicBezTo>
                <a:cubicBezTo>
                  <a:pt x="60" y="229"/>
                  <a:pt x="51" y="223"/>
                  <a:pt x="51" y="217"/>
                </a:cubicBezTo>
                <a:close/>
                <a:moveTo>
                  <a:pt x="219" y="166"/>
                </a:moveTo>
                <a:cubicBezTo>
                  <a:pt x="92" y="204"/>
                  <a:pt x="92" y="204"/>
                  <a:pt x="92" y="204"/>
                </a:cubicBezTo>
                <a:cubicBezTo>
                  <a:pt x="89" y="201"/>
                  <a:pt x="83" y="198"/>
                  <a:pt x="77" y="197"/>
                </a:cubicBezTo>
                <a:cubicBezTo>
                  <a:pt x="13" y="58"/>
                  <a:pt x="13" y="58"/>
                  <a:pt x="13" y="58"/>
                </a:cubicBezTo>
                <a:cubicBezTo>
                  <a:pt x="148" y="81"/>
                  <a:pt x="148" y="81"/>
                  <a:pt x="148" y="81"/>
                </a:cubicBezTo>
                <a:cubicBezTo>
                  <a:pt x="219" y="18"/>
                  <a:pt x="219" y="18"/>
                  <a:pt x="219" y="18"/>
                </a:cubicBezTo>
                <a:lnTo>
                  <a:pt x="219" y="16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373" name="Группа 626"/>
          <p:cNvGrpSpPr/>
          <p:nvPr/>
        </p:nvGrpSpPr>
        <p:grpSpPr>
          <a:xfrm>
            <a:off x="5603760" y="3224880"/>
            <a:ext cx="304560" cy="290160"/>
            <a:chOff x="5603760" y="3224880"/>
            <a:chExt cx="304560" cy="290160"/>
          </a:xfrm>
        </p:grpSpPr>
        <p:sp>
          <p:nvSpPr>
            <p:cNvPr id="3374" name="Freeform 329"/>
            <p:cNvSpPr/>
            <p:nvPr/>
          </p:nvSpPr>
          <p:spPr>
            <a:xfrm>
              <a:off x="5603760" y="3294720"/>
              <a:ext cx="107640" cy="21240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212400"/>
                <a:gd name="textAreaBottom" fmla="*/ 212760 h 212400"/>
                <a:gd name="GluePoint1X" fmla="*/ 0 w 68"/>
                <a:gd name="GluePoint1Y" fmla="*/ 0 h 134"/>
                <a:gd name="GluePoint2X" fmla="*/ 0 w 68"/>
                <a:gd name="GluePoint2Y" fmla="*/ 134 h 134"/>
                <a:gd name="GluePoint3X" fmla="*/ 68 w 68"/>
                <a:gd name="GluePoint3Y" fmla="*/ 67 h 134"/>
                <a:gd name="GluePoint4X" fmla="*/ 0 w 68"/>
                <a:gd name="GluePoint4Y" fmla="*/ 0 h 134"/>
                <a:gd name="GluePoint5X" fmla="*/ 6 w 68"/>
                <a:gd name="GluePoint5Y" fmla="*/ 15 h 134"/>
                <a:gd name="GluePoint6X" fmla="*/ 59 w 68"/>
                <a:gd name="GluePoint6Y" fmla="*/ 67 h 134"/>
                <a:gd name="GluePoint7X" fmla="*/ 6 w 68"/>
                <a:gd name="GluePoint7Y" fmla="*/ 120 h 134"/>
                <a:gd name="GluePoint8X" fmla="*/ 6 w 68"/>
                <a:gd name="GluePoint8Y" fmla="*/ 15 h 1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68" h="134">
                  <a:moveTo>
                    <a:pt x="0" y="0"/>
                  </a:moveTo>
                  <a:lnTo>
                    <a:pt x="0" y="134"/>
                  </a:lnTo>
                  <a:lnTo>
                    <a:pt x="68" y="67"/>
                  </a:lnTo>
                  <a:lnTo>
                    <a:pt x="0" y="0"/>
                  </a:lnTo>
                  <a:close/>
                  <a:moveTo>
                    <a:pt x="6" y="15"/>
                  </a:moveTo>
                  <a:lnTo>
                    <a:pt x="59" y="67"/>
                  </a:lnTo>
                  <a:lnTo>
                    <a:pt x="6" y="120"/>
                  </a:lnTo>
                  <a:lnTo>
                    <a:pt x="6" y="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75" name="Freeform 330"/>
            <p:cNvSpPr/>
            <p:nvPr/>
          </p:nvSpPr>
          <p:spPr>
            <a:xfrm>
              <a:off x="5894280" y="3486960"/>
              <a:ext cx="14040" cy="2016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20160"/>
                <a:gd name="textAreaBottom" fmla="*/ 20520 h 20160"/>
                <a:gd name="GluePoint1X" fmla="*/ 9 w 9"/>
                <a:gd name="GluePoint1Y" fmla="*/ 0 h 13"/>
                <a:gd name="GluePoint2X" fmla="*/ 4 w 9"/>
                <a:gd name="GluePoint2Y" fmla="*/ 0 h 13"/>
                <a:gd name="GluePoint3X" fmla="*/ 4 w 9"/>
                <a:gd name="GluePoint3Y" fmla="*/ 0 h 13"/>
                <a:gd name="GluePoint4X" fmla="*/ 4 w 9"/>
                <a:gd name="GluePoint4Y" fmla="*/ 0 h 13"/>
                <a:gd name="GluePoint5X" fmla="*/ 3 w 9"/>
                <a:gd name="GluePoint5Y" fmla="*/ 0 h 13"/>
                <a:gd name="GluePoint6X" fmla="*/ 3 w 9"/>
                <a:gd name="GluePoint6Y" fmla="*/ 1 h 13"/>
                <a:gd name="GluePoint7X" fmla="*/ 0 w 9"/>
                <a:gd name="GluePoint7Y" fmla="*/ 4 h 13"/>
                <a:gd name="GluePoint8X" fmla="*/ 9 w 9"/>
                <a:gd name="GluePoint8Y" fmla="*/ 13 h 13"/>
                <a:gd name="GluePoint9X" fmla="*/ 9 w 9"/>
                <a:gd name="GluePoint9Y" fmla="*/ 0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" h="13">
                  <a:moveTo>
                    <a:pt x="9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0" y="4"/>
                  </a:lnTo>
                  <a:lnTo>
                    <a:pt x="9" y="1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76" name="Rectangle 331"/>
            <p:cNvSpPr/>
            <p:nvPr/>
          </p:nvSpPr>
          <p:spPr>
            <a:xfrm>
              <a:off x="5899320" y="34059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77" name="Rectangle 332"/>
            <p:cNvSpPr/>
            <p:nvPr/>
          </p:nvSpPr>
          <p:spPr>
            <a:xfrm>
              <a:off x="5899320" y="343440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78" name="Rectangle 333"/>
            <p:cNvSpPr/>
            <p:nvPr/>
          </p:nvSpPr>
          <p:spPr>
            <a:xfrm>
              <a:off x="5899320" y="33771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79" name="Rectangle 334"/>
            <p:cNvSpPr/>
            <p:nvPr/>
          </p:nvSpPr>
          <p:spPr>
            <a:xfrm>
              <a:off x="5899320" y="34581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0" name="Rectangle 335"/>
            <p:cNvSpPr/>
            <p:nvPr/>
          </p:nvSpPr>
          <p:spPr>
            <a:xfrm>
              <a:off x="5899320" y="335340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1" name="Rectangle 336"/>
            <p:cNvSpPr/>
            <p:nvPr/>
          </p:nvSpPr>
          <p:spPr>
            <a:xfrm>
              <a:off x="5899320" y="33249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2" name="Freeform 337"/>
            <p:cNvSpPr/>
            <p:nvPr/>
          </p:nvSpPr>
          <p:spPr>
            <a:xfrm>
              <a:off x="5894280" y="3294720"/>
              <a:ext cx="14040" cy="2196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21960"/>
                <a:gd name="textAreaBottom" fmla="*/ 22320 h 21960"/>
                <a:gd name="GluePoint1X" fmla="*/ 9 w 9"/>
                <a:gd name="GluePoint1Y" fmla="*/ 0 h 14"/>
                <a:gd name="GluePoint2X" fmla="*/ 0 w 9"/>
                <a:gd name="GluePoint2Y" fmla="*/ 9 h 14"/>
                <a:gd name="GluePoint3X" fmla="*/ 3 w 9"/>
                <a:gd name="GluePoint3Y" fmla="*/ 13 h 14"/>
                <a:gd name="GluePoint4X" fmla="*/ 3 w 9"/>
                <a:gd name="GluePoint4Y" fmla="*/ 13 h 14"/>
                <a:gd name="GluePoint5X" fmla="*/ 4 w 9"/>
                <a:gd name="GluePoint5Y" fmla="*/ 13 h 14"/>
                <a:gd name="GluePoint6X" fmla="*/ 4 w 9"/>
                <a:gd name="GluePoint6Y" fmla="*/ 14 h 14"/>
                <a:gd name="GluePoint7X" fmla="*/ 4 w 9"/>
                <a:gd name="GluePoint7Y" fmla="*/ 13 h 14"/>
                <a:gd name="GluePoint8X" fmla="*/ 9 w 9"/>
                <a:gd name="GluePoint8Y" fmla="*/ 13 h 14"/>
                <a:gd name="GluePoint9X" fmla="*/ 9 w 9"/>
                <a:gd name="GluePoint9Y" fmla="*/ 0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" h="14">
                  <a:moveTo>
                    <a:pt x="9" y="0"/>
                  </a:moveTo>
                  <a:lnTo>
                    <a:pt x="0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9" y="1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3" name="Freeform 338"/>
            <p:cNvSpPr/>
            <p:nvPr/>
          </p:nvSpPr>
          <p:spPr>
            <a:xfrm>
              <a:off x="5837400" y="335340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4 w 12"/>
                <a:gd name="GluePoint1Y" fmla="*/ 12 h 12"/>
                <a:gd name="GluePoint2X" fmla="*/ 0 w 12"/>
                <a:gd name="GluePoint2Y" fmla="*/ 8 h 12"/>
                <a:gd name="GluePoint3X" fmla="*/ 8 w 12"/>
                <a:gd name="GluePoint3Y" fmla="*/ 0 h 12"/>
                <a:gd name="GluePoint4X" fmla="*/ 12 w 12"/>
                <a:gd name="GluePoint4Y" fmla="*/ 4 h 12"/>
                <a:gd name="GluePoint5X" fmla="*/ 4 w 12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4" y="1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2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4" name="Freeform 339"/>
            <p:cNvSpPr/>
            <p:nvPr/>
          </p:nvSpPr>
          <p:spPr>
            <a:xfrm>
              <a:off x="5875200" y="331524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4 w 12"/>
                <a:gd name="GluePoint1Y" fmla="*/ 13 h 13"/>
                <a:gd name="GluePoint2X" fmla="*/ 0 w 12"/>
                <a:gd name="GluePoint2Y" fmla="*/ 8 h 13"/>
                <a:gd name="GluePoint3X" fmla="*/ 8 w 12"/>
                <a:gd name="GluePoint3Y" fmla="*/ 0 h 13"/>
                <a:gd name="GluePoint4X" fmla="*/ 12 w 12"/>
                <a:gd name="GluePoint4Y" fmla="*/ 5 h 13"/>
                <a:gd name="GluePoint5X" fmla="*/ 4 w 12"/>
                <a:gd name="GluePoint5Y" fmla="*/ 13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4" y="13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2" y="5"/>
                  </a:lnTo>
                  <a:lnTo>
                    <a:pt x="4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5" name="Freeform 340"/>
            <p:cNvSpPr/>
            <p:nvPr/>
          </p:nvSpPr>
          <p:spPr>
            <a:xfrm>
              <a:off x="5818320" y="337248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8720"/>
                <a:gd name="textAreaBottom" fmla="*/ 19080 h 18720"/>
                <a:gd name="GluePoint1X" fmla="*/ 4 w 13"/>
                <a:gd name="GluePoint1Y" fmla="*/ 12 h 12"/>
                <a:gd name="GluePoint2X" fmla="*/ 0 w 13"/>
                <a:gd name="GluePoint2Y" fmla="*/ 7 h 12"/>
                <a:gd name="GluePoint3X" fmla="*/ 8 w 13"/>
                <a:gd name="GluePoint3Y" fmla="*/ 0 h 12"/>
                <a:gd name="GluePoint4X" fmla="*/ 13 w 13"/>
                <a:gd name="GluePoint4Y" fmla="*/ 4 h 12"/>
                <a:gd name="GluePoint5X" fmla="*/ 4 w 13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12">
                  <a:moveTo>
                    <a:pt x="4" y="12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3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6" name="Freeform 341"/>
            <p:cNvSpPr/>
            <p:nvPr/>
          </p:nvSpPr>
          <p:spPr>
            <a:xfrm>
              <a:off x="5856120" y="333432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8 w 12"/>
                <a:gd name="GluePoint1Y" fmla="*/ 0 h 12"/>
                <a:gd name="GluePoint2X" fmla="*/ 12 w 12"/>
                <a:gd name="GluePoint2Y" fmla="*/ 4 h 12"/>
                <a:gd name="GluePoint3X" fmla="*/ 4 w 12"/>
                <a:gd name="GluePoint3Y" fmla="*/ 12 h 12"/>
                <a:gd name="GluePoint4X" fmla="*/ 0 w 12"/>
                <a:gd name="GluePoint4Y" fmla="*/ 8 h 12"/>
                <a:gd name="GluePoint5X" fmla="*/ 8 w 12"/>
                <a:gd name="GluePoint5Y" fmla="*/ 0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8" y="0"/>
                  </a:moveTo>
                  <a:lnTo>
                    <a:pt x="12" y="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7" name="Freeform 342"/>
            <p:cNvSpPr/>
            <p:nvPr/>
          </p:nvSpPr>
          <p:spPr>
            <a:xfrm>
              <a:off x="5802480" y="3391560"/>
              <a:ext cx="17280" cy="201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0160"/>
                <a:gd name="textAreaBottom" fmla="*/ 20520 h 20160"/>
                <a:gd name="GluePoint1X" fmla="*/ 0 w 11"/>
                <a:gd name="GluePoint1Y" fmla="*/ 6 h 13"/>
                <a:gd name="GluePoint2X" fmla="*/ 6 w 11"/>
                <a:gd name="GluePoint2Y" fmla="*/ 13 h 13"/>
                <a:gd name="GluePoint3X" fmla="*/ 11 w 11"/>
                <a:gd name="GluePoint3Y" fmla="*/ 8 h 13"/>
                <a:gd name="GluePoint4X" fmla="*/ 8 w 11"/>
                <a:gd name="GluePoint4Y" fmla="*/ 6 h 13"/>
                <a:gd name="GluePoint5X" fmla="*/ 11 w 11"/>
                <a:gd name="GluePoint5Y" fmla="*/ 4 h 13"/>
                <a:gd name="GluePoint6X" fmla="*/ 6 w 11"/>
                <a:gd name="GluePoint6Y" fmla="*/ 0 h 13"/>
                <a:gd name="GluePoint7X" fmla="*/ 0 w 11"/>
                <a:gd name="GluePoint7Y" fmla="*/ 6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1" h="13">
                  <a:moveTo>
                    <a:pt x="0" y="6"/>
                  </a:moveTo>
                  <a:lnTo>
                    <a:pt x="6" y="13"/>
                  </a:lnTo>
                  <a:lnTo>
                    <a:pt x="11" y="8"/>
                  </a:lnTo>
                  <a:lnTo>
                    <a:pt x="8" y="6"/>
                  </a:lnTo>
                  <a:lnTo>
                    <a:pt x="11" y="4"/>
                  </a:lnTo>
                  <a:lnTo>
                    <a:pt x="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8" name="Freeform 343"/>
            <p:cNvSpPr/>
            <p:nvPr/>
          </p:nvSpPr>
          <p:spPr>
            <a:xfrm>
              <a:off x="5856120" y="344880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0 w 12"/>
                <a:gd name="GluePoint1Y" fmla="*/ 4 h 12"/>
                <a:gd name="GluePoint2X" fmla="*/ 4 w 12"/>
                <a:gd name="GluePoint2Y" fmla="*/ 0 h 12"/>
                <a:gd name="GluePoint3X" fmla="*/ 12 w 12"/>
                <a:gd name="GluePoint3Y" fmla="*/ 8 h 12"/>
                <a:gd name="GluePoint4X" fmla="*/ 8 w 12"/>
                <a:gd name="GluePoint4Y" fmla="*/ 12 h 12"/>
                <a:gd name="GluePoint5X" fmla="*/ 0 w 12"/>
                <a:gd name="GluePoint5Y" fmla="*/ 4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0" y="4"/>
                  </a:moveTo>
                  <a:lnTo>
                    <a:pt x="4" y="0"/>
                  </a:lnTo>
                  <a:lnTo>
                    <a:pt x="12" y="8"/>
                  </a:lnTo>
                  <a:lnTo>
                    <a:pt x="8" y="1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89" name="Freeform 344"/>
            <p:cNvSpPr/>
            <p:nvPr/>
          </p:nvSpPr>
          <p:spPr>
            <a:xfrm>
              <a:off x="5875200" y="346788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0 w 12"/>
                <a:gd name="GluePoint1Y" fmla="*/ 4 h 12"/>
                <a:gd name="GluePoint2X" fmla="*/ 4 w 12"/>
                <a:gd name="GluePoint2Y" fmla="*/ 0 h 12"/>
                <a:gd name="GluePoint3X" fmla="*/ 12 w 12"/>
                <a:gd name="GluePoint3Y" fmla="*/ 7 h 12"/>
                <a:gd name="GluePoint4X" fmla="*/ 8 w 12"/>
                <a:gd name="GluePoint4Y" fmla="*/ 12 h 12"/>
                <a:gd name="GluePoint5X" fmla="*/ 0 w 12"/>
                <a:gd name="GluePoint5Y" fmla="*/ 4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0" y="4"/>
                  </a:moveTo>
                  <a:lnTo>
                    <a:pt x="4" y="0"/>
                  </a:lnTo>
                  <a:lnTo>
                    <a:pt x="12" y="7"/>
                  </a:lnTo>
                  <a:lnTo>
                    <a:pt x="8" y="1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0" name="Freeform 345"/>
            <p:cNvSpPr/>
            <p:nvPr/>
          </p:nvSpPr>
          <p:spPr>
            <a:xfrm>
              <a:off x="5837400" y="342972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4 w 12"/>
                <a:gd name="GluePoint1Y" fmla="*/ 0 h 12"/>
                <a:gd name="GluePoint2X" fmla="*/ 12 w 12"/>
                <a:gd name="GluePoint2Y" fmla="*/ 8 h 12"/>
                <a:gd name="GluePoint3X" fmla="*/ 8 w 12"/>
                <a:gd name="GluePoint3Y" fmla="*/ 12 h 12"/>
                <a:gd name="GluePoint4X" fmla="*/ 0 w 12"/>
                <a:gd name="GluePoint4Y" fmla="*/ 4 h 12"/>
                <a:gd name="GluePoint5X" fmla="*/ 4 w 12"/>
                <a:gd name="GluePoint5Y" fmla="*/ 0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4" y="0"/>
                  </a:moveTo>
                  <a:lnTo>
                    <a:pt x="12" y="8"/>
                  </a:lnTo>
                  <a:lnTo>
                    <a:pt x="8" y="12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1" name="Freeform 346"/>
            <p:cNvSpPr/>
            <p:nvPr/>
          </p:nvSpPr>
          <p:spPr>
            <a:xfrm>
              <a:off x="5818320" y="3410640"/>
              <a:ext cx="20160" cy="201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20160"/>
                <a:gd name="textAreaBottom" fmla="*/ 20520 h 20160"/>
                <a:gd name="GluePoint1X" fmla="*/ 4 w 13"/>
                <a:gd name="GluePoint1Y" fmla="*/ 0 h 13"/>
                <a:gd name="GluePoint2X" fmla="*/ 13 w 13"/>
                <a:gd name="GluePoint2Y" fmla="*/ 8 h 13"/>
                <a:gd name="GluePoint3X" fmla="*/ 8 w 13"/>
                <a:gd name="GluePoint3Y" fmla="*/ 13 h 13"/>
                <a:gd name="GluePoint4X" fmla="*/ 0 w 13"/>
                <a:gd name="GluePoint4Y" fmla="*/ 4 h 13"/>
                <a:gd name="GluePoint5X" fmla="*/ 4 w 13"/>
                <a:gd name="GluePoint5Y" fmla="*/ 0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13">
                  <a:moveTo>
                    <a:pt x="4" y="0"/>
                  </a:moveTo>
                  <a:lnTo>
                    <a:pt x="13" y="8"/>
                  </a:lnTo>
                  <a:lnTo>
                    <a:pt x="8" y="13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2" name="Rectangle 347"/>
            <p:cNvSpPr/>
            <p:nvPr/>
          </p:nvSpPr>
          <p:spPr>
            <a:xfrm>
              <a:off x="5751360" y="350604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3" name="Rectangle 348"/>
            <p:cNvSpPr/>
            <p:nvPr/>
          </p:nvSpPr>
          <p:spPr>
            <a:xfrm>
              <a:off x="5751360" y="34200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4" name="Rectangle 349"/>
            <p:cNvSpPr/>
            <p:nvPr/>
          </p:nvSpPr>
          <p:spPr>
            <a:xfrm>
              <a:off x="5751360" y="33631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5" name="Rectangle 350"/>
            <p:cNvSpPr/>
            <p:nvPr/>
          </p:nvSpPr>
          <p:spPr>
            <a:xfrm>
              <a:off x="5751360" y="33915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6" name="Rectangle 351"/>
            <p:cNvSpPr/>
            <p:nvPr/>
          </p:nvSpPr>
          <p:spPr>
            <a:xfrm>
              <a:off x="5751360" y="34488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7" name="Rectangle 352"/>
            <p:cNvSpPr/>
            <p:nvPr/>
          </p:nvSpPr>
          <p:spPr>
            <a:xfrm>
              <a:off x="5751360" y="34772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8" name="Rectangle 353"/>
            <p:cNvSpPr/>
            <p:nvPr/>
          </p:nvSpPr>
          <p:spPr>
            <a:xfrm>
              <a:off x="5751360" y="33058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399" name="Rectangle 354"/>
            <p:cNvSpPr/>
            <p:nvPr/>
          </p:nvSpPr>
          <p:spPr>
            <a:xfrm>
              <a:off x="5751360" y="33343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00" name="Rectangle 355"/>
            <p:cNvSpPr/>
            <p:nvPr/>
          </p:nvSpPr>
          <p:spPr>
            <a:xfrm>
              <a:off x="5751360" y="328680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01" name="Freeform 356"/>
            <p:cNvSpPr/>
            <p:nvPr/>
          </p:nvSpPr>
          <p:spPr>
            <a:xfrm>
              <a:off x="5634000" y="3224880"/>
              <a:ext cx="245880" cy="66240"/>
            </a:xfrm>
            <a:custGeom>
              <a:avLst/>
              <a:gdLst>
                <a:gd name="textAreaLeft" fmla="*/ 0 w 245880"/>
                <a:gd name="textAreaRight" fmla="*/ 246240 w 245880"/>
                <a:gd name="textAreaTop" fmla="*/ 0 h 66240"/>
                <a:gd name="textAreaBottom" fmla="*/ 66600 h 66240"/>
                <a:gd name="GluePoint1X" fmla="*/ 199 w 207"/>
                <a:gd name="GluePoint1Y" fmla="*/ 41 h 56"/>
                <a:gd name="GluePoint2X" fmla="*/ 103 w 207"/>
                <a:gd name="GluePoint2Y" fmla="*/ 0 h 56"/>
                <a:gd name="GluePoint3X" fmla="*/ 0 w 207"/>
                <a:gd name="GluePoint3Y" fmla="*/ 50 h 56"/>
                <a:gd name="GluePoint4X" fmla="*/ 7 w 207"/>
                <a:gd name="GluePoint4Y" fmla="*/ 55 h 56"/>
                <a:gd name="GluePoint5X" fmla="*/ 103 w 207"/>
                <a:gd name="GluePoint5Y" fmla="*/ 8 h 56"/>
                <a:gd name="GluePoint6X" fmla="*/ 195 w 207"/>
                <a:gd name="GluePoint6Y" fmla="*/ 48 h 56"/>
                <a:gd name="GluePoint7X" fmla="*/ 159 w 207"/>
                <a:gd name="GluePoint7Y" fmla="*/ 48 h 56"/>
                <a:gd name="GluePoint8X" fmla="*/ 159 w 207"/>
                <a:gd name="GluePoint8Y" fmla="*/ 56 h 56"/>
                <a:gd name="GluePoint9X" fmla="*/ 203 w 207"/>
                <a:gd name="GluePoint9Y" fmla="*/ 56 h 56"/>
                <a:gd name="GluePoint10X" fmla="*/ 207 w 207"/>
                <a:gd name="GluePoint10Y" fmla="*/ 52 h 56"/>
                <a:gd name="GluePoint11X" fmla="*/ 207 w 207"/>
                <a:gd name="GluePoint11Y" fmla="*/ 8 h 56"/>
                <a:gd name="GluePoint12X" fmla="*/ 199 w 207"/>
                <a:gd name="GluePoint12Y" fmla="*/ 8 h 56"/>
                <a:gd name="GluePoint13X" fmla="*/ 199 w 207"/>
                <a:gd name="GluePoint13Y" fmla="*/ 41 h 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07" h="56">
                  <a:moveTo>
                    <a:pt x="199" y="41"/>
                  </a:moveTo>
                  <a:cubicBezTo>
                    <a:pt x="176" y="15"/>
                    <a:pt x="143" y="0"/>
                    <a:pt x="103" y="0"/>
                  </a:cubicBezTo>
                  <a:cubicBezTo>
                    <a:pt x="60" y="0"/>
                    <a:pt x="23" y="18"/>
                    <a:pt x="0" y="50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28" y="25"/>
                    <a:pt x="62" y="8"/>
                    <a:pt x="103" y="8"/>
                  </a:cubicBezTo>
                  <a:cubicBezTo>
                    <a:pt x="141" y="8"/>
                    <a:pt x="174" y="22"/>
                    <a:pt x="195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203" y="56"/>
                    <a:pt x="203" y="56"/>
                    <a:pt x="203" y="56"/>
                  </a:cubicBezTo>
                  <a:cubicBezTo>
                    <a:pt x="207" y="52"/>
                    <a:pt x="207" y="52"/>
                    <a:pt x="207" y="52"/>
                  </a:cubicBezTo>
                  <a:cubicBezTo>
                    <a:pt x="207" y="8"/>
                    <a:pt x="207" y="8"/>
                    <a:pt x="207" y="8"/>
                  </a:cubicBezTo>
                  <a:cubicBezTo>
                    <a:pt x="199" y="8"/>
                    <a:pt x="199" y="8"/>
                    <a:pt x="199" y="8"/>
                  </a:cubicBezTo>
                  <a:lnTo>
                    <a:pt x="199" y="4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402" name="Группа 627"/>
          <p:cNvGrpSpPr/>
          <p:nvPr/>
        </p:nvGrpSpPr>
        <p:grpSpPr>
          <a:xfrm>
            <a:off x="6004080" y="3218400"/>
            <a:ext cx="293040" cy="303120"/>
            <a:chOff x="6004080" y="3218400"/>
            <a:chExt cx="293040" cy="303120"/>
          </a:xfrm>
        </p:grpSpPr>
        <p:sp>
          <p:nvSpPr>
            <p:cNvPr id="3403" name="Freeform 357"/>
            <p:cNvSpPr/>
            <p:nvPr/>
          </p:nvSpPr>
          <p:spPr>
            <a:xfrm>
              <a:off x="6012000" y="3218400"/>
              <a:ext cx="212400" cy="105840"/>
            </a:xfrm>
            <a:custGeom>
              <a:avLst/>
              <a:gdLst>
                <a:gd name="textAreaLeft" fmla="*/ 0 w 212400"/>
                <a:gd name="textAreaRight" fmla="*/ 212760 w 212400"/>
                <a:gd name="textAreaTop" fmla="*/ 0 h 105840"/>
                <a:gd name="textAreaBottom" fmla="*/ 106200 h 105840"/>
                <a:gd name="GluePoint1X" fmla="*/ 66 w 134"/>
                <a:gd name="GluePoint1Y" fmla="*/ 67 h 67"/>
                <a:gd name="GluePoint2X" fmla="*/ 134 w 134"/>
                <a:gd name="GluePoint2Y" fmla="*/ 0 h 67"/>
                <a:gd name="GluePoint3X" fmla="*/ 0 w 134"/>
                <a:gd name="GluePoint3Y" fmla="*/ 0 h 67"/>
                <a:gd name="GluePoint4X" fmla="*/ 66 w 134"/>
                <a:gd name="GluePoint4Y" fmla="*/ 67 h 67"/>
                <a:gd name="GluePoint5X" fmla="*/ 66 w 134"/>
                <a:gd name="GluePoint5Y" fmla="*/ 59 h 67"/>
                <a:gd name="GluePoint6X" fmla="*/ 14 w 134"/>
                <a:gd name="GluePoint6Y" fmla="*/ 6 h 67"/>
                <a:gd name="GluePoint7X" fmla="*/ 120 w 134"/>
                <a:gd name="GluePoint7Y" fmla="*/ 6 h 67"/>
                <a:gd name="GluePoint8X" fmla="*/ 66 w 134"/>
                <a:gd name="GluePoint8Y" fmla="*/ 59 h 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34" h="67">
                  <a:moveTo>
                    <a:pt x="66" y="67"/>
                  </a:moveTo>
                  <a:lnTo>
                    <a:pt x="134" y="0"/>
                  </a:lnTo>
                  <a:lnTo>
                    <a:pt x="0" y="0"/>
                  </a:lnTo>
                  <a:lnTo>
                    <a:pt x="66" y="67"/>
                  </a:lnTo>
                  <a:close/>
                  <a:moveTo>
                    <a:pt x="66" y="59"/>
                  </a:moveTo>
                  <a:lnTo>
                    <a:pt x="14" y="6"/>
                  </a:lnTo>
                  <a:lnTo>
                    <a:pt x="120" y="6"/>
                  </a:lnTo>
                  <a:lnTo>
                    <a:pt x="66" y="5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04" name="Freeform 358"/>
            <p:cNvSpPr/>
            <p:nvPr/>
          </p:nvSpPr>
          <p:spPr>
            <a:xfrm>
              <a:off x="6012000" y="3507480"/>
              <a:ext cx="20160" cy="1404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4040"/>
                <a:gd name="textAreaBottom" fmla="*/ 14400 h 14040"/>
                <a:gd name="GluePoint1X" fmla="*/ 13 w 13"/>
                <a:gd name="GluePoint1Y" fmla="*/ 5 h 9"/>
                <a:gd name="GluePoint2X" fmla="*/ 13 w 13"/>
                <a:gd name="GluePoint2Y" fmla="*/ 4 h 9"/>
                <a:gd name="GluePoint3X" fmla="*/ 13 w 13"/>
                <a:gd name="GluePoint3Y" fmla="*/ 4 h 9"/>
                <a:gd name="GluePoint4X" fmla="*/ 13 w 13"/>
                <a:gd name="GluePoint4Y" fmla="*/ 3 h 9"/>
                <a:gd name="GluePoint5X" fmla="*/ 13 w 13"/>
                <a:gd name="GluePoint5Y" fmla="*/ 3 h 9"/>
                <a:gd name="GluePoint6X" fmla="*/ 9 w 13"/>
                <a:gd name="GluePoint6Y" fmla="*/ 0 h 9"/>
                <a:gd name="GluePoint7X" fmla="*/ 0 w 13"/>
                <a:gd name="GluePoint7Y" fmla="*/ 9 h 9"/>
                <a:gd name="GluePoint8X" fmla="*/ 13 w 13"/>
                <a:gd name="GluePoint8Y" fmla="*/ 9 h 9"/>
                <a:gd name="GluePoint9X" fmla="*/ 13 w 13"/>
                <a:gd name="GluePoint9Y" fmla="*/ 5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3" h="9">
                  <a:moveTo>
                    <a:pt x="13" y="5"/>
                  </a:moveTo>
                  <a:lnTo>
                    <a:pt x="13" y="4"/>
                  </a:lnTo>
                  <a:lnTo>
                    <a:pt x="13" y="4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9" y="0"/>
                  </a:lnTo>
                  <a:lnTo>
                    <a:pt x="0" y="9"/>
                  </a:lnTo>
                  <a:lnTo>
                    <a:pt x="13" y="9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05" name="Rectangle 359"/>
            <p:cNvSpPr/>
            <p:nvPr/>
          </p:nvSpPr>
          <p:spPr>
            <a:xfrm>
              <a:off x="609300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06" name="Rectangle 360"/>
            <p:cNvSpPr/>
            <p:nvPr/>
          </p:nvSpPr>
          <p:spPr>
            <a:xfrm>
              <a:off x="6149880" y="3512160"/>
              <a:ext cx="140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07" name="Rectangle 361"/>
            <p:cNvSpPr/>
            <p:nvPr/>
          </p:nvSpPr>
          <p:spPr>
            <a:xfrm>
              <a:off x="617364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08" name="Rectangle 362"/>
            <p:cNvSpPr/>
            <p:nvPr/>
          </p:nvSpPr>
          <p:spPr>
            <a:xfrm>
              <a:off x="6070680" y="3512160"/>
              <a:ext cx="122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09" name="Rectangle 363"/>
            <p:cNvSpPr/>
            <p:nvPr/>
          </p:nvSpPr>
          <p:spPr>
            <a:xfrm>
              <a:off x="604188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0" name="Rectangle 364"/>
            <p:cNvSpPr/>
            <p:nvPr/>
          </p:nvSpPr>
          <p:spPr>
            <a:xfrm>
              <a:off x="612144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1" name="Freeform 365"/>
            <p:cNvSpPr/>
            <p:nvPr/>
          </p:nvSpPr>
          <p:spPr>
            <a:xfrm>
              <a:off x="6202440" y="3507480"/>
              <a:ext cx="21960" cy="1404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4040"/>
                <a:gd name="textAreaBottom" fmla="*/ 14400 h 14040"/>
                <a:gd name="GluePoint1X" fmla="*/ 1 w 14"/>
                <a:gd name="GluePoint1Y" fmla="*/ 3 h 9"/>
                <a:gd name="GluePoint2X" fmla="*/ 0 w 14"/>
                <a:gd name="GluePoint2Y" fmla="*/ 3 h 9"/>
                <a:gd name="GluePoint3X" fmla="*/ 0 w 14"/>
                <a:gd name="GluePoint3Y" fmla="*/ 4 h 9"/>
                <a:gd name="GluePoint4X" fmla="*/ 0 w 14"/>
                <a:gd name="GluePoint4Y" fmla="*/ 4 h 9"/>
                <a:gd name="GluePoint5X" fmla="*/ 0 w 14"/>
                <a:gd name="GluePoint5Y" fmla="*/ 5 h 9"/>
                <a:gd name="GluePoint6X" fmla="*/ 0 w 14"/>
                <a:gd name="GluePoint6Y" fmla="*/ 9 h 9"/>
                <a:gd name="GluePoint7X" fmla="*/ 14 w 14"/>
                <a:gd name="GluePoint7Y" fmla="*/ 9 h 9"/>
                <a:gd name="GluePoint8X" fmla="*/ 5 w 14"/>
                <a:gd name="GluePoint8Y" fmla="*/ 0 h 9"/>
                <a:gd name="GluePoint9X" fmla="*/ 1 w 14"/>
                <a:gd name="GluePoint9Y" fmla="*/ 3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4" h="9">
                  <a:moveTo>
                    <a:pt x="1" y="3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9"/>
                  </a:lnTo>
                  <a:lnTo>
                    <a:pt x="14" y="9"/>
                  </a:lnTo>
                  <a:lnTo>
                    <a:pt x="5" y="0"/>
                  </a:lnTo>
                  <a:lnTo>
                    <a:pt x="1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2" name="Freeform 366"/>
            <p:cNvSpPr/>
            <p:nvPr/>
          </p:nvSpPr>
          <p:spPr>
            <a:xfrm>
              <a:off x="6164280" y="346932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9 w 12"/>
                <a:gd name="GluePoint1Y" fmla="*/ 12 h 12"/>
                <a:gd name="GluePoint2X" fmla="*/ 0 w 12"/>
                <a:gd name="GluePoint2Y" fmla="*/ 5 h 12"/>
                <a:gd name="GluePoint3X" fmla="*/ 5 w 12"/>
                <a:gd name="GluePoint3Y" fmla="*/ 0 h 12"/>
                <a:gd name="GluePoint4X" fmla="*/ 12 w 12"/>
                <a:gd name="GluePoint4Y" fmla="*/ 9 h 12"/>
                <a:gd name="GluePoint5X" fmla="*/ 9 w 12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9" y="12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12" y="9"/>
                  </a:lnTo>
                  <a:lnTo>
                    <a:pt x="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3" name="Freeform 367"/>
            <p:cNvSpPr/>
            <p:nvPr/>
          </p:nvSpPr>
          <p:spPr>
            <a:xfrm>
              <a:off x="6183360" y="348840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9 w 12"/>
                <a:gd name="GluePoint1Y" fmla="*/ 12 h 12"/>
                <a:gd name="GluePoint2X" fmla="*/ 0 w 12"/>
                <a:gd name="GluePoint2Y" fmla="*/ 5 h 12"/>
                <a:gd name="GluePoint3X" fmla="*/ 5 w 12"/>
                <a:gd name="GluePoint3Y" fmla="*/ 0 h 12"/>
                <a:gd name="GluePoint4X" fmla="*/ 12 w 12"/>
                <a:gd name="GluePoint4Y" fmla="*/ 8 h 12"/>
                <a:gd name="GluePoint5X" fmla="*/ 9 w 12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9" y="12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12" y="8"/>
                  </a:lnTo>
                  <a:lnTo>
                    <a:pt x="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4" name="Freeform 368"/>
            <p:cNvSpPr/>
            <p:nvPr/>
          </p:nvSpPr>
          <p:spPr>
            <a:xfrm>
              <a:off x="6127920" y="343116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8 w 12"/>
                <a:gd name="GluePoint1Y" fmla="*/ 13 h 13"/>
                <a:gd name="GluePoint2X" fmla="*/ 0 w 12"/>
                <a:gd name="GluePoint2Y" fmla="*/ 5 h 13"/>
                <a:gd name="GluePoint3X" fmla="*/ 4 w 12"/>
                <a:gd name="GluePoint3Y" fmla="*/ 0 h 13"/>
                <a:gd name="GluePoint4X" fmla="*/ 12 w 12"/>
                <a:gd name="GluePoint4Y" fmla="*/ 9 h 13"/>
                <a:gd name="GluePoint5X" fmla="*/ 8 w 12"/>
                <a:gd name="GluePoint5Y" fmla="*/ 13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8" y="13"/>
                  </a:moveTo>
                  <a:lnTo>
                    <a:pt x="0" y="5"/>
                  </a:lnTo>
                  <a:lnTo>
                    <a:pt x="4" y="0"/>
                  </a:lnTo>
                  <a:lnTo>
                    <a:pt x="12" y="9"/>
                  </a:lnTo>
                  <a:lnTo>
                    <a:pt x="8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5" name="Freeform 369"/>
            <p:cNvSpPr/>
            <p:nvPr/>
          </p:nvSpPr>
          <p:spPr>
            <a:xfrm>
              <a:off x="6145200" y="345024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8720"/>
                <a:gd name="textAreaBottom" fmla="*/ 19080 h 18720"/>
                <a:gd name="GluePoint1X" fmla="*/ 9 w 13"/>
                <a:gd name="GluePoint1Y" fmla="*/ 12 h 12"/>
                <a:gd name="GluePoint2X" fmla="*/ 0 w 13"/>
                <a:gd name="GluePoint2Y" fmla="*/ 5 h 12"/>
                <a:gd name="GluePoint3X" fmla="*/ 5 w 13"/>
                <a:gd name="GluePoint3Y" fmla="*/ 0 h 12"/>
                <a:gd name="GluePoint4X" fmla="*/ 13 w 13"/>
                <a:gd name="GluePoint4Y" fmla="*/ 9 h 12"/>
                <a:gd name="GluePoint5X" fmla="*/ 9 w 13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12">
                  <a:moveTo>
                    <a:pt x="9" y="12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13" y="9"/>
                  </a:lnTo>
                  <a:lnTo>
                    <a:pt x="9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6" name="Freeform 370"/>
            <p:cNvSpPr/>
            <p:nvPr/>
          </p:nvSpPr>
          <p:spPr>
            <a:xfrm>
              <a:off x="6107040" y="3417120"/>
              <a:ext cx="20160" cy="1548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5480"/>
                <a:gd name="textAreaBottom" fmla="*/ 15840 h 15480"/>
                <a:gd name="GluePoint1X" fmla="*/ 5 w 13"/>
                <a:gd name="GluePoint1Y" fmla="*/ 10 h 10"/>
                <a:gd name="GluePoint2X" fmla="*/ 6 w 13"/>
                <a:gd name="GluePoint2Y" fmla="*/ 8 h 10"/>
                <a:gd name="GluePoint3X" fmla="*/ 9 w 13"/>
                <a:gd name="GluePoint3Y" fmla="*/ 10 h 10"/>
                <a:gd name="GluePoint4X" fmla="*/ 13 w 13"/>
                <a:gd name="GluePoint4Y" fmla="*/ 6 h 10"/>
                <a:gd name="GluePoint5X" fmla="*/ 6 w 13"/>
                <a:gd name="GluePoint5Y" fmla="*/ 0 h 10"/>
                <a:gd name="GluePoint6X" fmla="*/ 0 w 13"/>
                <a:gd name="GluePoint6Y" fmla="*/ 6 h 10"/>
                <a:gd name="GluePoint7X" fmla="*/ 5 w 13"/>
                <a:gd name="GluePoint7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3" h="10">
                  <a:moveTo>
                    <a:pt x="5" y="10"/>
                  </a:moveTo>
                  <a:lnTo>
                    <a:pt x="6" y="8"/>
                  </a:lnTo>
                  <a:lnTo>
                    <a:pt x="9" y="10"/>
                  </a:lnTo>
                  <a:lnTo>
                    <a:pt x="13" y="6"/>
                  </a:lnTo>
                  <a:lnTo>
                    <a:pt x="6" y="0"/>
                  </a:lnTo>
                  <a:lnTo>
                    <a:pt x="0" y="6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920" bIns="7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7" name="Freeform 371"/>
            <p:cNvSpPr/>
            <p:nvPr/>
          </p:nvSpPr>
          <p:spPr>
            <a:xfrm>
              <a:off x="6087960" y="343116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5 w 12"/>
                <a:gd name="GluePoint1Y" fmla="*/ 13 h 13"/>
                <a:gd name="GluePoint2X" fmla="*/ 0 w 12"/>
                <a:gd name="GluePoint2Y" fmla="*/ 9 h 13"/>
                <a:gd name="GluePoint3X" fmla="*/ 9 w 12"/>
                <a:gd name="GluePoint3Y" fmla="*/ 0 h 13"/>
                <a:gd name="GluePoint4X" fmla="*/ 12 w 12"/>
                <a:gd name="GluePoint4Y" fmla="*/ 5 h 13"/>
                <a:gd name="GluePoint5X" fmla="*/ 5 w 12"/>
                <a:gd name="GluePoint5Y" fmla="*/ 13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5" y="13"/>
                  </a:moveTo>
                  <a:lnTo>
                    <a:pt x="0" y="9"/>
                  </a:lnTo>
                  <a:lnTo>
                    <a:pt x="9" y="0"/>
                  </a:lnTo>
                  <a:lnTo>
                    <a:pt x="12" y="5"/>
                  </a:lnTo>
                  <a:lnTo>
                    <a:pt x="5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8" name="Freeform 372"/>
            <p:cNvSpPr/>
            <p:nvPr/>
          </p:nvSpPr>
          <p:spPr>
            <a:xfrm>
              <a:off x="6051600" y="346932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12 w 12"/>
                <a:gd name="GluePoint1Y" fmla="*/ 5 h 12"/>
                <a:gd name="GluePoint2X" fmla="*/ 4 w 12"/>
                <a:gd name="GluePoint2Y" fmla="*/ 12 h 12"/>
                <a:gd name="GluePoint3X" fmla="*/ 0 w 12"/>
                <a:gd name="GluePoint3Y" fmla="*/ 9 h 12"/>
                <a:gd name="GluePoint4X" fmla="*/ 8 w 12"/>
                <a:gd name="GluePoint4Y" fmla="*/ 0 h 12"/>
                <a:gd name="GluePoint5X" fmla="*/ 12 w 12"/>
                <a:gd name="GluePoint5Y" fmla="*/ 5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12" y="5"/>
                  </a:moveTo>
                  <a:lnTo>
                    <a:pt x="4" y="12"/>
                  </a:lnTo>
                  <a:lnTo>
                    <a:pt x="0" y="9"/>
                  </a:lnTo>
                  <a:lnTo>
                    <a:pt x="8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19" name="Freeform 373"/>
            <p:cNvSpPr/>
            <p:nvPr/>
          </p:nvSpPr>
          <p:spPr>
            <a:xfrm>
              <a:off x="6032520" y="348840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8 w 12"/>
                <a:gd name="GluePoint1Y" fmla="*/ 0 h 12"/>
                <a:gd name="GluePoint2X" fmla="*/ 12 w 12"/>
                <a:gd name="GluePoint2Y" fmla="*/ 5 h 12"/>
                <a:gd name="GluePoint3X" fmla="*/ 4 w 12"/>
                <a:gd name="GluePoint3Y" fmla="*/ 12 h 12"/>
                <a:gd name="GluePoint4X" fmla="*/ 0 w 12"/>
                <a:gd name="GluePoint4Y" fmla="*/ 8 h 12"/>
                <a:gd name="GluePoint5X" fmla="*/ 8 w 12"/>
                <a:gd name="GluePoint5Y" fmla="*/ 0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8" y="0"/>
                  </a:moveTo>
                  <a:lnTo>
                    <a:pt x="12" y="5"/>
                  </a:lnTo>
                  <a:lnTo>
                    <a:pt x="4" y="12"/>
                  </a:lnTo>
                  <a:lnTo>
                    <a:pt x="0" y="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0" name="Freeform 374"/>
            <p:cNvSpPr/>
            <p:nvPr/>
          </p:nvSpPr>
          <p:spPr>
            <a:xfrm>
              <a:off x="6070680" y="3450240"/>
              <a:ext cx="17280" cy="1872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18720"/>
                <a:gd name="textAreaBottom" fmla="*/ 19080 h 18720"/>
                <a:gd name="GluePoint1X" fmla="*/ 11 w 11"/>
                <a:gd name="GluePoint1Y" fmla="*/ 5 h 12"/>
                <a:gd name="GluePoint2X" fmla="*/ 4 w 11"/>
                <a:gd name="GluePoint2Y" fmla="*/ 12 h 12"/>
                <a:gd name="GluePoint3X" fmla="*/ 0 w 11"/>
                <a:gd name="GluePoint3Y" fmla="*/ 9 h 12"/>
                <a:gd name="GluePoint4X" fmla="*/ 8 w 11"/>
                <a:gd name="GluePoint4Y" fmla="*/ 0 h 12"/>
                <a:gd name="GluePoint5X" fmla="*/ 11 w 11"/>
                <a:gd name="GluePoint5Y" fmla="*/ 5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2">
                  <a:moveTo>
                    <a:pt x="11" y="5"/>
                  </a:moveTo>
                  <a:lnTo>
                    <a:pt x="4" y="12"/>
                  </a:lnTo>
                  <a:lnTo>
                    <a:pt x="0" y="9"/>
                  </a:lnTo>
                  <a:lnTo>
                    <a:pt x="8" y="0"/>
                  </a:lnTo>
                  <a:lnTo>
                    <a:pt x="11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1" name="Rectangle 375"/>
            <p:cNvSpPr/>
            <p:nvPr/>
          </p:nvSpPr>
          <p:spPr>
            <a:xfrm>
              <a:off x="6004080" y="336312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2" name="Rectangle 376"/>
            <p:cNvSpPr/>
            <p:nvPr/>
          </p:nvSpPr>
          <p:spPr>
            <a:xfrm>
              <a:off x="6022800" y="33645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3" name="Rectangle 377"/>
            <p:cNvSpPr/>
            <p:nvPr/>
          </p:nvSpPr>
          <p:spPr>
            <a:xfrm>
              <a:off x="6107040" y="33645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4" name="Rectangle 378"/>
            <p:cNvSpPr/>
            <p:nvPr/>
          </p:nvSpPr>
          <p:spPr>
            <a:xfrm>
              <a:off x="6135840" y="33645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5" name="Rectangle 379"/>
            <p:cNvSpPr/>
            <p:nvPr/>
          </p:nvSpPr>
          <p:spPr>
            <a:xfrm>
              <a:off x="6164280" y="33645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6" name="Rectangle 380"/>
            <p:cNvSpPr/>
            <p:nvPr/>
          </p:nvSpPr>
          <p:spPr>
            <a:xfrm>
              <a:off x="6078600" y="33645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7" name="Rectangle 381"/>
            <p:cNvSpPr/>
            <p:nvPr/>
          </p:nvSpPr>
          <p:spPr>
            <a:xfrm>
              <a:off x="6192720" y="33645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8" name="Rectangle 382"/>
            <p:cNvSpPr/>
            <p:nvPr/>
          </p:nvSpPr>
          <p:spPr>
            <a:xfrm>
              <a:off x="6051600" y="33645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29" name="Rectangle 383"/>
            <p:cNvSpPr/>
            <p:nvPr/>
          </p:nvSpPr>
          <p:spPr>
            <a:xfrm>
              <a:off x="6221520" y="3363120"/>
              <a:ext cx="90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30" name="Freeform 384"/>
            <p:cNvSpPr/>
            <p:nvPr/>
          </p:nvSpPr>
          <p:spPr>
            <a:xfrm>
              <a:off x="6230880" y="3247200"/>
              <a:ext cx="66240" cy="24588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245880"/>
                <a:gd name="textAreaBottom" fmla="*/ 246240 h 245880"/>
                <a:gd name="GluePoint1X" fmla="*/ 7 w 56"/>
                <a:gd name="GluePoint1Y" fmla="*/ 0 h 207"/>
                <a:gd name="GluePoint2X" fmla="*/ 2 w 56"/>
                <a:gd name="GluePoint2Y" fmla="*/ 6 h 207"/>
                <a:gd name="GluePoint3X" fmla="*/ 48 w 56"/>
                <a:gd name="GluePoint3Y" fmla="*/ 103 h 207"/>
                <a:gd name="GluePoint4X" fmla="*/ 8 w 56"/>
                <a:gd name="GluePoint4Y" fmla="*/ 195 h 207"/>
                <a:gd name="GluePoint5X" fmla="*/ 8 w 56"/>
                <a:gd name="GluePoint5Y" fmla="*/ 159 h 207"/>
                <a:gd name="GluePoint6X" fmla="*/ 0 w 56"/>
                <a:gd name="GluePoint6Y" fmla="*/ 159 h 207"/>
                <a:gd name="GluePoint7X" fmla="*/ 0 w 56"/>
                <a:gd name="GluePoint7Y" fmla="*/ 203 h 207"/>
                <a:gd name="GluePoint8X" fmla="*/ 4 w 56"/>
                <a:gd name="GluePoint8Y" fmla="*/ 207 h 207"/>
                <a:gd name="GluePoint9X" fmla="*/ 48 w 56"/>
                <a:gd name="GluePoint9Y" fmla="*/ 207 h 207"/>
                <a:gd name="GluePoint10X" fmla="*/ 48 w 56"/>
                <a:gd name="GluePoint10Y" fmla="*/ 199 h 207"/>
                <a:gd name="GluePoint11X" fmla="*/ 16 w 56"/>
                <a:gd name="GluePoint11Y" fmla="*/ 199 h 207"/>
                <a:gd name="GluePoint12X" fmla="*/ 56 w 56"/>
                <a:gd name="GluePoint12Y" fmla="*/ 103 h 207"/>
                <a:gd name="GluePoint13X" fmla="*/ 7 w 56"/>
                <a:gd name="GluePoint13Y" fmla="*/ 0 h 20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56" h="207">
                  <a:moveTo>
                    <a:pt x="7" y="0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32" y="28"/>
                    <a:pt x="48" y="62"/>
                    <a:pt x="48" y="103"/>
                  </a:cubicBezTo>
                  <a:cubicBezTo>
                    <a:pt x="48" y="141"/>
                    <a:pt x="34" y="174"/>
                    <a:pt x="8" y="195"/>
                  </a:cubicBezTo>
                  <a:cubicBezTo>
                    <a:pt x="8" y="159"/>
                    <a:pt x="8" y="159"/>
                    <a:pt x="8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4" y="207"/>
                    <a:pt x="4" y="207"/>
                    <a:pt x="4" y="207"/>
                  </a:cubicBezTo>
                  <a:cubicBezTo>
                    <a:pt x="48" y="207"/>
                    <a:pt x="48" y="207"/>
                    <a:pt x="48" y="207"/>
                  </a:cubicBezTo>
                  <a:cubicBezTo>
                    <a:pt x="48" y="199"/>
                    <a:pt x="48" y="199"/>
                    <a:pt x="48" y="199"/>
                  </a:cubicBezTo>
                  <a:cubicBezTo>
                    <a:pt x="16" y="199"/>
                    <a:pt x="16" y="199"/>
                    <a:pt x="16" y="199"/>
                  </a:cubicBezTo>
                  <a:cubicBezTo>
                    <a:pt x="42" y="176"/>
                    <a:pt x="56" y="143"/>
                    <a:pt x="56" y="103"/>
                  </a:cubicBezTo>
                  <a:cubicBezTo>
                    <a:pt x="56" y="59"/>
                    <a:pt x="39" y="23"/>
                    <a:pt x="7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431" name="Группа 628"/>
          <p:cNvGrpSpPr/>
          <p:nvPr/>
        </p:nvGrpSpPr>
        <p:grpSpPr>
          <a:xfrm>
            <a:off x="6394320" y="3218400"/>
            <a:ext cx="303120" cy="303120"/>
            <a:chOff x="6394320" y="3218400"/>
            <a:chExt cx="303120" cy="303120"/>
          </a:xfrm>
        </p:grpSpPr>
        <p:sp>
          <p:nvSpPr>
            <p:cNvPr id="3432" name="Freeform 385"/>
            <p:cNvSpPr/>
            <p:nvPr/>
          </p:nvSpPr>
          <p:spPr>
            <a:xfrm>
              <a:off x="6394320" y="3417120"/>
              <a:ext cx="104400" cy="10440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04400"/>
                <a:gd name="textAreaBottom" fmla="*/ 104760 h 104400"/>
                <a:gd name="GluePoint1X" fmla="*/ 36 w 66"/>
                <a:gd name="GluePoint1Y" fmla="*/ 35 h 66"/>
                <a:gd name="GluePoint2X" fmla="*/ 60 w 66"/>
                <a:gd name="GluePoint2Y" fmla="*/ 9 h 66"/>
                <a:gd name="GluePoint3X" fmla="*/ 66 w 66"/>
                <a:gd name="GluePoint3Y" fmla="*/ 9 h 66"/>
                <a:gd name="GluePoint4X" fmla="*/ 66 w 66"/>
                <a:gd name="GluePoint4Y" fmla="*/ 3 h 66"/>
                <a:gd name="GluePoint5X" fmla="*/ 63 w 66"/>
                <a:gd name="GluePoint5Y" fmla="*/ 3 h 66"/>
                <a:gd name="GluePoint6X" fmla="*/ 63 w 66"/>
                <a:gd name="GluePoint6Y" fmla="*/ 0 h 66"/>
                <a:gd name="GluePoint7X" fmla="*/ 57 w 66"/>
                <a:gd name="GluePoint7Y" fmla="*/ 0 h 66"/>
                <a:gd name="GluePoint8X" fmla="*/ 57 w 66"/>
                <a:gd name="GluePoint8Y" fmla="*/ 6 h 66"/>
                <a:gd name="GluePoint9X" fmla="*/ 31 w 66"/>
                <a:gd name="GluePoint9Y" fmla="*/ 30 h 66"/>
                <a:gd name="GluePoint10X" fmla="*/ 0 w 66"/>
                <a:gd name="GluePoint10Y" fmla="*/ 30 h 66"/>
                <a:gd name="GluePoint11X" fmla="*/ 0 w 66"/>
                <a:gd name="GluePoint11Y" fmla="*/ 66 h 66"/>
                <a:gd name="GluePoint12X" fmla="*/ 36 w 66"/>
                <a:gd name="GluePoint12Y" fmla="*/ 66 h 66"/>
                <a:gd name="GluePoint13X" fmla="*/ 36 w 66"/>
                <a:gd name="GluePoint13Y" fmla="*/ 35 h 66"/>
                <a:gd name="GluePoint14X" fmla="*/ 30 w 66"/>
                <a:gd name="GluePoint14Y" fmla="*/ 60 h 66"/>
                <a:gd name="GluePoint15X" fmla="*/ 6 w 66"/>
                <a:gd name="GluePoint15Y" fmla="*/ 60 h 66"/>
                <a:gd name="GluePoint16X" fmla="*/ 6 w 66"/>
                <a:gd name="GluePoint16Y" fmla="*/ 36 h 66"/>
                <a:gd name="GluePoint17X" fmla="*/ 30 w 66"/>
                <a:gd name="GluePoint17Y" fmla="*/ 36 h 66"/>
                <a:gd name="GluePoint18X" fmla="*/ 30 w 66"/>
                <a:gd name="GluePoint18Y" fmla="*/ 60 h 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66" h="66">
                  <a:moveTo>
                    <a:pt x="36" y="35"/>
                  </a:moveTo>
                  <a:lnTo>
                    <a:pt x="60" y="9"/>
                  </a:lnTo>
                  <a:lnTo>
                    <a:pt x="66" y="9"/>
                  </a:lnTo>
                  <a:lnTo>
                    <a:pt x="66" y="3"/>
                  </a:lnTo>
                  <a:lnTo>
                    <a:pt x="63" y="3"/>
                  </a:lnTo>
                  <a:lnTo>
                    <a:pt x="63" y="0"/>
                  </a:lnTo>
                  <a:lnTo>
                    <a:pt x="57" y="0"/>
                  </a:lnTo>
                  <a:lnTo>
                    <a:pt x="57" y="6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0" y="66"/>
                  </a:lnTo>
                  <a:lnTo>
                    <a:pt x="36" y="66"/>
                  </a:lnTo>
                  <a:lnTo>
                    <a:pt x="36" y="35"/>
                  </a:lnTo>
                  <a:close/>
                  <a:moveTo>
                    <a:pt x="30" y="60"/>
                  </a:moveTo>
                  <a:lnTo>
                    <a:pt x="6" y="60"/>
                  </a:lnTo>
                  <a:lnTo>
                    <a:pt x="6" y="36"/>
                  </a:lnTo>
                  <a:lnTo>
                    <a:pt x="30" y="36"/>
                  </a:lnTo>
                  <a:lnTo>
                    <a:pt x="30" y="6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33" name="Freeform 386"/>
            <p:cNvSpPr/>
            <p:nvPr/>
          </p:nvSpPr>
          <p:spPr>
            <a:xfrm>
              <a:off x="6593040" y="3218400"/>
              <a:ext cx="104400" cy="10440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04400"/>
                <a:gd name="textAreaBottom" fmla="*/ 104760 h 104400"/>
                <a:gd name="GluePoint1X" fmla="*/ 30 w 66"/>
                <a:gd name="GluePoint1Y" fmla="*/ 32 h 66"/>
                <a:gd name="GluePoint2X" fmla="*/ 5 w 66"/>
                <a:gd name="GluePoint2Y" fmla="*/ 57 h 66"/>
                <a:gd name="GluePoint3X" fmla="*/ 0 w 66"/>
                <a:gd name="GluePoint3Y" fmla="*/ 57 h 66"/>
                <a:gd name="GluePoint4X" fmla="*/ 0 w 66"/>
                <a:gd name="GluePoint4Y" fmla="*/ 63 h 66"/>
                <a:gd name="GluePoint5X" fmla="*/ 3 w 66"/>
                <a:gd name="GluePoint5Y" fmla="*/ 63 h 66"/>
                <a:gd name="GluePoint6X" fmla="*/ 3 w 66"/>
                <a:gd name="GluePoint6Y" fmla="*/ 66 h 66"/>
                <a:gd name="GluePoint7X" fmla="*/ 9 w 66"/>
                <a:gd name="GluePoint7Y" fmla="*/ 66 h 66"/>
                <a:gd name="GluePoint8X" fmla="*/ 9 w 66"/>
                <a:gd name="GluePoint8Y" fmla="*/ 61 h 66"/>
                <a:gd name="GluePoint9X" fmla="*/ 34 w 66"/>
                <a:gd name="GluePoint9Y" fmla="*/ 36 h 66"/>
                <a:gd name="GluePoint10X" fmla="*/ 66 w 66"/>
                <a:gd name="GluePoint10Y" fmla="*/ 36 h 66"/>
                <a:gd name="GluePoint11X" fmla="*/ 66 w 66"/>
                <a:gd name="GluePoint11Y" fmla="*/ 0 h 66"/>
                <a:gd name="GluePoint12X" fmla="*/ 30 w 66"/>
                <a:gd name="GluePoint12Y" fmla="*/ 0 h 66"/>
                <a:gd name="GluePoint13X" fmla="*/ 30 w 66"/>
                <a:gd name="GluePoint13Y" fmla="*/ 32 h 66"/>
                <a:gd name="GluePoint14X" fmla="*/ 36 w 66"/>
                <a:gd name="GluePoint14Y" fmla="*/ 6 h 66"/>
                <a:gd name="GluePoint15X" fmla="*/ 60 w 66"/>
                <a:gd name="GluePoint15Y" fmla="*/ 6 h 66"/>
                <a:gd name="GluePoint16X" fmla="*/ 60 w 66"/>
                <a:gd name="GluePoint16Y" fmla="*/ 30 h 66"/>
                <a:gd name="GluePoint17X" fmla="*/ 36 w 66"/>
                <a:gd name="GluePoint17Y" fmla="*/ 30 h 66"/>
                <a:gd name="GluePoint18X" fmla="*/ 36 w 66"/>
                <a:gd name="GluePoint18Y" fmla="*/ 6 h 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66" h="66">
                  <a:moveTo>
                    <a:pt x="30" y="32"/>
                  </a:moveTo>
                  <a:lnTo>
                    <a:pt x="5" y="57"/>
                  </a:lnTo>
                  <a:lnTo>
                    <a:pt x="0" y="57"/>
                  </a:lnTo>
                  <a:lnTo>
                    <a:pt x="0" y="63"/>
                  </a:lnTo>
                  <a:lnTo>
                    <a:pt x="3" y="63"/>
                  </a:lnTo>
                  <a:lnTo>
                    <a:pt x="3" y="66"/>
                  </a:lnTo>
                  <a:lnTo>
                    <a:pt x="9" y="66"/>
                  </a:lnTo>
                  <a:lnTo>
                    <a:pt x="9" y="61"/>
                  </a:lnTo>
                  <a:lnTo>
                    <a:pt x="34" y="36"/>
                  </a:lnTo>
                  <a:lnTo>
                    <a:pt x="66" y="36"/>
                  </a:lnTo>
                  <a:lnTo>
                    <a:pt x="66" y="0"/>
                  </a:lnTo>
                  <a:lnTo>
                    <a:pt x="30" y="0"/>
                  </a:lnTo>
                  <a:lnTo>
                    <a:pt x="30" y="32"/>
                  </a:lnTo>
                  <a:close/>
                  <a:moveTo>
                    <a:pt x="36" y="6"/>
                  </a:moveTo>
                  <a:lnTo>
                    <a:pt x="60" y="6"/>
                  </a:lnTo>
                  <a:lnTo>
                    <a:pt x="60" y="30"/>
                  </a:lnTo>
                  <a:lnTo>
                    <a:pt x="36" y="30"/>
                  </a:lnTo>
                  <a:lnTo>
                    <a:pt x="3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34" name="Rectangle 387"/>
            <p:cNvSpPr/>
            <p:nvPr/>
          </p:nvSpPr>
          <p:spPr>
            <a:xfrm>
              <a:off x="6566040" y="3309120"/>
              <a:ext cx="172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35" name="Rectangle 388"/>
            <p:cNvSpPr/>
            <p:nvPr/>
          </p:nvSpPr>
          <p:spPr>
            <a:xfrm>
              <a:off x="6508800" y="33091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36" name="Rectangle 389"/>
            <p:cNvSpPr/>
            <p:nvPr/>
          </p:nvSpPr>
          <p:spPr>
            <a:xfrm>
              <a:off x="6537240" y="33091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37" name="Freeform 390"/>
            <p:cNvSpPr/>
            <p:nvPr/>
          </p:nvSpPr>
          <p:spPr>
            <a:xfrm>
              <a:off x="6485040" y="330912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6 w 9"/>
                <a:gd name="GluePoint1Y" fmla="*/ 6 h 9"/>
                <a:gd name="GluePoint2X" fmla="*/ 9 w 9"/>
                <a:gd name="GluePoint2Y" fmla="*/ 6 h 9"/>
                <a:gd name="GluePoint3X" fmla="*/ 9 w 9"/>
                <a:gd name="GluePoint3Y" fmla="*/ 0 h 9"/>
                <a:gd name="GluePoint4X" fmla="*/ 0 w 9"/>
                <a:gd name="GluePoint4Y" fmla="*/ 0 h 9"/>
                <a:gd name="GluePoint5X" fmla="*/ 0 w 9"/>
                <a:gd name="GluePoint5Y" fmla="*/ 9 h 9"/>
                <a:gd name="GluePoint6X" fmla="*/ 6 w 9"/>
                <a:gd name="GluePoint6Y" fmla="*/ 9 h 9"/>
                <a:gd name="GluePoint7X" fmla="*/ 6 w 9"/>
                <a:gd name="GluePoint7Y" fmla="*/ 6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38" name="Rectangle 391"/>
            <p:cNvSpPr/>
            <p:nvPr/>
          </p:nvSpPr>
          <p:spPr>
            <a:xfrm>
              <a:off x="6485040" y="3332880"/>
              <a:ext cx="9000" cy="172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39" name="Rectangle 392"/>
            <p:cNvSpPr/>
            <p:nvPr/>
          </p:nvSpPr>
          <p:spPr>
            <a:xfrm>
              <a:off x="6485040" y="33598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40" name="Rectangle 393"/>
            <p:cNvSpPr/>
            <p:nvPr/>
          </p:nvSpPr>
          <p:spPr>
            <a:xfrm>
              <a:off x="6485040" y="33883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41" name="Rectangle 394"/>
            <p:cNvSpPr/>
            <p:nvPr/>
          </p:nvSpPr>
          <p:spPr>
            <a:xfrm>
              <a:off x="6537240" y="34218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42" name="Rectangle 395"/>
            <p:cNvSpPr/>
            <p:nvPr/>
          </p:nvSpPr>
          <p:spPr>
            <a:xfrm>
              <a:off x="6508800" y="34218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43" name="Rectangle 396"/>
            <p:cNvSpPr/>
            <p:nvPr/>
          </p:nvSpPr>
          <p:spPr>
            <a:xfrm>
              <a:off x="6566040" y="3421800"/>
              <a:ext cx="172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44" name="Freeform 397"/>
            <p:cNvSpPr/>
            <p:nvPr/>
          </p:nvSpPr>
          <p:spPr>
            <a:xfrm>
              <a:off x="6593040" y="341712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3 w 9"/>
                <a:gd name="GluePoint1Y" fmla="*/ 3 h 9"/>
                <a:gd name="GluePoint2X" fmla="*/ 0 w 9"/>
                <a:gd name="GluePoint2Y" fmla="*/ 3 h 9"/>
                <a:gd name="GluePoint3X" fmla="*/ 0 w 9"/>
                <a:gd name="GluePoint3Y" fmla="*/ 9 h 9"/>
                <a:gd name="GluePoint4X" fmla="*/ 9 w 9"/>
                <a:gd name="GluePoint4Y" fmla="*/ 9 h 9"/>
                <a:gd name="GluePoint5X" fmla="*/ 9 w 9"/>
                <a:gd name="GluePoint5Y" fmla="*/ 0 h 9"/>
                <a:gd name="GluePoint6X" fmla="*/ 3 w 9"/>
                <a:gd name="GluePoint6Y" fmla="*/ 0 h 9"/>
                <a:gd name="GluePoint7X" fmla="*/ 3 w 9"/>
                <a:gd name="GluePoint7Y" fmla="*/ 3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45" name="Rectangle 398"/>
            <p:cNvSpPr/>
            <p:nvPr/>
          </p:nvSpPr>
          <p:spPr>
            <a:xfrm>
              <a:off x="6597720" y="33883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46" name="Rectangle 399"/>
            <p:cNvSpPr/>
            <p:nvPr/>
          </p:nvSpPr>
          <p:spPr>
            <a:xfrm>
              <a:off x="6597720" y="3332880"/>
              <a:ext cx="9000" cy="172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47" name="Rectangle 400"/>
            <p:cNvSpPr/>
            <p:nvPr/>
          </p:nvSpPr>
          <p:spPr>
            <a:xfrm>
              <a:off x="6597720" y="33598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48" name="Rectangle 401"/>
            <p:cNvSpPr/>
            <p:nvPr/>
          </p:nvSpPr>
          <p:spPr>
            <a:xfrm>
              <a:off x="6513480" y="3364560"/>
              <a:ext cx="648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449" name="Группа 629"/>
          <p:cNvGrpSpPr/>
          <p:nvPr/>
        </p:nvGrpSpPr>
        <p:grpSpPr>
          <a:xfrm>
            <a:off x="6788160" y="3218400"/>
            <a:ext cx="304560" cy="302760"/>
            <a:chOff x="6788160" y="3218400"/>
            <a:chExt cx="304560" cy="302760"/>
          </a:xfrm>
        </p:grpSpPr>
        <p:sp>
          <p:nvSpPr>
            <p:cNvPr id="3450" name="Rectangle 402"/>
            <p:cNvSpPr/>
            <p:nvPr/>
          </p:nvSpPr>
          <p:spPr>
            <a:xfrm>
              <a:off x="686448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51" name="Rectangle 403"/>
            <p:cNvSpPr/>
            <p:nvPr/>
          </p:nvSpPr>
          <p:spPr>
            <a:xfrm>
              <a:off x="689292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52" name="Rectangle 404"/>
            <p:cNvSpPr/>
            <p:nvPr/>
          </p:nvSpPr>
          <p:spPr>
            <a:xfrm>
              <a:off x="692136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53" name="Rectangle 405"/>
            <p:cNvSpPr/>
            <p:nvPr/>
          </p:nvSpPr>
          <p:spPr>
            <a:xfrm>
              <a:off x="680724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54" name="Rectangle 407"/>
            <p:cNvSpPr/>
            <p:nvPr/>
          </p:nvSpPr>
          <p:spPr>
            <a:xfrm>
              <a:off x="683568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55" name="Rectangle 408"/>
            <p:cNvSpPr/>
            <p:nvPr/>
          </p:nvSpPr>
          <p:spPr>
            <a:xfrm>
              <a:off x="701676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56" name="Rectangle 409"/>
            <p:cNvSpPr/>
            <p:nvPr/>
          </p:nvSpPr>
          <p:spPr>
            <a:xfrm>
              <a:off x="7083360" y="33692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57" name="Rectangle 410"/>
            <p:cNvSpPr/>
            <p:nvPr/>
          </p:nvSpPr>
          <p:spPr>
            <a:xfrm>
              <a:off x="700740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58" name="Rectangle 411"/>
            <p:cNvSpPr/>
            <p:nvPr/>
          </p:nvSpPr>
          <p:spPr>
            <a:xfrm>
              <a:off x="7083360" y="34264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59" name="Rectangle 412"/>
            <p:cNvSpPr/>
            <p:nvPr/>
          </p:nvSpPr>
          <p:spPr>
            <a:xfrm>
              <a:off x="7083360" y="33408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0" name="Rectangle 413"/>
            <p:cNvSpPr/>
            <p:nvPr/>
          </p:nvSpPr>
          <p:spPr>
            <a:xfrm>
              <a:off x="703584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1" name="Rectangle 414"/>
            <p:cNvSpPr/>
            <p:nvPr/>
          </p:nvSpPr>
          <p:spPr>
            <a:xfrm>
              <a:off x="6788160" y="32472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2" name="Rectangle 415"/>
            <p:cNvSpPr/>
            <p:nvPr/>
          </p:nvSpPr>
          <p:spPr>
            <a:xfrm>
              <a:off x="6788160" y="32184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3" name="Rectangle 416"/>
            <p:cNvSpPr/>
            <p:nvPr/>
          </p:nvSpPr>
          <p:spPr>
            <a:xfrm>
              <a:off x="6788160" y="3332880"/>
              <a:ext cx="9000" cy="172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4" name="Rectangle 417"/>
            <p:cNvSpPr/>
            <p:nvPr/>
          </p:nvSpPr>
          <p:spPr>
            <a:xfrm>
              <a:off x="7083360" y="34549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5" name="Rectangle 418"/>
            <p:cNvSpPr/>
            <p:nvPr/>
          </p:nvSpPr>
          <p:spPr>
            <a:xfrm>
              <a:off x="698832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6" name="Rectangle 419"/>
            <p:cNvSpPr/>
            <p:nvPr/>
          </p:nvSpPr>
          <p:spPr>
            <a:xfrm>
              <a:off x="7083360" y="34837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7" name="Rectangle 420"/>
            <p:cNvSpPr/>
            <p:nvPr/>
          </p:nvSpPr>
          <p:spPr>
            <a:xfrm>
              <a:off x="6788160" y="32756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8" name="Rectangle 421"/>
            <p:cNvSpPr/>
            <p:nvPr/>
          </p:nvSpPr>
          <p:spPr>
            <a:xfrm>
              <a:off x="6788160" y="33040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69" name="Rectangle 422"/>
            <p:cNvSpPr/>
            <p:nvPr/>
          </p:nvSpPr>
          <p:spPr>
            <a:xfrm>
              <a:off x="707400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0" name="Rectangle 423"/>
            <p:cNvSpPr/>
            <p:nvPr/>
          </p:nvSpPr>
          <p:spPr>
            <a:xfrm>
              <a:off x="7083360" y="33980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1" name="Rectangle 424"/>
            <p:cNvSpPr/>
            <p:nvPr/>
          </p:nvSpPr>
          <p:spPr>
            <a:xfrm>
              <a:off x="704520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2" name="Rectangle 425"/>
            <p:cNvSpPr/>
            <p:nvPr/>
          </p:nvSpPr>
          <p:spPr>
            <a:xfrm>
              <a:off x="7083360" y="32853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3" name="Rectangle 426"/>
            <p:cNvSpPr/>
            <p:nvPr/>
          </p:nvSpPr>
          <p:spPr>
            <a:xfrm>
              <a:off x="7083360" y="331380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4" name="Rectangle 427"/>
            <p:cNvSpPr/>
            <p:nvPr/>
          </p:nvSpPr>
          <p:spPr>
            <a:xfrm>
              <a:off x="697860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5" name="Rectangle 428"/>
            <p:cNvSpPr/>
            <p:nvPr/>
          </p:nvSpPr>
          <p:spPr>
            <a:xfrm>
              <a:off x="706428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6" name="Rectangle 429"/>
            <p:cNvSpPr/>
            <p:nvPr/>
          </p:nvSpPr>
          <p:spPr>
            <a:xfrm>
              <a:off x="7083360" y="32281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7" name="Rectangle 430"/>
            <p:cNvSpPr/>
            <p:nvPr/>
          </p:nvSpPr>
          <p:spPr>
            <a:xfrm>
              <a:off x="7083360" y="32565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8" name="Rectangle 431"/>
            <p:cNvSpPr/>
            <p:nvPr/>
          </p:nvSpPr>
          <p:spPr>
            <a:xfrm>
              <a:off x="6959520" y="351216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79" name="Rectangle 432"/>
            <p:cNvSpPr/>
            <p:nvPr/>
          </p:nvSpPr>
          <p:spPr>
            <a:xfrm>
              <a:off x="6950160" y="321840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80" name="Freeform 433"/>
            <p:cNvSpPr/>
            <p:nvPr/>
          </p:nvSpPr>
          <p:spPr>
            <a:xfrm>
              <a:off x="6788160" y="3369240"/>
              <a:ext cx="151920" cy="15192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151920"/>
                <a:gd name="textAreaBottom" fmla="*/ 152280 h 151920"/>
                <a:gd name="GluePoint1X" fmla="*/ 96 w 96"/>
                <a:gd name="GluePoint1Y" fmla="*/ 0 h 96"/>
                <a:gd name="GluePoint2X" fmla="*/ 0 w 96"/>
                <a:gd name="GluePoint2Y" fmla="*/ 0 h 96"/>
                <a:gd name="GluePoint3X" fmla="*/ 0 w 96"/>
                <a:gd name="GluePoint3Y" fmla="*/ 96 h 96"/>
                <a:gd name="GluePoint4X" fmla="*/ 96 w 96"/>
                <a:gd name="GluePoint4Y" fmla="*/ 96 h 96"/>
                <a:gd name="GluePoint5X" fmla="*/ 96 w 96"/>
                <a:gd name="GluePoint5Y" fmla="*/ 0 h 96"/>
                <a:gd name="GluePoint6X" fmla="*/ 90 w 96"/>
                <a:gd name="GluePoint6Y" fmla="*/ 90 h 96"/>
                <a:gd name="GluePoint7X" fmla="*/ 6 w 96"/>
                <a:gd name="GluePoint7Y" fmla="*/ 90 h 96"/>
                <a:gd name="GluePoint8X" fmla="*/ 6 w 96"/>
                <a:gd name="GluePoint8Y" fmla="*/ 6 h 96"/>
                <a:gd name="GluePoint9X" fmla="*/ 90 w 96"/>
                <a:gd name="GluePoint9Y" fmla="*/ 6 h 96"/>
                <a:gd name="GluePoint10X" fmla="*/ 90 w 96"/>
                <a:gd name="GluePoint10Y" fmla="*/ 90 h 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96" h="96">
                  <a:moveTo>
                    <a:pt x="96" y="0"/>
                  </a:moveTo>
                  <a:lnTo>
                    <a:pt x="0" y="0"/>
                  </a:lnTo>
                  <a:lnTo>
                    <a:pt x="0" y="96"/>
                  </a:lnTo>
                  <a:lnTo>
                    <a:pt x="96" y="96"/>
                  </a:lnTo>
                  <a:lnTo>
                    <a:pt x="96" y="0"/>
                  </a:lnTo>
                  <a:close/>
                  <a:moveTo>
                    <a:pt x="90" y="90"/>
                  </a:moveTo>
                  <a:lnTo>
                    <a:pt x="6" y="90"/>
                  </a:lnTo>
                  <a:lnTo>
                    <a:pt x="6" y="6"/>
                  </a:lnTo>
                  <a:lnTo>
                    <a:pt x="90" y="6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81" name="Freeform 434"/>
            <p:cNvSpPr/>
            <p:nvPr/>
          </p:nvSpPr>
          <p:spPr>
            <a:xfrm>
              <a:off x="6980400" y="3247200"/>
              <a:ext cx="83880" cy="83880"/>
            </a:xfrm>
            <a:custGeom>
              <a:avLst/>
              <a:gdLst>
                <a:gd name="textAreaLeft" fmla="*/ 0 w 83880"/>
                <a:gd name="textAreaRight" fmla="*/ 84240 w 83880"/>
                <a:gd name="textAreaTop" fmla="*/ 0 h 83880"/>
                <a:gd name="textAreaBottom" fmla="*/ 84240 h 83880"/>
                <a:gd name="GluePoint1X" fmla="*/ 3 w 53"/>
                <a:gd name="GluePoint1Y" fmla="*/ 53 h 53"/>
                <a:gd name="GluePoint2X" fmla="*/ 47 w 53"/>
                <a:gd name="GluePoint2Y" fmla="*/ 10 h 53"/>
                <a:gd name="GluePoint3X" fmla="*/ 47 w 53"/>
                <a:gd name="GluePoint3Y" fmla="*/ 36 h 53"/>
                <a:gd name="GluePoint4X" fmla="*/ 53 w 53"/>
                <a:gd name="GluePoint4Y" fmla="*/ 36 h 53"/>
                <a:gd name="GluePoint5X" fmla="*/ 53 w 53"/>
                <a:gd name="GluePoint5Y" fmla="*/ 3 h 53"/>
                <a:gd name="GluePoint6X" fmla="*/ 50 w 53"/>
                <a:gd name="GluePoint6Y" fmla="*/ 0 h 53"/>
                <a:gd name="GluePoint7X" fmla="*/ 17 w 53"/>
                <a:gd name="GluePoint7Y" fmla="*/ 0 h 53"/>
                <a:gd name="GluePoint8X" fmla="*/ 17 w 53"/>
                <a:gd name="GluePoint8Y" fmla="*/ 6 h 53"/>
                <a:gd name="GluePoint9X" fmla="*/ 42 w 53"/>
                <a:gd name="GluePoint9Y" fmla="*/ 6 h 53"/>
                <a:gd name="GluePoint10X" fmla="*/ 0 w 53"/>
                <a:gd name="GluePoint10Y" fmla="*/ 48 h 53"/>
                <a:gd name="GluePoint11X" fmla="*/ 3 w 53"/>
                <a:gd name="GluePoint11Y" fmla="*/ 53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3" h="53">
                  <a:moveTo>
                    <a:pt x="3" y="53"/>
                  </a:moveTo>
                  <a:lnTo>
                    <a:pt x="47" y="10"/>
                  </a:lnTo>
                  <a:lnTo>
                    <a:pt x="47" y="36"/>
                  </a:lnTo>
                  <a:lnTo>
                    <a:pt x="53" y="36"/>
                  </a:lnTo>
                  <a:lnTo>
                    <a:pt x="53" y="3"/>
                  </a:lnTo>
                  <a:lnTo>
                    <a:pt x="50" y="0"/>
                  </a:lnTo>
                  <a:lnTo>
                    <a:pt x="17" y="0"/>
                  </a:lnTo>
                  <a:lnTo>
                    <a:pt x="17" y="6"/>
                  </a:lnTo>
                  <a:lnTo>
                    <a:pt x="42" y="6"/>
                  </a:lnTo>
                  <a:lnTo>
                    <a:pt x="0" y="48"/>
                  </a:lnTo>
                  <a:lnTo>
                    <a:pt x="3" y="5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120" bIns="42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482" name="Группа 630"/>
          <p:cNvGrpSpPr/>
          <p:nvPr/>
        </p:nvGrpSpPr>
        <p:grpSpPr>
          <a:xfrm>
            <a:off x="2054160" y="3612240"/>
            <a:ext cx="302760" cy="304560"/>
            <a:chOff x="2054160" y="3612240"/>
            <a:chExt cx="302760" cy="304560"/>
          </a:xfrm>
        </p:grpSpPr>
        <p:sp>
          <p:nvSpPr>
            <p:cNvPr id="3483" name="Freeform 435"/>
            <p:cNvSpPr/>
            <p:nvPr/>
          </p:nvSpPr>
          <p:spPr>
            <a:xfrm>
              <a:off x="2054160" y="3612240"/>
              <a:ext cx="302760" cy="30456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304560"/>
                <a:gd name="textAreaBottom" fmla="*/ 304920 h 304560"/>
                <a:gd name="GluePoint1X" fmla="*/ 0 w 191"/>
                <a:gd name="GluePoint1Y" fmla="*/ 90 h 192"/>
                <a:gd name="GluePoint2X" fmla="*/ 6 w 191"/>
                <a:gd name="GluePoint2Y" fmla="*/ 90 h 192"/>
                <a:gd name="GluePoint3X" fmla="*/ 6 w 191"/>
                <a:gd name="GluePoint3Y" fmla="*/ 6 h 192"/>
                <a:gd name="GluePoint4X" fmla="*/ 185 w 191"/>
                <a:gd name="GluePoint4Y" fmla="*/ 6 h 192"/>
                <a:gd name="GluePoint5X" fmla="*/ 185 w 191"/>
                <a:gd name="GluePoint5Y" fmla="*/ 186 h 192"/>
                <a:gd name="GluePoint6X" fmla="*/ 102 w 191"/>
                <a:gd name="GluePoint6Y" fmla="*/ 186 h 192"/>
                <a:gd name="GluePoint7X" fmla="*/ 102 w 191"/>
                <a:gd name="GluePoint7Y" fmla="*/ 192 h 192"/>
                <a:gd name="GluePoint8X" fmla="*/ 191 w 191"/>
                <a:gd name="GluePoint8Y" fmla="*/ 192 h 192"/>
                <a:gd name="GluePoint9X" fmla="*/ 191 w 191"/>
                <a:gd name="GluePoint9Y" fmla="*/ 0 h 192"/>
                <a:gd name="GluePoint10X" fmla="*/ 0 w 191"/>
                <a:gd name="GluePoint10Y" fmla="*/ 0 h 192"/>
                <a:gd name="GluePoint11X" fmla="*/ 0 w 191"/>
                <a:gd name="GluePoint11Y" fmla="*/ 90 h 1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91" h="192">
                  <a:moveTo>
                    <a:pt x="0" y="90"/>
                  </a:moveTo>
                  <a:lnTo>
                    <a:pt x="6" y="90"/>
                  </a:lnTo>
                  <a:lnTo>
                    <a:pt x="6" y="6"/>
                  </a:lnTo>
                  <a:lnTo>
                    <a:pt x="185" y="6"/>
                  </a:lnTo>
                  <a:lnTo>
                    <a:pt x="185" y="186"/>
                  </a:lnTo>
                  <a:lnTo>
                    <a:pt x="102" y="186"/>
                  </a:lnTo>
                  <a:lnTo>
                    <a:pt x="102" y="192"/>
                  </a:lnTo>
                  <a:lnTo>
                    <a:pt x="191" y="192"/>
                  </a:lnTo>
                  <a:lnTo>
                    <a:pt x="191" y="0"/>
                  </a:lnTo>
                  <a:lnTo>
                    <a:pt x="0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84" name="Freeform 436"/>
            <p:cNvSpPr/>
            <p:nvPr/>
          </p:nvSpPr>
          <p:spPr>
            <a:xfrm>
              <a:off x="2192400" y="376452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9 w 9"/>
                <a:gd name="GluePoint1Y" fmla="*/ 0 h 9"/>
                <a:gd name="GluePoint2X" fmla="*/ 0 w 9"/>
                <a:gd name="GluePoint2Y" fmla="*/ 0 h 9"/>
                <a:gd name="GluePoint3X" fmla="*/ 0 w 9"/>
                <a:gd name="GluePoint3Y" fmla="*/ 6 h 9"/>
                <a:gd name="GluePoint4X" fmla="*/ 3 w 9"/>
                <a:gd name="GluePoint4Y" fmla="*/ 6 h 9"/>
                <a:gd name="GluePoint5X" fmla="*/ 3 w 9"/>
                <a:gd name="GluePoint5Y" fmla="*/ 9 h 9"/>
                <a:gd name="GluePoint6X" fmla="*/ 9 w 9"/>
                <a:gd name="GluePoint6Y" fmla="*/ 9 h 9"/>
                <a:gd name="GluePoint7X" fmla="*/ 9 w 9"/>
                <a:gd name="GluePoint7Y" fmla="*/ 0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9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9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85" name="Rectangle 437"/>
            <p:cNvSpPr/>
            <p:nvPr/>
          </p:nvSpPr>
          <p:spPr>
            <a:xfrm>
              <a:off x="2163600" y="37645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86" name="Rectangle 438"/>
            <p:cNvSpPr/>
            <p:nvPr/>
          </p:nvSpPr>
          <p:spPr>
            <a:xfrm>
              <a:off x="2077920" y="37645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87" name="Rectangle 439"/>
            <p:cNvSpPr/>
            <p:nvPr/>
          </p:nvSpPr>
          <p:spPr>
            <a:xfrm>
              <a:off x="2135160" y="37645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88" name="Rectangle 440"/>
            <p:cNvSpPr/>
            <p:nvPr/>
          </p:nvSpPr>
          <p:spPr>
            <a:xfrm>
              <a:off x="2106720" y="37645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89" name="Freeform 441"/>
            <p:cNvSpPr/>
            <p:nvPr/>
          </p:nvSpPr>
          <p:spPr>
            <a:xfrm>
              <a:off x="2054160" y="376452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6 w 9"/>
                <a:gd name="GluePoint1Y" fmla="*/ 6 h 9"/>
                <a:gd name="GluePoint2X" fmla="*/ 9 w 9"/>
                <a:gd name="GluePoint2Y" fmla="*/ 6 h 9"/>
                <a:gd name="GluePoint3X" fmla="*/ 9 w 9"/>
                <a:gd name="GluePoint3Y" fmla="*/ 0 h 9"/>
                <a:gd name="GluePoint4X" fmla="*/ 0 w 9"/>
                <a:gd name="GluePoint4Y" fmla="*/ 0 h 9"/>
                <a:gd name="GluePoint5X" fmla="*/ 0 w 9"/>
                <a:gd name="GluePoint5Y" fmla="*/ 9 h 9"/>
                <a:gd name="GluePoint6X" fmla="*/ 6 w 9"/>
                <a:gd name="GluePoint6Y" fmla="*/ 9 h 9"/>
                <a:gd name="GluePoint7X" fmla="*/ 6 w 9"/>
                <a:gd name="GluePoint7Y" fmla="*/ 6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0" name="Rectangle 442"/>
            <p:cNvSpPr/>
            <p:nvPr/>
          </p:nvSpPr>
          <p:spPr>
            <a:xfrm>
              <a:off x="2054160" y="38455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1" name="Rectangle 443"/>
            <p:cNvSpPr/>
            <p:nvPr/>
          </p:nvSpPr>
          <p:spPr>
            <a:xfrm>
              <a:off x="2054160" y="38170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2" name="Rectangle 444"/>
            <p:cNvSpPr/>
            <p:nvPr/>
          </p:nvSpPr>
          <p:spPr>
            <a:xfrm>
              <a:off x="2054160" y="37882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3" name="Rectangle 445"/>
            <p:cNvSpPr/>
            <p:nvPr/>
          </p:nvSpPr>
          <p:spPr>
            <a:xfrm>
              <a:off x="2054160" y="38743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4" name="Freeform 446"/>
            <p:cNvSpPr/>
            <p:nvPr/>
          </p:nvSpPr>
          <p:spPr>
            <a:xfrm>
              <a:off x="2054160" y="390276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9 w 9"/>
                <a:gd name="GluePoint1Y" fmla="*/ 3 h 9"/>
                <a:gd name="GluePoint2X" fmla="*/ 6 w 9"/>
                <a:gd name="GluePoint2Y" fmla="*/ 3 h 9"/>
                <a:gd name="GluePoint3X" fmla="*/ 6 w 9"/>
                <a:gd name="GluePoint3Y" fmla="*/ 0 h 9"/>
                <a:gd name="GluePoint4X" fmla="*/ 0 w 9"/>
                <a:gd name="GluePoint4Y" fmla="*/ 0 h 9"/>
                <a:gd name="GluePoint5X" fmla="*/ 0 w 9"/>
                <a:gd name="GluePoint5Y" fmla="*/ 9 h 9"/>
                <a:gd name="GluePoint6X" fmla="*/ 9 w 9"/>
                <a:gd name="GluePoint6Y" fmla="*/ 9 h 9"/>
                <a:gd name="GluePoint7X" fmla="*/ 9 w 9"/>
                <a:gd name="GluePoint7Y" fmla="*/ 3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9" y="3"/>
                  </a:move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5" name="Rectangle 447"/>
            <p:cNvSpPr/>
            <p:nvPr/>
          </p:nvSpPr>
          <p:spPr>
            <a:xfrm>
              <a:off x="2135160" y="3907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6" name="Rectangle 448"/>
            <p:cNvSpPr/>
            <p:nvPr/>
          </p:nvSpPr>
          <p:spPr>
            <a:xfrm>
              <a:off x="2106720" y="3907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7" name="Rectangle 449"/>
            <p:cNvSpPr/>
            <p:nvPr/>
          </p:nvSpPr>
          <p:spPr>
            <a:xfrm>
              <a:off x="2163600" y="3907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8" name="Rectangle 450"/>
            <p:cNvSpPr/>
            <p:nvPr/>
          </p:nvSpPr>
          <p:spPr>
            <a:xfrm>
              <a:off x="2077920" y="3907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499" name="Freeform 451"/>
            <p:cNvSpPr/>
            <p:nvPr/>
          </p:nvSpPr>
          <p:spPr>
            <a:xfrm>
              <a:off x="2192400" y="390276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0 w 9"/>
                <a:gd name="GluePoint1Y" fmla="*/ 9 h 9"/>
                <a:gd name="GluePoint2X" fmla="*/ 9 w 9"/>
                <a:gd name="GluePoint2Y" fmla="*/ 9 h 9"/>
                <a:gd name="GluePoint3X" fmla="*/ 9 w 9"/>
                <a:gd name="GluePoint3Y" fmla="*/ 0 h 9"/>
                <a:gd name="GluePoint4X" fmla="*/ 3 w 9"/>
                <a:gd name="GluePoint4Y" fmla="*/ 0 h 9"/>
                <a:gd name="GluePoint5X" fmla="*/ 3 w 9"/>
                <a:gd name="GluePoint5Y" fmla="*/ 3 h 9"/>
                <a:gd name="GluePoint6X" fmla="*/ 0 w 9"/>
                <a:gd name="GluePoint6Y" fmla="*/ 3 h 9"/>
                <a:gd name="GluePoint7X" fmla="*/ 0 w 9"/>
                <a:gd name="GluePoint7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0" y="9"/>
                  </a:move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00" name="Rectangle 452"/>
            <p:cNvSpPr/>
            <p:nvPr/>
          </p:nvSpPr>
          <p:spPr>
            <a:xfrm>
              <a:off x="2197080" y="38170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01" name="Rectangle 453"/>
            <p:cNvSpPr/>
            <p:nvPr/>
          </p:nvSpPr>
          <p:spPr>
            <a:xfrm>
              <a:off x="2197080" y="37882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02" name="Rectangle 454"/>
            <p:cNvSpPr/>
            <p:nvPr/>
          </p:nvSpPr>
          <p:spPr>
            <a:xfrm>
              <a:off x="2197080" y="38455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03" name="Rectangle 455"/>
            <p:cNvSpPr/>
            <p:nvPr/>
          </p:nvSpPr>
          <p:spPr>
            <a:xfrm>
              <a:off x="2197080" y="38743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04" name="Freeform 456"/>
            <p:cNvSpPr/>
            <p:nvPr/>
          </p:nvSpPr>
          <p:spPr>
            <a:xfrm>
              <a:off x="2243160" y="3642480"/>
              <a:ext cx="85320" cy="8388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83880"/>
                <a:gd name="textAreaBottom" fmla="*/ 84240 h 83880"/>
                <a:gd name="GluePoint1X" fmla="*/ 0 w 54"/>
                <a:gd name="GluePoint1Y" fmla="*/ 17 h 53"/>
                <a:gd name="GluePoint2X" fmla="*/ 0 w 54"/>
                <a:gd name="GluePoint2Y" fmla="*/ 50 h 53"/>
                <a:gd name="GluePoint3X" fmla="*/ 3 w 54"/>
                <a:gd name="GluePoint3Y" fmla="*/ 53 h 53"/>
                <a:gd name="GluePoint4X" fmla="*/ 36 w 54"/>
                <a:gd name="GluePoint4Y" fmla="*/ 53 h 53"/>
                <a:gd name="GluePoint5X" fmla="*/ 36 w 54"/>
                <a:gd name="GluePoint5Y" fmla="*/ 47 h 53"/>
                <a:gd name="GluePoint6X" fmla="*/ 11 w 54"/>
                <a:gd name="GluePoint6Y" fmla="*/ 47 h 53"/>
                <a:gd name="GluePoint7X" fmla="*/ 54 w 54"/>
                <a:gd name="GluePoint7Y" fmla="*/ 4 h 53"/>
                <a:gd name="GluePoint8X" fmla="*/ 49 w 54"/>
                <a:gd name="GluePoint8Y" fmla="*/ 0 h 53"/>
                <a:gd name="GluePoint9X" fmla="*/ 6 w 54"/>
                <a:gd name="GluePoint9Y" fmla="*/ 43 h 53"/>
                <a:gd name="GluePoint10X" fmla="*/ 6 w 54"/>
                <a:gd name="GluePoint10Y" fmla="*/ 17 h 53"/>
                <a:gd name="GluePoint11X" fmla="*/ 0 w 54"/>
                <a:gd name="GluePoint11Y" fmla="*/ 17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54" h="53">
                  <a:moveTo>
                    <a:pt x="0" y="17"/>
                  </a:moveTo>
                  <a:lnTo>
                    <a:pt x="0" y="50"/>
                  </a:lnTo>
                  <a:lnTo>
                    <a:pt x="3" y="53"/>
                  </a:lnTo>
                  <a:lnTo>
                    <a:pt x="36" y="53"/>
                  </a:lnTo>
                  <a:lnTo>
                    <a:pt x="36" y="47"/>
                  </a:lnTo>
                  <a:lnTo>
                    <a:pt x="11" y="47"/>
                  </a:lnTo>
                  <a:lnTo>
                    <a:pt x="54" y="4"/>
                  </a:lnTo>
                  <a:lnTo>
                    <a:pt x="49" y="0"/>
                  </a:lnTo>
                  <a:lnTo>
                    <a:pt x="6" y="43"/>
                  </a:lnTo>
                  <a:lnTo>
                    <a:pt x="6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120" bIns="42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505" name="Группа 631"/>
          <p:cNvGrpSpPr/>
          <p:nvPr/>
        </p:nvGrpSpPr>
        <p:grpSpPr>
          <a:xfrm>
            <a:off x="2448000" y="3664440"/>
            <a:ext cx="304200" cy="199800"/>
            <a:chOff x="2448000" y="3664440"/>
            <a:chExt cx="304200" cy="199800"/>
          </a:xfrm>
        </p:grpSpPr>
        <p:sp>
          <p:nvSpPr>
            <p:cNvPr id="3506" name="Freeform 457"/>
            <p:cNvSpPr/>
            <p:nvPr/>
          </p:nvSpPr>
          <p:spPr>
            <a:xfrm>
              <a:off x="2517840" y="3839400"/>
              <a:ext cx="20160" cy="1548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5480"/>
                <a:gd name="textAreaBottom" fmla="*/ 15840 h 15480"/>
                <a:gd name="GluePoint1X" fmla="*/ 17 w 17"/>
                <a:gd name="GluePoint1Y" fmla="*/ 6 h 13"/>
                <a:gd name="GluePoint2X" fmla="*/ 3 w 17"/>
                <a:gd name="GluePoint2Y" fmla="*/ 0 h 13"/>
                <a:gd name="GluePoint3X" fmla="*/ 0 w 17"/>
                <a:gd name="GluePoint3Y" fmla="*/ 8 h 13"/>
                <a:gd name="GluePoint4X" fmla="*/ 15 w 17"/>
                <a:gd name="GluePoint4Y" fmla="*/ 13 h 13"/>
                <a:gd name="GluePoint5X" fmla="*/ 17 w 17"/>
                <a:gd name="GluePoint5Y" fmla="*/ 6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3">
                  <a:moveTo>
                    <a:pt x="17" y="6"/>
                  </a:moveTo>
                  <a:cubicBezTo>
                    <a:pt x="12" y="4"/>
                    <a:pt x="7" y="2"/>
                    <a:pt x="3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10"/>
                    <a:pt x="10" y="12"/>
                    <a:pt x="15" y="13"/>
                  </a:cubicBezTo>
                  <a:lnTo>
                    <a:pt x="17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920" bIns="7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07" name="Freeform 458"/>
            <p:cNvSpPr/>
            <p:nvPr/>
          </p:nvSpPr>
          <p:spPr>
            <a:xfrm>
              <a:off x="2546280" y="3848760"/>
              <a:ext cx="18720" cy="122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2240"/>
                <a:gd name="textAreaBottom" fmla="*/ 12600 h 12240"/>
                <a:gd name="GluePoint1X" fmla="*/ 17 w 17"/>
                <a:gd name="GluePoint1Y" fmla="*/ 3 h 11"/>
                <a:gd name="GluePoint2X" fmla="*/ 2 w 17"/>
                <a:gd name="GluePoint2Y" fmla="*/ 0 h 11"/>
                <a:gd name="GluePoint3X" fmla="*/ 0 w 17"/>
                <a:gd name="GluePoint3Y" fmla="*/ 8 h 11"/>
                <a:gd name="GluePoint4X" fmla="*/ 16 w 17"/>
                <a:gd name="GluePoint4Y" fmla="*/ 11 h 11"/>
                <a:gd name="GluePoint5X" fmla="*/ 17 w 17"/>
                <a:gd name="GluePoint5Y" fmla="*/ 3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1">
                  <a:moveTo>
                    <a:pt x="17" y="3"/>
                  </a:moveTo>
                  <a:cubicBezTo>
                    <a:pt x="12" y="2"/>
                    <a:pt x="7" y="1"/>
                    <a:pt x="2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0" y="10"/>
                    <a:pt x="16" y="11"/>
                  </a:cubicBezTo>
                  <a:lnTo>
                    <a:pt x="17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08" name="Freeform 459"/>
            <p:cNvSpPr/>
            <p:nvPr/>
          </p:nvSpPr>
          <p:spPr>
            <a:xfrm>
              <a:off x="2563920" y="3666240"/>
              <a:ext cx="18720" cy="108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0800"/>
                <a:gd name="textAreaBottom" fmla="*/ 11160 h 10800"/>
                <a:gd name="GluePoint1X" fmla="*/ 17 w 17"/>
                <a:gd name="GluePoint1Y" fmla="*/ 0 h 10"/>
                <a:gd name="GluePoint2X" fmla="*/ 0 w 17"/>
                <a:gd name="GluePoint2Y" fmla="*/ 2 h 10"/>
                <a:gd name="GluePoint3X" fmla="*/ 2 w 17"/>
                <a:gd name="GluePoint3Y" fmla="*/ 10 h 10"/>
                <a:gd name="GluePoint4X" fmla="*/ 17 w 17"/>
                <a:gd name="GluePoint4Y" fmla="*/ 8 h 10"/>
                <a:gd name="GluePoint5X" fmla="*/ 17 w 17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0">
                  <a:moveTo>
                    <a:pt x="17" y="0"/>
                  </a:moveTo>
                  <a:cubicBezTo>
                    <a:pt x="11" y="0"/>
                    <a:pt x="6" y="1"/>
                    <a:pt x="0" y="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7" y="9"/>
                    <a:pt x="12" y="8"/>
                    <a:pt x="17" y="8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09" name="Freeform 460"/>
            <p:cNvSpPr/>
            <p:nvPr/>
          </p:nvSpPr>
          <p:spPr>
            <a:xfrm>
              <a:off x="2592360" y="3664440"/>
              <a:ext cx="18720" cy="108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0800"/>
                <a:gd name="textAreaBottom" fmla="*/ 11160 h 10800"/>
                <a:gd name="GluePoint1X" fmla="*/ 16 w 16"/>
                <a:gd name="GluePoint1Y" fmla="*/ 9 h 9"/>
                <a:gd name="GluePoint2X" fmla="*/ 16 w 16"/>
                <a:gd name="GluePoint2Y" fmla="*/ 1 h 9"/>
                <a:gd name="GluePoint3X" fmla="*/ 0 w 16"/>
                <a:gd name="GluePoint3Y" fmla="*/ 0 h 9"/>
                <a:gd name="GluePoint4X" fmla="*/ 0 w 16"/>
                <a:gd name="GluePoint4Y" fmla="*/ 8 h 9"/>
                <a:gd name="GluePoint5X" fmla="*/ 16 w 16"/>
                <a:gd name="GluePoint5Y" fmla="*/ 9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9">
                  <a:moveTo>
                    <a:pt x="16" y="9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8"/>
                    <a:pt x="11" y="8"/>
                    <a:pt x="16" y="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0" name="Freeform 461"/>
            <p:cNvSpPr/>
            <p:nvPr/>
          </p:nvSpPr>
          <p:spPr>
            <a:xfrm>
              <a:off x="2573280" y="3853440"/>
              <a:ext cx="20160" cy="108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0800"/>
                <a:gd name="textAreaBottom" fmla="*/ 11160 h 10800"/>
                <a:gd name="GluePoint1X" fmla="*/ 17 w 17"/>
                <a:gd name="GluePoint1Y" fmla="*/ 1 h 9"/>
                <a:gd name="GluePoint2X" fmla="*/ 1 w 17"/>
                <a:gd name="GluePoint2Y" fmla="*/ 0 h 9"/>
                <a:gd name="GluePoint3X" fmla="*/ 0 w 17"/>
                <a:gd name="GluePoint3Y" fmla="*/ 8 h 9"/>
                <a:gd name="GluePoint4X" fmla="*/ 16 w 17"/>
                <a:gd name="GluePoint4Y" fmla="*/ 9 h 9"/>
                <a:gd name="GluePoint5X" fmla="*/ 17 w 17"/>
                <a:gd name="GluePoint5Y" fmla="*/ 1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9">
                  <a:moveTo>
                    <a:pt x="17" y="1"/>
                  </a:moveTo>
                  <a:cubicBezTo>
                    <a:pt x="11" y="1"/>
                    <a:pt x="6" y="1"/>
                    <a:pt x="1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1" y="9"/>
                    <a:pt x="16" y="9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1" name="Freeform 462"/>
            <p:cNvSpPr/>
            <p:nvPr/>
          </p:nvSpPr>
          <p:spPr>
            <a:xfrm>
              <a:off x="2602080" y="3853440"/>
              <a:ext cx="20160" cy="108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0800"/>
                <a:gd name="textAreaBottom" fmla="*/ 11160 h 10800"/>
                <a:gd name="GluePoint1X" fmla="*/ 17 w 17"/>
                <a:gd name="GluePoint1Y" fmla="*/ 8 h 9"/>
                <a:gd name="GluePoint2X" fmla="*/ 16 w 17"/>
                <a:gd name="GluePoint2Y" fmla="*/ 0 h 9"/>
                <a:gd name="GluePoint3X" fmla="*/ 0 w 17"/>
                <a:gd name="GluePoint3Y" fmla="*/ 1 h 9"/>
                <a:gd name="GluePoint4X" fmla="*/ 0 w 17"/>
                <a:gd name="GluePoint4Y" fmla="*/ 9 h 9"/>
                <a:gd name="GluePoint5X" fmla="*/ 17 w 17"/>
                <a:gd name="GluePoint5Y" fmla="*/ 8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9">
                  <a:moveTo>
                    <a:pt x="17" y="8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1"/>
                    <a:pt x="6" y="1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9"/>
                    <a:pt x="11" y="9"/>
                    <a:pt x="17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2" name="Freeform 463"/>
            <p:cNvSpPr/>
            <p:nvPr/>
          </p:nvSpPr>
          <p:spPr>
            <a:xfrm>
              <a:off x="2630520" y="3850200"/>
              <a:ext cx="20160" cy="1224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2240"/>
                <a:gd name="textAreaBottom" fmla="*/ 12600 h 12240"/>
                <a:gd name="GluePoint1X" fmla="*/ 17 w 17"/>
                <a:gd name="GluePoint1Y" fmla="*/ 8 h 11"/>
                <a:gd name="GluePoint2X" fmla="*/ 15 w 17"/>
                <a:gd name="GluePoint2Y" fmla="*/ 0 h 11"/>
                <a:gd name="GluePoint3X" fmla="*/ 0 w 17"/>
                <a:gd name="GluePoint3Y" fmla="*/ 3 h 11"/>
                <a:gd name="GluePoint4X" fmla="*/ 1 w 17"/>
                <a:gd name="GluePoint4Y" fmla="*/ 11 h 11"/>
                <a:gd name="GluePoint5X" fmla="*/ 17 w 17"/>
                <a:gd name="GluePoint5Y" fmla="*/ 8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1">
                  <a:moveTo>
                    <a:pt x="17" y="8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0" y="1"/>
                    <a:pt x="5" y="2"/>
                    <a:pt x="0" y="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6" y="10"/>
                    <a:pt x="12" y="9"/>
                    <a:pt x="17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3" name="Freeform 464"/>
            <p:cNvSpPr/>
            <p:nvPr/>
          </p:nvSpPr>
          <p:spPr>
            <a:xfrm>
              <a:off x="2620800" y="3666240"/>
              <a:ext cx="20160" cy="108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0800"/>
                <a:gd name="textAreaBottom" fmla="*/ 11160 h 10800"/>
                <a:gd name="GluePoint1X" fmla="*/ 17 w 17"/>
                <a:gd name="GluePoint1Y" fmla="*/ 2 h 10"/>
                <a:gd name="GluePoint2X" fmla="*/ 0 w 17"/>
                <a:gd name="GluePoint2Y" fmla="*/ 0 h 10"/>
                <a:gd name="GluePoint3X" fmla="*/ 0 w 17"/>
                <a:gd name="GluePoint3Y" fmla="*/ 8 h 10"/>
                <a:gd name="GluePoint4X" fmla="*/ 15 w 17"/>
                <a:gd name="GluePoint4Y" fmla="*/ 10 h 10"/>
                <a:gd name="GluePoint5X" fmla="*/ 17 w 17"/>
                <a:gd name="GluePoint5Y" fmla="*/ 2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0">
                  <a:moveTo>
                    <a:pt x="17" y="2"/>
                  </a:moveTo>
                  <a:cubicBezTo>
                    <a:pt x="11" y="1"/>
                    <a:pt x="6" y="1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0" y="9"/>
                    <a:pt x="15" y="10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4" name="Freeform 465"/>
            <p:cNvSpPr/>
            <p:nvPr/>
          </p:nvSpPr>
          <p:spPr>
            <a:xfrm>
              <a:off x="2649600" y="3670920"/>
              <a:ext cx="18720" cy="140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4040"/>
                <a:gd name="textAreaBottom" fmla="*/ 14400 h 14040"/>
                <a:gd name="GluePoint1X" fmla="*/ 17 w 17"/>
                <a:gd name="GluePoint1Y" fmla="*/ 4 h 12"/>
                <a:gd name="GluePoint2X" fmla="*/ 2 w 17"/>
                <a:gd name="GluePoint2Y" fmla="*/ 0 h 12"/>
                <a:gd name="GluePoint3X" fmla="*/ 0 w 17"/>
                <a:gd name="GluePoint3Y" fmla="*/ 8 h 12"/>
                <a:gd name="GluePoint4X" fmla="*/ 15 w 17"/>
                <a:gd name="GluePoint4Y" fmla="*/ 12 h 12"/>
                <a:gd name="GluePoint5X" fmla="*/ 17 w 17"/>
                <a:gd name="GluePoint5Y" fmla="*/ 4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2">
                  <a:moveTo>
                    <a:pt x="17" y="4"/>
                  </a:moveTo>
                  <a:cubicBezTo>
                    <a:pt x="12" y="3"/>
                    <a:pt x="7" y="1"/>
                    <a:pt x="2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9"/>
                    <a:pt x="10" y="10"/>
                    <a:pt x="15" y="12"/>
                  </a:cubicBezTo>
                  <a:lnTo>
                    <a:pt x="17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5" name="Freeform 466"/>
            <p:cNvSpPr/>
            <p:nvPr/>
          </p:nvSpPr>
          <p:spPr>
            <a:xfrm>
              <a:off x="2470320" y="380916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12 w 17"/>
                <a:gd name="GluePoint1Y" fmla="*/ 16 h 16"/>
                <a:gd name="GluePoint2X" fmla="*/ 17 w 17"/>
                <a:gd name="GluePoint2Y" fmla="*/ 10 h 16"/>
                <a:gd name="GluePoint3X" fmla="*/ 6 w 17"/>
                <a:gd name="GluePoint3Y" fmla="*/ 0 h 16"/>
                <a:gd name="GluePoint4X" fmla="*/ 0 w 17"/>
                <a:gd name="GluePoint4Y" fmla="*/ 5 h 16"/>
                <a:gd name="GluePoint5X" fmla="*/ 12 w 17"/>
                <a:gd name="GluePoint5Y" fmla="*/ 16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6">
                  <a:moveTo>
                    <a:pt x="12" y="16"/>
                  </a:moveTo>
                  <a:cubicBezTo>
                    <a:pt x="17" y="10"/>
                    <a:pt x="17" y="10"/>
                    <a:pt x="17" y="10"/>
                  </a:cubicBezTo>
                  <a:cubicBezTo>
                    <a:pt x="13" y="7"/>
                    <a:pt x="9" y="3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9"/>
                    <a:pt x="8" y="13"/>
                    <a:pt x="12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6" name="Freeform 467"/>
            <p:cNvSpPr/>
            <p:nvPr/>
          </p:nvSpPr>
          <p:spPr>
            <a:xfrm>
              <a:off x="2462040" y="3707640"/>
              <a:ext cx="20160" cy="201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20160"/>
                <a:gd name="textAreaBottom" fmla="*/ 20520 h 20160"/>
                <a:gd name="GluePoint1X" fmla="*/ 17 w 17"/>
                <a:gd name="GluePoint1Y" fmla="*/ 6 h 17"/>
                <a:gd name="GluePoint2X" fmla="*/ 11 w 17"/>
                <a:gd name="GluePoint2Y" fmla="*/ 0 h 17"/>
                <a:gd name="GluePoint3X" fmla="*/ 0 w 17"/>
                <a:gd name="GluePoint3Y" fmla="*/ 13 h 17"/>
                <a:gd name="GluePoint4X" fmla="*/ 7 w 17"/>
                <a:gd name="GluePoint4Y" fmla="*/ 17 h 17"/>
                <a:gd name="GluePoint5X" fmla="*/ 17 w 17"/>
                <a:gd name="GluePoint5Y" fmla="*/ 6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7">
                  <a:moveTo>
                    <a:pt x="17" y="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7" y="4"/>
                    <a:pt x="3" y="8"/>
                    <a:pt x="0" y="13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10" y="13"/>
                    <a:pt x="13" y="10"/>
                    <a:pt x="17" y="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7" name="Freeform 468"/>
            <p:cNvSpPr/>
            <p:nvPr/>
          </p:nvSpPr>
          <p:spPr>
            <a:xfrm>
              <a:off x="2536920" y="3669480"/>
              <a:ext cx="18720" cy="140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4040"/>
                <a:gd name="textAreaBottom" fmla="*/ 14400 h 14040"/>
                <a:gd name="GluePoint1X" fmla="*/ 15 w 17"/>
                <a:gd name="GluePoint1Y" fmla="*/ 0 h 12"/>
                <a:gd name="GluePoint2X" fmla="*/ 0 w 17"/>
                <a:gd name="GluePoint2Y" fmla="*/ 4 h 12"/>
                <a:gd name="GluePoint3X" fmla="*/ 2 w 17"/>
                <a:gd name="GluePoint3Y" fmla="*/ 12 h 12"/>
                <a:gd name="GluePoint4X" fmla="*/ 17 w 17"/>
                <a:gd name="GluePoint4Y" fmla="*/ 8 h 12"/>
                <a:gd name="GluePoint5X" fmla="*/ 15 w 17"/>
                <a:gd name="GluePoint5Y" fmla="*/ 0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2">
                  <a:moveTo>
                    <a:pt x="15" y="0"/>
                  </a:moveTo>
                  <a:cubicBezTo>
                    <a:pt x="10" y="1"/>
                    <a:pt x="5" y="3"/>
                    <a:pt x="0" y="4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7" y="10"/>
                    <a:pt x="12" y="9"/>
                    <a:pt x="17" y="8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8" name="Freeform 469"/>
            <p:cNvSpPr/>
            <p:nvPr/>
          </p:nvSpPr>
          <p:spPr>
            <a:xfrm>
              <a:off x="2451240" y="3731400"/>
              <a:ext cx="14040" cy="2016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20160"/>
                <a:gd name="textAreaBottom" fmla="*/ 20520 h 20160"/>
                <a:gd name="GluePoint1X" fmla="*/ 0 w 13"/>
                <a:gd name="GluePoint1Y" fmla="*/ 16 h 18"/>
                <a:gd name="GluePoint2X" fmla="*/ 8 w 13"/>
                <a:gd name="GluePoint2Y" fmla="*/ 18 h 18"/>
                <a:gd name="GluePoint3X" fmla="*/ 13 w 13"/>
                <a:gd name="GluePoint3Y" fmla="*/ 4 h 18"/>
                <a:gd name="GluePoint4X" fmla="*/ 6 w 13"/>
                <a:gd name="GluePoint4Y" fmla="*/ 0 h 18"/>
                <a:gd name="GluePoint5X" fmla="*/ 0 w 13"/>
                <a:gd name="GluePoint5Y" fmla="*/ 16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18">
                  <a:moveTo>
                    <a:pt x="0" y="16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9" y="13"/>
                    <a:pt x="10" y="8"/>
                    <a:pt x="13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5"/>
                    <a:pt x="1" y="10"/>
                    <a:pt x="0" y="1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19" name="Freeform 470"/>
            <p:cNvSpPr/>
            <p:nvPr/>
          </p:nvSpPr>
          <p:spPr>
            <a:xfrm>
              <a:off x="2508120" y="3677400"/>
              <a:ext cx="21960" cy="172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7280"/>
                <a:gd name="textAreaBottom" fmla="*/ 17640 h 17280"/>
                <a:gd name="GluePoint1X" fmla="*/ 15 w 18"/>
                <a:gd name="GluePoint1Y" fmla="*/ 0 h 14"/>
                <a:gd name="GluePoint2X" fmla="*/ 0 w 18"/>
                <a:gd name="GluePoint2Y" fmla="*/ 6 h 14"/>
                <a:gd name="GluePoint3X" fmla="*/ 3 w 18"/>
                <a:gd name="GluePoint3Y" fmla="*/ 14 h 14"/>
                <a:gd name="GluePoint4X" fmla="*/ 18 w 18"/>
                <a:gd name="GluePoint4Y" fmla="*/ 7 h 14"/>
                <a:gd name="GluePoint5X" fmla="*/ 15 w 18"/>
                <a:gd name="GluePoint5Y" fmla="*/ 0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15" y="0"/>
                  </a:moveTo>
                  <a:cubicBezTo>
                    <a:pt x="10" y="2"/>
                    <a:pt x="4" y="4"/>
                    <a:pt x="0" y="6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8" y="11"/>
                    <a:pt x="13" y="9"/>
                    <a:pt x="18" y="7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0" name="Freeform 471"/>
            <p:cNvSpPr/>
            <p:nvPr/>
          </p:nvSpPr>
          <p:spPr>
            <a:xfrm>
              <a:off x="2484360" y="369000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13 w 17"/>
                <a:gd name="GluePoint1Y" fmla="*/ 0 h 16"/>
                <a:gd name="GluePoint2X" fmla="*/ 0 w 17"/>
                <a:gd name="GluePoint2Y" fmla="*/ 10 h 16"/>
                <a:gd name="GluePoint3X" fmla="*/ 5 w 17"/>
                <a:gd name="GluePoint3Y" fmla="*/ 16 h 16"/>
                <a:gd name="GluePoint4X" fmla="*/ 17 w 17"/>
                <a:gd name="GluePoint4Y" fmla="*/ 7 h 16"/>
                <a:gd name="GluePoint5X" fmla="*/ 13 w 17"/>
                <a:gd name="GluePoint5Y" fmla="*/ 0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6">
                  <a:moveTo>
                    <a:pt x="13" y="0"/>
                  </a:moveTo>
                  <a:cubicBezTo>
                    <a:pt x="9" y="3"/>
                    <a:pt x="4" y="6"/>
                    <a:pt x="0" y="1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3"/>
                    <a:pt x="13" y="10"/>
                    <a:pt x="17" y="7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1" name="Freeform 472"/>
            <p:cNvSpPr/>
            <p:nvPr/>
          </p:nvSpPr>
          <p:spPr>
            <a:xfrm>
              <a:off x="2492280" y="3826440"/>
              <a:ext cx="20160" cy="1728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7280"/>
                <a:gd name="textAreaBottom" fmla="*/ 17640 h 17280"/>
                <a:gd name="GluePoint1X" fmla="*/ 18 w 18"/>
                <a:gd name="GluePoint1Y" fmla="*/ 8 h 15"/>
                <a:gd name="GluePoint2X" fmla="*/ 4 w 18"/>
                <a:gd name="GluePoint2Y" fmla="*/ 0 h 15"/>
                <a:gd name="GluePoint3X" fmla="*/ 0 w 18"/>
                <a:gd name="GluePoint3Y" fmla="*/ 7 h 15"/>
                <a:gd name="GluePoint4X" fmla="*/ 14 w 18"/>
                <a:gd name="GluePoint4Y" fmla="*/ 15 h 15"/>
                <a:gd name="GluePoint5X" fmla="*/ 18 w 18"/>
                <a:gd name="GluePoint5Y" fmla="*/ 8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5">
                  <a:moveTo>
                    <a:pt x="18" y="8"/>
                  </a:moveTo>
                  <a:cubicBezTo>
                    <a:pt x="13" y="6"/>
                    <a:pt x="8" y="3"/>
                    <a:pt x="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0"/>
                    <a:pt x="9" y="13"/>
                    <a:pt x="14" y="15"/>
                  </a:cubicBezTo>
                  <a:lnTo>
                    <a:pt x="18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2" name="Freeform 473"/>
            <p:cNvSpPr/>
            <p:nvPr/>
          </p:nvSpPr>
          <p:spPr>
            <a:xfrm>
              <a:off x="2452680" y="3786840"/>
              <a:ext cx="17280" cy="201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0160"/>
                <a:gd name="textAreaBottom" fmla="*/ 20520 h 20160"/>
                <a:gd name="GluePoint1X" fmla="*/ 9 w 15"/>
                <a:gd name="GluePoint1Y" fmla="*/ 17 h 17"/>
                <a:gd name="GluePoint2X" fmla="*/ 15 w 15"/>
                <a:gd name="GluePoint2Y" fmla="*/ 13 h 17"/>
                <a:gd name="GluePoint3X" fmla="*/ 8 w 15"/>
                <a:gd name="GluePoint3Y" fmla="*/ 0 h 17"/>
                <a:gd name="GluePoint4X" fmla="*/ 0 w 15"/>
                <a:gd name="GluePoint4Y" fmla="*/ 2 h 17"/>
                <a:gd name="GluePoint5X" fmla="*/ 9 w 15"/>
                <a:gd name="GluePoint5Y" fmla="*/ 17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7">
                  <a:moveTo>
                    <a:pt x="9" y="17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2" y="8"/>
                    <a:pt x="10" y="4"/>
                    <a:pt x="8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8"/>
                    <a:pt x="5" y="13"/>
                    <a:pt x="9" y="1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3" name="Freeform 474"/>
            <p:cNvSpPr/>
            <p:nvPr/>
          </p:nvSpPr>
          <p:spPr>
            <a:xfrm>
              <a:off x="2720880" y="371052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0 w 16"/>
                <a:gd name="GluePoint1Y" fmla="*/ 5 h 17"/>
                <a:gd name="GluePoint2X" fmla="*/ 10 w 16"/>
                <a:gd name="GluePoint2Y" fmla="*/ 17 h 17"/>
                <a:gd name="GluePoint3X" fmla="*/ 16 w 16"/>
                <a:gd name="GluePoint3Y" fmla="*/ 13 h 17"/>
                <a:gd name="GluePoint4X" fmla="*/ 6 w 16"/>
                <a:gd name="GluePoint4Y" fmla="*/ 0 h 17"/>
                <a:gd name="GluePoint5X" fmla="*/ 0 w 16"/>
                <a:gd name="GluePoint5Y" fmla="*/ 5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7">
                  <a:moveTo>
                    <a:pt x="0" y="5"/>
                  </a:moveTo>
                  <a:cubicBezTo>
                    <a:pt x="4" y="9"/>
                    <a:pt x="7" y="13"/>
                    <a:pt x="10" y="17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3" y="8"/>
                    <a:pt x="10" y="4"/>
                    <a:pt x="6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4" name="Freeform 475"/>
            <p:cNvSpPr/>
            <p:nvPr/>
          </p:nvSpPr>
          <p:spPr>
            <a:xfrm>
              <a:off x="2727360" y="3790080"/>
              <a:ext cx="18720" cy="219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1960"/>
                <a:gd name="textAreaBottom" fmla="*/ 22320 h 21960"/>
                <a:gd name="GluePoint1X" fmla="*/ 16 w 16"/>
                <a:gd name="GluePoint1Y" fmla="*/ 3 h 18"/>
                <a:gd name="GluePoint2X" fmla="*/ 8 w 16"/>
                <a:gd name="GluePoint2Y" fmla="*/ 0 h 18"/>
                <a:gd name="GluePoint3X" fmla="*/ 0 w 16"/>
                <a:gd name="GluePoint3Y" fmla="*/ 13 h 18"/>
                <a:gd name="GluePoint4X" fmla="*/ 7 w 16"/>
                <a:gd name="GluePoint4Y" fmla="*/ 18 h 18"/>
                <a:gd name="GluePoint5X" fmla="*/ 16 w 16"/>
                <a:gd name="GluePoint5Y" fmla="*/ 3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8">
                  <a:moveTo>
                    <a:pt x="16" y="3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4"/>
                    <a:pt x="4" y="8"/>
                    <a:pt x="0" y="13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10" y="13"/>
                    <a:pt x="13" y="8"/>
                    <a:pt x="16" y="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5" name="Freeform 476"/>
            <p:cNvSpPr/>
            <p:nvPr/>
          </p:nvSpPr>
          <p:spPr>
            <a:xfrm>
              <a:off x="2736720" y="3734640"/>
              <a:ext cx="15480" cy="219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1960"/>
                <a:gd name="textAreaBottom" fmla="*/ 22320 h 21960"/>
                <a:gd name="GluePoint1X" fmla="*/ 13 w 13"/>
                <a:gd name="GluePoint1Y" fmla="*/ 16 h 18"/>
                <a:gd name="GluePoint2X" fmla="*/ 7 w 13"/>
                <a:gd name="GluePoint2Y" fmla="*/ 0 h 18"/>
                <a:gd name="GluePoint3X" fmla="*/ 0 w 13"/>
                <a:gd name="GluePoint3Y" fmla="*/ 3 h 18"/>
                <a:gd name="GluePoint4X" fmla="*/ 5 w 13"/>
                <a:gd name="GluePoint4Y" fmla="*/ 18 h 18"/>
                <a:gd name="GluePoint5X" fmla="*/ 13 w 13"/>
                <a:gd name="GluePoint5Y" fmla="*/ 16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18">
                  <a:moveTo>
                    <a:pt x="13" y="16"/>
                  </a:moveTo>
                  <a:cubicBezTo>
                    <a:pt x="12" y="11"/>
                    <a:pt x="10" y="5"/>
                    <a:pt x="7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8"/>
                    <a:pt x="4" y="13"/>
                    <a:pt x="5" y="18"/>
                  </a:cubicBezTo>
                  <a:lnTo>
                    <a:pt x="13" y="1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6" name="Freeform 477"/>
            <p:cNvSpPr/>
            <p:nvPr/>
          </p:nvSpPr>
          <p:spPr>
            <a:xfrm>
              <a:off x="2739960" y="3764520"/>
              <a:ext cx="12240" cy="2016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0160"/>
                <a:gd name="textAreaBottom" fmla="*/ 20520 h 20160"/>
                <a:gd name="GluePoint1X" fmla="*/ 10 w 10"/>
                <a:gd name="GluePoint1Y" fmla="*/ 0 h 17"/>
                <a:gd name="GluePoint2X" fmla="*/ 10 w 10"/>
                <a:gd name="GluePoint2Y" fmla="*/ 0 h 17"/>
                <a:gd name="GluePoint3X" fmla="*/ 2 w 10"/>
                <a:gd name="GluePoint3Y" fmla="*/ 0 h 17"/>
                <a:gd name="GluePoint4X" fmla="*/ 0 w 10"/>
                <a:gd name="GluePoint4Y" fmla="*/ 15 h 17"/>
                <a:gd name="GluePoint5X" fmla="*/ 8 w 10"/>
                <a:gd name="GluePoint5Y" fmla="*/ 17 h 17"/>
                <a:gd name="GluePoint6X" fmla="*/ 10 w 10"/>
                <a:gd name="GluePoint6Y" fmla="*/ 0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0" h="17"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5"/>
                    <a:pt x="2" y="10"/>
                    <a:pt x="0" y="15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2"/>
                    <a:pt x="10" y="6"/>
                    <a:pt x="1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7" name="Freeform 478"/>
            <p:cNvSpPr/>
            <p:nvPr/>
          </p:nvSpPr>
          <p:spPr>
            <a:xfrm>
              <a:off x="2448000" y="3759840"/>
              <a:ext cx="12240" cy="2016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0160"/>
                <a:gd name="textAreaBottom" fmla="*/ 20520 h 20160"/>
                <a:gd name="GluePoint1X" fmla="*/ 10 w 10"/>
                <a:gd name="GluePoint1Y" fmla="*/ 15 h 17"/>
                <a:gd name="GluePoint2X" fmla="*/ 8 w 10"/>
                <a:gd name="GluePoint2Y" fmla="*/ 4 h 17"/>
                <a:gd name="GluePoint3X" fmla="*/ 8 w 10"/>
                <a:gd name="GluePoint3Y" fmla="*/ 1 h 17"/>
                <a:gd name="GluePoint4X" fmla="*/ 0 w 10"/>
                <a:gd name="GluePoint4Y" fmla="*/ 0 h 17"/>
                <a:gd name="GluePoint5X" fmla="*/ 0 w 10"/>
                <a:gd name="GluePoint5Y" fmla="*/ 4 h 17"/>
                <a:gd name="GluePoint6X" fmla="*/ 2 w 10"/>
                <a:gd name="GluePoint6Y" fmla="*/ 17 h 17"/>
                <a:gd name="GluePoint7X" fmla="*/ 10 w 10"/>
                <a:gd name="GluePoint7Y" fmla="*/ 15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0" h="17">
                  <a:moveTo>
                    <a:pt x="10" y="15"/>
                  </a:moveTo>
                  <a:cubicBezTo>
                    <a:pt x="9" y="12"/>
                    <a:pt x="8" y="8"/>
                    <a:pt x="8" y="4"/>
                  </a:cubicBezTo>
                  <a:cubicBezTo>
                    <a:pt x="8" y="3"/>
                    <a:pt x="8" y="2"/>
                    <a:pt x="8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9"/>
                    <a:pt x="1" y="13"/>
                    <a:pt x="2" y="17"/>
                  </a:cubicBezTo>
                  <a:lnTo>
                    <a:pt x="10" y="1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8" name="Freeform 479"/>
            <p:cNvSpPr/>
            <p:nvPr/>
          </p:nvSpPr>
          <p:spPr>
            <a:xfrm>
              <a:off x="2674800" y="3678840"/>
              <a:ext cx="21960" cy="172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7280"/>
                <a:gd name="textAreaBottom" fmla="*/ 17640 h 17280"/>
                <a:gd name="GluePoint1X" fmla="*/ 18 w 18"/>
                <a:gd name="GluePoint1Y" fmla="*/ 7 h 14"/>
                <a:gd name="GluePoint2X" fmla="*/ 3 w 18"/>
                <a:gd name="GluePoint2Y" fmla="*/ 0 h 14"/>
                <a:gd name="GluePoint3X" fmla="*/ 0 w 18"/>
                <a:gd name="GluePoint3Y" fmla="*/ 8 h 14"/>
                <a:gd name="GluePoint4X" fmla="*/ 14 w 18"/>
                <a:gd name="GluePoint4Y" fmla="*/ 14 h 14"/>
                <a:gd name="GluePoint5X" fmla="*/ 18 w 18"/>
                <a:gd name="GluePoint5Y" fmla="*/ 7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4">
                  <a:moveTo>
                    <a:pt x="18" y="7"/>
                  </a:moveTo>
                  <a:cubicBezTo>
                    <a:pt x="13" y="5"/>
                    <a:pt x="8" y="2"/>
                    <a:pt x="3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10"/>
                    <a:pt x="10" y="12"/>
                    <a:pt x="14" y="14"/>
                  </a:cubicBezTo>
                  <a:lnTo>
                    <a:pt x="18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29" name="Freeform 480"/>
            <p:cNvSpPr/>
            <p:nvPr/>
          </p:nvSpPr>
          <p:spPr>
            <a:xfrm>
              <a:off x="2684520" y="3828240"/>
              <a:ext cx="21960" cy="1872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8720"/>
                <a:gd name="textAreaBottom" fmla="*/ 19080 h 18720"/>
                <a:gd name="GluePoint1X" fmla="*/ 18 w 18"/>
                <a:gd name="GluePoint1Y" fmla="*/ 7 h 15"/>
                <a:gd name="GluePoint2X" fmla="*/ 13 w 18"/>
                <a:gd name="GluePoint2Y" fmla="*/ 0 h 15"/>
                <a:gd name="GluePoint3X" fmla="*/ 0 w 18"/>
                <a:gd name="GluePoint3Y" fmla="*/ 8 h 15"/>
                <a:gd name="GluePoint4X" fmla="*/ 3 w 18"/>
                <a:gd name="GluePoint4Y" fmla="*/ 15 h 15"/>
                <a:gd name="GluePoint5X" fmla="*/ 18 w 18"/>
                <a:gd name="GluePoint5Y" fmla="*/ 7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5">
                  <a:moveTo>
                    <a:pt x="18" y="7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6"/>
                    <a:pt x="0" y="8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8" y="13"/>
                    <a:pt x="13" y="10"/>
                    <a:pt x="18" y="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30" name="Freeform 481"/>
            <p:cNvSpPr/>
            <p:nvPr/>
          </p:nvSpPr>
          <p:spPr>
            <a:xfrm>
              <a:off x="2658960" y="3842280"/>
              <a:ext cx="20160" cy="1404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4040"/>
                <a:gd name="textAreaBottom" fmla="*/ 14400 h 14040"/>
                <a:gd name="GluePoint1X" fmla="*/ 18 w 18"/>
                <a:gd name="GluePoint1Y" fmla="*/ 7 h 13"/>
                <a:gd name="GluePoint2X" fmla="*/ 15 w 18"/>
                <a:gd name="GluePoint2Y" fmla="*/ 0 h 13"/>
                <a:gd name="GluePoint3X" fmla="*/ 0 w 18"/>
                <a:gd name="GluePoint3Y" fmla="*/ 5 h 13"/>
                <a:gd name="GluePoint4X" fmla="*/ 2 w 18"/>
                <a:gd name="GluePoint4Y" fmla="*/ 13 h 13"/>
                <a:gd name="GluePoint5X" fmla="*/ 18 w 18"/>
                <a:gd name="GluePoint5Y" fmla="*/ 7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3">
                  <a:moveTo>
                    <a:pt x="18" y="7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0" y="2"/>
                    <a:pt x="5" y="3"/>
                    <a:pt x="0" y="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7" y="11"/>
                    <a:pt x="13" y="9"/>
                    <a:pt x="18" y="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31" name="Freeform 482"/>
            <p:cNvSpPr/>
            <p:nvPr/>
          </p:nvSpPr>
          <p:spPr>
            <a:xfrm>
              <a:off x="2700360" y="369144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8720"/>
                <a:gd name="textAreaBottom" fmla="*/ 19080 h 18720"/>
                <a:gd name="GluePoint1X" fmla="*/ 18 w 18"/>
                <a:gd name="GluePoint1Y" fmla="*/ 10 h 16"/>
                <a:gd name="GluePoint2X" fmla="*/ 4 w 18"/>
                <a:gd name="GluePoint2Y" fmla="*/ 0 h 16"/>
                <a:gd name="GluePoint3X" fmla="*/ 0 w 18"/>
                <a:gd name="GluePoint3Y" fmla="*/ 7 h 16"/>
                <a:gd name="GluePoint4X" fmla="*/ 12 w 18"/>
                <a:gd name="GluePoint4Y" fmla="*/ 16 h 16"/>
                <a:gd name="GluePoint5X" fmla="*/ 18 w 18"/>
                <a:gd name="GluePoint5Y" fmla="*/ 10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6">
                  <a:moveTo>
                    <a:pt x="18" y="10"/>
                  </a:moveTo>
                  <a:cubicBezTo>
                    <a:pt x="14" y="6"/>
                    <a:pt x="9" y="3"/>
                    <a:pt x="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0"/>
                    <a:pt x="9" y="13"/>
                    <a:pt x="12" y="16"/>
                  </a:cubicBezTo>
                  <a:lnTo>
                    <a:pt x="18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32" name="Freeform 483"/>
            <p:cNvSpPr/>
            <p:nvPr/>
          </p:nvSpPr>
          <p:spPr>
            <a:xfrm>
              <a:off x="2708280" y="3812400"/>
              <a:ext cx="20160" cy="201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20160"/>
                <a:gd name="textAreaBottom" fmla="*/ 20520 h 20160"/>
                <a:gd name="GluePoint1X" fmla="*/ 17 w 17"/>
                <a:gd name="GluePoint1Y" fmla="*/ 6 h 17"/>
                <a:gd name="GluePoint2X" fmla="*/ 11 w 17"/>
                <a:gd name="GluePoint2Y" fmla="*/ 0 h 17"/>
                <a:gd name="GluePoint3X" fmla="*/ 0 w 17"/>
                <a:gd name="GluePoint3Y" fmla="*/ 10 h 17"/>
                <a:gd name="GluePoint4X" fmla="*/ 4 w 17"/>
                <a:gd name="GluePoint4Y" fmla="*/ 17 h 17"/>
                <a:gd name="GluePoint5X" fmla="*/ 17 w 17"/>
                <a:gd name="GluePoint5Y" fmla="*/ 6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7">
                  <a:moveTo>
                    <a:pt x="17" y="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8" y="4"/>
                    <a:pt x="4" y="7"/>
                    <a:pt x="0" y="10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9" y="13"/>
                    <a:pt x="13" y="10"/>
                    <a:pt x="17" y="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533" name="Freeform 484"/>
          <p:cNvSpPr/>
          <p:nvPr/>
        </p:nvSpPr>
        <p:spPr>
          <a:xfrm>
            <a:off x="2913120" y="3882240"/>
            <a:ext cx="18720" cy="15480"/>
          </a:xfrm>
          <a:custGeom>
            <a:avLst/>
            <a:gdLst>
              <a:gd name="textAreaLeft" fmla="*/ 0 w 18720"/>
              <a:gd name="textAreaRight" fmla="*/ 19080 w 18720"/>
              <a:gd name="textAreaTop" fmla="*/ 0 h 15480"/>
              <a:gd name="textAreaBottom" fmla="*/ 15840 h 15480"/>
              <a:gd name="GluePoint1X" fmla="*/ 12 w 12"/>
              <a:gd name="GluePoint1Y" fmla="*/ 10 h 10"/>
              <a:gd name="GluePoint2X" fmla="*/ 12 w 12"/>
              <a:gd name="GluePoint2Y" fmla="*/ 4 h 10"/>
              <a:gd name="GluePoint3X" fmla="*/ 7 w 12"/>
              <a:gd name="GluePoint3Y" fmla="*/ 4 h 10"/>
              <a:gd name="GluePoint4X" fmla="*/ 6 w 12"/>
              <a:gd name="GluePoint4Y" fmla="*/ 0 h 10"/>
              <a:gd name="GluePoint5X" fmla="*/ 0 w 12"/>
              <a:gd name="GluePoint5Y" fmla="*/ 3 h 10"/>
              <a:gd name="GluePoint6X" fmla="*/ 4 w 12"/>
              <a:gd name="GluePoint6Y" fmla="*/ 10 h 10"/>
              <a:gd name="GluePoint7X" fmla="*/ 12 w 12"/>
              <a:gd name="GluePoint7Y" fmla="*/ 10 h 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2" h="10">
                <a:moveTo>
                  <a:pt x="12" y="10"/>
                </a:moveTo>
                <a:lnTo>
                  <a:pt x="12" y="4"/>
                </a:lnTo>
                <a:lnTo>
                  <a:pt x="7" y="4"/>
                </a:lnTo>
                <a:lnTo>
                  <a:pt x="6" y="0"/>
                </a:lnTo>
                <a:lnTo>
                  <a:pt x="0" y="3"/>
                </a:lnTo>
                <a:lnTo>
                  <a:pt x="4" y="10"/>
                </a:lnTo>
                <a:lnTo>
                  <a:pt x="12" y="1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7920" bIns="792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34" name="Freeform 504"/>
          <p:cNvSpPr/>
          <p:nvPr/>
        </p:nvSpPr>
        <p:spPr>
          <a:xfrm>
            <a:off x="3132000" y="3753360"/>
            <a:ext cx="14040" cy="21960"/>
          </a:xfrm>
          <a:custGeom>
            <a:avLst/>
            <a:gdLst>
              <a:gd name="textAreaLeft" fmla="*/ 0 w 14040"/>
              <a:gd name="textAreaRight" fmla="*/ 14400 w 14040"/>
              <a:gd name="textAreaTop" fmla="*/ 0 h 21960"/>
              <a:gd name="textAreaBottom" fmla="*/ 22320 h 21960"/>
              <a:gd name="GluePoint1X" fmla="*/ 9 w 9"/>
              <a:gd name="GluePoint1Y" fmla="*/ 7 h 14"/>
              <a:gd name="GluePoint2X" fmla="*/ 5 w 9"/>
              <a:gd name="GluePoint2Y" fmla="*/ 0 h 14"/>
              <a:gd name="GluePoint3X" fmla="*/ 0 w 9"/>
              <a:gd name="GluePoint3Y" fmla="*/ 3 h 14"/>
              <a:gd name="GluePoint4X" fmla="*/ 2 w 9"/>
              <a:gd name="GluePoint4Y" fmla="*/ 7 h 14"/>
              <a:gd name="GluePoint5X" fmla="*/ 0 w 9"/>
              <a:gd name="GluePoint5Y" fmla="*/ 11 h 14"/>
              <a:gd name="GluePoint6X" fmla="*/ 5 w 9"/>
              <a:gd name="GluePoint6Y" fmla="*/ 14 h 14"/>
              <a:gd name="GluePoint7X" fmla="*/ 9 w 9"/>
              <a:gd name="GluePoint7Y" fmla="*/ 7 h 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9" h="14">
                <a:moveTo>
                  <a:pt x="9" y="7"/>
                </a:moveTo>
                <a:lnTo>
                  <a:pt x="5" y="0"/>
                </a:lnTo>
                <a:lnTo>
                  <a:pt x="0" y="3"/>
                </a:lnTo>
                <a:lnTo>
                  <a:pt x="2" y="7"/>
                </a:lnTo>
                <a:lnTo>
                  <a:pt x="0" y="11"/>
                </a:lnTo>
                <a:lnTo>
                  <a:pt x="5" y="14"/>
                </a:lnTo>
                <a:lnTo>
                  <a:pt x="9" y="7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11160" bIns="1116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535" name="Группа 632"/>
          <p:cNvGrpSpPr/>
          <p:nvPr/>
        </p:nvGrpSpPr>
        <p:grpSpPr>
          <a:xfrm>
            <a:off x="2843280" y="3631320"/>
            <a:ext cx="291600" cy="247320"/>
            <a:chOff x="2843280" y="3631320"/>
            <a:chExt cx="291600" cy="247320"/>
          </a:xfrm>
        </p:grpSpPr>
        <p:sp>
          <p:nvSpPr>
            <p:cNvPr id="3536" name="Freeform 485"/>
            <p:cNvSpPr/>
            <p:nvPr/>
          </p:nvSpPr>
          <p:spPr>
            <a:xfrm>
              <a:off x="2854440" y="378036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7 w 12"/>
                <a:gd name="GluePoint1Y" fmla="*/ 13 h 13"/>
                <a:gd name="GluePoint2X" fmla="*/ 0 w 12"/>
                <a:gd name="GluePoint2Y" fmla="*/ 2 h 13"/>
                <a:gd name="GluePoint3X" fmla="*/ 5 w 12"/>
                <a:gd name="GluePoint3Y" fmla="*/ 0 h 13"/>
                <a:gd name="GluePoint4X" fmla="*/ 12 w 12"/>
                <a:gd name="GluePoint4Y" fmla="*/ 10 h 13"/>
                <a:gd name="GluePoint5X" fmla="*/ 7 w 12"/>
                <a:gd name="GluePoint5Y" fmla="*/ 13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7" y="13"/>
                  </a:moveTo>
                  <a:lnTo>
                    <a:pt x="0" y="2"/>
                  </a:lnTo>
                  <a:lnTo>
                    <a:pt x="5" y="0"/>
                  </a:lnTo>
                  <a:lnTo>
                    <a:pt x="12" y="10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37" name="Freeform 486"/>
            <p:cNvSpPr/>
            <p:nvPr/>
          </p:nvSpPr>
          <p:spPr>
            <a:xfrm>
              <a:off x="2884320" y="3831480"/>
              <a:ext cx="17280" cy="201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0160"/>
                <a:gd name="textAreaBottom" fmla="*/ 20520 h 20160"/>
                <a:gd name="GluePoint1X" fmla="*/ 5 w 11"/>
                <a:gd name="GluePoint1Y" fmla="*/ 0 h 13"/>
                <a:gd name="GluePoint2X" fmla="*/ 11 w 11"/>
                <a:gd name="GluePoint2Y" fmla="*/ 10 h 13"/>
                <a:gd name="GluePoint3X" fmla="*/ 6 w 11"/>
                <a:gd name="GluePoint3Y" fmla="*/ 13 h 13"/>
                <a:gd name="GluePoint4X" fmla="*/ 0 w 11"/>
                <a:gd name="GluePoint4Y" fmla="*/ 3 h 13"/>
                <a:gd name="GluePoint5X" fmla="*/ 5 w 11"/>
                <a:gd name="GluePoint5Y" fmla="*/ 0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3">
                  <a:moveTo>
                    <a:pt x="5" y="0"/>
                  </a:moveTo>
                  <a:lnTo>
                    <a:pt x="11" y="10"/>
                  </a:lnTo>
                  <a:lnTo>
                    <a:pt x="6" y="13"/>
                  </a:lnTo>
                  <a:lnTo>
                    <a:pt x="0" y="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38" name="Freeform 487"/>
            <p:cNvSpPr/>
            <p:nvPr/>
          </p:nvSpPr>
          <p:spPr>
            <a:xfrm>
              <a:off x="2898720" y="3856680"/>
              <a:ext cx="18720" cy="219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1960"/>
                <a:gd name="textAreaBottom" fmla="*/ 22320 h 21960"/>
                <a:gd name="GluePoint1X" fmla="*/ 5 w 12"/>
                <a:gd name="GluePoint1Y" fmla="*/ 0 h 14"/>
                <a:gd name="GluePoint2X" fmla="*/ 12 w 12"/>
                <a:gd name="GluePoint2Y" fmla="*/ 11 h 14"/>
                <a:gd name="GluePoint3X" fmla="*/ 6 w 12"/>
                <a:gd name="GluePoint3Y" fmla="*/ 14 h 14"/>
                <a:gd name="GluePoint4X" fmla="*/ 0 w 12"/>
                <a:gd name="GluePoint4Y" fmla="*/ 3 h 14"/>
                <a:gd name="GluePoint5X" fmla="*/ 5 w 12"/>
                <a:gd name="GluePoint5Y" fmla="*/ 0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4">
                  <a:moveTo>
                    <a:pt x="5" y="0"/>
                  </a:moveTo>
                  <a:lnTo>
                    <a:pt x="12" y="11"/>
                  </a:lnTo>
                  <a:lnTo>
                    <a:pt x="6" y="14"/>
                  </a:lnTo>
                  <a:lnTo>
                    <a:pt x="0" y="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39" name="Freeform 488"/>
            <p:cNvSpPr/>
            <p:nvPr/>
          </p:nvSpPr>
          <p:spPr>
            <a:xfrm>
              <a:off x="2870280" y="3804480"/>
              <a:ext cx="17280" cy="2340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3400"/>
                <a:gd name="textAreaBottom" fmla="*/ 23760 h 23400"/>
                <a:gd name="GluePoint1X" fmla="*/ 5 w 11"/>
                <a:gd name="GluePoint1Y" fmla="*/ 0 h 15"/>
                <a:gd name="GluePoint2X" fmla="*/ 11 w 11"/>
                <a:gd name="GluePoint2Y" fmla="*/ 12 h 15"/>
                <a:gd name="GluePoint3X" fmla="*/ 6 w 11"/>
                <a:gd name="GluePoint3Y" fmla="*/ 15 h 15"/>
                <a:gd name="GluePoint4X" fmla="*/ 0 w 11"/>
                <a:gd name="GluePoint4Y" fmla="*/ 3 h 15"/>
                <a:gd name="GluePoint5X" fmla="*/ 5 w 11"/>
                <a:gd name="GluePoint5Y" fmla="*/ 0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5">
                  <a:moveTo>
                    <a:pt x="5" y="0"/>
                  </a:moveTo>
                  <a:lnTo>
                    <a:pt x="11" y="12"/>
                  </a:lnTo>
                  <a:lnTo>
                    <a:pt x="6" y="15"/>
                  </a:lnTo>
                  <a:lnTo>
                    <a:pt x="0" y="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880" bIns="11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0" name="Freeform 489"/>
            <p:cNvSpPr/>
            <p:nvPr/>
          </p:nvSpPr>
          <p:spPr>
            <a:xfrm>
              <a:off x="2843280" y="3753360"/>
              <a:ext cx="14040" cy="2196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21960"/>
                <a:gd name="textAreaBottom" fmla="*/ 22320 h 21960"/>
                <a:gd name="GluePoint1X" fmla="*/ 0 w 9"/>
                <a:gd name="GluePoint1Y" fmla="*/ 7 h 14"/>
                <a:gd name="GluePoint2X" fmla="*/ 4 w 9"/>
                <a:gd name="GluePoint2Y" fmla="*/ 14 h 14"/>
                <a:gd name="GluePoint3X" fmla="*/ 9 w 9"/>
                <a:gd name="GluePoint3Y" fmla="*/ 11 h 14"/>
                <a:gd name="GluePoint4X" fmla="*/ 7 w 9"/>
                <a:gd name="GluePoint4Y" fmla="*/ 7 h 14"/>
                <a:gd name="GluePoint5X" fmla="*/ 9 w 9"/>
                <a:gd name="GluePoint5Y" fmla="*/ 3 h 14"/>
                <a:gd name="GluePoint6X" fmla="*/ 4 w 9"/>
                <a:gd name="GluePoint6Y" fmla="*/ 0 h 14"/>
                <a:gd name="GluePoint7X" fmla="*/ 0 w 9"/>
                <a:gd name="GluePoint7Y" fmla="*/ 7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14">
                  <a:moveTo>
                    <a:pt x="0" y="7"/>
                  </a:moveTo>
                  <a:lnTo>
                    <a:pt x="4" y="14"/>
                  </a:lnTo>
                  <a:lnTo>
                    <a:pt x="9" y="11"/>
                  </a:lnTo>
                  <a:lnTo>
                    <a:pt x="7" y="7"/>
                  </a:lnTo>
                  <a:lnTo>
                    <a:pt x="9" y="3"/>
                  </a:lnTo>
                  <a:lnTo>
                    <a:pt x="4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1" name="Freeform 490"/>
            <p:cNvSpPr/>
            <p:nvPr/>
          </p:nvSpPr>
          <p:spPr>
            <a:xfrm>
              <a:off x="2870280" y="3702600"/>
              <a:ext cx="17280" cy="219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1960"/>
                <a:gd name="textAreaBottom" fmla="*/ 22320 h 21960"/>
                <a:gd name="GluePoint1X" fmla="*/ 5 w 11"/>
                <a:gd name="GluePoint1Y" fmla="*/ 14 h 14"/>
                <a:gd name="GluePoint2X" fmla="*/ 0 w 11"/>
                <a:gd name="GluePoint2Y" fmla="*/ 11 h 14"/>
                <a:gd name="GluePoint3X" fmla="*/ 6 w 11"/>
                <a:gd name="GluePoint3Y" fmla="*/ 0 h 14"/>
                <a:gd name="GluePoint4X" fmla="*/ 11 w 11"/>
                <a:gd name="GluePoint4Y" fmla="*/ 3 h 14"/>
                <a:gd name="GluePoint5X" fmla="*/ 5 w 11"/>
                <a:gd name="GluePoint5Y" fmla="*/ 14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4">
                  <a:moveTo>
                    <a:pt x="5" y="14"/>
                  </a:moveTo>
                  <a:lnTo>
                    <a:pt x="0" y="11"/>
                  </a:lnTo>
                  <a:lnTo>
                    <a:pt x="6" y="0"/>
                  </a:lnTo>
                  <a:lnTo>
                    <a:pt x="11" y="3"/>
                  </a:lnTo>
                  <a:lnTo>
                    <a:pt x="5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2" name="Freeform 491"/>
            <p:cNvSpPr/>
            <p:nvPr/>
          </p:nvSpPr>
          <p:spPr>
            <a:xfrm>
              <a:off x="2898720" y="365184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5 w 12"/>
                <a:gd name="GluePoint1Y" fmla="*/ 13 h 13"/>
                <a:gd name="GluePoint2X" fmla="*/ 0 w 12"/>
                <a:gd name="GluePoint2Y" fmla="*/ 10 h 13"/>
                <a:gd name="GluePoint3X" fmla="*/ 6 w 12"/>
                <a:gd name="GluePoint3Y" fmla="*/ 0 h 13"/>
                <a:gd name="GluePoint4X" fmla="*/ 12 w 12"/>
                <a:gd name="GluePoint4Y" fmla="*/ 2 h 13"/>
                <a:gd name="GluePoint5X" fmla="*/ 5 w 12"/>
                <a:gd name="GluePoint5Y" fmla="*/ 13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5" y="13"/>
                  </a:moveTo>
                  <a:lnTo>
                    <a:pt x="0" y="10"/>
                  </a:lnTo>
                  <a:lnTo>
                    <a:pt x="6" y="0"/>
                  </a:lnTo>
                  <a:lnTo>
                    <a:pt x="12" y="2"/>
                  </a:lnTo>
                  <a:lnTo>
                    <a:pt x="5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3" name="Freeform 492"/>
            <p:cNvSpPr/>
            <p:nvPr/>
          </p:nvSpPr>
          <p:spPr>
            <a:xfrm>
              <a:off x="2854440" y="372960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5 w 12"/>
                <a:gd name="GluePoint1Y" fmla="*/ 13 h 13"/>
                <a:gd name="GluePoint2X" fmla="*/ 0 w 12"/>
                <a:gd name="GluePoint2Y" fmla="*/ 10 h 13"/>
                <a:gd name="GluePoint3X" fmla="*/ 7 w 12"/>
                <a:gd name="GluePoint3Y" fmla="*/ 0 h 13"/>
                <a:gd name="GluePoint4X" fmla="*/ 12 w 12"/>
                <a:gd name="GluePoint4Y" fmla="*/ 2 h 13"/>
                <a:gd name="GluePoint5X" fmla="*/ 5 w 12"/>
                <a:gd name="GluePoint5Y" fmla="*/ 13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5" y="13"/>
                  </a:moveTo>
                  <a:lnTo>
                    <a:pt x="0" y="10"/>
                  </a:lnTo>
                  <a:lnTo>
                    <a:pt x="7" y="0"/>
                  </a:lnTo>
                  <a:lnTo>
                    <a:pt x="12" y="2"/>
                  </a:lnTo>
                  <a:lnTo>
                    <a:pt x="5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4" name="Freeform 493"/>
            <p:cNvSpPr/>
            <p:nvPr/>
          </p:nvSpPr>
          <p:spPr>
            <a:xfrm>
              <a:off x="2884320" y="3677400"/>
              <a:ext cx="17280" cy="219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1960"/>
                <a:gd name="textAreaBottom" fmla="*/ 22320 h 21960"/>
                <a:gd name="GluePoint1X" fmla="*/ 5 w 11"/>
                <a:gd name="GluePoint1Y" fmla="*/ 14 h 14"/>
                <a:gd name="GluePoint2X" fmla="*/ 0 w 11"/>
                <a:gd name="GluePoint2Y" fmla="*/ 11 h 14"/>
                <a:gd name="GluePoint3X" fmla="*/ 6 w 11"/>
                <a:gd name="GluePoint3Y" fmla="*/ 0 h 14"/>
                <a:gd name="GluePoint4X" fmla="*/ 11 w 11"/>
                <a:gd name="GluePoint4Y" fmla="*/ 3 h 14"/>
                <a:gd name="GluePoint5X" fmla="*/ 5 w 11"/>
                <a:gd name="GluePoint5Y" fmla="*/ 14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4">
                  <a:moveTo>
                    <a:pt x="5" y="14"/>
                  </a:moveTo>
                  <a:lnTo>
                    <a:pt x="0" y="11"/>
                  </a:lnTo>
                  <a:lnTo>
                    <a:pt x="6" y="0"/>
                  </a:lnTo>
                  <a:lnTo>
                    <a:pt x="11" y="3"/>
                  </a:lnTo>
                  <a:lnTo>
                    <a:pt x="5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5" name="Freeform 494"/>
            <p:cNvSpPr/>
            <p:nvPr/>
          </p:nvSpPr>
          <p:spPr>
            <a:xfrm>
              <a:off x="2913120" y="3631320"/>
              <a:ext cx="18720" cy="154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5480"/>
                <a:gd name="textAreaBottom" fmla="*/ 15840 h 15480"/>
                <a:gd name="GluePoint1X" fmla="*/ 0 w 12"/>
                <a:gd name="GluePoint1Y" fmla="*/ 7 h 10"/>
                <a:gd name="GluePoint2X" fmla="*/ 6 w 12"/>
                <a:gd name="GluePoint2Y" fmla="*/ 10 h 10"/>
                <a:gd name="GluePoint3X" fmla="*/ 7 w 12"/>
                <a:gd name="GluePoint3Y" fmla="*/ 6 h 10"/>
                <a:gd name="GluePoint4X" fmla="*/ 12 w 12"/>
                <a:gd name="GluePoint4Y" fmla="*/ 6 h 10"/>
                <a:gd name="GluePoint5X" fmla="*/ 12 w 12"/>
                <a:gd name="GluePoint5Y" fmla="*/ 0 h 10"/>
                <a:gd name="GluePoint6X" fmla="*/ 4 w 12"/>
                <a:gd name="GluePoint6Y" fmla="*/ 0 h 10"/>
                <a:gd name="GluePoint7X" fmla="*/ 0 w 12"/>
                <a:gd name="GluePoint7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2" h="10">
                  <a:moveTo>
                    <a:pt x="0" y="7"/>
                  </a:moveTo>
                  <a:lnTo>
                    <a:pt x="6" y="10"/>
                  </a:lnTo>
                  <a:lnTo>
                    <a:pt x="7" y="6"/>
                  </a:lnTo>
                  <a:lnTo>
                    <a:pt x="12" y="6"/>
                  </a:lnTo>
                  <a:lnTo>
                    <a:pt x="12" y="0"/>
                  </a:lnTo>
                  <a:lnTo>
                    <a:pt x="4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920" bIns="7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6" name="Rectangle 495"/>
            <p:cNvSpPr/>
            <p:nvPr/>
          </p:nvSpPr>
          <p:spPr>
            <a:xfrm>
              <a:off x="2970360" y="36313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7" name="Rectangle 496"/>
            <p:cNvSpPr/>
            <p:nvPr/>
          </p:nvSpPr>
          <p:spPr>
            <a:xfrm>
              <a:off x="2998800" y="36313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8" name="Rectangle 497"/>
            <p:cNvSpPr/>
            <p:nvPr/>
          </p:nvSpPr>
          <p:spPr>
            <a:xfrm>
              <a:off x="2941560" y="36313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49" name="Rectangle 498"/>
            <p:cNvSpPr/>
            <p:nvPr/>
          </p:nvSpPr>
          <p:spPr>
            <a:xfrm>
              <a:off x="3027240" y="363132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50" name="Freeform 499"/>
            <p:cNvSpPr/>
            <p:nvPr/>
          </p:nvSpPr>
          <p:spPr>
            <a:xfrm>
              <a:off x="3056040" y="3631320"/>
              <a:ext cx="20160" cy="1548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5480"/>
                <a:gd name="textAreaBottom" fmla="*/ 15840 h 15480"/>
                <a:gd name="GluePoint1X" fmla="*/ 0 w 13"/>
                <a:gd name="GluePoint1Y" fmla="*/ 0 h 10"/>
                <a:gd name="GluePoint2X" fmla="*/ 0 w 13"/>
                <a:gd name="GluePoint2Y" fmla="*/ 6 h 10"/>
                <a:gd name="GluePoint3X" fmla="*/ 6 w 13"/>
                <a:gd name="GluePoint3Y" fmla="*/ 6 h 10"/>
                <a:gd name="GluePoint4X" fmla="*/ 8 w 13"/>
                <a:gd name="GluePoint4Y" fmla="*/ 10 h 10"/>
                <a:gd name="GluePoint5X" fmla="*/ 13 w 13"/>
                <a:gd name="GluePoint5Y" fmla="*/ 7 h 10"/>
                <a:gd name="GluePoint6X" fmla="*/ 9 w 13"/>
                <a:gd name="GluePoint6Y" fmla="*/ 0 h 10"/>
                <a:gd name="GluePoint7X" fmla="*/ 0 w 13"/>
                <a:gd name="GluePoint7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3" h="10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8" y="10"/>
                  </a:lnTo>
                  <a:lnTo>
                    <a:pt x="13" y="7"/>
                  </a:lnTo>
                  <a:lnTo>
                    <a:pt x="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920" bIns="7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51" name="Freeform 500"/>
            <p:cNvSpPr/>
            <p:nvPr/>
          </p:nvSpPr>
          <p:spPr>
            <a:xfrm>
              <a:off x="3102120" y="3702600"/>
              <a:ext cx="18720" cy="219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1960"/>
                <a:gd name="textAreaBottom" fmla="*/ 22320 h 21960"/>
                <a:gd name="GluePoint1X" fmla="*/ 6 w 12"/>
                <a:gd name="GluePoint1Y" fmla="*/ 14 h 14"/>
                <a:gd name="GluePoint2X" fmla="*/ 0 w 12"/>
                <a:gd name="GluePoint2Y" fmla="*/ 3 h 14"/>
                <a:gd name="GluePoint3X" fmla="*/ 6 w 12"/>
                <a:gd name="GluePoint3Y" fmla="*/ 0 h 14"/>
                <a:gd name="GluePoint4X" fmla="*/ 12 w 12"/>
                <a:gd name="GluePoint4Y" fmla="*/ 11 h 14"/>
                <a:gd name="GluePoint5X" fmla="*/ 6 w 12"/>
                <a:gd name="GluePoint5Y" fmla="*/ 14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4">
                  <a:moveTo>
                    <a:pt x="6" y="14"/>
                  </a:moveTo>
                  <a:lnTo>
                    <a:pt x="0" y="3"/>
                  </a:lnTo>
                  <a:lnTo>
                    <a:pt x="6" y="0"/>
                  </a:lnTo>
                  <a:lnTo>
                    <a:pt x="12" y="11"/>
                  </a:lnTo>
                  <a:lnTo>
                    <a:pt x="6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52" name="Freeform 501"/>
            <p:cNvSpPr/>
            <p:nvPr/>
          </p:nvSpPr>
          <p:spPr>
            <a:xfrm>
              <a:off x="3073320" y="365184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6 w 12"/>
                <a:gd name="GluePoint1Y" fmla="*/ 13 h 13"/>
                <a:gd name="GluePoint2X" fmla="*/ 0 w 12"/>
                <a:gd name="GluePoint2Y" fmla="*/ 2 h 13"/>
                <a:gd name="GluePoint3X" fmla="*/ 5 w 12"/>
                <a:gd name="GluePoint3Y" fmla="*/ 0 h 13"/>
                <a:gd name="GluePoint4X" fmla="*/ 12 w 12"/>
                <a:gd name="GluePoint4Y" fmla="*/ 10 h 13"/>
                <a:gd name="GluePoint5X" fmla="*/ 6 w 12"/>
                <a:gd name="GluePoint5Y" fmla="*/ 13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6" y="13"/>
                  </a:moveTo>
                  <a:lnTo>
                    <a:pt x="0" y="2"/>
                  </a:lnTo>
                  <a:lnTo>
                    <a:pt x="5" y="0"/>
                  </a:lnTo>
                  <a:lnTo>
                    <a:pt x="12" y="10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53" name="Freeform 502"/>
            <p:cNvSpPr/>
            <p:nvPr/>
          </p:nvSpPr>
          <p:spPr>
            <a:xfrm>
              <a:off x="3087720" y="3677400"/>
              <a:ext cx="18720" cy="219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1960"/>
                <a:gd name="textAreaBottom" fmla="*/ 22320 h 21960"/>
                <a:gd name="GluePoint1X" fmla="*/ 6 w 12"/>
                <a:gd name="GluePoint1Y" fmla="*/ 14 h 14"/>
                <a:gd name="GluePoint2X" fmla="*/ 0 w 12"/>
                <a:gd name="GluePoint2Y" fmla="*/ 3 h 14"/>
                <a:gd name="GluePoint3X" fmla="*/ 6 w 12"/>
                <a:gd name="GluePoint3Y" fmla="*/ 0 h 14"/>
                <a:gd name="GluePoint4X" fmla="*/ 12 w 12"/>
                <a:gd name="GluePoint4Y" fmla="*/ 11 h 14"/>
                <a:gd name="GluePoint5X" fmla="*/ 6 w 12"/>
                <a:gd name="GluePoint5Y" fmla="*/ 14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4">
                  <a:moveTo>
                    <a:pt x="6" y="14"/>
                  </a:moveTo>
                  <a:lnTo>
                    <a:pt x="0" y="3"/>
                  </a:lnTo>
                  <a:lnTo>
                    <a:pt x="6" y="0"/>
                  </a:lnTo>
                  <a:lnTo>
                    <a:pt x="12" y="11"/>
                  </a:lnTo>
                  <a:lnTo>
                    <a:pt x="6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54" name="Freeform 503"/>
            <p:cNvSpPr/>
            <p:nvPr/>
          </p:nvSpPr>
          <p:spPr>
            <a:xfrm>
              <a:off x="3116160" y="372960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7 w 12"/>
                <a:gd name="GluePoint1Y" fmla="*/ 13 h 13"/>
                <a:gd name="GluePoint2X" fmla="*/ 0 w 12"/>
                <a:gd name="GluePoint2Y" fmla="*/ 2 h 13"/>
                <a:gd name="GluePoint3X" fmla="*/ 6 w 12"/>
                <a:gd name="GluePoint3Y" fmla="*/ 0 h 13"/>
                <a:gd name="GluePoint4X" fmla="*/ 12 w 12"/>
                <a:gd name="GluePoint4Y" fmla="*/ 10 h 13"/>
                <a:gd name="GluePoint5X" fmla="*/ 7 w 12"/>
                <a:gd name="GluePoint5Y" fmla="*/ 13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7" y="13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12" y="10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55" name="Freeform 505"/>
            <p:cNvSpPr/>
            <p:nvPr/>
          </p:nvSpPr>
          <p:spPr>
            <a:xfrm>
              <a:off x="3073320" y="3856680"/>
              <a:ext cx="18720" cy="219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1960"/>
                <a:gd name="textAreaBottom" fmla="*/ 22320 h 21960"/>
                <a:gd name="GluePoint1X" fmla="*/ 5 w 12"/>
                <a:gd name="GluePoint1Y" fmla="*/ 14 h 14"/>
                <a:gd name="GluePoint2X" fmla="*/ 0 w 12"/>
                <a:gd name="GluePoint2Y" fmla="*/ 11 h 14"/>
                <a:gd name="GluePoint3X" fmla="*/ 6 w 12"/>
                <a:gd name="GluePoint3Y" fmla="*/ 0 h 14"/>
                <a:gd name="GluePoint4X" fmla="*/ 12 w 12"/>
                <a:gd name="GluePoint4Y" fmla="*/ 3 h 14"/>
                <a:gd name="GluePoint5X" fmla="*/ 5 w 12"/>
                <a:gd name="GluePoint5Y" fmla="*/ 14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4">
                  <a:moveTo>
                    <a:pt x="5" y="14"/>
                  </a:moveTo>
                  <a:lnTo>
                    <a:pt x="0" y="11"/>
                  </a:lnTo>
                  <a:lnTo>
                    <a:pt x="6" y="0"/>
                  </a:lnTo>
                  <a:lnTo>
                    <a:pt x="12" y="3"/>
                  </a:lnTo>
                  <a:lnTo>
                    <a:pt x="5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56" name="Freeform 506"/>
            <p:cNvSpPr/>
            <p:nvPr/>
          </p:nvSpPr>
          <p:spPr>
            <a:xfrm>
              <a:off x="3087720" y="383148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6 w 12"/>
                <a:gd name="GluePoint1Y" fmla="*/ 0 h 13"/>
                <a:gd name="GluePoint2X" fmla="*/ 12 w 12"/>
                <a:gd name="GluePoint2Y" fmla="*/ 3 h 13"/>
                <a:gd name="GluePoint3X" fmla="*/ 6 w 12"/>
                <a:gd name="GluePoint3Y" fmla="*/ 13 h 13"/>
                <a:gd name="GluePoint4X" fmla="*/ 0 w 12"/>
                <a:gd name="GluePoint4Y" fmla="*/ 10 h 13"/>
                <a:gd name="GluePoint5X" fmla="*/ 6 w 12"/>
                <a:gd name="GluePoint5Y" fmla="*/ 0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6" y="0"/>
                  </a:moveTo>
                  <a:lnTo>
                    <a:pt x="12" y="3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57" name="Freeform 507"/>
            <p:cNvSpPr/>
            <p:nvPr/>
          </p:nvSpPr>
          <p:spPr>
            <a:xfrm>
              <a:off x="3102120" y="3804480"/>
              <a:ext cx="18720" cy="234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3400"/>
                <a:gd name="textAreaBottom" fmla="*/ 23760 h 23400"/>
                <a:gd name="GluePoint1X" fmla="*/ 6 w 12"/>
                <a:gd name="GluePoint1Y" fmla="*/ 0 h 15"/>
                <a:gd name="GluePoint2X" fmla="*/ 12 w 12"/>
                <a:gd name="GluePoint2Y" fmla="*/ 3 h 15"/>
                <a:gd name="GluePoint3X" fmla="*/ 6 w 12"/>
                <a:gd name="GluePoint3Y" fmla="*/ 15 h 15"/>
                <a:gd name="GluePoint4X" fmla="*/ 0 w 12"/>
                <a:gd name="GluePoint4Y" fmla="*/ 12 h 15"/>
                <a:gd name="GluePoint5X" fmla="*/ 6 w 12"/>
                <a:gd name="GluePoint5Y" fmla="*/ 0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5">
                  <a:moveTo>
                    <a:pt x="6" y="0"/>
                  </a:moveTo>
                  <a:lnTo>
                    <a:pt x="12" y="3"/>
                  </a:lnTo>
                  <a:lnTo>
                    <a:pt x="6" y="15"/>
                  </a:lnTo>
                  <a:lnTo>
                    <a:pt x="0" y="1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880" bIns="11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58" name="Freeform 508"/>
            <p:cNvSpPr/>
            <p:nvPr/>
          </p:nvSpPr>
          <p:spPr>
            <a:xfrm>
              <a:off x="3116160" y="378036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7 w 12"/>
                <a:gd name="GluePoint1Y" fmla="*/ 0 h 13"/>
                <a:gd name="GluePoint2X" fmla="*/ 12 w 12"/>
                <a:gd name="GluePoint2Y" fmla="*/ 3 h 13"/>
                <a:gd name="GluePoint3X" fmla="*/ 6 w 12"/>
                <a:gd name="GluePoint3Y" fmla="*/ 13 h 13"/>
                <a:gd name="GluePoint4X" fmla="*/ 0 w 12"/>
                <a:gd name="GluePoint4Y" fmla="*/ 10 h 13"/>
                <a:gd name="GluePoint5X" fmla="*/ 7 w 12"/>
                <a:gd name="GluePoint5Y" fmla="*/ 0 h 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3">
                  <a:moveTo>
                    <a:pt x="7" y="0"/>
                  </a:moveTo>
                  <a:lnTo>
                    <a:pt x="12" y="3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559" name="Freeform 509"/>
          <p:cNvSpPr/>
          <p:nvPr/>
        </p:nvSpPr>
        <p:spPr>
          <a:xfrm>
            <a:off x="3056040" y="3882240"/>
            <a:ext cx="20160" cy="15480"/>
          </a:xfrm>
          <a:custGeom>
            <a:avLst/>
            <a:gdLst>
              <a:gd name="textAreaLeft" fmla="*/ 0 w 20160"/>
              <a:gd name="textAreaRight" fmla="*/ 20520 w 20160"/>
              <a:gd name="textAreaTop" fmla="*/ 0 h 15480"/>
              <a:gd name="textAreaBottom" fmla="*/ 15840 h 15480"/>
              <a:gd name="GluePoint1X" fmla="*/ 0 w 13"/>
              <a:gd name="GluePoint1Y" fmla="*/ 10 h 10"/>
              <a:gd name="GluePoint2X" fmla="*/ 9 w 13"/>
              <a:gd name="GluePoint2Y" fmla="*/ 10 h 10"/>
              <a:gd name="GluePoint3X" fmla="*/ 13 w 13"/>
              <a:gd name="GluePoint3Y" fmla="*/ 3 h 10"/>
              <a:gd name="GluePoint4X" fmla="*/ 8 w 13"/>
              <a:gd name="GluePoint4Y" fmla="*/ 0 h 10"/>
              <a:gd name="GluePoint5X" fmla="*/ 6 w 13"/>
              <a:gd name="GluePoint5Y" fmla="*/ 4 h 10"/>
              <a:gd name="GluePoint6X" fmla="*/ 0 w 13"/>
              <a:gd name="GluePoint6Y" fmla="*/ 4 h 10"/>
              <a:gd name="GluePoint7X" fmla="*/ 0 w 13"/>
              <a:gd name="GluePoint7Y" fmla="*/ 10 h 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3" h="10">
                <a:moveTo>
                  <a:pt x="0" y="10"/>
                </a:moveTo>
                <a:lnTo>
                  <a:pt x="9" y="10"/>
                </a:lnTo>
                <a:lnTo>
                  <a:pt x="13" y="3"/>
                </a:lnTo>
                <a:lnTo>
                  <a:pt x="8" y="0"/>
                </a:lnTo>
                <a:lnTo>
                  <a:pt x="6" y="4"/>
                </a:lnTo>
                <a:lnTo>
                  <a:pt x="0" y="4"/>
                </a:lnTo>
                <a:lnTo>
                  <a:pt x="0" y="1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7920" bIns="792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60" name="Rectangle 510"/>
          <p:cNvSpPr/>
          <p:nvPr/>
        </p:nvSpPr>
        <p:spPr>
          <a:xfrm>
            <a:off x="3027240" y="3888360"/>
            <a:ext cx="18720" cy="900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680" bIns="468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61" name="Rectangle 511"/>
          <p:cNvSpPr/>
          <p:nvPr/>
        </p:nvSpPr>
        <p:spPr>
          <a:xfrm>
            <a:off x="2970360" y="3888360"/>
            <a:ext cx="18720" cy="900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680" bIns="468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62" name="Rectangle 512"/>
          <p:cNvSpPr/>
          <p:nvPr/>
        </p:nvSpPr>
        <p:spPr>
          <a:xfrm>
            <a:off x="2998800" y="3888360"/>
            <a:ext cx="18720" cy="900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680" bIns="468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563" name="Rectangle 513"/>
          <p:cNvSpPr/>
          <p:nvPr/>
        </p:nvSpPr>
        <p:spPr>
          <a:xfrm>
            <a:off x="2941560" y="3888360"/>
            <a:ext cx="18720" cy="900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680" bIns="468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564" name="Группа 633"/>
          <p:cNvGrpSpPr/>
          <p:nvPr/>
        </p:nvGrpSpPr>
        <p:grpSpPr>
          <a:xfrm>
            <a:off x="3238560" y="3664440"/>
            <a:ext cx="302760" cy="199800"/>
            <a:chOff x="3238560" y="3664440"/>
            <a:chExt cx="302760" cy="199800"/>
          </a:xfrm>
        </p:grpSpPr>
        <p:sp>
          <p:nvSpPr>
            <p:cNvPr id="3565" name="Freeform 514"/>
            <p:cNvSpPr/>
            <p:nvPr/>
          </p:nvSpPr>
          <p:spPr>
            <a:xfrm>
              <a:off x="3527280" y="385020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3 w 9"/>
                <a:gd name="GluePoint1Y" fmla="*/ 3 h 9"/>
                <a:gd name="GluePoint2X" fmla="*/ 0 w 9"/>
                <a:gd name="GluePoint2Y" fmla="*/ 3 h 9"/>
                <a:gd name="GluePoint3X" fmla="*/ 0 w 9"/>
                <a:gd name="GluePoint3Y" fmla="*/ 9 h 9"/>
                <a:gd name="GluePoint4X" fmla="*/ 9 w 9"/>
                <a:gd name="GluePoint4Y" fmla="*/ 9 h 9"/>
                <a:gd name="GluePoint5X" fmla="*/ 9 w 9"/>
                <a:gd name="GluePoint5Y" fmla="*/ 0 h 9"/>
                <a:gd name="GluePoint6X" fmla="*/ 3 w 9"/>
                <a:gd name="GluePoint6Y" fmla="*/ 0 h 9"/>
                <a:gd name="GluePoint7X" fmla="*/ 3 w 9"/>
                <a:gd name="GluePoint7Y" fmla="*/ 3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3" y="3"/>
                  </a:moveTo>
                  <a:lnTo>
                    <a:pt x="0" y="3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66" name="Rectangle 515"/>
            <p:cNvSpPr/>
            <p:nvPr/>
          </p:nvSpPr>
          <p:spPr>
            <a:xfrm>
              <a:off x="349884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67" name="Rectangle 516"/>
            <p:cNvSpPr/>
            <p:nvPr/>
          </p:nvSpPr>
          <p:spPr>
            <a:xfrm>
              <a:off x="3381480" y="3855240"/>
              <a:ext cx="172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68" name="Rectangle 517"/>
            <p:cNvSpPr/>
            <p:nvPr/>
          </p:nvSpPr>
          <p:spPr>
            <a:xfrm>
              <a:off x="329076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69" name="Rectangle 518"/>
            <p:cNvSpPr/>
            <p:nvPr/>
          </p:nvSpPr>
          <p:spPr>
            <a:xfrm>
              <a:off x="340848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0" name="Rectangle 519"/>
            <p:cNvSpPr/>
            <p:nvPr/>
          </p:nvSpPr>
          <p:spPr>
            <a:xfrm>
              <a:off x="343692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1" name="Rectangle 520"/>
            <p:cNvSpPr/>
            <p:nvPr/>
          </p:nvSpPr>
          <p:spPr>
            <a:xfrm>
              <a:off x="335268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2" name="Rectangle 521"/>
            <p:cNvSpPr/>
            <p:nvPr/>
          </p:nvSpPr>
          <p:spPr>
            <a:xfrm>
              <a:off x="347040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3" name="Rectangle 522"/>
            <p:cNvSpPr/>
            <p:nvPr/>
          </p:nvSpPr>
          <p:spPr>
            <a:xfrm>
              <a:off x="3319560" y="3855240"/>
              <a:ext cx="234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4" name="Rectangle 523"/>
            <p:cNvSpPr/>
            <p:nvPr/>
          </p:nvSpPr>
          <p:spPr>
            <a:xfrm>
              <a:off x="326232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5" name="Freeform 524"/>
            <p:cNvSpPr/>
            <p:nvPr/>
          </p:nvSpPr>
          <p:spPr>
            <a:xfrm>
              <a:off x="3238560" y="385020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9 w 9"/>
                <a:gd name="GluePoint1Y" fmla="*/ 3 h 9"/>
                <a:gd name="GluePoint2X" fmla="*/ 6 w 9"/>
                <a:gd name="GluePoint2Y" fmla="*/ 3 h 9"/>
                <a:gd name="GluePoint3X" fmla="*/ 6 w 9"/>
                <a:gd name="GluePoint3Y" fmla="*/ 0 h 9"/>
                <a:gd name="GluePoint4X" fmla="*/ 0 w 9"/>
                <a:gd name="GluePoint4Y" fmla="*/ 0 h 9"/>
                <a:gd name="GluePoint5X" fmla="*/ 0 w 9"/>
                <a:gd name="GluePoint5Y" fmla="*/ 9 h 9"/>
                <a:gd name="GluePoint6X" fmla="*/ 9 w 9"/>
                <a:gd name="GluePoint6Y" fmla="*/ 9 h 9"/>
                <a:gd name="GluePoint7X" fmla="*/ 9 w 9"/>
                <a:gd name="GluePoint7Y" fmla="*/ 3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9" y="3"/>
                  </a:moveTo>
                  <a:lnTo>
                    <a:pt x="6" y="3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9" y="9"/>
                  </a:lnTo>
                  <a:lnTo>
                    <a:pt x="9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6" name="Rectangle 525"/>
            <p:cNvSpPr/>
            <p:nvPr/>
          </p:nvSpPr>
          <p:spPr>
            <a:xfrm>
              <a:off x="3238560" y="38217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7" name="Rectangle 526"/>
            <p:cNvSpPr/>
            <p:nvPr/>
          </p:nvSpPr>
          <p:spPr>
            <a:xfrm>
              <a:off x="3238560" y="379800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8" name="Rectangle 527"/>
            <p:cNvSpPr/>
            <p:nvPr/>
          </p:nvSpPr>
          <p:spPr>
            <a:xfrm>
              <a:off x="3238560" y="37407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79" name="Rectangle 528"/>
            <p:cNvSpPr/>
            <p:nvPr/>
          </p:nvSpPr>
          <p:spPr>
            <a:xfrm>
              <a:off x="3238560" y="37695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0" name="Rectangle 529"/>
            <p:cNvSpPr/>
            <p:nvPr/>
          </p:nvSpPr>
          <p:spPr>
            <a:xfrm>
              <a:off x="3238560" y="371700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1" name="Rectangle 530"/>
            <p:cNvSpPr/>
            <p:nvPr/>
          </p:nvSpPr>
          <p:spPr>
            <a:xfrm>
              <a:off x="3238560" y="36885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2" name="Freeform 531"/>
            <p:cNvSpPr/>
            <p:nvPr/>
          </p:nvSpPr>
          <p:spPr>
            <a:xfrm>
              <a:off x="3238560" y="366444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6 w 9"/>
                <a:gd name="GluePoint1Y" fmla="*/ 6 h 9"/>
                <a:gd name="GluePoint2X" fmla="*/ 9 w 9"/>
                <a:gd name="GluePoint2Y" fmla="*/ 6 h 9"/>
                <a:gd name="GluePoint3X" fmla="*/ 9 w 9"/>
                <a:gd name="GluePoint3Y" fmla="*/ 0 h 9"/>
                <a:gd name="GluePoint4X" fmla="*/ 0 w 9"/>
                <a:gd name="GluePoint4Y" fmla="*/ 0 h 9"/>
                <a:gd name="GluePoint5X" fmla="*/ 0 w 9"/>
                <a:gd name="GluePoint5Y" fmla="*/ 9 h 9"/>
                <a:gd name="GluePoint6X" fmla="*/ 6 w 9"/>
                <a:gd name="GluePoint6Y" fmla="*/ 9 h 9"/>
                <a:gd name="GluePoint7X" fmla="*/ 6 w 9"/>
                <a:gd name="GluePoint7Y" fmla="*/ 6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6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3" name="Rectangle 532"/>
            <p:cNvSpPr/>
            <p:nvPr/>
          </p:nvSpPr>
          <p:spPr>
            <a:xfrm>
              <a:off x="349884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4" name="Rectangle 533"/>
            <p:cNvSpPr/>
            <p:nvPr/>
          </p:nvSpPr>
          <p:spPr>
            <a:xfrm>
              <a:off x="335268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5" name="Rectangle 534"/>
            <p:cNvSpPr/>
            <p:nvPr/>
          </p:nvSpPr>
          <p:spPr>
            <a:xfrm>
              <a:off x="347040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6" name="Rectangle 535"/>
            <p:cNvSpPr/>
            <p:nvPr/>
          </p:nvSpPr>
          <p:spPr>
            <a:xfrm>
              <a:off x="326232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7" name="Rectangle 536"/>
            <p:cNvSpPr/>
            <p:nvPr/>
          </p:nvSpPr>
          <p:spPr>
            <a:xfrm>
              <a:off x="329076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8" name="Rectangle 537"/>
            <p:cNvSpPr/>
            <p:nvPr/>
          </p:nvSpPr>
          <p:spPr>
            <a:xfrm>
              <a:off x="3319560" y="3664440"/>
              <a:ext cx="2340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89" name="Rectangle 538"/>
            <p:cNvSpPr/>
            <p:nvPr/>
          </p:nvSpPr>
          <p:spPr>
            <a:xfrm>
              <a:off x="3381480" y="3664440"/>
              <a:ext cx="1728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90" name="Rectangle 539"/>
            <p:cNvSpPr/>
            <p:nvPr/>
          </p:nvSpPr>
          <p:spPr>
            <a:xfrm>
              <a:off x="343692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91" name="Rectangle 540"/>
            <p:cNvSpPr/>
            <p:nvPr/>
          </p:nvSpPr>
          <p:spPr>
            <a:xfrm>
              <a:off x="340848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92" name="Freeform 541"/>
            <p:cNvSpPr/>
            <p:nvPr/>
          </p:nvSpPr>
          <p:spPr>
            <a:xfrm>
              <a:off x="3527280" y="3664440"/>
              <a:ext cx="14040" cy="140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4040"/>
                <a:gd name="textAreaBottom" fmla="*/ 14400 h 14040"/>
                <a:gd name="GluePoint1X" fmla="*/ 0 w 9"/>
                <a:gd name="GluePoint1Y" fmla="*/ 6 h 9"/>
                <a:gd name="GluePoint2X" fmla="*/ 3 w 9"/>
                <a:gd name="GluePoint2Y" fmla="*/ 6 h 9"/>
                <a:gd name="GluePoint3X" fmla="*/ 3 w 9"/>
                <a:gd name="GluePoint3Y" fmla="*/ 9 h 9"/>
                <a:gd name="GluePoint4X" fmla="*/ 9 w 9"/>
                <a:gd name="GluePoint4Y" fmla="*/ 9 h 9"/>
                <a:gd name="GluePoint5X" fmla="*/ 9 w 9"/>
                <a:gd name="GluePoint5Y" fmla="*/ 0 h 9"/>
                <a:gd name="GluePoint6X" fmla="*/ 0 w 9"/>
                <a:gd name="GluePoint6Y" fmla="*/ 0 h 9"/>
                <a:gd name="GluePoint7X" fmla="*/ 0 w 9"/>
                <a:gd name="GluePoint7Y" fmla="*/ 6 h 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9">
                  <a:moveTo>
                    <a:pt x="0" y="6"/>
                  </a:moveTo>
                  <a:lnTo>
                    <a:pt x="3" y="6"/>
                  </a:lnTo>
                  <a:lnTo>
                    <a:pt x="3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93" name="Rectangle 542"/>
            <p:cNvSpPr/>
            <p:nvPr/>
          </p:nvSpPr>
          <p:spPr>
            <a:xfrm>
              <a:off x="3532320" y="371700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94" name="Rectangle 543"/>
            <p:cNvSpPr/>
            <p:nvPr/>
          </p:nvSpPr>
          <p:spPr>
            <a:xfrm>
              <a:off x="3532320" y="37695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95" name="Rectangle 544"/>
            <p:cNvSpPr/>
            <p:nvPr/>
          </p:nvSpPr>
          <p:spPr>
            <a:xfrm>
              <a:off x="3532320" y="3798000"/>
              <a:ext cx="9000" cy="14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96" name="Rectangle 545"/>
            <p:cNvSpPr/>
            <p:nvPr/>
          </p:nvSpPr>
          <p:spPr>
            <a:xfrm>
              <a:off x="3532320" y="38217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97" name="Rectangle 546"/>
            <p:cNvSpPr/>
            <p:nvPr/>
          </p:nvSpPr>
          <p:spPr>
            <a:xfrm>
              <a:off x="3532320" y="36885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598" name="Rectangle 547"/>
            <p:cNvSpPr/>
            <p:nvPr/>
          </p:nvSpPr>
          <p:spPr>
            <a:xfrm>
              <a:off x="3532320" y="374076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599" name="Группа 634"/>
          <p:cNvGrpSpPr/>
          <p:nvPr/>
        </p:nvGrpSpPr>
        <p:grpSpPr>
          <a:xfrm>
            <a:off x="3632040" y="3664440"/>
            <a:ext cx="304560" cy="199800"/>
            <a:chOff x="3632040" y="3664440"/>
            <a:chExt cx="304560" cy="199800"/>
          </a:xfrm>
        </p:grpSpPr>
        <p:sp>
          <p:nvSpPr>
            <p:cNvPr id="3600" name="Freeform 548"/>
            <p:cNvSpPr/>
            <p:nvPr/>
          </p:nvSpPr>
          <p:spPr>
            <a:xfrm>
              <a:off x="3909960" y="3828240"/>
              <a:ext cx="18720" cy="18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720"/>
                <a:gd name="textAreaBottom" fmla="*/ 19080 h 18720"/>
                <a:gd name="GluePoint1X" fmla="*/ 5 w 16"/>
                <a:gd name="GluePoint1Y" fmla="*/ 17 h 17"/>
                <a:gd name="GluePoint2X" fmla="*/ 16 w 16"/>
                <a:gd name="GluePoint2Y" fmla="*/ 4 h 17"/>
                <a:gd name="GluePoint3X" fmla="*/ 8 w 16"/>
                <a:gd name="GluePoint3Y" fmla="*/ 0 h 17"/>
                <a:gd name="GluePoint4X" fmla="*/ 0 w 16"/>
                <a:gd name="GluePoint4Y" fmla="*/ 12 h 17"/>
                <a:gd name="GluePoint5X" fmla="*/ 5 w 16"/>
                <a:gd name="GluePoint5Y" fmla="*/ 17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7">
                  <a:moveTo>
                    <a:pt x="5" y="17"/>
                  </a:moveTo>
                  <a:cubicBezTo>
                    <a:pt x="9" y="13"/>
                    <a:pt x="13" y="9"/>
                    <a:pt x="16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4"/>
                    <a:pt x="3" y="8"/>
                    <a:pt x="0" y="12"/>
                  </a:cubicBezTo>
                  <a:lnTo>
                    <a:pt x="5" y="1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01" name="Freeform 549"/>
            <p:cNvSpPr/>
            <p:nvPr/>
          </p:nvSpPr>
          <p:spPr>
            <a:xfrm>
              <a:off x="3916440" y="3690000"/>
              <a:ext cx="15480" cy="201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0160"/>
                <a:gd name="textAreaBottom" fmla="*/ 20520 h 20160"/>
                <a:gd name="GluePoint1X" fmla="*/ 7 w 14"/>
                <a:gd name="GluePoint1Y" fmla="*/ 18 h 18"/>
                <a:gd name="GluePoint2X" fmla="*/ 14 w 14"/>
                <a:gd name="GluePoint2Y" fmla="*/ 15 h 18"/>
                <a:gd name="GluePoint3X" fmla="*/ 6 w 14"/>
                <a:gd name="GluePoint3Y" fmla="*/ 0 h 18"/>
                <a:gd name="GluePoint4X" fmla="*/ 0 w 14"/>
                <a:gd name="GluePoint4Y" fmla="*/ 5 h 18"/>
                <a:gd name="GluePoint5X" fmla="*/ 7 w 14"/>
                <a:gd name="GluePoint5Y" fmla="*/ 18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" h="18">
                  <a:moveTo>
                    <a:pt x="7" y="18"/>
                  </a:moveTo>
                  <a:cubicBezTo>
                    <a:pt x="14" y="15"/>
                    <a:pt x="14" y="15"/>
                    <a:pt x="14" y="15"/>
                  </a:cubicBezTo>
                  <a:cubicBezTo>
                    <a:pt x="12" y="10"/>
                    <a:pt x="10" y="5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9"/>
                    <a:pt x="5" y="13"/>
                    <a:pt x="7" y="1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02" name="Freeform 550"/>
            <p:cNvSpPr/>
            <p:nvPr/>
          </p:nvSpPr>
          <p:spPr>
            <a:xfrm>
              <a:off x="3895560" y="3670920"/>
              <a:ext cx="21960" cy="1872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8720"/>
                <a:gd name="textAreaBottom" fmla="*/ 19080 h 18720"/>
                <a:gd name="GluePoint1X" fmla="*/ 18 w 18"/>
                <a:gd name="GluePoint1Y" fmla="*/ 10 h 16"/>
                <a:gd name="GluePoint2X" fmla="*/ 4 w 18"/>
                <a:gd name="GluePoint2Y" fmla="*/ 0 h 16"/>
                <a:gd name="GluePoint3X" fmla="*/ 0 w 18"/>
                <a:gd name="GluePoint3Y" fmla="*/ 7 h 16"/>
                <a:gd name="GluePoint4X" fmla="*/ 12 w 18"/>
                <a:gd name="GluePoint4Y" fmla="*/ 16 h 16"/>
                <a:gd name="GluePoint5X" fmla="*/ 18 w 18"/>
                <a:gd name="GluePoint5Y" fmla="*/ 10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8" h="16">
                  <a:moveTo>
                    <a:pt x="18" y="10"/>
                  </a:moveTo>
                  <a:cubicBezTo>
                    <a:pt x="14" y="6"/>
                    <a:pt x="9" y="3"/>
                    <a:pt x="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9"/>
                    <a:pt x="9" y="12"/>
                    <a:pt x="12" y="16"/>
                  </a:cubicBezTo>
                  <a:lnTo>
                    <a:pt x="18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03" name="Freeform 551"/>
            <p:cNvSpPr/>
            <p:nvPr/>
          </p:nvSpPr>
          <p:spPr>
            <a:xfrm>
              <a:off x="3922560" y="3802680"/>
              <a:ext cx="14040" cy="2016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20160"/>
                <a:gd name="textAreaBottom" fmla="*/ 20520 h 20160"/>
                <a:gd name="GluePoint1X" fmla="*/ 0 w 11"/>
                <a:gd name="GluePoint1Y" fmla="*/ 15 h 17"/>
                <a:gd name="GluePoint2X" fmla="*/ 8 w 11"/>
                <a:gd name="GluePoint2Y" fmla="*/ 17 h 17"/>
                <a:gd name="GluePoint3X" fmla="*/ 11 w 11"/>
                <a:gd name="GluePoint3Y" fmla="*/ 0 h 17"/>
                <a:gd name="GluePoint4X" fmla="*/ 11 w 11"/>
                <a:gd name="GluePoint4Y" fmla="*/ 0 h 17"/>
                <a:gd name="GluePoint5X" fmla="*/ 3 w 11"/>
                <a:gd name="GluePoint5Y" fmla="*/ 0 h 17"/>
                <a:gd name="GluePoint6X" fmla="*/ 0 w 11"/>
                <a:gd name="GluePoint6Y" fmla="*/ 15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1" h="17">
                  <a:moveTo>
                    <a:pt x="0" y="15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10" y="12"/>
                    <a:pt x="11" y="6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5"/>
                    <a:pt x="2" y="10"/>
                    <a:pt x="0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04" name="Rectangle 552"/>
            <p:cNvSpPr/>
            <p:nvPr/>
          </p:nvSpPr>
          <p:spPr>
            <a:xfrm>
              <a:off x="372276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05" name="Rectangle 553"/>
            <p:cNvSpPr/>
            <p:nvPr/>
          </p:nvSpPr>
          <p:spPr>
            <a:xfrm>
              <a:off x="376092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06" name="Rectangle 554"/>
            <p:cNvSpPr/>
            <p:nvPr/>
          </p:nvSpPr>
          <p:spPr>
            <a:xfrm>
              <a:off x="3751200" y="3855240"/>
              <a:ext cx="1404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07" name="Rectangle 555"/>
            <p:cNvSpPr/>
            <p:nvPr/>
          </p:nvSpPr>
          <p:spPr>
            <a:xfrm>
              <a:off x="373212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08" name="Freeform 556"/>
            <p:cNvSpPr/>
            <p:nvPr/>
          </p:nvSpPr>
          <p:spPr>
            <a:xfrm>
              <a:off x="3692520" y="3855240"/>
              <a:ext cx="20160" cy="90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9000"/>
                <a:gd name="textAreaBottom" fmla="*/ 9360 h 9000"/>
                <a:gd name="GluePoint1X" fmla="*/ 0 w 13"/>
                <a:gd name="GluePoint1Y" fmla="*/ 6 h 6"/>
                <a:gd name="GluePoint2X" fmla="*/ 13 w 13"/>
                <a:gd name="GluePoint2Y" fmla="*/ 6 h 6"/>
                <a:gd name="GluePoint3X" fmla="*/ 13 w 13"/>
                <a:gd name="GluePoint3Y" fmla="*/ 0 h 6"/>
                <a:gd name="GluePoint4X" fmla="*/ 1 w 13"/>
                <a:gd name="GluePoint4Y" fmla="*/ 0 h 6"/>
                <a:gd name="GluePoint5X" fmla="*/ 0 w 13"/>
                <a:gd name="GluePoint5Y" fmla="*/ 6 h 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3" h="6">
                  <a:moveTo>
                    <a:pt x="0" y="6"/>
                  </a:moveTo>
                  <a:lnTo>
                    <a:pt x="13" y="6"/>
                  </a:lnTo>
                  <a:lnTo>
                    <a:pt x="13" y="0"/>
                  </a:lnTo>
                  <a:lnTo>
                    <a:pt x="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09" name="Rectangle 557"/>
            <p:cNvSpPr/>
            <p:nvPr/>
          </p:nvSpPr>
          <p:spPr>
            <a:xfrm>
              <a:off x="370368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0" name="Rectangle 558"/>
            <p:cNvSpPr/>
            <p:nvPr/>
          </p:nvSpPr>
          <p:spPr>
            <a:xfrm>
              <a:off x="377496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1" name="Freeform 559"/>
            <p:cNvSpPr/>
            <p:nvPr/>
          </p:nvSpPr>
          <p:spPr>
            <a:xfrm>
              <a:off x="3673440" y="3664440"/>
              <a:ext cx="18720" cy="122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2240"/>
                <a:gd name="textAreaBottom" fmla="*/ 12600 h 12240"/>
                <a:gd name="GluePoint1X" fmla="*/ 17 w 17"/>
                <a:gd name="GluePoint1Y" fmla="*/ 8 h 11"/>
                <a:gd name="GluePoint2X" fmla="*/ 17 w 17"/>
                <a:gd name="GluePoint2Y" fmla="*/ 0 h 11"/>
                <a:gd name="GluePoint3X" fmla="*/ 0 w 17"/>
                <a:gd name="GluePoint3Y" fmla="*/ 3 h 11"/>
                <a:gd name="GluePoint4X" fmla="*/ 3 w 17"/>
                <a:gd name="GluePoint4Y" fmla="*/ 11 h 11"/>
                <a:gd name="GluePoint5X" fmla="*/ 17 w 17"/>
                <a:gd name="GluePoint5Y" fmla="*/ 8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1">
                  <a:moveTo>
                    <a:pt x="17" y="8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1" y="0"/>
                    <a:pt x="6" y="1"/>
                    <a:pt x="0" y="3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9"/>
                    <a:pt x="12" y="8"/>
                    <a:pt x="17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2" name="Rectangle 560"/>
            <p:cNvSpPr/>
            <p:nvPr/>
          </p:nvSpPr>
          <p:spPr>
            <a:xfrm>
              <a:off x="383220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3" name="Freeform 561"/>
            <p:cNvSpPr/>
            <p:nvPr/>
          </p:nvSpPr>
          <p:spPr>
            <a:xfrm>
              <a:off x="3860640" y="3855240"/>
              <a:ext cx="18720" cy="90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9000"/>
                <a:gd name="textAreaBottom" fmla="*/ 9360 h 9000"/>
                <a:gd name="GluePoint1X" fmla="*/ 0 w 16"/>
                <a:gd name="GluePoint1Y" fmla="*/ 0 h 8"/>
                <a:gd name="GluePoint2X" fmla="*/ 0 w 16"/>
                <a:gd name="GluePoint2Y" fmla="*/ 8 h 8"/>
                <a:gd name="GluePoint3X" fmla="*/ 12 w 16"/>
                <a:gd name="GluePoint3Y" fmla="*/ 8 h 8"/>
                <a:gd name="GluePoint4X" fmla="*/ 16 w 16"/>
                <a:gd name="GluePoint4Y" fmla="*/ 8 h 8"/>
                <a:gd name="GluePoint5X" fmla="*/ 16 w 16"/>
                <a:gd name="GluePoint5Y" fmla="*/ 0 h 8"/>
                <a:gd name="GluePoint6X" fmla="*/ 12 w 16"/>
                <a:gd name="GluePoint6Y" fmla="*/ 0 h 8"/>
                <a:gd name="GluePoint7X" fmla="*/ 0 w 16"/>
                <a:gd name="GluePoint7Y" fmla="*/ 0 h 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6" h="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8"/>
                    <a:pt x="15" y="8"/>
                    <a:pt x="16" y="8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3" y="0"/>
                    <a:pt x="1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4" name="Rectangle 562"/>
            <p:cNvSpPr/>
            <p:nvPr/>
          </p:nvSpPr>
          <p:spPr>
            <a:xfrm>
              <a:off x="381312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5" name="Rectangle 563"/>
            <p:cNvSpPr/>
            <p:nvPr/>
          </p:nvSpPr>
          <p:spPr>
            <a:xfrm>
              <a:off x="3803760" y="38552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6" name="Rectangle 564"/>
            <p:cNvSpPr/>
            <p:nvPr/>
          </p:nvSpPr>
          <p:spPr>
            <a:xfrm>
              <a:off x="378936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7" name="Rectangle 565"/>
            <p:cNvSpPr/>
            <p:nvPr/>
          </p:nvSpPr>
          <p:spPr>
            <a:xfrm>
              <a:off x="3841920" y="3664440"/>
              <a:ext cx="1872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8" name="Rectangle 566"/>
            <p:cNvSpPr/>
            <p:nvPr/>
          </p:nvSpPr>
          <p:spPr>
            <a:xfrm>
              <a:off x="3927600" y="37454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19" name="Rectangle 567"/>
            <p:cNvSpPr/>
            <p:nvPr/>
          </p:nvSpPr>
          <p:spPr>
            <a:xfrm>
              <a:off x="3927600" y="377424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0" name="Freeform 568"/>
            <p:cNvSpPr/>
            <p:nvPr/>
          </p:nvSpPr>
          <p:spPr>
            <a:xfrm>
              <a:off x="3887640" y="3847320"/>
              <a:ext cx="20160" cy="1548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5480"/>
                <a:gd name="textAreaBottom" fmla="*/ 15840 h 15480"/>
                <a:gd name="GluePoint1X" fmla="*/ 2 w 17"/>
                <a:gd name="GluePoint1Y" fmla="*/ 14 h 14"/>
                <a:gd name="GluePoint2X" fmla="*/ 17 w 17"/>
                <a:gd name="GluePoint2Y" fmla="*/ 7 h 14"/>
                <a:gd name="GluePoint3X" fmla="*/ 13 w 17"/>
                <a:gd name="GluePoint3Y" fmla="*/ 0 h 14"/>
                <a:gd name="GluePoint4X" fmla="*/ 0 w 17"/>
                <a:gd name="GluePoint4Y" fmla="*/ 6 h 14"/>
                <a:gd name="GluePoint5X" fmla="*/ 2 w 17"/>
                <a:gd name="GluePoint5Y" fmla="*/ 14 h 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4">
                  <a:moveTo>
                    <a:pt x="2" y="14"/>
                  </a:moveTo>
                  <a:cubicBezTo>
                    <a:pt x="7" y="12"/>
                    <a:pt x="13" y="10"/>
                    <a:pt x="17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5"/>
                    <a:pt x="0" y="6"/>
                  </a:cubicBezTo>
                  <a:lnTo>
                    <a:pt x="2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920" bIns="7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1" name="Freeform 569"/>
            <p:cNvSpPr/>
            <p:nvPr/>
          </p:nvSpPr>
          <p:spPr>
            <a:xfrm>
              <a:off x="3870360" y="3664440"/>
              <a:ext cx="20160" cy="1224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2240"/>
                <a:gd name="textAreaBottom" fmla="*/ 12600 h 12240"/>
                <a:gd name="GluePoint1X" fmla="*/ 15 w 18"/>
                <a:gd name="GluePoint1Y" fmla="*/ 10 h 10"/>
                <a:gd name="GluePoint2X" fmla="*/ 18 w 18"/>
                <a:gd name="GluePoint2Y" fmla="*/ 2 h 10"/>
                <a:gd name="GluePoint3X" fmla="*/ 4 w 18"/>
                <a:gd name="GluePoint3Y" fmla="*/ 0 h 10"/>
                <a:gd name="GluePoint4X" fmla="*/ 0 w 18"/>
                <a:gd name="GluePoint4Y" fmla="*/ 0 h 10"/>
                <a:gd name="GluePoint5X" fmla="*/ 0 w 18"/>
                <a:gd name="GluePoint5Y" fmla="*/ 8 h 10"/>
                <a:gd name="GluePoint6X" fmla="*/ 4 w 18"/>
                <a:gd name="GluePoint6Y" fmla="*/ 8 h 10"/>
                <a:gd name="GluePoint7X" fmla="*/ 15 w 18"/>
                <a:gd name="GluePoint7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" h="10">
                  <a:moveTo>
                    <a:pt x="15" y="10"/>
                  </a:moveTo>
                  <a:cubicBezTo>
                    <a:pt x="18" y="2"/>
                    <a:pt x="18" y="2"/>
                    <a:pt x="18" y="2"/>
                  </a:cubicBezTo>
                  <a:cubicBezTo>
                    <a:pt x="13" y="1"/>
                    <a:pt x="8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8" y="8"/>
                    <a:pt x="12" y="9"/>
                    <a:pt x="15" y="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2" name="Rectangle 570"/>
            <p:cNvSpPr/>
            <p:nvPr/>
          </p:nvSpPr>
          <p:spPr>
            <a:xfrm>
              <a:off x="3632040" y="377892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3" name="Freeform 571"/>
            <p:cNvSpPr/>
            <p:nvPr/>
          </p:nvSpPr>
          <p:spPr>
            <a:xfrm>
              <a:off x="3664080" y="3848760"/>
              <a:ext cx="18720" cy="140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4040"/>
                <a:gd name="textAreaBottom" fmla="*/ 14400 h 14040"/>
                <a:gd name="GluePoint1X" fmla="*/ 0 w 17"/>
                <a:gd name="GluePoint1Y" fmla="*/ 6 h 12"/>
                <a:gd name="GluePoint2X" fmla="*/ 16 w 17"/>
                <a:gd name="GluePoint2Y" fmla="*/ 12 h 12"/>
                <a:gd name="GluePoint3X" fmla="*/ 17 w 17"/>
                <a:gd name="GluePoint3Y" fmla="*/ 5 h 12"/>
                <a:gd name="GluePoint4X" fmla="*/ 4 w 17"/>
                <a:gd name="GluePoint4Y" fmla="*/ 0 h 12"/>
                <a:gd name="GluePoint5X" fmla="*/ 0 w 17"/>
                <a:gd name="GluePoint5Y" fmla="*/ 6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2">
                  <a:moveTo>
                    <a:pt x="0" y="6"/>
                  </a:moveTo>
                  <a:cubicBezTo>
                    <a:pt x="5" y="9"/>
                    <a:pt x="10" y="11"/>
                    <a:pt x="16" y="12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3" y="4"/>
                    <a:pt x="8" y="2"/>
                    <a:pt x="4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200" bIns="72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4" name="Freeform 572"/>
            <p:cNvSpPr/>
            <p:nvPr/>
          </p:nvSpPr>
          <p:spPr>
            <a:xfrm>
              <a:off x="3925800" y="3718440"/>
              <a:ext cx="10800" cy="1728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7280"/>
                <a:gd name="textAreaBottom" fmla="*/ 17640 h 17280"/>
                <a:gd name="GluePoint1X" fmla="*/ 8 w 9"/>
                <a:gd name="GluePoint1Y" fmla="*/ 0 h 15"/>
                <a:gd name="GluePoint2X" fmla="*/ 0 w 9"/>
                <a:gd name="GluePoint2Y" fmla="*/ 1 h 15"/>
                <a:gd name="GluePoint3X" fmla="*/ 1 w 9"/>
                <a:gd name="GluePoint3Y" fmla="*/ 7 h 15"/>
                <a:gd name="GluePoint4X" fmla="*/ 1 w 9"/>
                <a:gd name="GluePoint4Y" fmla="*/ 15 h 15"/>
                <a:gd name="GluePoint5X" fmla="*/ 9 w 9"/>
                <a:gd name="GluePoint5Y" fmla="*/ 15 h 15"/>
                <a:gd name="GluePoint6X" fmla="*/ 9 w 9"/>
                <a:gd name="GluePoint6Y" fmla="*/ 7 h 15"/>
                <a:gd name="GluePoint7X" fmla="*/ 8 w 9"/>
                <a:gd name="GluePoint7Y" fmla="*/ 0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9" h="15">
                  <a:moveTo>
                    <a:pt x="8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3"/>
                    <a:pt x="1" y="5"/>
                    <a:pt x="1" y="7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5"/>
                    <a:pt x="9" y="2"/>
                    <a:pt x="8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640" bIns="8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5" name="Rectangle 573"/>
            <p:cNvSpPr/>
            <p:nvPr/>
          </p:nvSpPr>
          <p:spPr>
            <a:xfrm>
              <a:off x="3632040" y="3750480"/>
              <a:ext cx="9000" cy="18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6" name="Freeform 574"/>
            <p:cNvSpPr/>
            <p:nvPr/>
          </p:nvSpPr>
          <p:spPr>
            <a:xfrm>
              <a:off x="3641760" y="3831480"/>
              <a:ext cx="18720" cy="20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0160"/>
                <a:gd name="textAreaBottom" fmla="*/ 20520 h 20160"/>
                <a:gd name="GluePoint1X" fmla="*/ 11 w 16"/>
                <a:gd name="GluePoint1Y" fmla="*/ 17 h 17"/>
                <a:gd name="GluePoint2X" fmla="*/ 16 w 16"/>
                <a:gd name="GluePoint2Y" fmla="*/ 10 h 17"/>
                <a:gd name="GluePoint3X" fmla="*/ 6 w 16"/>
                <a:gd name="GluePoint3Y" fmla="*/ 0 h 17"/>
                <a:gd name="GluePoint4X" fmla="*/ 0 w 16"/>
                <a:gd name="GluePoint4Y" fmla="*/ 4 h 17"/>
                <a:gd name="GluePoint5X" fmla="*/ 11 w 16"/>
                <a:gd name="GluePoint5Y" fmla="*/ 17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" h="17">
                  <a:moveTo>
                    <a:pt x="11" y="17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2" y="7"/>
                    <a:pt x="9" y="4"/>
                    <a:pt x="6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9"/>
                    <a:pt x="6" y="13"/>
                    <a:pt x="11" y="1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7" name="Freeform 575"/>
            <p:cNvSpPr/>
            <p:nvPr/>
          </p:nvSpPr>
          <p:spPr>
            <a:xfrm>
              <a:off x="3648240" y="3672720"/>
              <a:ext cx="20160" cy="187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8720"/>
                <a:gd name="textAreaBottom" fmla="*/ 19080 h 18720"/>
                <a:gd name="GluePoint1X" fmla="*/ 17 w 17"/>
                <a:gd name="GluePoint1Y" fmla="*/ 7 h 16"/>
                <a:gd name="GluePoint2X" fmla="*/ 14 w 17"/>
                <a:gd name="GluePoint2Y" fmla="*/ 0 h 16"/>
                <a:gd name="GluePoint3X" fmla="*/ 0 w 17"/>
                <a:gd name="GluePoint3Y" fmla="*/ 10 h 16"/>
                <a:gd name="GluePoint4X" fmla="*/ 6 w 17"/>
                <a:gd name="GluePoint4Y" fmla="*/ 16 h 16"/>
                <a:gd name="GluePoint5X" fmla="*/ 17 w 17"/>
                <a:gd name="GluePoint5Y" fmla="*/ 7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7" h="16">
                  <a:moveTo>
                    <a:pt x="17" y="7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9" y="3"/>
                    <a:pt x="4" y="6"/>
                    <a:pt x="0" y="10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9" y="12"/>
                    <a:pt x="13" y="9"/>
                    <a:pt x="17" y="7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8" name="Freeform 576"/>
            <p:cNvSpPr/>
            <p:nvPr/>
          </p:nvSpPr>
          <p:spPr>
            <a:xfrm>
              <a:off x="3632040" y="3805920"/>
              <a:ext cx="12240" cy="2016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0160"/>
                <a:gd name="textAreaBottom" fmla="*/ 20520 h 20160"/>
                <a:gd name="GluePoint1X" fmla="*/ 0 w 11"/>
                <a:gd name="GluePoint1Y" fmla="*/ 1 h 17"/>
                <a:gd name="GluePoint2X" fmla="*/ 4 w 11"/>
                <a:gd name="GluePoint2Y" fmla="*/ 17 h 17"/>
                <a:gd name="GluePoint3X" fmla="*/ 11 w 11"/>
                <a:gd name="GluePoint3Y" fmla="*/ 14 h 17"/>
                <a:gd name="GluePoint4X" fmla="*/ 8 w 11"/>
                <a:gd name="GluePoint4Y" fmla="*/ 0 h 17"/>
                <a:gd name="GluePoint5X" fmla="*/ 0 w 11"/>
                <a:gd name="GluePoint5Y" fmla="*/ 1 h 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7">
                  <a:moveTo>
                    <a:pt x="0" y="1"/>
                  </a:moveTo>
                  <a:cubicBezTo>
                    <a:pt x="0" y="6"/>
                    <a:pt x="1" y="12"/>
                    <a:pt x="4" y="17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0"/>
                    <a:pt x="8" y="5"/>
                    <a:pt x="8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080" bIns="10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29" name="Freeform 577"/>
            <p:cNvSpPr/>
            <p:nvPr/>
          </p:nvSpPr>
          <p:spPr>
            <a:xfrm>
              <a:off x="3633840" y="3693240"/>
              <a:ext cx="15480" cy="219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1960"/>
                <a:gd name="textAreaBottom" fmla="*/ 22320 h 21960"/>
                <a:gd name="GluePoint1X" fmla="*/ 14 w 14"/>
                <a:gd name="GluePoint1Y" fmla="*/ 4 h 18"/>
                <a:gd name="GluePoint2X" fmla="*/ 7 w 14"/>
                <a:gd name="GluePoint2Y" fmla="*/ 0 h 18"/>
                <a:gd name="GluePoint3X" fmla="*/ 0 w 14"/>
                <a:gd name="GluePoint3Y" fmla="*/ 16 h 18"/>
                <a:gd name="GluePoint4X" fmla="*/ 8 w 14"/>
                <a:gd name="GluePoint4Y" fmla="*/ 18 h 18"/>
                <a:gd name="GluePoint5X" fmla="*/ 14 w 14"/>
                <a:gd name="GluePoint5Y" fmla="*/ 4 h 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" h="18">
                  <a:moveTo>
                    <a:pt x="14" y="4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4" y="5"/>
                    <a:pt x="2" y="10"/>
                    <a:pt x="0" y="16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3"/>
                    <a:pt x="11" y="9"/>
                    <a:pt x="14" y="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30" name="Freeform 578"/>
            <p:cNvSpPr/>
            <p:nvPr/>
          </p:nvSpPr>
          <p:spPr>
            <a:xfrm>
              <a:off x="3632040" y="3721680"/>
              <a:ext cx="9000" cy="187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8720"/>
                <a:gd name="textAreaBottom" fmla="*/ 19080 h 18720"/>
                <a:gd name="GluePoint1X" fmla="*/ 8 w 8"/>
                <a:gd name="GluePoint1Y" fmla="*/ 4 h 16"/>
                <a:gd name="GluePoint2X" fmla="*/ 8 w 8"/>
                <a:gd name="GluePoint2Y" fmla="*/ 1 h 16"/>
                <a:gd name="GluePoint3X" fmla="*/ 0 w 8"/>
                <a:gd name="GluePoint3Y" fmla="*/ 0 h 16"/>
                <a:gd name="GluePoint4X" fmla="*/ 0 w 8"/>
                <a:gd name="GluePoint4Y" fmla="*/ 4 h 16"/>
                <a:gd name="GluePoint5X" fmla="*/ 0 w 8"/>
                <a:gd name="GluePoint5Y" fmla="*/ 16 h 16"/>
                <a:gd name="GluePoint6X" fmla="*/ 8 w 8"/>
                <a:gd name="GluePoint6Y" fmla="*/ 16 h 16"/>
                <a:gd name="GluePoint7X" fmla="*/ 8 w 8"/>
                <a:gd name="GluePoint7Y" fmla="*/ 4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" h="16">
                  <a:moveTo>
                    <a:pt x="8" y="4"/>
                  </a:moveTo>
                  <a:cubicBezTo>
                    <a:pt x="8" y="3"/>
                    <a:pt x="8" y="2"/>
                    <a:pt x="8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360" bIns="9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631" name="Freeform 579"/>
          <p:cNvSpPr/>
          <p:nvPr/>
        </p:nvSpPr>
        <p:spPr>
          <a:xfrm>
            <a:off x="4027320" y="3664440"/>
            <a:ext cx="302760" cy="199800"/>
          </a:xfrm>
          <a:custGeom>
            <a:avLst/>
            <a:gdLst>
              <a:gd name="textAreaLeft" fmla="*/ 0 w 302760"/>
              <a:gd name="textAreaRight" fmla="*/ 303120 w 302760"/>
              <a:gd name="textAreaTop" fmla="*/ 0 h 199800"/>
              <a:gd name="textAreaBottom" fmla="*/ 200160 h 199800"/>
              <a:gd name="GluePoint1X" fmla="*/ 128 w 256"/>
              <a:gd name="GluePoint1Y" fmla="*/ 168 h 168"/>
              <a:gd name="GluePoint2X" fmla="*/ 256 w 256"/>
              <a:gd name="GluePoint2Y" fmla="*/ 84 h 168"/>
              <a:gd name="GluePoint3X" fmla="*/ 128 w 256"/>
              <a:gd name="GluePoint3Y" fmla="*/ 0 h 168"/>
              <a:gd name="GluePoint4X" fmla="*/ 0 w 256"/>
              <a:gd name="GluePoint4Y" fmla="*/ 84 h 168"/>
              <a:gd name="GluePoint5X" fmla="*/ 128 w 256"/>
              <a:gd name="GluePoint5Y" fmla="*/ 168 h 168"/>
              <a:gd name="GluePoint6X" fmla="*/ 128 w 256"/>
              <a:gd name="GluePoint6Y" fmla="*/ 8 h 168"/>
              <a:gd name="GluePoint7X" fmla="*/ 248 w 256"/>
              <a:gd name="GluePoint7Y" fmla="*/ 84 h 168"/>
              <a:gd name="GluePoint8X" fmla="*/ 128 w 256"/>
              <a:gd name="GluePoint8Y" fmla="*/ 160 h 168"/>
              <a:gd name="GluePoint9X" fmla="*/ 8 w 256"/>
              <a:gd name="GluePoint9Y" fmla="*/ 84 h 168"/>
              <a:gd name="GluePoint10X" fmla="*/ 128 w 256"/>
              <a:gd name="GluePoint10Y" fmla="*/ 8 h 1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256" h="168">
                <a:moveTo>
                  <a:pt x="128" y="168"/>
                </a:moveTo>
                <a:cubicBezTo>
                  <a:pt x="198" y="168"/>
                  <a:pt x="256" y="131"/>
                  <a:pt x="256" y="84"/>
                </a:cubicBezTo>
                <a:cubicBezTo>
                  <a:pt x="256" y="38"/>
                  <a:pt x="198" y="0"/>
                  <a:pt x="128" y="0"/>
                </a:cubicBezTo>
                <a:cubicBezTo>
                  <a:pt x="57" y="0"/>
                  <a:pt x="0" y="38"/>
                  <a:pt x="0" y="84"/>
                </a:cubicBezTo>
                <a:cubicBezTo>
                  <a:pt x="0" y="131"/>
                  <a:pt x="57" y="168"/>
                  <a:pt x="128" y="168"/>
                </a:cubicBezTo>
                <a:close/>
                <a:moveTo>
                  <a:pt x="128" y="8"/>
                </a:moveTo>
                <a:cubicBezTo>
                  <a:pt x="194" y="8"/>
                  <a:pt x="248" y="42"/>
                  <a:pt x="248" y="84"/>
                </a:cubicBezTo>
                <a:cubicBezTo>
                  <a:pt x="248" y="126"/>
                  <a:pt x="194" y="160"/>
                  <a:pt x="128" y="160"/>
                </a:cubicBezTo>
                <a:cubicBezTo>
                  <a:pt x="62" y="160"/>
                  <a:pt x="8" y="126"/>
                  <a:pt x="8" y="84"/>
                </a:cubicBezTo>
                <a:cubicBezTo>
                  <a:pt x="8" y="42"/>
                  <a:pt x="62" y="8"/>
                  <a:pt x="128" y="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32" name="Freeform 580"/>
          <p:cNvSpPr/>
          <p:nvPr/>
        </p:nvSpPr>
        <p:spPr>
          <a:xfrm>
            <a:off x="4422600" y="3631320"/>
            <a:ext cx="301320" cy="266400"/>
          </a:xfrm>
          <a:custGeom>
            <a:avLst/>
            <a:gdLst>
              <a:gd name="textAreaLeft" fmla="*/ 0 w 301320"/>
              <a:gd name="textAreaRight" fmla="*/ 301680 w 301320"/>
              <a:gd name="textAreaTop" fmla="*/ 0 h 266400"/>
              <a:gd name="textAreaBottom" fmla="*/ 266760 h 266400"/>
              <a:gd name="GluePoint1X" fmla="*/ 143 w 190"/>
              <a:gd name="GluePoint1Y" fmla="*/ 168 h 168"/>
              <a:gd name="GluePoint2X" fmla="*/ 190 w 190"/>
              <a:gd name="GluePoint2Y" fmla="*/ 84 h 168"/>
              <a:gd name="GluePoint3X" fmla="*/ 143 w 190"/>
              <a:gd name="GluePoint3Y" fmla="*/ 0 h 168"/>
              <a:gd name="GluePoint4X" fmla="*/ 47 w 190"/>
              <a:gd name="GluePoint4Y" fmla="*/ 0 h 168"/>
              <a:gd name="GluePoint5X" fmla="*/ 0 w 190"/>
              <a:gd name="GluePoint5Y" fmla="*/ 84 h 168"/>
              <a:gd name="GluePoint6X" fmla="*/ 47 w 190"/>
              <a:gd name="GluePoint6Y" fmla="*/ 168 h 168"/>
              <a:gd name="GluePoint7X" fmla="*/ 143 w 190"/>
              <a:gd name="GluePoint7Y" fmla="*/ 168 h 168"/>
              <a:gd name="GluePoint8X" fmla="*/ 51 w 190"/>
              <a:gd name="GluePoint8Y" fmla="*/ 6 h 168"/>
              <a:gd name="GluePoint9X" fmla="*/ 139 w 190"/>
              <a:gd name="GluePoint9Y" fmla="*/ 6 h 168"/>
              <a:gd name="GluePoint10X" fmla="*/ 183 w 190"/>
              <a:gd name="GluePoint10Y" fmla="*/ 84 h 168"/>
              <a:gd name="GluePoint11X" fmla="*/ 139 w 190"/>
              <a:gd name="GluePoint11Y" fmla="*/ 162 h 168"/>
              <a:gd name="GluePoint12X" fmla="*/ 51 w 190"/>
              <a:gd name="GluePoint12Y" fmla="*/ 162 h 168"/>
              <a:gd name="GluePoint13X" fmla="*/ 6 w 190"/>
              <a:gd name="GluePoint13Y" fmla="*/ 84 h 168"/>
              <a:gd name="GluePoint14X" fmla="*/ 51 w 190"/>
              <a:gd name="GluePoint14Y" fmla="*/ 6 h 1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190" h="168">
                <a:moveTo>
                  <a:pt x="143" y="168"/>
                </a:moveTo>
                <a:lnTo>
                  <a:pt x="190" y="84"/>
                </a:lnTo>
                <a:lnTo>
                  <a:pt x="143" y="0"/>
                </a:lnTo>
                <a:lnTo>
                  <a:pt x="47" y="0"/>
                </a:lnTo>
                <a:lnTo>
                  <a:pt x="0" y="84"/>
                </a:lnTo>
                <a:lnTo>
                  <a:pt x="47" y="168"/>
                </a:lnTo>
                <a:lnTo>
                  <a:pt x="143" y="168"/>
                </a:lnTo>
                <a:close/>
                <a:moveTo>
                  <a:pt x="51" y="6"/>
                </a:moveTo>
                <a:lnTo>
                  <a:pt x="139" y="6"/>
                </a:lnTo>
                <a:lnTo>
                  <a:pt x="183" y="84"/>
                </a:lnTo>
                <a:lnTo>
                  <a:pt x="139" y="162"/>
                </a:lnTo>
                <a:lnTo>
                  <a:pt x="51" y="162"/>
                </a:lnTo>
                <a:lnTo>
                  <a:pt x="6" y="84"/>
                </a:lnTo>
                <a:lnTo>
                  <a:pt x="51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33" name="Freeform 581"/>
          <p:cNvSpPr/>
          <p:nvPr/>
        </p:nvSpPr>
        <p:spPr>
          <a:xfrm>
            <a:off x="4815000" y="3664440"/>
            <a:ext cx="304560" cy="199800"/>
          </a:xfrm>
          <a:custGeom>
            <a:avLst/>
            <a:gdLst>
              <a:gd name="textAreaLeft" fmla="*/ 0 w 304560"/>
              <a:gd name="textAreaRight" fmla="*/ 304920 w 304560"/>
              <a:gd name="textAreaTop" fmla="*/ 0 h 199800"/>
              <a:gd name="textAreaBottom" fmla="*/ 200160 h 199800"/>
              <a:gd name="GluePoint1X" fmla="*/ 192 w 192"/>
              <a:gd name="GluePoint1Y" fmla="*/ 0 h 126"/>
              <a:gd name="GluePoint2X" fmla="*/ 0 w 192"/>
              <a:gd name="GluePoint2Y" fmla="*/ 0 h 126"/>
              <a:gd name="GluePoint3X" fmla="*/ 0 w 192"/>
              <a:gd name="GluePoint3Y" fmla="*/ 126 h 126"/>
              <a:gd name="GluePoint4X" fmla="*/ 192 w 192"/>
              <a:gd name="GluePoint4Y" fmla="*/ 126 h 126"/>
              <a:gd name="GluePoint5X" fmla="*/ 192 w 192"/>
              <a:gd name="GluePoint5Y" fmla="*/ 0 h 126"/>
              <a:gd name="GluePoint6X" fmla="*/ 186 w 192"/>
              <a:gd name="GluePoint6Y" fmla="*/ 120 h 126"/>
              <a:gd name="GluePoint7X" fmla="*/ 6 w 192"/>
              <a:gd name="GluePoint7Y" fmla="*/ 120 h 126"/>
              <a:gd name="GluePoint8X" fmla="*/ 6 w 192"/>
              <a:gd name="GluePoint8Y" fmla="*/ 6 h 126"/>
              <a:gd name="GluePoint9X" fmla="*/ 186 w 192"/>
              <a:gd name="GluePoint9Y" fmla="*/ 6 h 126"/>
              <a:gd name="GluePoint10X" fmla="*/ 186 w 192"/>
              <a:gd name="GluePoint10Y" fmla="*/ 120 h 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92" h="126">
                <a:moveTo>
                  <a:pt x="192" y="0"/>
                </a:moveTo>
                <a:lnTo>
                  <a:pt x="0" y="0"/>
                </a:lnTo>
                <a:lnTo>
                  <a:pt x="0" y="126"/>
                </a:lnTo>
                <a:lnTo>
                  <a:pt x="192" y="126"/>
                </a:lnTo>
                <a:lnTo>
                  <a:pt x="192" y="0"/>
                </a:lnTo>
                <a:close/>
                <a:moveTo>
                  <a:pt x="186" y="120"/>
                </a:moveTo>
                <a:lnTo>
                  <a:pt x="6" y="120"/>
                </a:lnTo>
                <a:lnTo>
                  <a:pt x="6" y="6"/>
                </a:lnTo>
                <a:lnTo>
                  <a:pt x="186" y="6"/>
                </a:lnTo>
                <a:lnTo>
                  <a:pt x="186" y="12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34" name="Freeform 582"/>
          <p:cNvSpPr/>
          <p:nvPr/>
        </p:nvSpPr>
        <p:spPr>
          <a:xfrm>
            <a:off x="5210280" y="3664440"/>
            <a:ext cx="302760" cy="199800"/>
          </a:xfrm>
          <a:custGeom>
            <a:avLst/>
            <a:gdLst>
              <a:gd name="textAreaLeft" fmla="*/ 0 w 302760"/>
              <a:gd name="textAreaRight" fmla="*/ 303120 w 302760"/>
              <a:gd name="textAreaTop" fmla="*/ 0 h 199800"/>
              <a:gd name="textAreaBottom" fmla="*/ 200160 h 199800"/>
              <a:gd name="GluePoint1X" fmla="*/ 204 w 256"/>
              <a:gd name="GluePoint1Y" fmla="*/ 0 h 168"/>
              <a:gd name="GluePoint2X" fmla="*/ 52 w 256"/>
              <a:gd name="GluePoint2Y" fmla="*/ 0 h 168"/>
              <a:gd name="GluePoint3X" fmla="*/ 0 w 256"/>
              <a:gd name="GluePoint3Y" fmla="*/ 52 h 168"/>
              <a:gd name="GluePoint4X" fmla="*/ 0 w 256"/>
              <a:gd name="GluePoint4Y" fmla="*/ 116 h 168"/>
              <a:gd name="GluePoint5X" fmla="*/ 52 w 256"/>
              <a:gd name="GluePoint5Y" fmla="*/ 168 h 168"/>
              <a:gd name="GluePoint6X" fmla="*/ 204 w 256"/>
              <a:gd name="GluePoint6Y" fmla="*/ 168 h 168"/>
              <a:gd name="GluePoint7X" fmla="*/ 256 w 256"/>
              <a:gd name="GluePoint7Y" fmla="*/ 116 h 168"/>
              <a:gd name="GluePoint8X" fmla="*/ 256 w 256"/>
              <a:gd name="GluePoint8Y" fmla="*/ 52 h 168"/>
              <a:gd name="GluePoint9X" fmla="*/ 204 w 256"/>
              <a:gd name="GluePoint9Y" fmla="*/ 0 h 168"/>
              <a:gd name="GluePoint10X" fmla="*/ 248 w 256"/>
              <a:gd name="GluePoint10Y" fmla="*/ 116 h 168"/>
              <a:gd name="GluePoint11X" fmla="*/ 204 w 256"/>
              <a:gd name="GluePoint11Y" fmla="*/ 160 h 168"/>
              <a:gd name="GluePoint12X" fmla="*/ 52 w 256"/>
              <a:gd name="GluePoint12Y" fmla="*/ 160 h 168"/>
              <a:gd name="GluePoint13X" fmla="*/ 8 w 256"/>
              <a:gd name="GluePoint13Y" fmla="*/ 116 h 168"/>
              <a:gd name="GluePoint14X" fmla="*/ 8 w 256"/>
              <a:gd name="GluePoint14Y" fmla="*/ 52 h 168"/>
              <a:gd name="GluePoint15X" fmla="*/ 52 w 256"/>
              <a:gd name="GluePoint15Y" fmla="*/ 8 h 168"/>
              <a:gd name="GluePoint16X" fmla="*/ 204 w 256"/>
              <a:gd name="GluePoint16Y" fmla="*/ 8 h 168"/>
              <a:gd name="GluePoint17X" fmla="*/ 248 w 256"/>
              <a:gd name="GluePoint17Y" fmla="*/ 52 h 168"/>
              <a:gd name="GluePoint18X" fmla="*/ 248 w 256"/>
              <a:gd name="GluePoint18Y" fmla="*/ 116 h 1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256" h="168">
                <a:moveTo>
                  <a:pt x="204" y="0"/>
                </a:moveTo>
                <a:cubicBezTo>
                  <a:pt x="52" y="0"/>
                  <a:pt x="52" y="0"/>
                  <a:pt x="52" y="0"/>
                </a:cubicBezTo>
                <a:cubicBezTo>
                  <a:pt x="24" y="0"/>
                  <a:pt x="0" y="24"/>
                  <a:pt x="0" y="52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45"/>
                  <a:pt x="24" y="168"/>
                  <a:pt x="52" y="168"/>
                </a:cubicBezTo>
                <a:cubicBezTo>
                  <a:pt x="204" y="168"/>
                  <a:pt x="204" y="168"/>
                  <a:pt x="204" y="168"/>
                </a:cubicBezTo>
                <a:cubicBezTo>
                  <a:pt x="233" y="168"/>
                  <a:pt x="256" y="145"/>
                  <a:pt x="256" y="116"/>
                </a:cubicBezTo>
                <a:cubicBezTo>
                  <a:pt x="256" y="52"/>
                  <a:pt x="256" y="52"/>
                  <a:pt x="256" y="52"/>
                </a:cubicBezTo>
                <a:cubicBezTo>
                  <a:pt x="256" y="24"/>
                  <a:pt x="233" y="0"/>
                  <a:pt x="204" y="0"/>
                </a:cubicBezTo>
                <a:close/>
                <a:moveTo>
                  <a:pt x="248" y="116"/>
                </a:moveTo>
                <a:cubicBezTo>
                  <a:pt x="248" y="141"/>
                  <a:pt x="228" y="160"/>
                  <a:pt x="204" y="160"/>
                </a:cubicBezTo>
                <a:cubicBezTo>
                  <a:pt x="52" y="160"/>
                  <a:pt x="52" y="160"/>
                  <a:pt x="52" y="160"/>
                </a:cubicBezTo>
                <a:cubicBezTo>
                  <a:pt x="28" y="160"/>
                  <a:pt x="8" y="141"/>
                  <a:pt x="8" y="116"/>
                </a:cubicBezTo>
                <a:cubicBezTo>
                  <a:pt x="8" y="52"/>
                  <a:pt x="8" y="52"/>
                  <a:pt x="8" y="52"/>
                </a:cubicBezTo>
                <a:cubicBezTo>
                  <a:pt x="8" y="28"/>
                  <a:pt x="28" y="8"/>
                  <a:pt x="52" y="8"/>
                </a:cubicBezTo>
                <a:cubicBezTo>
                  <a:pt x="204" y="8"/>
                  <a:pt x="204" y="8"/>
                  <a:pt x="204" y="8"/>
                </a:cubicBezTo>
                <a:cubicBezTo>
                  <a:pt x="228" y="8"/>
                  <a:pt x="248" y="28"/>
                  <a:pt x="248" y="52"/>
                </a:cubicBezTo>
                <a:lnTo>
                  <a:pt x="248" y="11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635" name="Группа 635"/>
          <p:cNvGrpSpPr/>
          <p:nvPr/>
        </p:nvGrpSpPr>
        <p:grpSpPr>
          <a:xfrm>
            <a:off x="5605560" y="3626640"/>
            <a:ext cx="300960" cy="275760"/>
            <a:chOff x="5605560" y="3626640"/>
            <a:chExt cx="300960" cy="275760"/>
          </a:xfrm>
        </p:grpSpPr>
        <p:sp>
          <p:nvSpPr>
            <p:cNvPr id="3636" name="Freeform 583"/>
            <p:cNvSpPr/>
            <p:nvPr/>
          </p:nvSpPr>
          <p:spPr>
            <a:xfrm>
              <a:off x="5605560" y="3721680"/>
              <a:ext cx="212400" cy="180720"/>
            </a:xfrm>
            <a:custGeom>
              <a:avLst/>
              <a:gdLst>
                <a:gd name="textAreaLeft" fmla="*/ 0 w 212400"/>
                <a:gd name="textAreaRight" fmla="*/ 212760 w 212400"/>
                <a:gd name="textAreaTop" fmla="*/ 0 h 180720"/>
                <a:gd name="textAreaBottom" fmla="*/ 181080 h 180720"/>
                <a:gd name="GluePoint1X" fmla="*/ 4 w 134"/>
                <a:gd name="GluePoint1Y" fmla="*/ 114 h 114"/>
                <a:gd name="GluePoint2X" fmla="*/ 108 w 134"/>
                <a:gd name="GluePoint2Y" fmla="*/ 72 h 114"/>
                <a:gd name="GluePoint3X" fmla="*/ 110 w 134"/>
                <a:gd name="GluePoint3Y" fmla="*/ 70 h 114"/>
                <a:gd name="GluePoint4X" fmla="*/ 134 w 134"/>
                <a:gd name="GluePoint4Y" fmla="*/ 25 h 114"/>
                <a:gd name="GluePoint5X" fmla="*/ 133 w 134"/>
                <a:gd name="GluePoint5Y" fmla="*/ 22 h 114"/>
                <a:gd name="GluePoint6X" fmla="*/ 112 w 134"/>
                <a:gd name="GluePoint6Y" fmla="*/ 0 h 114"/>
                <a:gd name="GluePoint7X" fmla="*/ 108 w 134"/>
                <a:gd name="GluePoint7Y" fmla="*/ 0 h 114"/>
                <a:gd name="GluePoint8X" fmla="*/ 0 w 134"/>
                <a:gd name="GluePoint8Y" fmla="*/ 109 h 114"/>
                <a:gd name="GluePoint9X" fmla="*/ 4 w 134"/>
                <a:gd name="GluePoint9Y" fmla="*/ 114 h 114"/>
                <a:gd name="GluePoint10X" fmla="*/ 110 w 134"/>
                <a:gd name="GluePoint10Y" fmla="*/ 7 h 114"/>
                <a:gd name="GluePoint11X" fmla="*/ 127 w 134"/>
                <a:gd name="GluePoint11Y" fmla="*/ 25 h 114"/>
                <a:gd name="GluePoint12X" fmla="*/ 105 w 134"/>
                <a:gd name="GluePoint12Y" fmla="*/ 67 h 114"/>
                <a:gd name="GluePoint13X" fmla="*/ 15 w 134"/>
                <a:gd name="GluePoint13Y" fmla="*/ 103 h 114"/>
                <a:gd name="GluePoint14X" fmla="*/ 110 w 134"/>
                <a:gd name="GluePoint14Y" fmla="*/ 7 h 1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4" h="114">
                  <a:moveTo>
                    <a:pt x="4" y="114"/>
                  </a:moveTo>
                  <a:lnTo>
                    <a:pt x="108" y="72"/>
                  </a:lnTo>
                  <a:lnTo>
                    <a:pt x="110" y="70"/>
                  </a:lnTo>
                  <a:lnTo>
                    <a:pt x="134" y="25"/>
                  </a:lnTo>
                  <a:lnTo>
                    <a:pt x="133" y="22"/>
                  </a:lnTo>
                  <a:lnTo>
                    <a:pt x="112" y="0"/>
                  </a:lnTo>
                  <a:lnTo>
                    <a:pt x="108" y="0"/>
                  </a:lnTo>
                  <a:lnTo>
                    <a:pt x="0" y="109"/>
                  </a:lnTo>
                  <a:lnTo>
                    <a:pt x="4" y="114"/>
                  </a:lnTo>
                  <a:close/>
                  <a:moveTo>
                    <a:pt x="110" y="7"/>
                  </a:moveTo>
                  <a:lnTo>
                    <a:pt x="127" y="25"/>
                  </a:lnTo>
                  <a:lnTo>
                    <a:pt x="105" y="67"/>
                  </a:lnTo>
                  <a:lnTo>
                    <a:pt x="15" y="103"/>
                  </a:lnTo>
                  <a:lnTo>
                    <a:pt x="11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37" name="Freeform 584"/>
            <p:cNvSpPr/>
            <p:nvPr/>
          </p:nvSpPr>
          <p:spPr>
            <a:xfrm>
              <a:off x="5789520" y="3626640"/>
              <a:ext cx="117000" cy="12204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122040"/>
                <a:gd name="textAreaBottom" fmla="*/ 122400 h 122040"/>
                <a:gd name="GluePoint1X" fmla="*/ 26 w 74"/>
                <a:gd name="GluePoint1Y" fmla="*/ 77 h 77"/>
                <a:gd name="GluePoint2X" fmla="*/ 74 w 74"/>
                <a:gd name="GluePoint2Y" fmla="*/ 23 h 77"/>
                <a:gd name="GluePoint3X" fmla="*/ 74 w 74"/>
                <a:gd name="GluePoint3Y" fmla="*/ 19 h 77"/>
                <a:gd name="GluePoint4X" fmla="*/ 56 w 74"/>
                <a:gd name="GluePoint4Y" fmla="*/ 0 h 77"/>
                <a:gd name="GluePoint5X" fmla="*/ 52 w 74"/>
                <a:gd name="GluePoint5Y" fmla="*/ 0 h 77"/>
                <a:gd name="GluePoint6X" fmla="*/ 0 w 74"/>
                <a:gd name="GluePoint6Y" fmla="*/ 53 h 77"/>
                <a:gd name="GluePoint7X" fmla="*/ 0 w 74"/>
                <a:gd name="GluePoint7Y" fmla="*/ 56 h 77"/>
                <a:gd name="GluePoint8X" fmla="*/ 22 w 74"/>
                <a:gd name="GluePoint8Y" fmla="*/ 77 h 77"/>
                <a:gd name="GluePoint9X" fmla="*/ 26 w 74"/>
                <a:gd name="GluePoint9Y" fmla="*/ 77 h 77"/>
                <a:gd name="GluePoint10X" fmla="*/ 54 w 74"/>
                <a:gd name="GluePoint10Y" fmla="*/ 8 h 77"/>
                <a:gd name="GluePoint11X" fmla="*/ 68 w 74"/>
                <a:gd name="GluePoint11Y" fmla="*/ 22 h 77"/>
                <a:gd name="GluePoint12X" fmla="*/ 24 w 74"/>
                <a:gd name="GluePoint12Y" fmla="*/ 71 h 77"/>
                <a:gd name="GluePoint13X" fmla="*/ 7 w 74"/>
                <a:gd name="GluePoint13Y" fmla="*/ 54 h 77"/>
                <a:gd name="GluePoint14X" fmla="*/ 54 w 74"/>
                <a:gd name="GluePoint14Y" fmla="*/ 8 h 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74" h="77">
                  <a:moveTo>
                    <a:pt x="26" y="77"/>
                  </a:moveTo>
                  <a:lnTo>
                    <a:pt x="74" y="23"/>
                  </a:lnTo>
                  <a:lnTo>
                    <a:pt x="74" y="19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0" y="53"/>
                  </a:lnTo>
                  <a:lnTo>
                    <a:pt x="0" y="56"/>
                  </a:lnTo>
                  <a:lnTo>
                    <a:pt x="22" y="77"/>
                  </a:lnTo>
                  <a:lnTo>
                    <a:pt x="26" y="77"/>
                  </a:lnTo>
                  <a:close/>
                  <a:moveTo>
                    <a:pt x="54" y="8"/>
                  </a:moveTo>
                  <a:lnTo>
                    <a:pt x="68" y="22"/>
                  </a:lnTo>
                  <a:lnTo>
                    <a:pt x="24" y="71"/>
                  </a:lnTo>
                  <a:lnTo>
                    <a:pt x="7" y="54"/>
                  </a:lnTo>
                  <a:lnTo>
                    <a:pt x="54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638" name="Freeform 585"/>
          <p:cNvSpPr/>
          <p:nvPr/>
        </p:nvSpPr>
        <p:spPr>
          <a:xfrm>
            <a:off x="5999040" y="3669480"/>
            <a:ext cx="302760" cy="190080"/>
          </a:xfrm>
          <a:custGeom>
            <a:avLst/>
            <a:gdLst>
              <a:gd name="textAreaLeft" fmla="*/ 0 w 302760"/>
              <a:gd name="textAreaRight" fmla="*/ 303120 w 302760"/>
              <a:gd name="textAreaTop" fmla="*/ 0 h 190080"/>
              <a:gd name="textAreaBottom" fmla="*/ 190440 h 190080"/>
              <a:gd name="GluePoint1X" fmla="*/ 240 w 256"/>
              <a:gd name="GluePoint1Y" fmla="*/ 40 h 160"/>
              <a:gd name="GluePoint2X" fmla="*/ 256 w 256"/>
              <a:gd name="GluePoint2Y" fmla="*/ 24 h 160"/>
              <a:gd name="GluePoint3X" fmla="*/ 240 w 256"/>
              <a:gd name="GluePoint3Y" fmla="*/ 8 h 160"/>
              <a:gd name="GluePoint4X" fmla="*/ 225 w 256"/>
              <a:gd name="GluePoint4Y" fmla="*/ 20 h 160"/>
              <a:gd name="GluePoint5X" fmla="*/ 152 w 256"/>
              <a:gd name="GluePoint5Y" fmla="*/ 20 h 160"/>
              <a:gd name="GluePoint6X" fmla="*/ 152 w 256"/>
              <a:gd name="GluePoint6Y" fmla="*/ 0 h 160"/>
              <a:gd name="GluePoint7X" fmla="*/ 104 w 256"/>
              <a:gd name="GluePoint7Y" fmla="*/ 0 h 160"/>
              <a:gd name="GluePoint8X" fmla="*/ 104 w 256"/>
              <a:gd name="GluePoint8Y" fmla="*/ 20 h 160"/>
              <a:gd name="GluePoint9X" fmla="*/ 32 w 256"/>
              <a:gd name="GluePoint9Y" fmla="*/ 20 h 160"/>
              <a:gd name="GluePoint10X" fmla="*/ 16 w 256"/>
              <a:gd name="GluePoint10Y" fmla="*/ 8 h 160"/>
              <a:gd name="GluePoint11X" fmla="*/ 0 w 256"/>
              <a:gd name="GluePoint11Y" fmla="*/ 24 h 160"/>
              <a:gd name="GluePoint12X" fmla="*/ 16 w 256"/>
              <a:gd name="GluePoint12Y" fmla="*/ 40 h 160"/>
              <a:gd name="GluePoint13X" fmla="*/ 32 w 256"/>
              <a:gd name="GluePoint13Y" fmla="*/ 28 h 160"/>
              <a:gd name="GluePoint14X" fmla="*/ 70 w 256"/>
              <a:gd name="GluePoint14Y" fmla="*/ 28 h 160"/>
              <a:gd name="GluePoint15X" fmla="*/ 21 w 256"/>
              <a:gd name="GluePoint15Y" fmla="*/ 112 h 160"/>
              <a:gd name="GluePoint16X" fmla="*/ 0 w 256"/>
              <a:gd name="GluePoint16Y" fmla="*/ 112 h 160"/>
              <a:gd name="GluePoint17X" fmla="*/ 0 w 256"/>
              <a:gd name="GluePoint17Y" fmla="*/ 160 h 160"/>
              <a:gd name="GluePoint18X" fmla="*/ 48 w 256"/>
              <a:gd name="GluePoint18Y" fmla="*/ 160 h 160"/>
              <a:gd name="GluePoint19X" fmla="*/ 48 w 256"/>
              <a:gd name="GluePoint19Y" fmla="*/ 112 h 160"/>
              <a:gd name="GluePoint20X" fmla="*/ 29 w 256"/>
              <a:gd name="GluePoint20Y" fmla="*/ 112 h 160"/>
              <a:gd name="GluePoint21X" fmla="*/ 39 w 256"/>
              <a:gd name="GluePoint21Y" fmla="*/ 72 h 160"/>
              <a:gd name="GluePoint22X" fmla="*/ 104 w 256"/>
              <a:gd name="GluePoint22Y" fmla="*/ 28 h 160"/>
              <a:gd name="GluePoint23X" fmla="*/ 104 w 256"/>
              <a:gd name="GluePoint23Y" fmla="*/ 48 h 160"/>
              <a:gd name="GluePoint24X" fmla="*/ 152 w 256"/>
              <a:gd name="GluePoint24Y" fmla="*/ 48 h 160"/>
              <a:gd name="GluePoint25X" fmla="*/ 152 w 256"/>
              <a:gd name="GluePoint25Y" fmla="*/ 28 h 160"/>
              <a:gd name="GluePoint26X" fmla="*/ 218 w 256"/>
              <a:gd name="GluePoint26Y" fmla="*/ 72 h 160"/>
              <a:gd name="GluePoint27X" fmla="*/ 228 w 256"/>
              <a:gd name="GluePoint27Y" fmla="*/ 112 h 160"/>
              <a:gd name="GluePoint28X" fmla="*/ 208 w 256"/>
              <a:gd name="GluePoint28Y" fmla="*/ 112 h 160"/>
              <a:gd name="GluePoint29X" fmla="*/ 208 w 256"/>
              <a:gd name="GluePoint29Y" fmla="*/ 160 h 160"/>
              <a:gd name="GluePoint30X" fmla="*/ 256 w 256"/>
              <a:gd name="GluePoint30Y" fmla="*/ 160 h 160"/>
              <a:gd name="GluePoint31X" fmla="*/ 256 w 256"/>
              <a:gd name="GluePoint31Y" fmla="*/ 112 h 160"/>
              <a:gd name="GluePoint32X" fmla="*/ 236 w 256"/>
              <a:gd name="GluePoint32Y" fmla="*/ 112 h 160"/>
              <a:gd name="GluePoint33X" fmla="*/ 187 w 256"/>
              <a:gd name="GluePoint33Y" fmla="*/ 28 h 160"/>
              <a:gd name="GluePoint34X" fmla="*/ 225 w 256"/>
              <a:gd name="GluePoint34Y" fmla="*/ 28 h 160"/>
              <a:gd name="GluePoint35X" fmla="*/ 240 w 256"/>
              <a:gd name="GluePoint35Y" fmla="*/ 40 h 160"/>
              <a:gd name="GluePoint36X" fmla="*/ 240 w 256"/>
              <a:gd name="GluePoint36Y" fmla="*/ 16 h 160"/>
              <a:gd name="GluePoint37X" fmla="*/ 248 w 256"/>
              <a:gd name="GluePoint37Y" fmla="*/ 24 h 160"/>
              <a:gd name="GluePoint38X" fmla="*/ 240 w 256"/>
              <a:gd name="GluePoint38Y" fmla="*/ 32 h 160"/>
              <a:gd name="GluePoint39X" fmla="*/ 232 w 256"/>
              <a:gd name="GluePoint39Y" fmla="*/ 24 h 160"/>
              <a:gd name="GluePoint40X" fmla="*/ 240 w 256"/>
              <a:gd name="GluePoint40Y" fmla="*/ 16 h 160"/>
              <a:gd name="GluePoint41X" fmla="*/ 16 w 256"/>
              <a:gd name="GluePoint41Y" fmla="*/ 32 h 160"/>
              <a:gd name="GluePoint42X" fmla="*/ 8 w 256"/>
              <a:gd name="GluePoint42Y" fmla="*/ 24 h 160"/>
              <a:gd name="GluePoint43X" fmla="*/ 16 w 256"/>
              <a:gd name="GluePoint43Y" fmla="*/ 16 h 160"/>
              <a:gd name="GluePoint44X" fmla="*/ 24 w 256"/>
              <a:gd name="GluePoint44Y" fmla="*/ 24 h 160"/>
              <a:gd name="GluePoint45X" fmla="*/ 16 w 256"/>
              <a:gd name="GluePoint45Y" fmla="*/ 32 h 160"/>
              <a:gd name="GluePoint46X" fmla="*/ 40 w 256"/>
              <a:gd name="GluePoint46Y" fmla="*/ 152 h 160"/>
              <a:gd name="GluePoint47X" fmla="*/ 8 w 256"/>
              <a:gd name="GluePoint47Y" fmla="*/ 152 h 160"/>
              <a:gd name="GluePoint48X" fmla="*/ 8 w 256"/>
              <a:gd name="GluePoint48Y" fmla="*/ 120 h 160"/>
              <a:gd name="GluePoint49X" fmla="*/ 40 w 256"/>
              <a:gd name="GluePoint49Y" fmla="*/ 120 h 160"/>
              <a:gd name="GluePoint50X" fmla="*/ 40 w 256"/>
              <a:gd name="GluePoint50Y" fmla="*/ 152 h 160"/>
              <a:gd name="GluePoint51X" fmla="*/ 144 w 256"/>
              <a:gd name="GluePoint51Y" fmla="*/ 40 h 160"/>
              <a:gd name="GluePoint52X" fmla="*/ 112 w 256"/>
              <a:gd name="GluePoint52Y" fmla="*/ 40 h 160"/>
              <a:gd name="GluePoint53X" fmla="*/ 112 w 256"/>
              <a:gd name="GluePoint53Y" fmla="*/ 8 h 160"/>
              <a:gd name="GluePoint54X" fmla="*/ 144 w 256"/>
              <a:gd name="GluePoint54Y" fmla="*/ 8 h 160"/>
              <a:gd name="GluePoint55X" fmla="*/ 144 w 256"/>
              <a:gd name="GluePoint55Y" fmla="*/ 40 h 160"/>
              <a:gd name="GluePoint56X" fmla="*/ 248 w 256"/>
              <a:gd name="GluePoint56Y" fmla="*/ 152 h 160"/>
              <a:gd name="GluePoint57X" fmla="*/ 216 w 256"/>
              <a:gd name="GluePoint57Y" fmla="*/ 152 h 160"/>
              <a:gd name="GluePoint58X" fmla="*/ 216 w 256"/>
              <a:gd name="GluePoint58Y" fmla="*/ 120 h 160"/>
              <a:gd name="GluePoint59X" fmla="*/ 248 w 256"/>
              <a:gd name="GluePoint59Y" fmla="*/ 120 h 160"/>
              <a:gd name="GluePoint60X" fmla="*/ 248 w 256"/>
              <a:gd name="GluePoint60Y" fmla="*/ 152 h 1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</a:cxnLst>
            <a:rect l="textAreaLeft" t="textAreaTop" r="textAreaRight" b="textAreaBottom"/>
            <a:pathLst>
              <a:path w="256" h="160">
                <a:moveTo>
                  <a:pt x="240" y="40"/>
                </a:moveTo>
                <a:cubicBezTo>
                  <a:pt x="249" y="40"/>
                  <a:pt x="256" y="33"/>
                  <a:pt x="256" y="24"/>
                </a:cubicBezTo>
                <a:cubicBezTo>
                  <a:pt x="256" y="15"/>
                  <a:pt x="249" y="8"/>
                  <a:pt x="240" y="8"/>
                </a:cubicBezTo>
                <a:cubicBezTo>
                  <a:pt x="233" y="8"/>
                  <a:pt x="227" y="13"/>
                  <a:pt x="225" y="20"/>
                </a:cubicBezTo>
                <a:cubicBezTo>
                  <a:pt x="152" y="20"/>
                  <a:pt x="152" y="20"/>
                  <a:pt x="152" y="20"/>
                </a:cubicBezTo>
                <a:cubicBezTo>
                  <a:pt x="152" y="0"/>
                  <a:pt x="152" y="0"/>
                  <a:pt x="152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4" y="20"/>
                  <a:pt x="104" y="20"/>
                  <a:pt x="104" y="20"/>
                </a:cubicBezTo>
                <a:cubicBezTo>
                  <a:pt x="32" y="20"/>
                  <a:pt x="32" y="20"/>
                  <a:pt x="32" y="20"/>
                </a:cubicBezTo>
                <a:cubicBezTo>
                  <a:pt x="30" y="13"/>
                  <a:pt x="24" y="8"/>
                  <a:pt x="16" y="8"/>
                </a:cubicBezTo>
                <a:cubicBezTo>
                  <a:pt x="8" y="8"/>
                  <a:pt x="0" y="15"/>
                  <a:pt x="0" y="24"/>
                </a:cubicBezTo>
                <a:cubicBezTo>
                  <a:pt x="0" y="33"/>
                  <a:pt x="8" y="40"/>
                  <a:pt x="16" y="40"/>
                </a:cubicBezTo>
                <a:cubicBezTo>
                  <a:pt x="24" y="40"/>
                  <a:pt x="30" y="35"/>
                  <a:pt x="32" y="28"/>
                </a:cubicBezTo>
                <a:cubicBezTo>
                  <a:pt x="70" y="28"/>
                  <a:pt x="70" y="28"/>
                  <a:pt x="70" y="28"/>
                </a:cubicBezTo>
                <a:cubicBezTo>
                  <a:pt x="28" y="48"/>
                  <a:pt x="22" y="98"/>
                  <a:pt x="21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60"/>
                  <a:pt x="0" y="160"/>
                  <a:pt x="0" y="160"/>
                </a:cubicBezTo>
                <a:cubicBezTo>
                  <a:pt x="48" y="160"/>
                  <a:pt x="48" y="160"/>
                  <a:pt x="48" y="160"/>
                </a:cubicBezTo>
                <a:cubicBezTo>
                  <a:pt x="48" y="112"/>
                  <a:pt x="48" y="112"/>
                  <a:pt x="48" y="112"/>
                </a:cubicBezTo>
                <a:cubicBezTo>
                  <a:pt x="29" y="112"/>
                  <a:pt x="29" y="112"/>
                  <a:pt x="29" y="112"/>
                </a:cubicBezTo>
                <a:cubicBezTo>
                  <a:pt x="29" y="105"/>
                  <a:pt x="31" y="88"/>
                  <a:pt x="39" y="72"/>
                </a:cubicBezTo>
                <a:cubicBezTo>
                  <a:pt x="51" y="44"/>
                  <a:pt x="73" y="30"/>
                  <a:pt x="104" y="28"/>
                </a:cubicBezTo>
                <a:cubicBezTo>
                  <a:pt x="104" y="48"/>
                  <a:pt x="104" y="48"/>
                  <a:pt x="104" y="48"/>
                </a:cubicBezTo>
                <a:cubicBezTo>
                  <a:pt x="152" y="48"/>
                  <a:pt x="152" y="48"/>
                  <a:pt x="152" y="48"/>
                </a:cubicBezTo>
                <a:cubicBezTo>
                  <a:pt x="152" y="28"/>
                  <a:pt x="152" y="28"/>
                  <a:pt x="152" y="28"/>
                </a:cubicBezTo>
                <a:cubicBezTo>
                  <a:pt x="183" y="30"/>
                  <a:pt x="205" y="44"/>
                  <a:pt x="218" y="72"/>
                </a:cubicBezTo>
                <a:cubicBezTo>
                  <a:pt x="226" y="88"/>
                  <a:pt x="228" y="105"/>
                  <a:pt x="228" y="112"/>
                </a:cubicBezTo>
                <a:cubicBezTo>
                  <a:pt x="208" y="112"/>
                  <a:pt x="208" y="112"/>
                  <a:pt x="208" y="112"/>
                </a:cubicBezTo>
                <a:cubicBezTo>
                  <a:pt x="208" y="160"/>
                  <a:pt x="208" y="160"/>
                  <a:pt x="208" y="160"/>
                </a:cubicBezTo>
                <a:cubicBezTo>
                  <a:pt x="256" y="160"/>
                  <a:pt x="256" y="160"/>
                  <a:pt x="256" y="160"/>
                </a:cubicBezTo>
                <a:cubicBezTo>
                  <a:pt x="256" y="112"/>
                  <a:pt x="256" y="112"/>
                  <a:pt x="256" y="112"/>
                </a:cubicBezTo>
                <a:cubicBezTo>
                  <a:pt x="236" y="112"/>
                  <a:pt x="236" y="112"/>
                  <a:pt x="236" y="112"/>
                </a:cubicBezTo>
                <a:cubicBezTo>
                  <a:pt x="235" y="98"/>
                  <a:pt x="229" y="48"/>
                  <a:pt x="187" y="28"/>
                </a:cubicBezTo>
                <a:cubicBezTo>
                  <a:pt x="225" y="28"/>
                  <a:pt x="225" y="28"/>
                  <a:pt x="225" y="28"/>
                </a:cubicBezTo>
                <a:cubicBezTo>
                  <a:pt x="227" y="35"/>
                  <a:pt x="233" y="40"/>
                  <a:pt x="240" y="40"/>
                </a:cubicBezTo>
                <a:close/>
                <a:moveTo>
                  <a:pt x="240" y="16"/>
                </a:moveTo>
                <a:cubicBezTo>
                  <a:pt x="245" y="16"/>
                  <a:pt x="248" y="20"/>
                  <a:pt x="248" y="24"/>
                </a:cubicBezTo>
                <a:cubicBezTo>
                  <a:pt x="248" y="29"/>
                  <a:pt x="245" y="32"/>
                  <a:pt x="240" y="32"/>
                </a:cubicBezTo>
                <a:cubicBezTo>
                  <a:pt x="236" y="32"/>
                  <a:pt x="232" y="29"/>
                  <a:pt x="232" y="24"/>
                </a:cubicBezTo>
                <a:cubicBezTo>
                  <a:pt x="232" y="20"/>
                  <a:pt x="236" y="16"/>
                  <a:pt x="240" y="16"/>
                </a:cubicBezTo>
                <a:close/>
                <a:moveTo>
                  <a:pt x="16" y="32"/>
                </a:moveTo>
                <a:cubicBezTo>
                  <a:pt x="12" y="32"/>
                  <a:pt x="8" y="29"/>
                  <a:pt x="8" y="24"/>
                </a:cubicBezTo>
                <a:cubicBezTo>
                  <a:pt x="8" y="20"/>
                  <a:pt x="12" y="16"/>
                  <a:pt x="16" y="16"/>
                </a:cubicBezTo>
                <a:cubicBezTo>
                  <a:pt x="21" y="16"/>
                  <a:pt x="24" y="20"/>
                  <a:pt x="24" y="24"/>
                </a:cubicBezTo>
                <a:cubicBezTo>
                  <a:pt x="24" y="29"/>
                  <a:pt x="21" y="32"/>
                  <a:pt x="16" y="32"/>
                </a:cubicBezTo>
                <a:close/>
                <a:moveTo>
                  <a:pt x="40" y="152"/>
                </a:moveTo>
                <a:cubicBezTo>
                  <a:pt x="8" y="152"/>
                  <a:pt x="8" y="152"/>
                  <a:pt x="8" y="152"/>
                </a:cubicBezTo>
                <a:cubicBezTo>
                  <a:pt x="8" y="120"/>
                  <a:pt x="8" y="120"/>
                  <a:pt x="8" y="120"/>
                </a:cubicBezTo>
                <a:cubicBezTo>
                  <a:pt x="40" y="120"/>
                  <a:pt x="40" y="120"/>
                  <a:pt x="40" y="120"/>
                </a:cubicBezTo>
                <a:lnTo>
                  <a:pt x="40" y="152"/>
                </a:lnTo>
                <a:close/>
                <a:moveTo>
                  <a:pt x="144" y="40"/>
                </a:moveTo>
                <a:cubicBezTo>
                  <a:pt x="112" y="40"/>
                  <a:pt x="112" y="40"/>
                  <a:pt x="112" y="40"/>
                </a:cubicBezTo>
                <a:cubicBezTo>
                  <a:pt x="112" y="8"/>
                  <a:pt x="112" y="8"/>
                  <a:pt x="112" y="8"/>
                </a:cubicBezTo>
                <a:cubicBezTo>
                  <a:pt x="144" y="8"/>
                  <a:pt x="144" y="8"/>
                  <a:pt x="144" y="8"/>
                </a:cubicBezTo>
                <a:lnTo>
                  <a:pt x="144" y="40"/>
                </a:lnTo>
                <a:close/>
                <a:moveTo>
                  <a:pt x="248" y="152"/>
                </a:moveTo>
                <a:cubicBezTo>
                  <a:pt x="216" y="152"/>
                  <a:pt x="216" y="152"/>
                  <a:pt x="216" y="152"/>
                </a:cubicBezTo>
                <a:cubicBezTo>
                  <a:pt x="216" y="120"/>
                  <a:pt x="216" y="120"/>
                  <a:pt x="216" y="120"/>
                </a:cubicBezTo>
                <a:cubicBezTo>
                  <a:pt x="248" y="120"/>
                  <a:pt x="248" y="120"/>
                  <a:pt x="248" y="120"/>
                </a:cubicBezTo>
                <a:lnTo>
                  <a:pt x="248" y="152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39" name="Freeform 586"/>
          <p:cNvSpPr/>
          <p:nvPr/>
        </p:nvSpPr>
        <p:spPr>
          <a:xfrm>
            <a:off x="6394320" y="3612240"/>
            <a:ext cx="302760" cy="3045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4560"/>
              <a:gd name="textAreaBottom" fmla="*/ 304920 h 304560"/>
              <a:gd name="GluePoint1X" fmla="*/ 155 w 191"/>
              <a:gd name="GluePoint1Y" fmla="*/ 15 h 192"/>
              <a:gd name="GluePoint2X" fmla="*/ 36 w 191"/>
              <a:gd name="GluePoint2Y" fmla="*/ 15 h 192"/>
              <a:gd name="GluePoint3X" fmla="*/ 36 w 191"/>
              <a:gd name="GluePoint3Y" fmla="*/ 0 h 192"/>
              <a:gd name="GluePoint4X" fmla="*/ 0 w 191"/>
              <a:gd name="GluePoint4Y" fmla="*/ 0 h 192"/>
              <a:gd name="GluePoint5X" fmla="*/ 0 w 191"/>
              <a:gd name="GluePoint5Y" fmla="*/ 36 h 192"/>
              <a:gd name="GluePoint6X" fmla="*/ 15 w 191"/>
              <a:gd name="GluePoint6Y" fmla="*/ 36 h 192"/>
              <a:gd name="GluePoint7X" fmla="*/ 15 w 191"/>
              <a:gd name="GluePoint7Y" fmla="*/ 156 h 192"/>
              <a:gd name="GluePoint8X" fmla="*/ 0 w 191"/>
              <a:gd name="GluePoint8Y" fmla="*/ 156 h 192"/>
              <a:gd name="GluePoint9X" fmla="*/ 0 w 191"/>
              <a:gd name="GluePoint9Y" fmla="*/ 192 h 192"/>
              <a:gd name="GluePoint10X" fmla="*/ 36 w 191"/>
              <a:gd name="GluePoint10Y" fmla="*/ 192 h 192"/>
              <a:gd name="GluePoint11X" fmla="*/ 36 w 191"/>
              <a:gd name="GluePoint11Y" fmla="*/ 177 h 192"/>
              <a:gd name="GluePoint12X" fmla="*/ 155 w 191"/>
              <a:gd name="GluePoint12Y" fmla="*/ 177 h 192"/>
              <a:gd name="GluePoint13X" fmla="*/ 155 w 191"/>
              <a:gd name="GluePoint13Y" fmla="*/ 192 h 192"/>
              <a:gd name="GluePoint14X" fmla="*/ 191 w 191"/>
              <a:gd name="GluePoint14Y" fmla="*/ 192 h 192"/>
              <a:gd name="GluePoint15X" fmla="*/ 191 w 191"/>
              <a:gd name="GluePoint15Y" fmla="*/ 156 h 192"/>
              <a:gd name="GluePoint16X" fmla="*/ 176 w 191"/>
              <a:gd name="GluePoint16Y" fmla="*/ 156 h 192"/>
              <a:gd name="GluePoint17X" fmla="*/ 176 w 191"/>
              <a:gd name="GluePoint17Y" fmla="*/ 36 h 192"/>
              <a:gd name="GluePoint18X" fmla="*/ 191 w 191"/>
              <a:gd name="GluePoint18Y" fmla="*/ 36 h 192"/>
              <a:gd name="GluePoint19X" fmla="*/ 191 w 191"/>
              <a:gd name="GluePoint19Y" fmla="*/ 0 h 192"/>
              <a:gd name="GluePoint20X" fmla="*/ 155 w 191"/>
              <a:gd name="GluePoint20Y" fmla="*/ 0 h 192"/>
              <a:gd name="GluePoint21X" fmla="*/ 155 w 191"/>
              <a:gd name="GluePoint21Y" fmla="*/ 15 h 192"/>
              <a:gd name="GluePoint22X" fmla="*/ 6 w 191"/>
              <a:gd name="GluePoint22Y" fmla="*/ 6 h 192"/>
              <a:gd name="GluePoint23X" fmla="*/ 30 w 191"/>
              <a:gd name="GluePoint23Y" fmla="*/ 6 h 192"/>
              <a:gd name="GluePoint24X" fmla="*/ 30 w 191"/>
              <a:gd name="GluePoint24Y" fmla="*/ 30 h 192"/>
              <a:gd name="GluePoint25X" fmla="*/ 6 w 191"/>
              <a:gd name="GluePoint25Y" fmla="*/ 30 h 192"/>
              <a:gd name="GluePoint26X" fmla="*/ 6 w 191"/>
              <a:gd name="GluePoint26Y" fmla="*/ 6 h 192"/>
              <a:gd name="GluePoint27X" fmla="*/ 30 w 191"/>
              <a:gd name="GluePoint27Y" fmla="*/ 186 h 192"/>
              <a:gd name="GluePoint28X" fmla="*/ 6 w 191"/>
              <a:gd name="GluePoint28Y" fmla="*/ 186 h 192"/>
              <a:gd name="GluePoint29X" fmla="*/ 6 w 191"/>
              <a:gd name="GluePoint29Y" fmla="*/ 162 h 192"/>
              <a:gd name="GluePoint30X" fmla="*/ 30 w 191"/>
              <a:gd name="GluePoint30Y" fmla="*/ 162 h 192"/>
              <a:gd name="GluePoint31X" fmla="*/ 30 w 191"/>
              <a:gd name="GluePoint31Y" fmla="*/ 186 h 192"/>
              <a:gd name="GluePoint32X" fmla="*/ 185 w 191"/>
              <a:gd name="GluePoint32Y" fmla="*/ 186 h 192"/>
              <a:gd name="GluePoint33X" fmla="*/ 161 w 191"/>
              <a:gd name="GluePoint33Y" fmla="*/ 186 h 192"/>
              <a:gd name="GluePoint34X" fmla="*/ 161 w 191"/>
              <a:gd name="GluePoint34Y" fmla="*/ 162 h 192"/>
              <a:gd name="GluePoint35X" fmla="*/ 185 w 191"/>
              <a:gd name="GluePoint35Y" fmla="*/ 162 h 192"/>
              <a:gd name="GluePoint36X" fmla="*/ 185 w 191"/>
              <a:gd name="GluePoint36Y" fmla="*/ 186 h 192"/>
              <a:gd name="GluePoint37X" fmla="*/ 170 w 191"/>
              <a:gd name="GluePoint37Y" fmla="*/ 156 h 192"/>
              <a:gd name="GluePoint38X" fmla="*/ 155 w 191"/>
              <a:gd name="GluePoint38Y" fmla="*/ 156 h 192"/>
              <a:gd name="GluePoint39X" fmla="*/ 155 w 191"/>
              <a:gd name="GluePoint39Y" fmla="*/ 171 h 192"/>
              <a:gd name="GluePoint40X" fmla="*/ 36 w 191"/>
              <a:gd name="GluePoint40Y" fmla="*/ 171 h 192"/>
              <a:gd name="GluePoint41X" fmla="*/ 36 w 191"/>
              <a:gd name="GluePoint41Y" fmla="*/ 156 h 192"/>
              <a:gd name="GluePoint42X" fmla="*/ 21 w 191"/>
              <a:gd name="GluePoint42Y" fmla="*/ 156 h 192"/>
              <a:gd name="GluePoint43X" fmla="*/ 21 w 191"/>
              <a:gd name="GluePoint43Y" fmla="*/ 36 h 192"/>
              <a:gd name="GluePoint44X" fmla="*/ 36 w 191"/>
              <a:gd name="GluePoint44Y" fmla="*/ 36 h 192"/>
              <a:gd name="GluePoint45X" fmla="*/ 36 w 191"/>
              <a:gd name="GluePoint45Y" fmla="*/ 21 h 192"/>
              <a:gd name="GluePoint46X" fmla="*/ 155 w 191"/>
              <a:gd name="GluePoint46Y" fmla="*/ 21 h 192"/>
              <a:gd name="GluePoint47X" fmla="*/ 155 w 191"/>
              <a:gd name="GluePoint47Y" fmla="*/ 36 h 192"/>
              <a:gd name="GluePoint48X" fmla="*/ 170 w 191"/>
              <a:gd name="GluePoint48Y" fmla="*/ 36 h 192"/>
              <a:gd name="GluePoint49X" fmla="*/ 170 w 191"/>
              <a:gd name="GluePoint49Y" fmla="*/ 156 h 192"/>
              <a:gd name="GluePoint50X" fmla="*/ 161 w 191"/>
              <a:gd name="GluePoint50Y" fmla="*/ 6 h 192"/>
              <a:gd name="GluePoint51X" fmla="*/ 185 w 191"/>
              <a:gd name="GluePoint51Y" fmla="*/ 6 h 192"/>
              <a:gd name="GluePoint52X" fmla="*/ 185 w 191"/>
              <a:gd name="GluePoint52Y" fmla="*/ 30 h 192"/>
              <a:gd name="GluePoint53X" fmla="*/ 161 w 191"/>
              <a:gd name="GluePoint53Y" fmla="*/ 30 h 192"/>
              <a:gd name="GluePoint54X" fmla="*/ 161 w 191"/>
              <a:gd name="GluePoint54Y" fmla="*/ 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</a:cxnLst>
            <a:rect l="textAreaLeft" t="textAreaTop" r="textAreaRight" b="textAreaBottom"/>
            <a:pathLst>
              <a:path w="191" h="192">
                <a:moveTo>
                  <a:pt x="155" y="15"/>
                </a:moveTo>
                <a:lnTo>
                  <a:pt x="36" y="15"/>
                </a:lnTo>
                <a:lnTo>
                  <a:pt x="36" y="0"/>
                </a:lnTo>
                <a:lnTo>
                  <a:pt x="0" y="0"/>
                </a:lnTo>
                <a:lnTo>
                  <a:pt x="0" y="36"/>
                </a:lnTo>
                <a:lnTo>
                  <a:pt x="15" y="36"/>
                </a:lnTo>
                <a:lnTo>
                  <a:pt x="15" y="156"/>
                </a:lnTo>
                <a:lnTo>
                  <a:pt x="0" y="156"/>
                </a:lnTo>
                <a:lnTo>
                  <a:pt x="0" y="192"/>
                </a:lnTo>
                <a:lnTo>
                  <a:pt x="36" y="192"/>
                </a:lnTo>
                <a:lnTo>
                  <a:pt x="36" y="177"/>
                </a:lnTo>
                <a:lnTo>
                  <a:pt x="155" y="177"/>
                </a:lnTo>
                <a:lnTo>
                  <a:pt x="155" y="192"/>
                </a:lnTo>
                <a:lnTo>
                  <a:pt x="191" y="192"/>
                </a:lnTo>
                <a:lnTo>
                  <a:pt x="191" y="156"/>
                </a:lnTo>
                <a:lnTo>
                  <a:pt x="176" y="156"/>
                </a:lnTo>
                <a:lnTo>
                  <a:pt x="176" y="36"/>
                </a:lnTo>
                <a:lnTo>
                  <a:pt x="191" y="36"/>
                </a:lnTo>
                <a:lnTo>
                  <a:pt x="191" y="0"/>
                </a:lnTo>
                <a:lnTo>
                  <a:pt x="155" y="0"/>
                </a:lnTo>
                <a:lnTo>
                  <a:pt x="155" y="15"/>
                </a:lnTo>
                <a:close/>
                <a:moveTo>
                  <a:pt x="6" y="6"/>
                </a:moveTo>
                <a:lnTo>
                  <a:pt x="30" y="6"/>
                </a:lnTo>
                <a:lnTo>
                  <a:pt x="30" y="30"/>
                </a:lnTo>
                <a:lnTo>
                  <a:pt x="6" y="30"/>
                </a:lnTo>
                <a:lnTo>
                  <a:pt x="6" y="6"/>
                </a:lnTo>
                <a:close/>
                <a:moveTo>
                  <a:pt x="30" y="186"/>
                </a:moveTo>
                <a:lnTo>
                  <a:pt x="6" y="186"/>
                </a:lnTo>
                <a:lnTo>
                  <a:pt x="6" y="162"/>
                </a:lnTo>
                <a:lnTo>
                  <a:pt x="30" y="162"/>
                </a:lnTo>
                <a:lnTo>
                  <a:pt x="30" y="186"/>
                </a:lnTo>
                <a:close/>
                <a:moveTo>
                  <a:pt x="185" y="186"/>
                </a:moveTo>
                <a:lnTo>
                  <a:pt x="161" y="186"/>
                </a:lnTo>
                <a:lnTo>
                  <a:pt x="161" y="162"/>
                </a:lnTo>
                <a:lnTo>
                  <a:pt x="185" y="162"/>
                </a:lnTo>
                <a:lnTo>
                  <a:pt x="185" y="186"/>
                </a:lnTo>
                <a:close/>
                <a:moveTo>
                  <a:pt x="170" y="156"/>
                </a:moveTo>
                <a:lnTo>
                  <a:pt x="155" y="156"/>
                </a:lnTo>
                <a:lnTo>
                  <a:pt x="155" y="171"/>
                </a:lnTo>
                <a:lnTo>
                  <a:pt x="36" y="171"/>
                </a:lnTo>
                <a:lnTo>
                  <a:pt x="36" y="156"/>
                </a:lnTo>
                <a:lnTo>
                  <a:pt x="21" y="156"/>
                </a:lnTo>
                <a:lnTo>
                  <a:pt x="21" y="36"/>
                </a:lnTo>
                <a:lnTo>
                  <a:pt x="36" y="36"/>
                </a:lnTo>
                <a:lnTo>
                  <a:pt x="36" y="21"/>
                </a:lnTo>
                <a:lnTo>
                  <a:pt x="155" y="21"/>
                </a:lnTo>
                <a:lnTo>
                  <a:pt x="155" y="36"/>
                </a:lnTo>
                <a:lnTo>
                  <a:pt x="170" y="36"/>
                </a:lnTo>
                <a:lnTo>
                  <a:pt x="170" y="156"/>
                </a:lnTo>
                <a:close/>
                <a:moveTo>
                  <a:pt x="161" y="6"/>
                </a:moveTo>
                <a:lnTo>
                  <a:pt x="185" y="6"/>
                </a:lnTo>
                <a:lnTo>
                  <a:pt x="185" y="30"/>
                </a:lnTo>
                <a:lnTo>
                  <a:pt x="161" y="30"/>
                </a:lnTo>
                <a:lnTo>
                  <a:pt x="161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40" name="Freeform 587"/>
          <p:cNvSpPr/>
          <p:nvPr/>
        </p:nvSpPr>
        <p:spPr>
          <a:xfrm>
            <a:off x="6788160" y="361224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  <a:gd name="GluePoint1X" fmla="*/ 36 w 192"/>
              <a:gd name="GluePoint1Y" fmla="*/ 160 h 192"/>
              <a:gd name="GluePoint2X" fmla="*/ 82 w 192"/>
              <a:gd name="GluePoint2Y" fmla="*/ 114 h 192"/>
              <a:gd name="GluePoint3X" fmla="*/ 114 w 192"/>
              <a:gd name="GluePoint3Y" fmla="*/ 114 h 192"/>
              <a:gd name="GluePoint4X" fmla="*/ 114 w 192"/>
              <a:gd name="GluePoint4Y" fmla="*/ 82 h 192"/>
              <a:gd name="GluePoint5X" fmla="*/ 160 w 192"/>
              <a:gd name="GluePoint5Y" fmla="*/ 36 h 192"/>
              <a:gd name="GluePoint6X" fmla="*/ 192 w 192"/>
              <a:gd name="GluePoint6Y" fmla="*/ 36 h 192"/>
              <a:gd name="GluePoint7X" fmla="*/ 192 w 192"/>
              <a:gd name="GluePoint7Y" fmla="*/ 0 h 192"/>
              <a:gd name="GluePoint8X" fmla="*/ 156 w 192"/>
              <a:gd name="GluePoint8Y" fmla="*/ 0 h 192"/>
              <a:gd name="GluePoint9X" fmla="*/ 156 w 192"/>
              <a:gd name="GluePoint9Y" fmla="*/ 32 h 192"/>
              <a:gd name="GluePoint10X" fmla="*/ 109 w 192"/>
              <a:gd name="GluePoint10Y" fmla="*/ 78 h 192"/>
              <a:gd name="GluePoint11X" fmla="*/ 78 w 192"/>
              <a:gd name="GluePoint11Y" fmla="*/ 78 h 192"/>
              <a:gd name="GluePoint12X" fmla="*/ 78 w 192"/>
              <a:gd name="GluePoint12Y" fmla="*/ 110 h 192"/>
              <a:gd name="GluePoint13X" fmla="*/ 32 w 192"/>
              <a:gd name="GluePoint13Y" fmla="*/ 156 h 192"/>
              <a:gd name="GluePoint14X" fmla="*/ 0 w 192"/>
              <a:gd name="GluePoint14Y" fmla="*/ 156 h 192"/>
              <a:gd name="GluePoint15X" fmla="*/ 0 w 192"/>
              <a:gd name="GluePoint15Y" fmla="*/ 192 h 192"/>
              <a:gd name="GluePoint16X" fmla="*/ 36 w 192"/>
              <a:gd name="GluePoint16Y" fmla="*/ 192 h 192"/>
              <a:gd name="GluePoint17X" fmla="*/ 36 w 192"/>
              <a:gd name="GluePoint17Y" fmla="*/ 160 h 192"/>
              <a:gd name="GluePoint18X" fmla="*/ 162 w 192"/>
              <a:gd name="GluePoint18Y" fmla="*/ 6 h 192"/>
              <a:gd name="GluePoint19X" fmla="*/ 186 w 192"/>
              <a:gd name="GluePoint19Y" fmla="*/ 6 h 192"/>
              <a:gd name="GluePoint20X" fmla="*/ 186 w 192"/>
              <a:gd name="GluePoint20Y" fmla="*/ 30 h 192"/>
              <a:gd name="GluePoint21X" fmla="*/ 162 w 192"/>
              <a:gd name="GluePoint21Y" fmla="*/ 30 h 192"/>
              <a:gd name="GluePoint22X" fmla="*/ 162 w 192"/>
              <a:gd name="GluePoint22Y" fmla="*/ 6 h 192"/>
              <a:gd name="GluePoint23X" fmla="*/ 84 w 192"/>
              <a:gd name="GluePoint23Y" fmla="*/ 84 h 192"/>
              <a:gd name="GluePoint24X" fmla="*/ 108 w 192"/>
              <a:gd name="GluePoint24Y" fmla="*/ 84 h 192"/>
              <a:gd name="GluePoint25X" fmla="*/ 108 w 192"/>
              <a:gd name="GluePoint25Y" fmla="*/ 108 h 192"/>
              <a:gd name="GluePoint26X" fmla="*/ 84 w 192"/>
              <a:gd name="GluePoint26Y" fmla="*/ 108 h 192"/>
              <a:gd name="GluePoint27X" fmla="*/ 84 w 192"/>
              <a:gd name="GluePoint27Y" fmla="*/ 84 h 192"/>
              <a:gd name="GluePoint28X" fmla="*/ 30 w 192"/>
              <a:gd name="GluePoint28Y" fmla="*/ 186 h 192"/>
              <a:gd name="GluePoint29X" fmla="*/ 6 w 192"/>
              <a:gd name="GluePoint29Y" fmla="*/ 186 h 192"/>
              <a:gd name="GluePoint30X" fmla="*/ 6 w 192"/>
              <a:gd name="GluePoint30Y" fmla="*/ 162 h 192"/>
              <a:gd name="GluePoint31X" fmla="*/ 30 w 192"/>
              <a:gd name="GluePoint31Y" fmla="*/ 162 h 192"/>
              <a:gd name="GluePoint32X" fmla="*/ 30 w 192"/>
              <a:gd name="GluePoint32Y" fmla="*/ 186 h 1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192" h="192">
                <a:moveTo>
                  <a:pt x="36" y="160"/>
                </a:moveTo>
                <a:lnTo>
                  <a:pt x="82" y="114"/>
                </a:lnTo>
                <a:lnTo>
                  <a:pt x="114" y="114"/>
                </a:lnTo>
                <a:lnTo>
                  <a:pt x="114" y="82"/>
                </a:lnTo>
                <a:lnTo>
                  <a:pt x="160" y="36"/>
                </a:lnTo>
                <a:lnTo>
                  <a:pt x="192" y="36"/>
                </a:lnTo>
                <a:lnTo>
                  <a:pt x="192" y="0"/>
                </a:lnTo>
                <a:lnTo>
                  <a:pt x="156" y="0"/>
                </a:lnTo>
                <a:lnTo>
                  <a:pt x="156" y="32"/>
                </a:lnTo>
                <a:lnTo>
                  <a:pt x="109" y="78"/>
                </a:lnTo>
                <a:lnTo>
                  <a:pt x="78" y="78"/>
                </a:lnTo>
                <a:lnTo>
                  <a:pt x="78" y="110"/>
                </a:lnTo>
                <a:lnTo>
                  <a:pt x="32" y="156"/>
                </a:lnTo>
                <a:lnTo>
                  <a:pt x="0" y="156"/>
                </a:lnTo>
                <a:lnTo>
                  <a:pt x="0" y="192"/>
                </a:lnTo>
                <a:lnTo>
                  <a:pt x="36" y="192"/>
                </a:lnTo>
                <a:lnTo>
                  <a:pt x="36" y="160"/>
                </a:lnTo>
                <a:close/>
                <a:moveTo>
                  <a:pt x="162" y="6"/>
                </a:moveTo>
                <a:lnTo>
                  <a:pt x="186" y="6"/>
                </a:lnTo>
                <a:lnTo>
                  <a:pt x="186" y="30"/>
                </a:lnTo>
                <a:lnTo>
                  <a:pt x="162" y="30"/>
                </a:lnTo>
                <a:lnTo>
                  <a:pt x="162" y="6"/>
                </a:lnTo>
                <a:close/>
                <a:moveTo>
                  <a:pt x="84" y="84"/>
                </a:moveTo>
                <a:lnTo>
                  <a:pt x="108" y="84"/>
                </a:lnTo>
                <a:lnTo>
                  <a:pt x="108" y="108"/>
                </a:lnTo>
                <a:lnTo>
                  <a:pt x="84" y="108"/>
                </a:lnTo>
                <a:lnTo>
                  <a:pt x="84" y="84"/>
                </a:lnTo>
                <a:close/>
                <a:moveTo>
                  <a:pt x="30" y="186"/>
                </a:moveTo>
                <a:lnTo>
                  <a:pt x="6" y="186"/>
                </a:lnTo>
                <a:lnTo>
                  <a:pt x="6" y="162"/>
                </a:lnTo>
                <a:lnTo>
                  <a:pt x="30" y="162"/>
                </a:lnTo>
                <a:lnTo>
                  <a:pt x="30" y="18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641" name="Freeform 588"/>
          <p:cNvSpPr/>
          <p:nvPr/>
        </p:nvSpPr>
        <p:spPr>
          <a:xfrm>
            <a:off x="2054160" y="4007520"/>
            <a:ext cx="302760" cy="302760"/>
          </a:xfrm>
          <a:custGeom>
            <a:avLst/>
            <a:gdLst>
              <a:gd name="textAreaLeft" fmla="*/ 0 w 302760"/>
              <a:gd name="textAreaRight" fmla="*/ 303120 w 302760"/>
              <a:gd name="textAreaTop" fmla="*/ 0 h 302760"/>
              <a:gd name="textAreaBottom" fmla="*/ 303120 h 302760"/>
              <a:gd name="GluePoint1X" fmla="*/ 36 w 191"/>
              <a:gd name="GluePoint1Y" fmla="*/ 160 h 191"/>
              <a:gd name="GluePoint2X" fmla="*/ 160 w 191"/>
              <a:gd name="GluePoint2Y" fmla="*/ 36 h 191"/>
              <a:gd name="GluePoint3X" fmla="*/ 191 w 191"/>
              <a:gd name="GluePoint3Y" fmla="*/ 36 h 191"/>
              <a:gd name="GluePoint4X" fmla="*/ 191 w 191"/>
              <a:gd name="GluePoint4Y" fmla="*/ 0 h 191"/>
              <a:gd name="GluePoint5X" fmla="*/ 155 w 191"/>
              <a:gd name="GluePoint5Y" fmla="*/ 0 h 191"/>
              <a:gd name="GluePoint6X" fmla="*/ 155 w 191"/>
              <a:gd name="GluePoint6Y" fmla="*/ 32 h 191"/>
              <a:gd name="GluePoint7X" fmla="*/ 32 w 191"/>
              <a:gd name="GluePoint7Y" fmla="*/ 155 h 191"/>
              <a:gd name="GluePoint8X" fmla="*/ 0 w 191"/>
              <a:gd name="GluePoint8Y" fmla="*/ 155 h 191"/>
              <a:gd name="GluePoint9X" fmla="*/ 0 w 191"/>
              <a:gd name="GluePoint9Y" fmla="*/ 191 h 191"/>
              <a:gd name="GluePoint10X" fmla="*/ 36 w 191"/>
              <a:gd name="GluePoint10Y" fmla="*/ 191 h 191"/>
              <a:gd name="GluePoint11X" fmla="*/ 36 w 191"/>
              <a:gd name="GluePoint11Y" fmla="*/ 160 h 191"/>
              <a:gd name="GluePoint12X" fmla="*/ 161 w 191"/>
              <a:gd name="GluePoint12Y" fmla="*/ 6 h 191"/>
              <a:gd name="GluePoint13X" fmla="*/ 185 w 191"/>
              <a:gd name="GluePoint13Y" fmla="*/ 6 h 191"/>
              <a:gd name="GluePoint14X" fmla="*/ 185 w 191"/>
              <a:gd name="GluePoint14Y" fmla="*/ 30 h 191"/>
              <a:gd name="GluePoint15X" fmla="*/ 161 w 191"/>
              <a:gd name="GluePoint15Y" fmla="*/ 30 h 191"/>
              <a:gd name="GluePoint16X" fmla="*/ 161 w 191"/>
              <a:gd name="GluePoint16Y" fmla="*/ 6 h 191"/>
              <a:gd name="GluePoint17X" fmla="*/ 30 w 191"/>
              <a:gd name="GluePoint17Y" fmla="*/ 185 h 191"/>
              <a:gd name="GluePoint18X" fmla="*/ 6 w 191"/>
              <a:gd name="GluePoint18Y" fmla="*/ 185 h 191"/>
              <a:gd name="GluePoint19X" fmla="*/ 6 w 191"/>
              <a:gd name="GluePoint19Y" fmla="*/ 161 h 191"/>
              <a:gd name="GluePoint20X" fmla="*/ 30 w 191"/>
              <a:gd name="GluePoint20Y" fmla="*/ 161 h 191"/>
              <a:gd name="GluePoint21X" fmla="*/ 30 w 191"/>
              <a:gd name="GluePoint21Y" fmla="*/ 185 h 1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</a:cxnLst>
            <a:rect l="textAreaLeft" t="textAreaTop" r="textAreaRight" b="textAreaBottom"/>
            <a:pathLst>
              <a:path w="191" h="191">
                <a:moveTo>
                  <a:pt x="36" y="160"/>
                </a:moveTo>
                <a:lnTo>
                  <a:pt x="160" y="36"/>
                </a:lnTo>
                <a:lnTo>
                  <a:pt x="191" y="36"/>
                </a:lnTo>
                <a:lnTo>
                  <a:pt x="191" y="0"/>
                </a:lnTo>
                <a:lnTo>
                  <a:pt x="155" y="0"/>
                </a:lnTo>
                <a:lnTo>
                  <a:pt x="155" y="32"/>
                </a:lnTo>
                <a:lnTo>
                  <a:pt x="32" y="155"/>
                </a:lnTo>
                <a:lnTo>
                  <a:pt x="0" y="155"/>
                </a:lnTo>
                <a:lnTo>
                  <a:pt x="0" y="191"/>
                </a:lnTo>
                <a:lnTo>
                  <a:pt x="36" y="191"/>
                </a:lnTo>
                <a:lnTo>
                  <a:pt x="36" y="160"/>
                </a:lnTo>
                <a:close/>
                <a:moveTo>
                  <a:pt x="161" y="6"/>
                </a:moveTo>
                <a:lnTo>
                  <a:pt x="185" y="6"/>
                </a:lnTo>
                <a:lnTo>
                  <a:pt x="185" y="30"/>
                </a:lnTo>
                <a:lnTo>
                  <a:pt x="161" y="30"/>
                </a:lnTo>
                <a:lnTo>
                  <a:pt x="161" y="6"/>
                </a:lnTo>
                <a:close/>
                <a:moveTo>
                  <a:pt x="30" y="185"/>
                </a:moveTo>
                <a:lnTo>
                  <a:pt x="6" y="185"/>
                </a:lnTo>
                <a:lnTo>
                  <a:pt x="6" y="161"/>
                </a:lnTo>
                <a:lnTo>
                  <a:pt x="30" y="161"/>
                </a:lnTo>
                <a:lnTo>
                  <a:pt x="30" y="18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642" name="Группа 636"/>
          <p:cNvGrpSpPr/>
          <p:nvPr/>
        </p:nvGrpSpPr>
        <p:grpSpPr>
          <a:xfrm>
            <a:off x="2448000" y="4016880"/>
            <a:ext cx="304560" cy="283680"/>
            <a:chOff x="2448000" y="4016880"/>
            <a:chExt cx="304560" cy="283680"/>
          </a:xfrm>
        </p:grpSpPr>
        <p:sp>
          <p:nvSpPr>
            <p:cNvPr id="3643" name="Rectangle 589"/>
            <p:cNvSpPr/>
            <p:nvPr/>
          </p:nvSpPr>
          <p:spPr>
            <a:xfrm>
              <a:off x="2448000" y="4291560"/>
              <a:ext cx="3045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44" name="Freeform 590"/>
            <p:cNvSpPr/>
            <p:nvPr/>
          </p:nvSpPr>
          <p:spPr>
            <a:xfrm>
              <a:off x="2505240" y="4016880"/>
              <a:ext cx="85320" cy="25524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255240"/>
                <a:gd name="textAreaBottom" fmla="*/ 255600 h 255240"/>
                <a:gd name="GluePoint1X" fmla="*/ 54 w 54"/>
                <a:gd name="GluePoint1Y" fmla="*/ 161 h 161"/>
                <a:gd name="GluePoint2X" fmla="*/ 54 w 54"/>
                <a:gd name="GluePoint2Y" fmla="*/ 0 h 161"/>
                <a:gd name="GluePoint3X" fmla="*/ 0 w 54"/>
                <a:gd name="GluePoint3Y" fmla="*/ 0 h 161"/>
                <a:gd name="GluePoint4X" fmla="*/ 0 w 54"/>
                <a:gd name="GluePoint4Y" fmla="*/ 161 h 161"/>
                <a:gd name="GluePoint5X" fmla="*/ 54 w 54"/>
                <a:gd name="GluePoint5Y" fmla="*/ 161 h 161"/>
                <a:gd name="GluePoint6X" fmla="*/ 6 w 54"/>
                <a:gd name="GluePoint6Y" fmla="*/ 6 h 161"/>
                <a:gd name="GluePoint7X" fmla="*/ 48 w 54"/>
                <a:gd name="GluePoint7Y" fmla="*/ 6 h 161"/>
                <a:gd name="GluePoint8X" fmla="*/ 48 w 54"/>
                <a:gd name="GluePoint8Y" fmla="*/ 155 h 161"/>
                <a:gd name="GluePoint9X" fmla="*/ 6 w 54"/>
                <a:gd name="GluePoint9Y" fmla="*/ 155 h 161"/>
                <a:gd name="GluePoint10X" fmla="*/ 6 w 54"/>
                <a:gd name="GluePoint10Y" fmla="*/ 6 h 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4" h="161">
                  <a:moveTo>
                    <a:pt x="54" y="161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161"/>
                  </a:lnTo>
                  <a:lnTo>
                    <a:pt x="54" y="161"/>
                  </a:lnTo>
                  <a:close/>
                  <a:moveTo>
                    <a:pt x="6" y="6"/>
                  </a:moveTo>
                  <a:lnTo>
                    <a:pt x="48" y="6"/>
                  </a:lnTo>
                  <a:lnTo>
                    <a:pt x="48" y="155"/>
                  </a:lnTo>
                  <a:lnTo>
                    <a:pt x="6" y="155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45" name="Freeform 591"/>
            <p:cNvSpPr/>
            <p:nvPr/>
          </p:nvSpPr>
          <p:spPr>
            <a:xfrm>
              <a:off x="2610000" y="4074120"/>
              <a:ext cx="85320" cy="19800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98000"/>
                <a:gd name="textAreaBottom" fmla="*/ 198360 h 198000"/>
                <a:gd name="GluePoint1X" fmla="*/ 54 w 54"/>
                <a:gd name="GluePoint1Y" fmla="*/ 125 h 125"/>
                <a:gd name="GluePoint2X" fmla="*/ 54 w 54"/>
                <a:gd name="GluePoint2Y" fmla="*/ 0 h 125"/>
                <a:gd name="GluePoint3X" fmla="*/ 0 w 54"/>
                <a:gd name="GluePoint3Y" fmla="*/ 0 h 125"/>
                <a:gd name="GluePoint4X" fmla="*/ 0 w 54"/>
                <a:gd name="GluePoint4Y" fmla="*/ 125 h 125"/>
                <a:gd name="GluePoint5X" fmla="*/ 54 w 54"/>
                <a:gd name="GluePoint5Y" fmla="*/ 125 h 125"/>
                <a:gd name="GluePoint6X" fmla="*/ 6 w 54"/>
                <a:gd name="GluePoint6Y" fmla="*/ 6 h 125"/>
                <a:gd name="GluePoint7X" fmla="*/ 48 w 54"/>
                <a:gd name="GluePoint7Y" fmla="*/ 6 h 125"/>
                <a:gd name="GluePoint8X" fmla="*/ 48 w 54"/>
                <a:gd name="GluePoint8Y" fmla="*/ 119 h 125"/>
                <a:gd name="GluePoint9X" fmla="*/ 6 w 54"/>
                <a:gd name="GluePoint9Y" fmla="*/ 119 h 125"/>
                <a:gd name="GluePoint10X" fmla="*/ 6 w 54"/>
                <a:gd name="GluePoint10Y" fmla="*/ 6 h 1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4" h="125">
                  <a:moveTo>
                    <a:pt x="54" y="125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125"/>
                  </a:lnTo>
                  <a:lnTo>
                    <a:pt x="54" y="125"/>
                  </a:lnTo>
                  <a:close/>
                  <a:moveTo>
                    <a:pt x="6" y="6"/>
                  </a:moveTo>
                  <a:lnTo>
                    <a:pt x="48" y="6"/>
                  </a:lnTo>
                  <a:lnTo>
                    <a:pt x="48" y="119"/>
                  </a:lnTo>
                  <a:lnTo>
                    <a:pt x="6" y="119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646" name="Freeform 592"/>
          <p:cNvSpPr/>
          <p:nvPr/>
        </p:nvSpPr>
        <p:spPr>
          <a:xfrm>
            <a:off x="2843280" y="4031280"/>
            <a:ext cx="302760" cy="255240"/>
          </a:xfrm>
          <a:custGeom>
            <a:avLst/>
            <a:gdLst>
              <a:gd name="textAreaLeft" fmla="*/ 0 w 302760"/>
              <a:gd name="textAreaRight" fmla="*/ 303120 w 302760"/>
              <a:gd name="textAreaTop" fmla="*/ 0 h 255240"/>
              <a:gd name="textAreaBottom" fmla="*/ 255600 h 255240"/>
              <a:gd name="GluePoint1X" fmla="*/ 155 w 191"/>
              <a:gd name="GluePoint1Y" fmla="*/ 18 h 161"/>
              <a:gd name="GluePoint2X" fmla="*/ 101 w 191"/>
              <a:gd name="GluePoint2Y" fmla="*/ 18 h 161"/>
              <a:gd name="GluePoint3X" fmla="*/ 101 w 191"/>
              <a:gd name="GluePoint3Y" fmla="*/ 77 h 161"/>
              <a:gd name="GluePoint4X" fmla="*/ 89 w 191"/>
              <a:gd name="GluePoint4Y" fmla="*/ 77 h 161"/>
              <a:gd name="GluePoint5X" fmla="*/ 89 w 191"/>
              <a:gd name="GluePoint5Y" fmla="*/ 0 h 161"/>
              <a:gd name="GluePoint6X" fmla="*/ 35 w 191"/>
              <a:gd name="GluePoint6Y" fmla="*/ 0 h 161"/>
              <a:gd name="GluePoint7X" fmla="*/ 35 w 191"/>
              <a:gd name="GluePoint7Y" fmla="*/ 77 h 161"/>
              <a:gd name="GluePoint8X" fmla="*/ 0 w 191"/>
              <a:gd name="GluePoint8Y" fmla="*/ 77 h 161"/>
              <a:gd name="GluePoint9X" fmla="*/ 0 w 191"/>
              <a:gd name="GluePoint9Y" fmla="*/ 83 h 161"/>
              <a:gd name="GluePoint10X" fmla="*/ 35 w 191"/>
              <a:gd name="GluePoint10Y" fmla="*/ 83 h 161"/>
              <a:gd name="GluePoint11X" fmla="*/ 35 w 191"/>
              <a:gd name="GluePoint11Y" fmla="*/ 161 h 161"/>
              <a:gd name="GluePoint12X" fmla="*/ 89 w 191"/>
              <a:gd name="GluePoint12Y" fmla="*/ 161 h 161"/>
              <a:gd name="GluePoint13X" fmla="*/ 89 w 191"/>
              <a:gd name="GluePoint13Y" fmla="*/ 83 h 161"/>
              <a:gd name="GluePoint14X" fmla="*/ 101 w 191"/>
              <a:gd name="GluePoint14Y" fmla="*/ 83 h 161"/>
              <a:gd name="GluePoint15X" fmla="*/ 101 w 191"/>
              <a:gd name="GluePoint15Y" fmla="*/ 143 h 161"/>
              <a:gd name="GluePoint16X" fmla="*/ 155 w 191"/>
              <a:gd name="GluePoint16Y" fmla="*/ 143 h 161"/>
              <a:gd name="GluePoint17X" fmla="*/ 155 w 191"/>
              <a:gd name="GluePoint17Y" fmla="*/ 83 h 161"/>
              <a:gd name="GluePoint18X" fmla="*/ 191 w 191"/>
              <a:gd name="GluePoint18Y" fmla="*/ 83 h 161"/>
              <a:gd name="GluePoint19X" fmla="*/ 191 w 191"/>
              <a:gd name="GluePoint19Y" fmla="*/ 77 h 161"/>
              <a:gd name="GluePoint20X" fmla="*/ 155 w 191"/>
              <a:gd name="GluePoint20Y" fmla="*/ 77 h 161"/>
              <a:gd name="GluePoint21X" fmla="*/ 155 w 191"/>
              <a:gd name="GluePoint21Y" fmla="*/ 18 h 161"/>
              <a:gd name="GluePoint22X" fmla="*/ 83 w 191"/>
              <a:gd name="GluePoint22Y" fmla="*/ 155 h 161"/>
              <a:gd name="GluePoint23X" fmla="*/ 41 w 191"/>
              <a:gd name="GluePoint23Y" fmla="*/ 155 h 161"/>
              <a:gd name="GluePoint24X" fmla="*/ 41 w 191"/>
              <a:gd name="GluePoint24Y" fmla="*/ 6 h 161"/>
              <a:gd name="GluePoint25X" fmla="*/ 83 w 191"/>
              <a:gd name="GluePoint25Y" fmla="*/ 6 h 161"/>
              <a:gd name="GluePoint26X" fmla="*/ 83 w 191"/>
              <a:gd name="GluePoint26Y" fmla="*/ 155 h 161"/>
              <a:gd name="GluePoint27X" fmla="*/ 149 w 191"/>
              <a:gd name="GluePoint27Y" fmla="*/ 137 h 161"/>
              <a:gd name="GluePoint28X" fmla="*/ 107 w 191"/>
              <a:gd name="GluePoint28Y" fmla="*/ 137 h 161"/>
              <a:gd name="GluePoint29X" fmla="*/ 107 w 191"/>
              <a:gd name="GluePoint29Y" fmla="*/ 24 h 161"/>
              <a:gd name="GluePoint30X" fmla="*/ 149 w 191"/>
              <a:gd name="GluePoint30Y" fmla="*/ 24 h 161"/>
              <a:gd name="GluePoint31X" fmla="*/ 149 w 191"/>
              <a:gd name="GluePoint31Y" fmla="*/ 137 h 1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</a:cxnLst>
            <a:rect l="textAreaLeft" t="textAreaTop" r="textAreaRight" b="textAreaBottom"/>
            <a:pathLst>
              <a:path w="191" h="161">
                <a:moveTo>
                  <a:pt x="155" y="18"/>
                </a:moveTo>
                <a:lnTo>
                  <a:pt x="101" y="18"/>
                </a:lnTo>
                <a:lnTo>
                  <a:pt x="101" y="77"/>
                </a:lnTo>
                <a:lnTo>
                  <a:pt x="89" y="77"/>
                </a:lnTo>
                <a:lnTo>
                  <a:pt x="89" y="0"/>
                </a:lnTo>
                <a:lnTo>
                  <a:pt x="35" y="0"/>
                </a:lnTo>
                <a:lnTo>
                  <a:pt x="35" y="77"/>
                </a:lnTo>
                <a:lnTo>
                  <a:pt x="0" y="77"/>
                </a:lnTo>
                <a:lnTo>
                  <a:pt x="0" y="83"/>
                </a:lnTo>
                <a:lnTo>
                  <a:pt x="35" y="83"/>
                </a:lnTo>
                <a:lnTo>
                  <a:pt x="35" y="161"/>
                </a:lnTo>
                <a:lnTo>
                  <a:pt x="89" y="161"/>
                </a:lnTo>
                <a:lnTo>
                  <a:pt x="89" y="83"/>
                </a:lnTo>
                <a:lnTo>
                  <a:pt x="101" y="83"/>
                </a:lnTo>
                <a:lnTo>
                  <a:pt x="101" y="143"/>
                </a:lnTo>
                <a:lnTo>
                  <a:pt x="155" y="143"/>
                </a:lnTo>
                <a:lnTo>
                  <a:pt x="155" y="83"/>
                </a:lnTo>
                <a:lnTo>
                  <a:pt x="191" y="83"/>
                </a:lnTo>
                <a:lnTo>
                  <a:pt x="191" y="77"/>
                </a:lnTo>
                <a:lnTo>
                  <a:pt x="155" y="77"/>
                </a:lnTo>
                <a:lnTo>
                  <a:pt x="155" y="18"/>
                </a:lnTo>
                <a:close/>
                <a:moveTo>
                  <a:pt x="83" y="155"/>
                </a:moveTo>
                <a:lnTo>
                  <a:pt x="41" y="155"/>
                </a:lnTo>
                <a:lnTo>
                  <a:pt x="41" y="6"/>
                </a:lnTo>
                <a:lnTo>
                  <a:pt x="83" y="6"/>
                </a:lnTo>
                <a:lnTo>
                  <a:pt x="83" y="155"/>
                </a:lnTo>
                <a:close/>
                <a:moveTo>
                  <a:pt x="149" y="137"/>
                </a:moveTo>
                <a:lnTo>
                  <a:pt x="107" y="137"/>
                </a:lnTo>
                <a:lnTo>
                  <a:pt x="107" y="24"/>
                </a:lnTo>
                <a:lnTo>
                  <a:pt x="149" y="24"/>
                </a:lnTo>
                <a:lnTo>
                  <a:pt x="149" y="137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647" name="Группа 637"/>
          <p:cNvGrpSpPr/>
          <p:nvPr/>
        </p:nvGrpSpPr>
        <p:grpSpPr>
          <a:xfrm>
            <a:off x="3238560" y="4016880"/>
            <a:ext cx="302760" cy="284040"/>
            <a:chOff x="3238560" y="4016880"/>
            <a:chExt cx="302760" cy="284040"/>
          </a:xfrm>
        </p:grpSpPr>
        <p:sp>
          <p:nvSpPr>
            <p:cNvPr id="3648" name="Rectangle 593"/>
            <p:cNvSpPr/>
            <p:nvPr/>
          </p:nvSpPr>
          <p:spPr>
            <a:xfrm>
              <a:off x="3238560" y="4016880"/>
              <a:ext cx="302760" cy="9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49" name="Freeform 594"/>
            <p:cNvSpPr/>
            <p:nvPr/>
          </p:nvSpPr>
          <p:spPr>
            <a:xfrm>
              <a:off x="3295800" y="4045680"/>
              <a:ext cx="85320" cy="25524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255240"/>
                <a:gd name="textAreaBottom" fmla="*/ 255600 h 255240"/>
                <a:gd name="GluePoint1X" fmla="*/ 54 w 54"/>
                <a:gd name="GluePoint1Y" fmla="*/ 161 h 161"/>
                <a:gd name="GluePoint2X" fmla="*/ 54 w 54"/>
                <a:gd name="GluePoint2Y" fmla="*/ 0 h 161"/>
                <a:gd name="GluePoint3X" fmla="*/ 0 w 54"/>
                <a:gd name="GluePoint3Y" fmla="*/ 0 h 161"/>
                <a:gd name="GluePoint4X" fmla="*/ 0 w 54"/>
                <a:gd name="GluePoint4Y" fmla="*/ 161 h 161"/>
                <a:gd name="GluePoint5X" fmla="*/ 54 w 54"/>
                <a:gd name="GluePoint5Y" fmla="*/ 161 h 161"/>
                <a:gd name="GluePoint6X" fmla="*/ 6 w 54"/>
                <a:gd name="GluePoint6Y" fmla="*/ 6 h 161"/>
                <a:gd name="GluePoint7X" fmla="*/ 48 w 54"/>
                <a:gd name="GluePoint7Y" fmla="*/ 6 h 161"/>
                <a:gd name="GluePoint8X" fmla="*/ 48 w 54"/>
                <a:gd name="GluePoint8Y" fmla="*/ 155 h 161"/>
                <a:gd name="GluePoint9X" fmla="*/ 6 w 54"/>
                <a:gd name="GluePoint9Y" fmla="*/ 155 h 161"/>
                <a:gd name="GluePoint10X" fmla="*/ 6 w 54"/>
                <a:gd name="GluePoint10Y" fmla="*/ 6 h 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4" h="161">
                  <a:moveTo>
                    <a:pt x="54" y="161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161"/>
                  </a:lnTo>
                  <a:lnTo>
                    <a:pt x="54" y="161"/>
                  </a:lnTo>
                  <a:close/>
                  <a:moveTo>
                    <a:pt x="6" y="6"/>
                  </a:moveTo>
                  <a:lnTo>
                    <a:pt x="48" y="6"/>
                  </a:lnTo>
                  <a:lnTo>
                    <a:pt x="48" y="155"/>
                  </a:lnTo>
                  <a:lnTo>
                    <a:pt x="6" y="155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50" name="Freeform 595"/>
            <p:cNvSpPr/>
            <p:nvPr/>
          </p:nvSpPr>
          <p:spPr>
            <a:xfrm>
              <a:off x="3398760" y="4045680"/>
              <a:ext cx="85320" cy="19800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98000"/>
                <a:gd name="textAreaBottom" fmla="*/ 198360 h 198000"/>
                <a:gd name="GluePoint1X" fmla="*/ 54 w 54"/>
                <a:gd name="GluePoint1Y" fmla="*/ 0 h 125"/>
                <a:gd name="GluePoint2X" fmla="*/ 0 w 54"/>
                <a:gd name="GluePoint2Y" fmla="*/ 0 h 125"/>
                <a:gd name="GluePoint3X" fmla="*/ 0 w 54"/>
                <a:gd name="GluePoint3Y" fmla="*/ 125 h 125"/>
                <a:gd name="GluePoint4X" fmla="*/ 54 w 54"/>
                <a:gd name="GluePoint4Y" fmla="*/ 125 h 125"/>
                <a:gd name="GluePoint5X" fmla="*/ 54 w 54"/>
                <a:gd name="GluePoint5Y" fmla="*/ 0 h 125"/>
                <a:gd name="GluePoint6X" fmla="*/ 48 w 54"/>
                <a:gd name="GluePoint6Y" fmla="*/ 119 h 125"/>
                <a:gd name="GluePoint7X" fmla="*/ 6 w 54"/>
                <a:gd name="GluePoint7Y" fmla="*/ 119 h 125"/>
                <a:gd name="GluePoint8X" fmla="*/ 6 w 54"/>
                <a:gd name="GluePoint8Y" fmla="*/ 6 h 125"/>
                <a:gd name="GluePoint9X" fmla="*/ 48 w 54"/>
                <a:gd name="GluePoint9Y" fmla="*/ 6 h 125"/>
                <a:gd name="GluePoint10X" fmla="*/ 48 w 54"/>
                <a:gd name="GluePoint10Y" fmla="*/ 119 h 1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54" h="125">
                  <a:moveTo>
                    <a:pt x="54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54" y="125"/>
                  </a:lnTo>
                  <a:lnTo>
                    <a:pt x="54" y="0"/>
                  </a:lnTo>
                  <a:close/>
                  <a:moveTo>
                    <a:pt x="48" y="119"/>
                  </a:moveTo>
                  <a:lnTo>
                    <a:pt x="6" y="119"/>
                  </a:lnTo>
                  <a:lnTo>
                    <a:pt x="6" y="6"/>
                  </a:lnTo>
                  <a:lnTo>
                    <a:pt x="48" y="6"/>
                  </a:lnTo>
                  <a:lnTo>
                    <a:pt x="48" y="11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51" name="Группа 638"/>
          <p:cNvGrpSpPr/>
          <p:nvPr/>
        </p:nvGrpSpPr>
        <p:grpSpPr>
          <a:xfrm>
            <a:off x="3632040" y="4064760"/>
            <a:ext cx="304560" cy="188280"/>
            <a:chOff x="3632040" y="4064760"/>
            <a:chExt cx="304560" cy="188280"/>
          </a:xfrm>
        </p:grpSpPr>
        <p:sp>
          <p:nvSpPr>
            <p:cNvPr id="3652" name="Freeform 596"/>
            <p:cNvSpPr/>
            <p:nvPr/>
          </p:nvSpPr>
          <p:spPr>
            <a:xfrm>
              <a:off x="3632040" y="4064760"/>
              <a:ext cx="304560" cy="83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3880"/>
                <a:gd name="textAreaBottom" fmla="*/ 84240 h 83880"/>
                <a:gd name="GluePoint1X" fmla="*/ 159 w 192"/>
                <a:gd name="GluePoint1Y" fmla="*/ 0 h 53"/>
                <a:gd name="GluePoint2X" fmla="*/ 33 w 192"/>
                <a:gd name="GluePoint2Y" fmla="*/ 0 h 53"/>
                <a:gd name="GluePoint3X" fmla="*/ 33 w 192"/>
                <a:gd name="GluePoint3Y" fmla="*/ 47 h 53"/>
                <a:gd name="GluePoint4X" fmla="*/ 0 w 192"/>
                <a:gd name="GluePoint4Y" fmla="*/ 47 h 53"/>
                <a:gd name="GluePoint5X" fmla="*/ 0 w 192"/>
                <a:gd name="GluePoint5Y" fmla="*/ 53 h 53"/>
                <a:gd name="GluePoint6X" fmla="*/ 33 w 192"/>
                <a:gd name="GluePoint6Y" fmla="*/ 53 h 53"/>
                <a:gd name="GluePoint7X" fmla="*/ 159 w 192"/>
                <a:gd name="GluePoint7Y" fmla="*/ 53 h 53"/>
                <a:gd name="GluePoint8X" fmla="*/ 192 w 192"/>
                <a:gd name="GluePoint8Y" fmla="*/ 53 h 53"/>
                <a:gd name="GluePoint9X" fmla="*/ 192 w 192"/>
                <a:gd name="GluePoint9Y" fmla="*/ 47 h 53"/>
                <a:gd name="GluePoint10X" fmla="*/ 159 w 192"/>
                <a:gd name="GluePoint10Y" fmla="*/ 47 h 53"/>
                <a:gd name="GluePoint11X" fmla="*/ 159 w 192"/>
                <a:gd name="GluePoint11Y" fmla="*/ 0 h 53"/>
                <a:gd name="GluePoint12X" fmla="*/ 39 w 192"/>
                <a:gd name="GluePoint12Y" fmla="*/ 47 h 53"/>
                <a:gd name="GluePoint13X" fmla="*/ 39 w 192"/>
                <a:gd name="GluePoint13Y" fmla="*/ 6 h 53"/>
                <a:gd name="GluePoint14X" fmla="*/ 153 w 192"/>
                <a:gd name="GluePoint14Y" fmla="*/ 6 h 53"/>
                <a:gd name="GluePoint15X" fmla="*/ 153 w 192"/>
                <a:gd name="GluePoint15Y" fmla="*/ 47 h 53"/>
                <a:gd name="GluePoint16X" fmla="*/ 39 w 192"/>
                <a:gd name="GluePoint16Y" fmla="*/ 47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92" h="53">
                  <a:moveTo>
                    <a:pt x="159" y="0"/>
                  </a:moveTo>
                  <a:lnTo>
                    <a:pt x="33" y="0"/>
                  </a:lnTo>
                  <a:lnTo>
                    <a:pt x="33" y="47"/>
                  </a:lnTo>
                  <a:lnTo>
                    <a:pt x="0" y="47"/>
                  </a:lnTo>
                  <a:lnTo>
                    <a:pt x="0" y="53"/>
                  </a:lnTo>
                  <a:lnTo>
                    <a:pt x="33" y="53"/>
                  </a:lnTo>
                  <a:lnTo>
                    <a:pt x="159" y="53"/>
                  </a:lnTo>
                  <a:lnTo>
                    <a:pt x="192" y="53"/>
                  </a:lnTo>
                  <a:lnTo>
                    <a:pt x="192" y="47"/>
                  </a:lnTo>
                  <a:lnTo>
                    <a:pt x="159" y="47"/>
                  </a:lnTo>
                  <a:lnTo>
                    <a:pt x="159" y="0"/>
                  </a:lnTo>
                  <a:close/>
                  <a:moveTo>
                    <a:pt x="39" y="47"/>
                  </a:moveTo>
                  <a:lnTo>
                    <a:pt x="39" y="6"/>
                  </a:lnTo>
                  <a:lnTo>
                    <a:pt x="153" y="6"/>
                  </a:lnTo>
                  <a:lnTo>
                    <a:pt x="153" y="47"/>
                  </a:lnTo>
                  <a:lnTo>
                    <a:pt x="39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120" bIns="42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53" name="Freeform 597"/>
            <p:cNvSpPr/>
            <p:nvPr/>
          </p:nvSpPr>
          <p:spPr>
            <a:xfrm>
              <a:off x="3632040" y="416772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  <a:gd name="GluePoint1X" fmla="*/ 177 w 192"/>
                <a:gd name="GluePoint1Y" fmla="*/ 0 h 54"/>
                <a:gd name="GluePoint2X" fmla="*/ 15 w 192"/>
                <a:gd name="GluePoint2Y" fmla="*/ 0 h 54"/>
                <a:gd name="GluePoint3X" fmla="*/ 15 w 192"/>
                <a:gd name="GluePoint3Y" fmla="*/ 48 h 54"/>
                <a:gd name="GluePoint4X" fmla="*/ 0 w 192"/>
                <a:gd name="GluePoint4Y" fmla="*/ 48 h 54"/>
                <a:gd name="GluePoint5X" fmla="*/ 0 w 192"/>
                <a:gd name="GluePoint5Y" fmla="*/ 54 h 54"/>
                <a:gd name="GluePoint6X" fmla="*/ 15 w 192"/>
                <a:gd name="GluePoint6Y" fmla="*/ 54 h 54"/>
                <a:gd name="GluePoint7X" fmla="*/ 177 w 192"/>
                <a:gd name="GluePoint7Y" fmla="*/ 54 h 54"/>
                <a:gd name="GluePoint8X" fmla="*/ 192 w 192"/>
                <a:gd name="GluePoint8Y" fmla="*/ 54 h 54"/>
                <a:gd name="GluePoint9X" fmla="*/ 192 w 192"/>
                <a:gd name="GluePoint9Y" fmla="*/ 48 h 54"/>
                <a:gd name="GluePoint10X" fmla="*/ 177 w 192"/>
                <a:gd name="GluePoint10Y" fmla="*/ 48 h 54"/>
                <a:gd name="GluePoint11X" fmla="*/ 177 w 192"/>
                <a:gd name="GluePoint11Y" fmla="*/ 0 h 54"/>
                <a:gd name="GluePoint12X" fmla="*/ 21 w 192"/>
                <a:gd name="GluePoint12Y" fmla="*/ 48 h 54"/>
                <a:gd name="GluePoint13X" fmla="*/ 21 w 192"/>
                <a:gd name="GluePoint13Y" fmla="*/ 6 h 54"/>
                <a:gd name="GluePoint14X" fmla="*/ 171 w 192"/>
                <a:gd name="GluePoint14Y" fmla="*/ 6 h 54"/>
                <a:gd name="GluePoint15X" fmla="*/ 171 w 192"/>
                <a:gd name="GluePoint15Y" fmla="*/ 48 h 54"/>
                <a:gd name="GluePoint16X" fmla="*/ 21 w 192"/>
                <a:gd name="GluePoint16Y" fmla="*/ 48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92" h="54">
                  <a:moveTo>
                    <a:pt x="177" y="0"/>
                  </a:moveTo>
                  <a:lnTo>
                    <a:pt x="15" y="0"/>
                  </a:lnTo>
                  <a:lnTo>
                    <a:pt x="15" y="48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15" y="54"/>
                  </a:lnTo>
                  <a:lnTo>
                    <a:pt x="177" y="54"/>
                  </a:lnTo>
                  <a:lnTo>
                    <a:pt x="192" y="54"/>
                  </a:lnTo>
                  <a:lnTo>
                    <a:pt x="192" y="48"/>
                  </a:lnTo>
                  <a:lnTo>
                    <a:pt x="177" y="48"/>
                  </a:lnTo>
                  <a:lnTo>
                    <a:pt x="177" y="0"/>
                  </a:lnTo>
                  <a:close/>
                  <a:moveTo>
                    <a:pt x="21" y="48"/>
                  </a:moveTo>
                  <a:lnTo>
                    <a:pt x="21" y="6"/>
                  </a:lnTo>
                  <a:lnTo>
                    <a:pt x="171" y="6"/>
                  </a:lnTo>
                  <a:lnTo>
                    <a:pt x="171" y="48"/>
                  </a:lnTo>
                  <a:lnTo>
                    <a:pt x="21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54" name="Группа 639"/>
          <p:cNvGrpSpPr/>
          <p:nvPr/>
        </p:nvGrpSpPr>
        <p:grpSpPr>
          <a:xfrm>
            <a:off x="4027320" y="4064760"/>
            <a:ext cx="302760" cy="188280"/>
            <a:chOff x="4027320" y="4064760"/>
            <a:chExt cx="302760" cy="188280"/>
          </a:xfrm>
        </p:grpSpPr>
        <p:sp>
          <p:nvSpPr>
            <p:cNvPr id="3655" name="Freeform 598"/>
            <p:cNvSpPr/>
            <p:nvPr/>
          </p:nvSpPr>
          <p:spPr>
            <a:xfrm>
              <a:off x="4027320" y="4064760"/>
              <a:ext cx="302760" cy="8388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83880"/>
                <a:gd name="textAreaBottom" fmla="*/ 84240 h 83880"/>
                <a:gd name="GluePoint1X" fmla="*/ 32 w 191"/>
                <a:gd name="GluePoint1Y" fmla="*/ 53 h 53"/>
                <a:gd name="GluePoint2X" fmla="*/ 158 w 191"/>
                <a:gd name="GluePoint2Y" fmla="*/ 53 h 53"/>
                <a:gd name="GluePoint3X" fmla="*/ 158 w 191"/>
                <a:gd name="GluePoint3Y" fmla="*/ 30 h 53"/>
                <a:gd name="GluePoint4X" fmla="*/ 191 w 191"/>
                <a:gd name="GluePoint4Y" fmla="*/ 30 h 53"/>
                <a:gd name="GluePoint5X" fmla="*/ 191 w 191"/>
                <a:gd name="GluePoint5Y" fmla="*/ 24 h 53"/>
                <a:gd name="GluePoint6X" fmla="*/ 158 w 191"/>
                <a:gd name="GluePoint6Y" fmla="*/ 24 h 53"/>
                <a:gd name="GluePoint7X" fmla="*/ 158 w 191"/>
                <a:gd name="GluePoint7Y" fmla="*/ 0 h 53"/>
                <a:gd name="GluePoint8X" fmla="*/ 32 w 191"/>
                <a:gd name="GluePoint8Y" fmla="*/ 0 h 53"/>
                <a:gd name="GluePoint9X" fmla="*/ 32 w 191"/>
                <a:gd name="GluePoint9Y" fmla="*/ 24 h 53"/>
                <a:gd name="GluePoint10X" fmla="*/ 0 w 191"/>
                <a:gd name="GluePoint10Y" fmla="*/ 24 h 53"/>
                <a:gd name="GluePoint11X" fmla="*/ 0 w 191"/>
                <a:gd name="GluePoint11Y" fmla="*/ 30 h 53"/>
                <a:gd name="GluePoint12X" fmla="*/ 32 w 191"/>
                <a:gd name="GluePoint12Y" fmla="*/ 30 h 53"/>
                <a:gd name="GluePoint13X" fmla="*/ 32 w 191"/>
                <a:gd name="GluePoint13Y" fmla="*/ 53 h 53"/>
                <a:gd name="GluePoint14X" fmla="*/ 38 w 191"/>
                <a:gd name="GluePoint14Y" fmla="*/ 6 h 53"/>
                <a:gd name="GluePoint15X" fmla="*/ 152 w 191"/>
                <a:gd name="GluePoint15Y" fmla="*/ 6 h 53"/>
                <a:gd name="GluePoint16X" fmla="*/ 152 w 191"/>
                <a:gd name="GluePoint16Y" fmla="*/ 47 h 53"/>
                <a:gd name="GluePoint17X" fmla="*/ 38 w 191"/>
                <a:gd name="GluePoint17Y" fmla="*/ 47 h 53"/>
                <a:gd name="GluePoint18X" fmla="*/ 38 w 191"/>
                <a:gd name="GluePoint18Y" fmla="*/ 6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191" h="53">
                  <a:moveTo>
                    <a:pt x="32" y="53"/>
                  </a:moveTo>
                  <a:lnTo>
                    <a:pt x="158" y="53"/>
                  </a:lnTo>
                  <a:lnTo>
                    <a:pt x="158" y="30"/>
                  </a:lnTo>
                  <a:lnTo>
                    <a:pt x="191" y="30"/>
                  </a:lnTo>
                  <a:lnTo>
                    <a:pt x="191" y="24"/>
                  </a:lnTo>
                  <a:lnTo>
                    <a:pt x="158" y="24"/>
                  </a:lnTo>
                  <a:lnTo>
                    <a:pt x="158" y="0"/>
                  </a:lnTo>
                  <a:lnTo>
                    <a:pt x="32" y="0"/>
                  </a:lnTo>
                  <a:lnTo>
                    <a:pt x="32" y="24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32" y="30"/>
                  </a:lnTo>
                  <a:lnTo>
                    <a:pt x="32" y="53"/>
                  </a:lnTo>
                  <a:close/>
                  <a:moveTo>
                    <a:pt x="38" y="6"/>
                  </a:moveTo>
                  <a:lnTo>
                    <a:pt x="152" y="6"/>
                  </a:lnTo>
                  <a:lnTo>
                    <a:pt x="152" y="47"/>
                  </a:lnTo>
                  <a:lnTo>
                    <a:pt x="38" y="47"/>
                  </a:lnTo>
                  <a:lnTo>
                    <a:pt x="38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120" bIns="42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56" name="Freeform 599"/>
            <p:cNvSpPr/>
            <p:nvPr/>
          </p:nvSpPr>
          <p:spPr>
            <a:xfrm>
              <a:off x="4027320" y="4167720"/>
              <a:ext cx="302760" cy="8532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85320"/>
                <a:gd name="textAreaBottom" fmla="*/ 85680 h 85320"/>
                <a:gd name="GluePoint1X" fmla="*/ 15 w 191"/>
                <a:gd name="GluePoint1Y" fmla="*/ 54 h 54"/>
                <a:gd name="GluePoint2X" fmla="*/ 176 w 191"/>
                <a:gd name="GluePoint2Y" fmla="*/ 54 h 54"/>
                <a:gd name="GluePoint3X" fmla="*/ 176 w 191"/>
                <a:gd name="GluePoint3Y" fmla="*/ 30 h 54"/>
                <a:gd name="GluePoint4X" fmla="*/ 191 w 191"/>
                <a:gd name="GluePoint4Y" fmla="*/ 30 h 54"/>
                <a:gd name="GluePoint5X" fmla="*/ 191 w 191"/>
                <a:gd name="GluePoint5Y" fmla="*/ 24 h 54"/>
                <a:gd name="GluePoint6X" fmla="*/ 176 w 191"/>
                <a:gd name="GluePoint6Y" fmla="*/ 24 h 54"/>
                <a:gd name="GluePoint7X" fmla="*/ 176 w 191"/>
                <a:gd name="GluePoint7Y" fmla="*/ 0 h 54"/>
                <a:gd name="GluePoint8X" fmla="*/ 15 w 191"/>
                <a:gd name="GluePoint8Y" fmla="*/ 0 h 54"/>
                <a:gd name="GluePoint9X" fmla="*/ 15 w 191"/>
                <a:gd name="GluePoint9Y" fmla="*/ 24 h 54"/>
                <a:gd name="GluePoint10X" fmla="*/ 0 w 191"/>
                <a:gd name="GluePoint10Y" fmla="*/ 24 h 54"/>
                <a:gd name="GluePoint11X" fmla="*/ 0 w 191"/>
                <a:gd name="GluePoint11Y" fmla="*/ 30 h 54"/>
                <a:gd name="GluePoint12X" fmla="*/ 15 w 191"/>
                <a:gd name="GluePoint12Y" fmla="*/ 30 h 54"/>
                <a:gd name="GluePoint13X" fmla="*/ 15 w 191"/>
                <a:gd name="GluePoint13Y" fmla="*/ 54 h 54"/>
                <a:gd name="GluePoint14X" fmla="*/ 21 w 191"/>
                <a:gd name="GluePoint14Y" fmla="*/ 6 h 54"/>
                <a:gd name="GluePoint15X" fmla="*/ 170 w 191"/>
                <a:gd name="GluePoint15Y" fmla="*/ 6 h 54"/>
                <a:gd name="GluePoint16X" fmla="*/ 170 w 191"/>
                <a:gd name="GluePoint16Y" fmla="*/ 48 h 54"/>
                <a:gd name="GluePoint17X" fmla="*/ 21 w 191"/>
                <a:gd name="GluePoint17Y" fmla="*/ 48 h 54"/>
                <a:gd name="GluePoint18X" fmla="*/ 21 w 191"/>
                <a:gd name="GluePoint18Y" fmla="*/ 6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191" h="54">
                  <a:moveTo>
                    <a:pt x="15" y="54"/>
                  </a:moveTo>
                  <a:lnTo>
                    <a:pt x="176" y="54"/>
                  </a:lnTo>
                  <a:lnTo>
                    <a:pt x="176" y="30"/>
                  </a:lnTo>
                  <a:lnTo>
                    <a:pt x="191" y="30"/>
                  </a:lnTo>
                  <a:lnTo>
                    <a:pt x="191" y="24"/>
                  </a:lnTo>
                  <a:lnTo>
                    <a:pt x="176" y="24"/>
                  </a:lnTo>
                  <a:lnTo>
                    <a:pt x="176" y="0"/>
                  </a:lnTo>
                  <a:lnTo>
                    <a:pt x="15" y="0"/>
                  </a:lnTo>
                  <a:lnTo>
                    <a:pt x="15" y="24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15" y="30"/>
                  </a:lnTo>
                  <a:lnTo>
                    <a:pt x="15" y="54"/>
                  </a:lnTo>
                  <a:close/>
                  <a:moveTo>
                    <a:pt x="21" y="6"/>
                  </a:moveTo>
                  <a:lnTo>
                    <a:pt x="170" y="6"/>
                  </a:lnTo>
                  <a:lnTo>
                    <a:pt x="170" y="48"/>
                  </a:lnTo>
                  <a:lnTo>
                    <a:pt x="21" y="48"/>
                  </a:lnTo>
                  <a:lnTo>
                    <a:pt x="21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57" name="Группа 640"/>
          <p:cNvGrpSpPr/>
          <p:nvPr/>
        </p:nvGrpSpPr>
        <p:grpSpPr>
          <a:xfrm>
            <a:off x="4421160" y="4064760"/>
            <a:ext cx="304560" cy="188280"/>
            <a:chOff x="4421160" y="4064760"/>
            <a:chExt cx="304560" cy="188280"/>
          </a:xfrm>
        </p:grpSpPr>
        <p:sp>
          <p:nvSpPr>
            <p:cNvPr id="3658" name="Freeform 600"/>
            <p:cNvSpPr/>
            <p:nvPr/>
          </p:nvSpPr>
          <p:spPr>
            <a:xfrm>
              <a:off x="4421160" y="4167720"/>
              <a:ext cx="304560" cy="8532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5320"/>
                <a:gd name="textAreaBottom" fmla="*/ 85680 h 85320"/>
                <a:gd name="GluePoint1X" fmla="*/ 15 w 192"/>
                <a:gd name="GluePoint1Y" fmla="*/ 0 h 54"/>
                <a:gd name="GluePoint2X" fmla="*/ 0 w 192"/>
                <a:gd name="GluePoint2Y" fmla="*/ 0 h 54"/>
                <a:gd name="GluePoint3X" fmla="*/ 0 w 192"/>
                <a:gd name="GluePoint3Y" fmla="*/ 6 h 54"/>
                <a:gd name="GluePoint4X" fmla="*/ 15 w 192"/>
                <a:gd name="GluePoint4Y" fmla="*/ 6 h 54"/>
                <a:gd name="GluePoint5X" fmla="*/ 15 w 192"/>
                <a:gd name="GluePoint5Y" fmla="*/ 54 h 54"/>
                <a:gd name="GluePoint6X" fmla="*/ 177 w 192"/>
                <a:gd name="GluePoint6Y" fmla="*/ 54 h 54"/>
                <a:gd name="GluePoint7X" fmla="*/ 177 w 192"/>
                <a:gd name="GluePoint7Y" fmla="*/ 6 h 54"/>
                <a:gd name="GluePoint8X" fmla="*/ 192 w 192"/>
                <a:gd name="GluePoint8Y" fmla="*/ 6 h 54"/>
                <a:gd name="GluePoint9X" fmla="*/ 192 w 192"/>
                <a:gd name="GluePoint9Y" fmla="*/ 0 h 54"/>
                <a:gd name="GluePoint10X" fmla="*/ 177 w 192"/>
                <a:gd name="GluePoint10Y" fmla="*/ 0 h 54"/>
                <a:gd name="GluePoint11X" fmla="*/ 15 w 192"/>
                <a:gd name="GluePoint11Y" fmla="*/ 0 h 54"/>
                <a:gd name="GluePoint12X" fmla="*/ 171 w 192"/>
                <a:gd name="GluePoint12Y" fmla="*/ 48 h 54"/>
                <a:gd name="GluePoint13X" fmla="*/ 21 w 192"/>
                <a:gd name="GluePoint13Y" fmla="*/ 48 h 54"/>
                <a:gd name="GluePoint14X" fmla="*/ 21 w 192"/>
                <a:gd name="GluePoint14Y" fmla="*/ 6 h 54"/>
                <a:gd name="GluePoint15X" fmla="*/ 171 w 192"/>
                <a:gd name="GluePoint15Y" fmla="*/ 6 h 54"/>
                <a:gd name="GluePoint16X" fmla="*/ 171 w 192"/>
                <a:gd name="GluePoint16Y" fmla="*/ 48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92" h="54">
                  <a:moveTo>
                    <a:pt x="15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5" y="6"/>
                  </a:lnTo>
                  <a:lnTo>
                    <a:pt x="15" y="54"/>
                  </a:lnTo>
                  <a:lnTo>
                    <a:pt x="177" y="54"/>
                  </a:lnTo>
                  <a:lnTo>
                    <a:pt x="177" y="6"/>
                  </a:lnTo>
                  <a:lnTo>
                    <a:pt x="192" y="6"/>
                  </a:lnTo>
                  <a:lnTo>
                    <a:pt x="192" y="0"/>
                  </a:lnTo>
                  <a:lnTo>
                    <a:pt x="177" y="0"/>
                  </a:lnTo>
                  <a:lnTo>
                    <a:pt x="15" y="0"/>
                  </a:lnTo>
                  <a:close/>
                  <a:moveTo>
                    <a:pt x="171" y="48"/>
                  </a:moveTo>
                  <a:lnTo>
                    <a:pt x="21" y="48"/>
                  </a:lnTo>
                  <a:lnTo>
                    <a:pt x="21" y="6"/>
                  </a:lnTo>
                  <a:lnTo>
                    <a:pt x="171" y="6"/>
                  </a:lnTo>
                  <a:lnTo>
                    <a:pt x="171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59" name="Freeform 601"/>
            <p:cNvSpPr/>
            <p:nvPr/>
          </p:nvSpPr>
          <p:spPr>
            <a:xfrm>
              <a:off x="4421160" y="4064760"/>
              <a:ext cx="304560" cy="838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83880"/>
                <a:gd name="textAreaBottom" fmla="*/ 84240 h 83880"/>
                <a:gd name="GluePoint1X" fmla="*/ 33 w 192"/>
                <a:gd name="GluePoint1Y" fmla="*/ 0 h 53"/>
                <a:gd name="GluePoint2X" fmla="*/ 0 w 192"/>
                <a:gd name="GluePoint2Y" fmla="*/ 0 h 53"/>
                <a:gd name="GluePoint3X" fmla="*/ 0 w 192"/>
                <a:gd name="GluePoint3Y" fmla="*/ 6 h 53"/>
                <a:gd name="GluePoint4X" fmla="*/ 33 w 192"/>
                <a:gd name="GluePoint4Y" fmla="*/ 6 h 53"/>
                <a:gd name="GluePoint5X" fmla="*/ 33 w 192"/>
                <a:gd name="GluePoint5Y" fmla="*/ 53 h 53"/>
                <a:gd name="GluePoint6X" fmla="*/ 159 w 192"/>
                <a:gd name="GluePoint6Y" fmla="*/ 53 h 53"/>
                <a:gd name="GluePoint7X" fmla="*/ 159 w 192"/>
                <a:gd name="GluePoint7Y" fmla="*/ 6 h 53"/>
                <a:gd name="GluePoint8X" fmla="*/ 192 w 192"/>
                <a:gd name="GluePoint8Y" fmla="*/ 6 h 53"/>
                <a:gd name="GluePoint9X" fmla="*/ 192 w 192"/>
                <a:gd name="GluePoint9Y" fmla="*/ 0 h 53"/>
                <a:gd name="GluePoint10X" fmla="*/ 159 w 192"/>
                <a:gd name="GluePoint10Y" fmla="*/ 0 h 53"/>
                <a:gd name="GluePoint11X" fmla="*/ 33 w 192"/>
                <a:gd name="GluePoint11Y" fmla="*/ 0 h 53"/>
                <a:gd name="GluePoint12X" fmla="*/ 153 w 192"/>
                <a:gd name="GluePoint12Y" fmla="*/ 47 h 53"/>
                <a:gd name="GluePoint13X" fmla="*/ 39 w 192"/>
                <a:gd name="GluePoint13Y" fmla="*/ 47 h 53"/>
                <a:gd name="GluePoint14X" fmla="*/ 39 w 192"/>
                <a:gd name="GluePoint14Y" fmla="*/ 6 h 53"/>
                <a:gd name="GluePoint15X" fmla="*/ 153 w 192"/>
                <a:gd name="GluePoint15Y" fmla="*/ 6 h 53"/>
                <a:gd name="GluePoint16X" fmla="*/ 153 w 192"/>
                <a:gd name="GluePoint16Y" fmla="*/ 47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92" h="53">
                  <a:moveTo>
                    <a:pt x="33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3" y="6"/>
                  </a:lnTo>
                  <a:lnTo>
                    <a:pt x="33" y="53"/>
                  </a:lnTo>
                  <a:lnTo>
                    <a:pt x="159" y="53"/>
                  </a:lnTo>
                  <a:lnTo>
                    <a:pt x="159" y="6"/>
                  </a:lnTo>
                  <a:lnTo>
                    <a:pt x="192" y="6"/>
                  </a:lnTo>
                  <a:lnTo>
                    <a:pt x="192" y="0"/>
                  </a:lnTo>
                  <a:lnTo>
                    <a:pt x="159" y="0"/>
                  </a:lnTo>
                  <a:lnTo>
                    <a:pt x="33" y="0"/>
                  </a:lnTo>
                  <a:close/>
                  <a:moveTo>
                    <a:pt x="153" y="47"/>
                  </a:moveTo>
                  <a:lnTo>
                    <a:pt x="39" y="47"/>
                  </a:lnTo>
                  <a:lnTo>
                    <a:pt x="39" y="6"/>
                  </a:lnTo>
                  <a:lnTo>
                    <a:pt x="153" y="6"/>
                  </a:lnTo>
                  <a:lnTo>
                    <a:pt x="153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120" bIns="42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60" name="Группа 641"/>
          <p:cNvGrpSpPr/>
          <p:nvPr/>
        </p:nvGrpSpPr>
        <p:grpSpPr>
          <a:xfrm>
            <a:off x="4824360" y="4007520"/>
            <a:ext cx="285480" cy="302760"/>
            <a:chOff x="4824360" y="4007520"/>
            <a:chExt cx="285480" cy="302760"/>
          </a:xfrm>
        </p:grpSpPr>
        <p:sp>
          <p:nvSpPr>
            <p:cNvPr id="3661" name="Rectangle 602"/>
            <p:cNvSpPr/>
            <p:nvPr/>
          </p:nvSpPr>
          <p:spPr>
            <a:xfrm>
              <a:off x="4824360" y="4007520"/>
              <a:ext cx="9000" cy="302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62" name="Freeform 603"/>
            <p:cNvSpPr/>
            <p:nvPr/>
          </p:nvSpPr>
          <p:spPr>
            <a:xfrm>
              <a:off x="4853160" y="4167720"/>
              <a:ext cx="256680" cy="853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85320"/>
                <a:gd name="textAreaBottom" fmla="*/ 85680 h 85320"/>
                <a:gd name="GluePoint1X" fmla="*/ 162 w 162"/>
                <a:gd name="GluePoint1Y" fmla="*/ 0 h 54"/>
                <a:gd name="GluePoint2X" fmla="*/ 0 w 162"/>
                <a:gd name="GluePoint2Y" fmla="*/ 0 h 54"/>
                <a:gd name="GluePoint3X" fmla="*/ 0 w 162"/>
                <a:gd name="GluePoint3Y" fmla="*/ 54 h 54"/>
                <a:gd name="GluePoint4X" fmla="*/ 162 w 162"/>
                <a:gd name="GluePoint4Y" fmla="*/ 54 h 54"/>
                <a:gd name="GluePoint5X" fmla="*/ 162 w 162"/>
                <a:gd name="GluePoint5Y" fmla="*/ 0 h 54"/>
                <a:gd name="GluePoint6X" fmla="*/ 156 w 162"/>
                <a:gd name="GluePoint6Y" fmla="*/ 48 h 54"/>
                <a:gd name="GluePoint7X" fmla="*/ 6 w 162"/>
                <a:gd name="GluePoint7Y" fmla="*/ 48 h 54"/>
                <a:gd name="GluePoint8X" fmla="*/ 6 w 162"/>
                <a:gd name="GluePoint8Y" fmla="*/ 6 h 54"/>
                <a:gd name="GluePoint9X" fmla="*/ 156 w 162"/>
                <a:gd name="GluePoint9Y" fmla="*/ 6 h 54"/>
                <a:gd name="GluePoint10X" fmla="*/ 156 w 162"/>
                <a:gd name="GluePoint10Y" fmla="*/ 48 h 5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62" h="54">
                  <a:moveTo>
                    <a:pt x="162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162" y="54"/>
                  </a:lnTo>
                  <a:lnTo>
                    <a:pt x="162" y="0"/>
                  </a:lnTo>
                  <a:close/>
                  <a:moveTo>
                    <a:pt x="156" y="48"/>
                  </a:moveTo>
                  <a:lnTo>
                    <a:pt x="6" y="48"/>
                  </a:lnTo>
                  <a:lnTo>
                    <a:pt x="6" y="6"/>
                  </a:lnTo>
                  <a:lnTo>
                    <a:pt x="156" y="6"/>
                  </a:lnTo>
                  <a:lnTo>
                    <a:pt x="156" y="4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840" bIns="42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63" name="Freeform 604"/>
            <p:cNvSpPr/>
            <p:nvPr/>
          </p:nvSpPr>
          <p:spPr>
            <a:xfrm>
              <a:off x="4853160" y="4064760"/>
              <a:ext cx="199800" cy="8388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83880"/>
                <a:gd name="textAreaBottom" fmla="*/ 84240 h 83880"/>
                <a:gd name="GluePoint1X" fmla="*/ 0 w 126"/>
                <a:gd name="GluePoint1Y" fmla="*/ 0 h 53"/>
                <a:gd name="GluePoint2X" fmla="*/ 0 w 126"/>
                <a:gd name="GluePoint2Y" fmla="*/ 53 h 53"/>
                <a:gd name="GluePoint3X" fmla="*/ 126 w 126"/>
                <a:gd name="GluePoint3Y" fmla="*/ 53 h 53"/>
                <a:gd name="GluePoint4X" fmla="*/ 126 w 126"/>
                <a:gd name="GluePoint4Y" fmla="*/ 0 h 53"/>
                <a:gd name="GluePoint5X" fmla="*/ 0 w 126"/>
                <a:gd name="GluePoint5Y" fmla="*/ 0 h 53"/>
                <a:gd name="GluePoint6X" fmla="*/ 120 w 126"/>
                <a:gd name="GluePoint6Y" fmla="*/ 47 h 53"/>
                <a:gd name="GluePoint7X" fmla="*/ 6 w 126"/>
                <a:gd name="GluePoint7Y" fmla="*/ 47 h 53"/>
                <a:gd name="GluePoint8X" fmla="*/ 6 w 126"/>
                <a:gd name="GluePoint8Y" fmla="*/ 6 h 53"/>
                <a:gd name="GluePoint9X" fmla="*/ 120 w 126"/>
                <a:gd name="GluePoint9Y" fmla="*/ 6 h 53"/>
                <a:gd name="GluePoint10X" fmla="*/ 120 w 126"/>
                <a:gd name="GluePoint10Y" fmla="*/ 47 h 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26" h="53">
                  <a:moveTo>
                    <a:pt x="0" y="0"/>
                  </a:moveTo>
                  <a:lnTo>
                    <a:pt x="0" y="53"/>
                  </a:lnTo>
                  <a:lnTo>
                    <a:pt x="126" y="53"/>
                  </a:lnTo>
                  <a:lnTo>
                    <a:pt x="126" y="0"/>
                  </a:lnTo>
                  <a:lnTo>
                    <a:pt x="0" y="0"/>
                  </a:lnTo>
                  <a:close/>
                  <a:moveTo>
                    <a:pt x="120" y="47"/>
                  </a:moveTo>
                  <a:lnTo>
                    <a:pt x="6" y="47"/>
                  </a:lnTo>
                  <a:lnTo>
                    <a:pt x="6" y="6"/>
                  </a:lnTo>
                  <a:lnTo>
                    <a:pt x="120" y="6"/>
                  </a:lnTo>
                  <a:lnTo>
                    <a:pt x="12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120" bIns="42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664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Software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5" name="Группа 406"/>
          <p:cNvGrpSpPr/>
          <p:nvPr/>
        </p:nvGrpSpPr>
        <p:grpSpPr>
          <a:xfrm>
            <a:off x="5215680" y="1310400"/>
            <a:ext cx="302400" cy="188280"/>
            <a:chOff x="5215680" y="1310400"/>
            <a:chExt cx="302400" cy="188280"/>
          </a:xfrm>
        </p:grpSpPr>
        <p:sp>
          <p:nvSpPr>
            <p:cNvPr id="3666" name="Freeform 9"/>
            <p:cNvSpPr/>
            <p:nvPr/>
          </p:nvSpPr>
          <p:spPr>
            <a:xfrm>
              <a:off x="5215680" y="1409040"/>
              <a:ext cx="278640" cy="7560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75600"/>
                <a:gd name="textAreaBottom" fmla="*/ 75960 h 75600"/>
                <a:gd name="GluePoint1X" fmla="*/ 0 w 236"/>
                <a:gd name="GluePoint1Y" fmla="*/ 8 h 64"/>
                <a:gd name="GluePoint2X" fmla="*/ 204 w 236"/>
                <a:gd name="GluePoint2Y" fmla="*/ 8 h 64"/>
                <a:gd name="GluePoint3X" fmla="*/ 228 w 236"/>
                <a:gd name="GluePoint3Y" fmla="*/ 32 h 64"/>
                <a:gd name="GluePoint4X" fmla="*/ 204 w 236"/>
                <a:gd name="GluePoint4Y" fmla="*/ 56 h 64"/>
                <a:gd name="GluePoint5X" fmla="*/ 180 w 236"/>
                <a:gd name="GluePoint5Y" fmla="*/ 32 h 64"/>
                <a:gd name="GluePoint6X" fmla="*/ 172 w 236"/>
                <a:gd name="GluePoint6Y" fmla="*/ 32 h 64"/>
                <a:gd name="GluePoint7X" fmla="*/ 204 w 236"/>
                <a:gd name="GluePoint7Y" fmla="*/ 64 h 64"/>
                <a:gd name="GluePoint8X" fmla="*/ 236 w 236"/>
                <a:gd name="GluePoint8Y" fmla="*/ 32 h 64"/>
                <a:gd name="GluePoint9X" fmla="*/ 204 w 236"/>
                <a:gd name="GluePoint9Y" fmla="*/ 0 h 64"/>
                <a:gd name="GluePoint10X" fmla="*/ 0 w 236"/>
                <a:gd name="GluePoint10Y" fmla="*/ 0 h 64"/>
                <a:gd name="GluePoint11X" fmla="*/ 0 w 236"/>
                <a:gd name="GluePoint11Y" fmla="*/ 8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36" h="64">
                  <a:moveTo>
                    <a:pt x="0" y="8"/>
                  </a:moveTo>
                  <a:cubicBezTo>
                    <a:pt x="204" y="8"/>
                    <a:pt x="204" y="8"/>
                    <a:pt x="204" y="8"/>
                  </a:cubicBezTo>
                  <a:cubicBezTo>
                    <a:pt x="217" y="8"/>
                    <a:pt x="228" y="18"/>
                    <a:pt x="228" y="32"/>
                  </a:cubicBezTo>
                  <a:cubicBezTo>
                    <a:pt x="228" y="45"/>
                    <a:pt x="217" y="56"/>
                    <a:pt x="204" y="56"/>
                  </a:cubicBezTo>
                  <a:cubicBezTo>
                    <a:pt x="191" y="56"/>
                    <a:pt x="180" y="45"/>
                    <a:pt x="180" y="32"/>
                  </a:cubicBezTo>
                  <a:cubicBezTo>
                    <a:pt x="172" y="32"/>
                    <a:pt x="172" y="32"/>
                    <a:pt x="172" y="32"/>
                  </a:cubicBezTo>
                  <a:cubicBezTo>
                    <a:pt x="172" y="49"/>
                    <a:pt x="187" y="64"/>
                    <a:pt x="204" y="64"/>
                  </a:cubicBezTo>
                  <a:cubicBezTo>
                    <a:pt x="222" y="64"/>
                    <a:pt x="236" y="49"/>
                    <a:pt x="236" y="32"/>
                  </a:cubicBezTo>
                  <a:cubicBezTo>
                    <a:pt x="236" y="14"/>
                    <a:pt x="222" y="0"/>
                    <a:pt x="20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800" bIns="37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67" name="Freeform 10"/>
            <p:cNvSpPr/>
            <p:nvPr/>
          </p:nvSpPr>
          <p:spPr>
            <a:xfrm>
              <a:off x="5215680" y="1310400"/>
              <a:ext cx="302400" cy="741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74160"/>
                <a:gd name="textAreaBottom" fmla="*/ 74520 h 74160"/>
                <a:gd name="GluePoint1X" fmla="*/ 0 w 256"/>
                <a:gd name="GluePoint1Y" fmla="*/ 64 h 64"/>
                <a:gd name="GluePoint2X" fmla="*/ 224 w 256"/>
                <a:gd name="GluePoint2Y" fmla="*/ 64 h 64"/>
                <a:gd name="GluePoint3X" fmla="*/ 256 w 256"/>
                <a:gd name="GluePoint3Y" fmla="*/ 32 h 64"/>
                <a:gd name="GluePoint4X" fmla="*/ 224 w 256"/>
                <a:gd name="GluePoint4Y" fmla="*/ 0 h 64"/>
                <a:gd name="GluePoint5X" fmla="*/ 192 w 256"/>
                <a:gd name="GluePoint5Y" fmla="*/ 32 h 64"/>
                <a:gd name="GluePoint6X" fmla="*/ 200 w 256"/>
                <a:gd name="GluePoint6Y" fmla="*/ 32 h 64"/>
                <a:gd name="GluePoint7X" fmla="*/ 224 w 256"/>
                <a:gd name="GluePoint7Y" fmla="*/ 8 h 64"/>
                <a:gd name="GluePoint8X" fmla="*/ 248 w 256"/>
                <a:gd name="GluePoint8Y" fmla="*/ 32 h 64"/>
                <a:gd name="GluePoint9X" fmla="*/ 224 w 256"/>
                <a:gd name="GluePoint9Y" fmla="*/ 56 h 64"/>
                <a:gd name="GluePoint10X" fmla="*/ 0 w 256"/>
                <a:gd name="GluePoint10Y" fmla="*/ 56 h 64"/>
                <a:gd name="GluePoint11X" fmla="*/ 0 w 256"/>
                <a:gd name="GluePoint11Y" fmla="*/ 64 h 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56" h="64">
                  <a:moveTo>
                    <a:pt x="0" y="64"/>
                  </a:moveTo>
                  <a:cubicBezTo>
                    <a:pt x="224" y="64"/>
                    <a:pt x="224" y="64"/>
                    <a:pt x="224" y="64"/>
                  </a:cubicBezTo>
                  <a:cubicBezTo>
                    <a:pt x="242" y="64"/>
                    <a:pt x="256" y="49"/>
                    <a:pt x="256" y="32"/>
                  </a:cubicBezTo>
                  <a:cubicBezTo>
                    <a:pt x="256" y="14"/>
                    <a:pt x="242" y="0"/>
                    <a:pt x="224" y="0"/>
                  </a:cubicBezTo>
                  <a:cubicBezTo>
                    <a:pt x="207" y="0"/>
                    <a:pt x="192" y="14"/>
                    <a:pt x="192" y="32"/>
                  </a:cubicBezTo>
                  <a:cubicBezTo>
                    <a:pt x="200" y="32"/>
                    <a:pt x="200" y="32"/>
                    <a:pt x="200" y="32"/>
                  </a:cubicBezTo>
                  <a:cubicBezTo>
                    <a:pt x="200" y="18"/>
                    <a:pt x="211" y="8"/>
                    <a:pt x="224" y="8"/>
                  </a:cubicBezTo>
                  <a:cubicBezTo>
                    <a:pt x="237" y="8"/>
                    <a:pt x="248" y="18"/>
                    <a:pt x="248" y="32"/>
                  </a:cubicBezTo>
                  <a:cubicBezTo>
                    <a:pt x="248" y="45"/>
                    <a:pt x="237" y="56"/>
                    <a:pt x="224" y="56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0" y="6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7080" bIns="37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68" name="Freeform 11"/>
            <p:cNvSpPr/>
            <p:nvPr/>
          </p:nvSpPr>
          <p:spPr>
            <a:xfrm>
              <a:off x="5215680" y="1442880"/>
              <a:ext cx="178560" cy="5580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55800"/>
                <a:gd name="textAreaBottom" fmla="*/ 56160 h 55800"/>
                <a:gd name="GluePoint1X" fmla="*/ 0 w 152"/>
                <a:gd name="GluePoint1Y" fmla="*/ 8 h 48"/>
                <a:gd name="GluePoint2X" fmla="*/ 128 w 152"/>
                <a:gd name="GluePoint2Y" fmla="*/ 8 h 48"/>
                <a:gd name="GluePoint3X" fmla="*/ 144 w 152"/>
                <a:gd name="GluePoint3Y" fmla="*/ 24 h 48"/>
                <a:gd name="GluePoint4X" fmla="*/ 128 w 152"/>
                <a:gd name="GluePoint4Y" fmla="*/ 40 h 48"/>
                <a:gd name="GluePoint5X" fmla="*/ 112 w 152"/>
                <a:gd name="GluePoint5Y" fmla="*/ 24 h 48"/>
                <a:gd name="GluePoint6X" fmla="*/ 104 w 152"/>
                <a:gd name="GluePoint6Y" fmla="*/ 24 h 48"/>
                <a:gd name="GluePoint7X" fmla="*/ 128 w 152"/>
                <a:gd name="GluePoint7Y" fmla="*/ 48 h 48"/>
                <a:gd name="GluePoint8X" fmla="*/ 152 w 152"/>
                <a:gd name="GluePoint8Y" fmla="*/ 24 h 48"/>
                <a:gd name="GluePoint9X" fmla="*/ 128 w 152"/>
                <a:gd name="GluePoint9Y" fmla="*/ 0 h 48"/>
                <a:gd name="GluePoint10X" fmla="*/ 0 w 152"/>
                <a:gd name="GluePoint10Y" fmla="*/ 0 h 48"/>
                <a:gd name="GluePoint11X" fmla="*/ 0 w 152"/>
                <a:gd name="GluePoint11Y" fmla="*/ 8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52" h="48">
                  <a:moveTo>
                    <a:pt x="0" y="8"/>
                  </a:moveTo>
                  <a:cubicBezTo>
                    <a:pt x="128" y="8"/>
                    <a:pt x="128" y="8"/>
                    <a:pt x="128" y="8"/>
                  </a:cubicBezTo>
                  <a:cubicBezTo>
                    <a:pt x="137" y="8"/>
                    <a:pt x="144" y="15"/>
                    <a:pt x="144" y="24"/>
                  </a:cubicBezTo>
                  <a:cubicBezTo>
                    <a:pt x="144" y="32"/>
                    <a:pt x="137" y="40"/>
                    <a:pt x="128" y="40"/>
                  </a:cubicBezTo>
                  <a:cubicBezTo>
                    <a:pt x="119" y="40"/>
                    <a:pt x="112" y="32"/>
                    <a:pt x="112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37"/>
                    <a:pt x="115" y="48"/>
                    <a:pt x="128" y="48"/>
                  </a:cubicBezTo>
                  <a:cubicBezTo>
                    <a:pt x="141" y="48"/>
                    <a:pt x="152" y="37"/>
                    <a:pt x="152" y="24"/>
                  </a:cubicBezTo>
                  <a:cubicBezTo>
                    <a:pt x="152" y="10"/>
                    <a:pt x="141" y="0"/>
                    <a:pt x="12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69" name="Группа 1"/>
          <p:cNvGrpSpPr/>
          <p:nvPr/>
        </p:nvGrpSpPr>
        <p:grpSpPr>
          <a:xfrm>
            <a:off x="2073240" y="1252800"/>
            <a:ext cx="302400" cy="302400"/>
            <a:chOff x="2073240" y="1252800"/>
            <a:chExt cx="302400" cy="302400"/>
          </a:xfrm>
        </p:grpSpPr>
        <p:sp>
          <p:nvSpPr>
            <p:cNvPr id="3670" name="Freeform 12"/>
            <p:cNvSpPr/>
            <p:nvPr/>
          </p:nvSpPr>
          <p:spPr>
            <a:xfrm>
              <a:off x="2073240" y="1252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256 w 256"/>
                <a:gd name="GluePoint2Y" fmla="*/ 128 h 256"/>
                <a:gd name="GluePoint3X" fmla="*/ 128 w 256"/>
                <a:gd name="GluePoint3Y" fmla="*/ 0 h 256"/>
                <a:gd name="GluePoint4X" fmla="*/ 0 w 256"/>
                <a:gd name="GluePoint4Y" fmla="*/ 128 h 256"/>
                <a:gd name="GluePoint5X" fmla="*/ 128 w 256"/>
                <a:gd name="GluePoint5Y" fmla="*/ 256 h 256"/>
                <a:gd name="GluePoint6X" fmla="*/ 128 w 256"/>
                <a:gd name="GluePoint6Y" fmla="*/ 8 h 256"/>
                <a:gd name="GluePoint7X" fmla="*/ 248 w 256"/>
                <a:gd name="GluePoint7Y" fmla="*/ 128 h 256"/>
                <a:gd name="GluePoint8X" fmla="*/ 128 w 256"/>
                <a:gd name="GluePoint8Y" fmla="*/ 248 h 256"/>
                <a:gd name="GluePoint9X" fmla="*/ 8 w 256"/>
                <a:gd name="GluePoint9Y" fmla="*/ 128 h 256"/>
                <a:gd name="GluePoint10X" fmla="*/ 128 w 256"/>
                <a:gd name="GluePoint10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99" y="256"/>
                    <a:pt x="256" y="198"/>
                    <a:pt x="256" y="128"/>
                  </a:cubicBezTo>
                  <a:cubicBezTo>
                    <a:pt x="256" y="57"/>
                    <a:pt x="199" y="0"/>
                    <a:pt x="128" y="0"/>
                  </a:cubicBezTo>
                  <a:cubicBezTo>
                    <a:pt x="58" y="0"/>
                    <a:pt x="0" y="57"/>
                    <a:pt x="0" y="128"/>
                  </a:cubicBezTo>
                  <a:cubicBezTo>
                    <a:pt x="0" y="198"/>
                    <a:pt x="58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194" y="8"/>
                    <a:pt x="248" y="61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ubicBezTo>
                    <a:pt x="62" y="248"/>
                    <a:pt x="8" y="194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71" name="Freeform 13"/>
            <p:cNvSpPr/>
            <p:nvPr/>
          </p:nvSpPr>
          <p:spPr>
            <a:xfrm>
              <a:off x="2201400" y="1380960"/>
              <a:ext cx="46080" cy="4752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7520"/>
                <a:gd name="textAreaBottom" fmla="*/ 47880 h 47520"/>
                <a:gd name="GluePoint1X" fmla="*/ 40 w 40"/>
                <a:gd name="GluePoint1Y" fmla="*/ 20 h 40"/>
                <a:gd name="GluePoint2X" fmla="*/ 20 w 40"/>
                <a:gd name="GluePoint2Y" fmla="*/ 0 h 40"/>
                <a:gd name="GluePoint3X" fmla="*/ 0 w 40"/>
                <a:gd name="GluePoint3Y" fmla="*/ 20 h 40"/>
                <a:gd name="GluePoint4X" fmla="*/ 20 w 40"/>
                <a:gd name="GluePoint4Y" fmla="*/ 40 h 40"/>
                <a:gd name="GluePoint5X" fmla="*/ 40 w 40"/>
                <a:gd name="GluePoint5Y" fmla="*/ 20 h 40"/>
                <a:gd name="GluePoint6X" fmla="*/ 8 w 40"/>
                <a:gd name="GluePoint6Y" fmla="*/ 20 h 40"/>
                <a:gd name="GluePoint7X" fmla="*/ 20 w 40"/>
                <a:gd name="GluePoint7Y" fmla="*/ 8 h 40"/>
                <a:gd name="GluePoint8X" fmla="*/ 32 w 40"/>
                <a:gd name="GluePoint8Y" fmla="*/ 20 h 40"/>
                <a:gd name="GluePoint9X" fmla="*/ 20 w 40"/>
                <a:gd name="GluePoint9Y" fmla="*/ 32 h 40"/>
                <a:gd name="GluePoint10X" fmla="*/ 8 w 40"/>
                <a:gd name="GluePoint10Y" fmla="*/ 2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0" h="40">
                  <a:moveTo>
                    <a:pt x="40" y="20"/>
                  </a:move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lose/>
                  <a:moveTo>
                    <a:pt x="8" y="20"/>
                  </a:moveTo>
                  <a:cubicBezTo>
                    <a:pt x="8" y="13"/>
                    <a:pt x="14" y="8"/>
                    <a:pt x="20" y="8"/>
                  </a:cubicBezTo>
                  <a:cubicBezTo>
                    <a:pt x="27" y="8"/>
                    <a:pt x="32" y="13"/>
                    <a:pt x="32" y="20"/>
                  </a:cubicBezTo>
                  <a:cubicBezTo>
                    <a:pt x="32" y="26"/>
                    <a:pt x="27" y="32"/>
                    <a:pt x="20" y="32"/>
                  </a:cubicBezTo>
                  <a:cubicBezTo>
                    <a:pt x="14" y="32"/>
                    <a:pt x="8" y="26"/>
                    <a:pt x="8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72" name="Freeform 14"/>
            <p:cNvSpPr/>
            <p:nvPr/>
          </p:nvSpPr>
          <p:spPr>
            <a:xfrm>
              <a:off x="2098800" y="1342800"/>
              <a:ext cx="186840" cy="122040"/>
            </a:xfrm>
            <a:custGeom>
              <a:avLst/>
              <a:gdLst>
                <a:gd name="textAreaLeft" fmla="*/ 0 w 186840"/>
                <a:gd name="textAreaRight" fmla="*/ 187200 w 186840"/>
                <a:gd name="textAreaTop" fmla="*/ 0 h 122040"/>
                <a:gd name="textAreaBottom" fmla="*/ 122400 h 122040"/>
                <a:gd name="GluePoint1X" fmla="*/ 5 w 159"/>
                <a:gd name="GluePoint1Y" fmla="*/ 55 h 104"/>
                <a:gd name="GluePoint2X" fmla="*/ 107 w 159"/>
                <a:gd name="GluePoint2Y" fmla="*/ 104 h 104"/>
                <a:gd name="GluePoint3X" fmla="*/ 159 w 159"/>
                <a:gd name="GluePoint3Y" fmla="*/ 52 h 104"/>
                <a:gd name="GluePoint4X" fmla="*/ 107 w 159"/>
                <a:gd name="GluePoint4Y" fmla="*/ 0 h 104"/>
                <a:gd name="GluePoint5X" fmla="*/ 5 w 159"/>
                <a:gd name="GluePoint5Y" fmla="*/ 48 h 104"/>
                <a:gd name="GluePoint6X" fmla="*/ 0 w 159"/>
                <a:gd name="GluePoint6Y" fmla="*/ 52 h 104"/>
                <a:gd name="GluePoint7X" fmla="*/ 5 w 159"/>
                <a:gd name="GluePoint7Y" fmla="*/ 55 h 104"/>
                <a:gd name="GluePoint8X" fmla="*/ 107 w 159"/>
                <a:gd name="GluePoint8Y" fmla="*/ 8 h 104"/>
                <a:gd name="GluePoint9X" fmla="*/ 151 w 159"/>
                <a:gd name="GluePoint9Y" fmla="*/ 52 h 104"/>
                <a:gd name="GluePoint10X" fmla="*/ 107 w 159"/>
                <a:gd name="GluePoint10Y" fmla="*/ 96 h 104"/>
                <a:gd name="GluePoint11X" fmla="*/ 15 w 159"/>
                <a:gd name="GluePoint11Y" fmla="*/ 52 h 104"/>
                <a:gd name="GluePoint12X" fmla="*/ 107 w 159"/>
                <a:gd name="GluePoint12Y" fmla="*/ 8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59" h="104">
                  <a:moveTo>
                    <a:pt x="5" y="55"/>
                  </a:moveTo>
                  <a:cubicBezTo>
                    <a:pt x="8" y="57"/>
                    <a:pt x="80" y="104"/>
                    <a:pt x="107" y="104"/>
                  </a:cubicBezTo>
                  <a:cubicBezTo>
                    <a:pt x="136" y="104"/>
                    <a:pt x="159" y="80"/>
                    <a:pt x="159" y="52"/>
                  </a:cubicBezTo>
                  <a:cubicBezTo>
                    <a:pt x="159" y="23"/>
                    <a:pt x="136" y="0"/>
                    <a:pt x="107" y="0"/>
                  </a:cubicBezTo>
                  <a:cubicBezTo>
                    <a:pt x="80" y="0"/>
                    <a:pt x="8" y="46"/>
                    <a:pt x="5" y="48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5" y="55"/>
                  </a:lnTo>
                  <a:close/>
                  <a:moveTo>
                    <a:pt x="107" y="8"/>
                  </a:moveTo>
                  <a:cubicBezTo>
                    <a:pt x="131" y="8"/>
                    <a:pt x="151" y="27"/>
                    <a:pt x="151" y="52"/>
                  </a:cubicBezTo>
                  <a:cubicBezTo>
                    <a:pt x="151" y="76"/>
                    <a:pt x="131" y="96"/>
                    <a:pt x="107" y="96"/>
                  </a:cubicBezTo>
                  <a:cubicBezTo>
                    <a:pt x="88" y="96"/>
                    <a:pt x="38" y="66"/>
                    <a:pt x="15" y="52"/>
                  </a:cubicBezTo>
                  <a:cubicBezTo>
                    <a:pt x="38" y="37"/>
                    <a:pt x="88" y="8"/>
                    <a:pt x="107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73" name="Группа 2"/>
          <p:cNvGrpSpPr/>
          <p:nvPr/>
        </p:nvGrpSpPr>
        <p:grpSpPr>
          <a:xfrm>
            <a:off x="2452320" y="1252800"/>
            <a:ext cx="330480" cy="302400"/>
            <a:chOff x="2452320" y="1252800"/>
            <a:chExt cx="330480" cy="302400"/>
          </a:xfrm>
        </p:grpSpPr>
        <p:sp>
          <p:nvSpPr>
            <p:cNvPr id="3674" name="Freeform 15"/>
            <p:cNvSpPr/>
            <p:nvPr/>
          </p:nvSpPr>
          <p:spPr>
            <a:xfrm>
              <a:off x="2452320" y="1252800"/>
              <a:ext cx="330480" cy="302400"/>
            </a:xfrm>
            <a:custGeom>
              <a:avLst/>
              <a:gdLst>
                <a:gd name="textAreaLeft" fmla="*/ 0 w 330480"/>
                <a:gd name="textAreaRight" fmla="*/ 330840 w 330480"/>
                <a:gd name="textAreaTop" fmla="*/ 0 h 302400"/>
                <a:gd name="textAreaBottom" fmla="*/ 302760 h 302400"/>
                <a:gd name="GluePoint1X" fmla="*/ 231 w 281"/>
                <a:gd name="GluePoint1Y" fmla="*/ 218 h 256"/>
                <a:gd name="GluePoint2X" fmla="*/ 231 w 281"/>
                <a:gd name="GluePoint2Y" fmla="*/ 37 h 256"/>
                <a:gd name="GluePoint3X" fmla="*/ 140 w 281"/>
                <a:gd name="GluePoint3Y" fmla="*/ 0 h 256"/>
                <a:gd name="GluePoint4X" fmla="*/ 50 w 281"/>
                <a:gd name="GluePoint4Y" fmla="*/ 37 h 256"/>
                <a:gd name="GluePoint5X" fmla="*/ 50 w 281"/>
                <a:gd name="GluePoint5Y" fmla="*/ 218 h 256"/>
                <a:gd name="GluePoint6X" fmla="*/ 140 w 281"/>
                <a:gd name="GluePoint6Y" fmla="*/ 256 h 256"/>
                <a:gd name="GluePoint7X" fmla="*/ 231 w 281"/>
                <a:gd name="GluePoint7Y" fmla="*/ 218 h 256"/>
                <a:gd name="GluePoint8X" fmla="*/ 55 w 281"/>
                <a:gd name="GluePoint8Y" fmla="*/ 43 h 256"/>
                <a:gd name="GluePoint9X" fmla="*/ 140 w 281"/>
                <a:gd name="GluePoint9Y" fmla="*/ 8 h 256"/>
                <a:gd name="GluePoint10X" fmla="*/ 225 w 281"/>
                <a:gd name="GluePoint10Y" fmla="*/ 43 h 256"/>
                <a:gd name="GluePoint11X" fmla="*/ 225 w 281"/>
                <a:gd name="GluePoint11Y" fmla="*/ 212 h 256"/>
                <a:gd name="GluePoint12X" fmla="*/ 140 w 281"/>
                <a:gd name="GluePoint12Y" fmla="*/ 248 h 256"/>
                <a:gd name="GluePoint13X" fmla="*/ 55 w 281"/>
                <a:gd name="GluePoint13Y" fmla="*/ 212 h 256"/>
                <a:gd name="GluePoint14X" fmla="*/ 55 w 281"/>
                <a:gd name="GluePoint14Y" fmla="*/ 43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281" h="256">
                  <a:moveTo>
                    <a:pt x="231" y="218"/>
                  </a:moveTo>
                  <a:cubicBezTo>
                    <a:pt x="281" y="168"/>
                    <a:pt x="281" y="87"/>
                    <a:pt x="231" y="37"/>
                  </a:cubicBezTo>
                  <a:cubicBezTo>
                    <a:pt x="207" y="13"/>
                    <a:pt x="175" y="0"/>
                    <a:pt x="140" y="0"/>
                  </a:cubicBezTo>
                  <a:cubicBezTo>
                    <a:pt x="106" y="0"/>
                    <a:pt x="74" y="13"/>
                    <a:pt x="50" y="37"/>
                  </a:cubicBezTo>
                  <a:cubicBezTo>
                    <a:pt x="0" y="87"/>
                    <a:pt x="0" y="168"/>
                    <a:pt x="50" y="218"/>
                  </a:cubicBezTo>
                  <a:cubicBezTo>
                    <a:pt x="74" y="242"/>
                    <a:pt x="106" y="256"/>
                    <a:pt x="140" y="256"/>
                  </a:cubicBezTo>
                  <a:cubicBezTo>
                    <a:pt x="175" y="256"/>
                    <a:pt x="207" y="242"/>
                    <a:pt x="231" y="218"/>
                  </a:cubicBezTo>
                  <a:close/>
                  <a:moveTo>
                    <a:pt x="55" y="43"/>
                  </a:moveTo>
                  <a:cubicBezTo>
                    <a:pt x="78" y="20"/>
                    <a:pt x="108" y="8"/>
                    <a:pt x="140" y="8"/>
                  </a:cubicBezTo>
                  <a:cubicBezTo>
                    <a:pt x="172" y="8"/>
                    <a:pt x="203" y="20"/>
                    <a:pt x="225" y="43"/>
                  </a:cubicBezTo>
                  <a:cubicBezTo>
                    <a:pt x="272" y="90"/>
                    <a:pt x="272" y="166"/>
                    <a:pt x="225" y="212"/>
                  </a:cubicBezTo>
                  <a:cubicBezTo>
                    <a:pt x="203" y="235"/>
                    <a:pt x="172" y="248"/>
                    <a:pt x="140" y="248"/>
                  </a:cubicBezTo>
                  <a:cubicBezTo>
                    <a:pt x="108" y="248"/>
                    <a:pt x="78" y="235"/>
                    <a:pt x="55" y="212"/>
                  </a:cubicBezTo>
                  <a:cubicBezTo>
                    <a:pt x="9" y="166"/>
                    <a:pt x="9" y="90"/>
                    <a:pt x="55" y="4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75" name="Freeform 16"/>
            <p:cNvSpPr/>
            <p:nvPr/>
          </p:nvSpPr>
          <p:spPr>
            <a:xfrm>
              <a:off x="2591640" y="1380960"/>
              <a:ext cx="51840" cy="4752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47520"/>
                <a:gd name="textAreaBottom" fmla="*/ 47880 h 47520"/>
                <a:gd name="GluePoint1X" fmla="*/ 22 w 44"/>
                <a:gd name="GluePoint1Y" fmla="*/ 0 h 40"/>
                <a:gd name="GluePoint2X" fmla="*/ 8 w 44"/>
                <a:gd name="GluePoint2Y" fmla="*/ 5 h 40"/>
                <a:gd name="GluePoint3X" fmla="*/ 8 w 44"/>
                <a:gd name="GluePoint3Y" fmla="*/ 34 h 40"/>
                <a:gd name="GluePoint4X" fmla="*/ 22 w 44"/>
                <a:gd name="GluePoint4Y" fmla="*/ 40 h 40"/>
                <a:gd name="GluePoint5X" fmla="*/ 36 w 44"/>
                <a:gd name="GluePoint5Y" fmla="*/ 34 h 40"/>
                <a:gd name="GluePoint6X" fmla="*/ 36 w 44"/>
                <a:gd name="GluePoint6Y" fmla="*/ 5 h 40"/>
                <a:gd name="GluePoint7X" fmla="*/ 22 w 44"/>
                <a:gd name="GluePoint7Y" fmla="*/ 0 h 40"/>
                <a:gd name="GluePoint8X" fmla="*/ 31 w 44"/>
                <a:gd name="GluePoint8Y" fmla="*/ 28 h 40"/>
                <a:gd name="GluePoint9X" fmla="*/ 14 w 44"/>
                <a:gd name="GluePoint9Y" fmla="*/ 28 h 40"/>
                <a:gd name="GluePoint10X" fmla="*/ 14 w 44"/>
                <a:gd name="GluePoint10Y" fmla="*/ 11 h 40"/>
                <a:gd name="GluePoint11X" fmla="*/ 22 w 44"/>
                <a:gd name="GluePoint11Y" fmla="*/ 8 h 40"/>
                <a:gd name="GluePoint12X" fmla="*/ 31 w 44"/>
                <a:gd name="GluePoint12Y" fmla="*/ 11 h 40"/>
                <a:gd name="GluePoint13X" fmla="*/ 31 w 44"/>
                <a:gd name="GluePoint13Y" fmla="*/ 28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4" h="40">
                  <a:moveTo>
                    <a:pt x="22" y="0"/>
                  </a:moveTo>
                  <a:cubicBezTo>
                    <a:pt x="17" y="0"/>
                    <a:pt x="12" y="2"/>
                    <a:pt x="8" y="5"/>
                  </a:cubicBezTo>
                  <a:cubicBezTo>
                    <a:pt x="0" y="13"/>
                    <a:pt x="0" y="26"/>
                    <a:pt x="8" y="34"/>
                  </a:cubicBezTo>
                  <a:cubicBezTo>
                    <a:pt x="12" y="38"/>
                    <a:pt x="17" y="40"/>
                    <a:pt x="22" y="40"/>
                  </a:cubicBezTo>
                  <a:cubicBezTo>
                    <a:pt x="28" y="40"/>
                    <a:pt x="33" y="38"/>
                    <a:pt x="36" y="34"/>
                  </a:cubicBezTo>
                  <a:cubicBezTo>
                    <a:pt x="44" y="26"/>
                    <a:pt x="44" y="13"/>
                    <a:pt x="36" y="5"/>
                  </a:cubicBezTo>
                  <a:cubicBezTo>
                    <a:pt x="33" y="2"/>
                    <a:pt x="28" y="0"/>
                    <a:pt x="22" y="0"/>
                  </a:cubicBezTo>
                  <a:close/>
                  <a:moveTo>
                    <a:pt x="31" y="28"/>
                  </a:moveTo>
                  <a:cubicBezTo>
                    <a:pt x="26" y="33"/>
                    <a:pt x="18" y="33"/>
                    <a:pt x="14" y="28"/>
                  </a:cubicBezTo>
                  <a:cubicBezTo>
                    <a:pt x="9" y="23"/>
                    <a:pt x="9" y="16"/>
                    <a:pt x="14" y="11"/>
                  </a:cubicBezTo>
                  <a:cubicBezTo>
                    <a:pt x="16" y="9"/>
                    <a:pt x="19" y="8"/>
                    <a:pt x="22" y="8"/>
                  </a:cubicBezTo>
                  <a:cubicBezTo>
                    <a:pt x="26" y="8"/>
                    <a:pt x="29" y="9"/>
                    <a:pt x="31" y="11"/>
                  </a:cubicBezTo>
                  <a:cubicBezTo>
                    <a:pt x="35" y="16"/>
                    <a:pt x="35" y="23"/>
                    <a:pt x="3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76" name="Freeform 17"/>
            <p:cNvSpPr/>
            <p:nvPr/>
          </p:nvSpPr>
          <p:spPr>
            <a:xfrm>
              <a:off x="2531160" y="1342800"/>
              <a:ext cx="153000" cy="147600"/>
            </a:xfrm>
            <a:custGeom>
              <a:avLst/>
              <a:gdLst>
                <a:gd name="textAreaLeft" fmla="*/ 0 w 153000"/>
                <a:gd name="textAreaRight" fmla="*/ 153360 w 153000"/>
                <a:gd name="textAreaTop" fmla="*/ 0 h 147600"/>
                <a:gd name="textAreaBottom" fmla="*/ 147960 h 147600"/>
                <a:gd name="GluePoint1X" fmla="*/ 110 w 130"/>
                <a:gd name="GluePoint1Y" fmla="*/ 15 h 125"/>
                <a:gd name="GluePoint2X" fmla="*/ 73 w 130"/>
                <a:gd name="GluePoint2Y" fmla="*/ 0 h 125"/>
                <a:gd name="GluePoint3X" fmla="*/ 37 w 130"/>
                <a:gd name="GluePoint3Y" fmla="*/ 15 h 125"/>
                <a:gd name="GluePoint4X" fmla="*/ 1 w 130"/>
                <a:gd name="GluePoint4Y" fmla="*/ 119 h 125"/>
                <a:gd name="GluePoint5X" fmla="*/ 0 w 130"/>
                <a:gd name="GluePoint5Y" fmla="*/ 125 h 125"/>
                <a:gd name="GluePoint6X" fmla="*/ 6 w 130"/>
                <a:gd name="GluePoint6Y" fmla="*/ 124 h 125"/>
                <a:gd name="GluePoint7X" fmla="*/ 110 w 130"/>
                <a:gd name="GluePoint7Y" fmla="*/ 88 h 125"/>
                <a:gd name="GluePoint8X" fmla="*/ 110 w 130"/>
                <a:gd name="GluePoint8Y" fmla="*/ 15 h 125"/>
                <a:gd name="GluePoint9X" fmla="*/ 10 w 130"/>
                <a:gd name="GluePoint9Y" fmla="*/ 115 h 125"/>
                <a:gd name="GluePoint10X" fmla="*/ 42 w 130"/>
                <a:gd name="GluePoint10Y" fmla="*/ 20 h 125"/>
                <a:gd name="GluePoint11X" fmla="*/ 73 w 130"/>
                <a:gd name="GluePoint11Y" fmla="*/ 8 h 125"/>
                <a:gd name="GluePoint12X" fmla="*/ 104 w 130"/>
                <a:gd name="GluePoint12Y" fmla="*/ 20 h 125"/>
                <a:gd name="GluePoint13X" fmla="*/ 104 w 130"/>
                <a:gd name="GluePoint13Y" fmla="*/ 83 h 125"/>
                <a:gd name="GluePoint14X" fmla="*/ 10 w 130"/>
                <a:gd name="GluePoint14Y" fmla="*/ 115 h 1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30" h="125">
                  <a:moveTo>
                    <a:pt x="110" y="15"/>
                  </a:moveTo>
                  <a:cubicBezTo>
                    <a:pt x="100" y="5"/>
                    <a:pt x="87" y="0"/>
                    <a:pt x="73" y="0"/>
                  </a:cubicBezTo>
                  <a:cubicBezTo>
                    <a:pt x="59" y="0"/>
                    <a:pt x="46" y="5"/>
                    <a:pt x="37" y="15"/>
                  </a:cubicBezTo>
                  <a:cubicBezTo>
                    <a:pt x="17" y="34"/>
                    <a:pt x="2" y="115"/>
                    <a:pt x="1" y="119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6" y="124"/>
                    <a:pt x="6" y="124"/>
                    <a:pt x="6" y="124"/>
                  </a:cubicBezTo>
                  <a:cubicBezTo>
                    <a:pt x="10" y="123"/>
                    <a:pt x="91" y="108"/>
                    <a:pt x="110" y="88"/>
                  </a:cubicBezTo>
                  <a:cubicBezTo>
                    <a:pt x="130" y="68"/>
                    <a:pt x="130" y="35"/>
                    <a:pt x="110" y="15"/>
                  </a:cubicBezTo>
                  <a:close/>
                  <a:moveTo>
                    <a:pt x="10" y="115"/>
                  </a:moveTo>
                  <a:cubicBezTo>
                    <a:pt x="16" y="88"/>
                    <a:pt x="29" y="34"/>
                    <a:pt x="42" y="20"/>
                  </a:cubicBezTo>
                  <a:cubicBezTo>
                    <a:pt x="51" y="12"/>
                    <a:pt x="62" y="8"/>
                    <a:pt x="73" y="8"/>
                  </a:cubicBezTo>
                  <a:cubicBezTo>
                    <a:pt x="85" y="8"/>
                    <a:pt x="96" y="12"/>
                    <a:pt x="104" y="20"/>
                  </a:cubicBezTo>
                  <a:cubicBezTo>
                    <a:pt x="122" y="38"/>
                    <a:pt x="122" y="66"/>
                    <a:pt x="104" y="83"/>
                  </a:cubicBezTo>
                  <a:cubicBezTo>
                    <a:pt x="91" y="96"/>
                    <a:pt x="37" y="109"/>
                    <a:pt x="10" y="1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77" name="Группа 409"/>
          <p:cNvGrpSpPr/>
          <p:nvPr/>
        </p:nvGrpSpPr>
        <p:grpSpPr>
          <a:xfrm>
            <a:off x="6394320" y="1252800"/>
            <a:ext cx="302760" cy="302400"/>
            <a:chOff x="6394320" y="1252800"/>
            <a:chExt cx="302760" cy="302400"/>
          </a:xfrm>
        </p:grpSpPr>
        <p:sp>
          <p:nvSpPr>
            <p:cNvPr id="3678" name="Freeform 18"/>
            <p:cNvSpPr/>
            <p:nvPr/>
          </p:nvSpPr>
          <p:spPr>
            <a:xfrm>
              <a:off x="6417000" y="1290960"/>
              <a:ext cx="280080" cy="1800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180000"/>
                <a:gd name="textAreaBottom" fmla="*/ 180360 h 180000"/>
                <a:gd name="GluePoint1X" fmla="*/ 207 w 236"/>
                <a:gd name="GluePoint1Y" fmla="*/ 80 h 152"/>
                <a:gd name="GluePoint2X" fmla="*/ 124 w 236"/>
                <a:gd name="GluePoint2Y" fmla="*/ 8 h 152"/>
                <a:gd name="GluePoint3X" fmla="*/ 101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40 w 236"/>
                <a:gd name="GluePoint9Y" fmla="*/ 144 h 152"/>
                <a:gd name="GluePoint10X" fmla="*/ 8 w 236"/>
                <a:gd name="GluePoint10Y" fmla="*/ 112 h 152"/>
                <a:gd name="GluePoint11X" fmla="*/ 40 w 236"/>
                <a:gd name="GluePoint11Y" fmla="*/ 76 h 152"/>
                <a:gd name="GluePoint12X" fmla="*/ 51 w 236"/>
                <a:gd name="GluePoint12Y" fmla="*/ 76 h 152"/>
                <a:gd name="GluePoint13X" fmla="*/ 51 w 236"/>
                <a:gd name="GluePoint13Y" fmla="*/ 72 h 152"/>
                <a:gd name="GluePoint14X" fmla="*/ 124 w 236"/>
                <a:gd name="GluePoint14Y" fmla="*/ 16 h 152"/>
                <a:gd name="GluePoint15X" fmla="*/ 200 w 236"/>
                <a:gd name="GluePoint15Y" fmla="*/ 84 h 152"/>
                <a:gd name="GluePoint16X" fmla="*/ 200 w 236"/>
                <a:gd name="GluePoint16Y" fmla="*/ 88 h 152"/>
                <a:gd name="GluePoint17X" fmla="*/ 204 w 236"/>
                <a:gd name="GluePoint17Y" fmla="*/ 88 h 152"/>
                <a:gd name="GluePoint18X" fmla="*/ 228 w 236"/>
                <a:gd name="GluePoint18Y" fmla="*/ 120 h 152"/>
                <a:gd name="GluePoint19X" fmla="*/ 204 w 236"/>
                <a:gd name="GluePoint19Y" fmla="*/ 144 h 152"/>
                <a:gd name="GluePoint20X" fmla="*/ 204 w 236"/>
                <a:gd name="GluePoint20Y" fmla="*/ 152 h 152"/>
                <a:gd name="GluePoint21X" fmla="*/ 236 w 236"/>
                <a:gd name="GluePoint21Y" fmla="*/ 120 h 152"/>
                <a:gd name="GluePoint22X" fmla="*/ 207 w 236"/>
                <a:gd name="GluePoint22Y" fmla="*/ 80 h 152"/>
                <a:gd name="GluePoint23X" fmla="*/ 44 w 236"/>
                <a:gd name="GluePoint23Y" fmla="*/ 68 h 152"/>
                <a:gd name="GluePoint24X" fmla="*/ 40 w 236"/>
                <a:gd name="GluePoint24Y" fmla="*/ 68 h 152"/>
                <a:gd name="GluePoint25X" fmla="*/ 23 w 236"/>
                <a:gd name="GluePoint25Y" fmla="*/ 71 h 152"/>
                <a:gd name="GluePoint26X" fmla="*/ 20 w 236"/>
                <a:gd name="GluePoint26Y" fmla="*/ 56 h 152"/>
                <a:gd name="GluePoint27X" fmla="*/ 68 w 236"/>
                <a:gd name="GluePoint27Y" fmla="*/ 8 h 152"/>
                <a:gd name="GluePoint28X" fmla="*/ 91 w 236"/>
                <a:gd name="GluePoint28Y" fmla="*/ 14 h 152"/>
                <a:gd name="GluePoint29X" fmla="*/ 44 w 236"/>
                <a:gd name="GluePoint29Y" fmla="*/ 68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236" h="152">
                  <a:moveTo>
                    <a:pt x="207" y="80"/>
                  </a:moveTo>
                  <a:cubicBezTo>
                    <a:pt x="205" y="40"/>
                    <a:pt x="168" y="8"/>
                    <a:pt x="124" y="8"/>
                  </a:cubicBezTo>
                  <a:cubicBezTo>
                    <a:pt x="116" y="8"/>
                    <a:pt x="108" y="9"/>
                    <a:pt x="101" y="11"/>
                  </a:cubicBezTo>
                  <a:cubicBezTo>
                    <a:pt x="91" y="3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4"/>
                    <a:pt x="13" y="70"/>
                    <a:pt x="17" y="76"/>
                  </a:cubicBezTo>
                  <a:cubicBezTo>
                    <a:pt x="6" y="84"/>
                    <a:pt x="0" y="97"/>
                    <a:pt x="0" y="112"/>
                  </a:cubicBezTo>
                  <a:cubicBezTo>
                    <a:pt x="0" y="135"/>
                    <a:pt x="16" y="152"/>
                    <a:pt x="40" y="152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0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58" y="39"/>
                    <a:pt x="88" y="16"/>
                    <a:pt x="124" y="16"/>
                  </a:cubicBezTo>
                  <a:cubicBezTo>
                    <a:pt x="165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4"/>
                    <a:pt x="228" y="120"/>
                  </a:cubicBezTo>
                  <a:cubicBezTo>
                    <a:pt x="228" y="134"/>
                    <a:pt x="218" y="144"/>
                    <a:pt x="204" y="144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2" y="152"/>
                    <a:pt x="236" y="138"/>
                    <a:pt x="236" y="120"/>
                  </a:cubicBezTo>
                  <a:cubicBezTo>
                    <a:pt x="236" y="102"/>
                    <a:pt x="224" y="82"/>
                    <a:pt x="207" y="80"/>
                  </a:cubicBezTo>
                  <a:close/>
                  <a:moveTo>
                    <a:pt x="44" y="68"/>
                  </a:move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8" y="69"/>
                    <a:pt x="23" y="71"/>
                  </a:cubicBezTo>
                  <a:cubicBezTo>
                    <a:pt x="21" y="66"/>
                    <a:pt x="20" y="62"/>
                    <a:pt x="20" y="56"/>
                  </a:cubicBezTo>
                  <a:cubicBezTo>
                    <a:pt x="20" y="29"/>
                    <a:pt x="41" y="8"/>
                    <a:pt x="68" y="8"/>
                  </a:cubicBezTo>
                  <a:cubicBezTo>
                    <a:pt x="76" y="8"/>
                    <a:pt x="84" y="10"/>
                    <a:pt x="91" y="14"/>
                  </a:cubicBezTo>
                  <a:cubicBezTo>
                    <a:pt x="68" y="23"/>
                    <a:pt x="50" y="43"/>
                    <a:pt x="44" y="6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79" name="Rectangle 19"/>
            <p:cNvSpPr/>
            <p:nvPr/>
          </p:nvSpPr>
          <p:spPr>
            <a:xfrm>
              <a:off x="6394320" y="135288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80" name="Rectangle 20"/>
            <p:cNvSpPr/>
            <p:nvPr/>
          </p:nvSpPr>
          <p:spPr>
            <a:xfrm>
              <a:off x="6492960" y="1252800"/>
              <a:ext cx="9360" cy="27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81" name="Freeform 21"/>
            <p:cNvSpPr/>
            <p:nvPr/>
          </p:nvSpPr>
          <p:spPr>
            <a:xfrm>
              <a:off x="6409800" y="1268280"/>
              <a:ext cx="33480" cy="34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34920"/>
                <a:gd name="textAreaBottom" fmla="*/ 35280 h 34920"/>
                <a:gd name="GluePoint1X" fmla="*/ 4 w 24"/>
                <a:gd name="GluePoint1Y" fmla="*/ 0 h 25"/>
                <a:gd name="GluePoint2X" fmla="*/ 24 w 24"/>
                <a:gd name="GluePoint2Y" fmla="*/ 20 h 25"/>
                <a:gd name="GluePoint3X" fmla="*/ 20 w 24"/>
                <a:gd name="GluePoint3Y" fmla="*/ 25 h 25"/>
                <a:gd name="GluePoint4X" fmla="*/ 0 w 24"/>
                <a:gd name="GluePoint4Y" fmla="*/ 4 h 25"/>
                <a:gd name="GluePoint5X" fmla="*/ 4 w 24"/>
                <a:gd name="GluePoint5Y" fmla="*/ 0 h 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4" h="25">
                  <a:moveTo>
                    <a:pt x="4" y="0"/>
                  </a:moveTo>
                  <a:lnTo>
                    <a:pt x="24" y="20"/>
                  </a:lnTo>
                  <a:lnTo>
                    <a:pt x="20" y="25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7640" bIns="17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82" name="Freeform 22"/>
            <p:cNvSpPr/>
            <p:nvPr/>
          </p:nvSpPr>
          <p:spPr>
            <a:xfrm>
              <a:off x="6402960" y="1499400"/>
              <a:ext cx="169920" cy="5580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55800"/>
                <a:gd name="textAreaBottom" fmla="*/ 56160 h 55800"/>
                <a:gd name="GluePoint1X" fmla="*/ 120 w 144"/>
                <a:gd name="GluePoint1Y" fmla="*/ 40 h 48"/>
                <a:gd name="GluePoint2X" fmla="*/ 104 w 144"/>
                <a:gd name="GluePoint2Y" fmla="*/ 24 h 48"/>
                <a:gd name="GluePoint3X" fmla="*/ 96 w 144"/>
                <a:gd name="GluePoint3Y" fmla="*/ 24 h 48"/>
                <a:gd name="GluePoint4X" fmla="*/ 120 w 144"/>
                <a:gd name="GluePoint4Y" fmla="*/ 48 h 48"/>
                <a:gd name="GluePoint5X" fmla="*/ 144 w 144"/>
                <a:gd name="GluePoint5Y" fmla="*/ 24 h 48"/>
                <a:gd name="GluePoint6X" fmla="*/ 120 w 144"/>
                <a:gd name="GluePoint6Y" fmla="*/ 0 h 48"/>
                <a:gd name="GluePoint7X" fmla="*/ 0 w 144"/>
                <a:gd name="GluePoint7Y" fmla="*/ 0 h 48"/>
                <a:gd name="GluePoint8X" fmla="*/ 0 w 144"/>
                <a:gd name="GluePoint8Y" fmla="*/ 8 h 48"/>
                <a:gd name="GluePoint9X" fmla="*/ 120 w 144"/>
                <a:gd name="GluePoint9Y" fmla="*/ 8 h 48"/>
                <a:gd name="GluePoint10X" fmla="*/ 136 w 144"/>
                <a:gd name="GluePoint10Y" fmla="*/ 24 h 48"/>
                <a:gd name="GluePoint11X" fmla="*/ 120 w 144"/>
                <a:gd name="GluePoint11Y" fmla="*/ 40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44" h="48">
                  <a:moveTo>
                    <a:pt x="120" y="40"/>
                  </a:moveTo>
                  <a:cubicBezTo>
                    <a:pt x="111" y="40"/>
                    <a:pt x="104" y="32"/>
                    <a:pt x="104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6" y="37"/>
                    <a:pt x="106" y="48"/>
                    <a:pt x="120" y="48"/>
                  </a:cubicBezTo>
                  <a:cubicBezTo>
                    <a:pt x="133" y="48"/>
                    <a:pt x="144" y="37"/>
                    <a:pt x="144" y="24"/>
                  </a:cubicBezTo>
                  <a:cubicBezTo>
                    <a:pt x="144" y="10"/>
                    <a:pt x="133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28" y="8"/>
                    <a:pt x="136" y="15"/>
                    <a:pt x="136" y="24"/>
                  </a:cubicBezTo>
                  <a:cubicBezTo>
                    <a:pt x="136" y="32"/>
                    <a:pt x="128" y="40"/>
                    <a:pt x="120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83" name="Freeform 23"/>
            <p:cNvSpPr/>
            <p:nvPr/>
          </p:nvSpPr>
          <p:spPr>
            <a:xfrm>
              <a:off x="6412680" y="1433160"/>
              <a:ext cx="222120" cy="55800"/>
            </a:xfrm>
            <a:custGeom>
              <a:avLst/>
              <a:gdLst>
                <a:gd name="textAreaLeft" fmla="*/ 0 w 222120"/>
                <a:gd name="textAreaRight" fmla="*/ 222480 w 222120"/>
                <a:gd name="textAreaTop" fmla="*/ 0 h 55800"/>
                <a:gd name="textAreaBottom" fmla="*/ 56160 h 55800"/>
                <a:gd name="GluePoint1X" fmla="*/ 164 w 188"/>
                <a:gd name="GluePoint1Y" fmla="*/ 40 h 48"/>
                <a:gd name="GluePoint2X" fmla="*/ 0 w 188"/>
                <a:gd name="GluePoint2Y" fmla="*/ 40 h 48"/>
                <a:gd name="GluePoint3X" fmla="*/ 0 w 188"/>
                <a:gd name="GluePoint3Y" fmla="*/ 48 h 48"/>
                <a:gd name="GluePoint4X" fmla="*/ 164 w 188"/>
                <a:gd name="GluePoint4Y" fmla="*/ 48 h 48"/>
                <a:gd name="GluePoint5X" fmla="*/ 188 w 188"/>
                <a:gd name="GluePoint5Y" fmla="*/ 24 h 48"/>
                <a:gd name="GluePoint6X" fmla="*/ 164 w 188"/>
                <a:gd name="GluePoint6Y" fmla="*/ 0 h 48"/>
                <a:gd name="GluePoint7X" fmla="*/ 140 w 188"/>
                <a:gd name="GluePoint7Y" fmla="*/ 24 h 48"/>
                <a:gd name="GluePoint8X" fmla="*/ 148 w 188"/>
                <a:gd name="GluePoint8Y" fmla="*/ 24 h 48"/>
                <a:gd name="GluePoint9X" fmla="*/ 164 w 188"/>
                <a:gd name="GluePoint9Y" fmla="*/ 8 h 48"/>
                <a:gd name="GluePoint10X" fmla="*/ 180 w 188"/>
                <a:gd name="GluePoint10Y" fmla="*/ 24 h 48"/>
                <a:gd name="GluePoint11X" fmla="*/ 164 w 188"/>
                <a:gd name="GluePoint11Y" fmla="*/ 40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88" h="48">
                  <a:moveTo>
                    <a:pt x="164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77" y="48"/>
                    <a:pt x="188" y="37"/>
                    <a:pt x="188" y="24"/>
                  </a:cubicBezTo>
                  <a:cubicBezTo>
                    <a:pt x="188" y="10"/>
                    <a:pt x="177" y="0"/>
                    <a:pt x="164" y="0"/>
                  </a:cubicBezTo>
                  <a:cubicBezTo>
                    <a:pt x="150" y="0"/>
                    <a:pt x="140" y="10"/>
                    <a:pt x="140" y="24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8" y="15"/>
                    <a:pt x="155" y="8"/>
                    <a:pt x="164" y="8"/>
                  </a:cubicBezTo>
                  <a:cubicBezTo>
                    <a:pt x="172" y="8"/>
                    <a:pt x="180" y="15"/>
                    <a:pt x="180" y="24"/>
                  </a:cubicBezTo>
                  <a:cubicBezTo>
                    <a:pt x="180" y="32"/>
                    <a:pt x="172" y="40"/>
                    <a:pt x="164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84" name="Группа 401"/>
          <p:cNvGrpSpPr/>
          <p:nvPr/>
        </p:nvGrpSpPr>
        <p:grpSpPr>
          <a:xfrm>
            <a:off x="3236760" y="1252800"/>
            <a:ext cx="331920" cy="302400"/>
            <a:chOff x="3236760" y="1252800"/>
            <a:chExt cx="331920" cy="302400"/>
          </a:xfrm>
        </p:grpSpPr>
        <p:sp>
          <p:nvSpPr>
            <p:cNvPr id="3685" name="Freeform 24"/>
            <p:cNvSpPr/>
            <p:nvPr/>
          </p:nvSpPr>
          <p:spPr>
            <a:xfrm>
              <a:off x="3236760" y="1252800"/>
              <a:ext cx="331920" cy="302400"/>
            </a:xfrm>
            <a:custGeom>
              <a:avLst/>
              <a:gdLst>
                <a:gd name="textAreaLeft" fmla="*/ 0 w 331920"/>
                <a:gd name="textAreaRight" fmla="*/ 332280 w 331920"/>
                <a:gd name="textAreaTop" fmla="*/ 0 h 302400"/>
                <a:gd name="textAreaBottom" fmla="*/ 302760 h 302400"/>
                <a:gd name="GluePoint1X" fmla="*/ 141 w 281"/>
                <a:gd name="GluePoint1Y" fmla="*/ 0 h 256"/>
                <a:gd name="GluePoint2X" fmla="*/ 50 w 281"/>
                <a:gd name="GluePoint2Y" fmla="*/ 37 h 256"/>
                <a:gd name="GluePoint3X" fmla="*/ 50 w 281"/>
                <a:gd name="GluePoint3Y" fmla="*/ 218 h 256"/>
                <a:gd name="GluePoint4X" fmla="*/ 141 w 281"/>
                <a:gd name="GluePoint4Y" fmla="*/ 256 h 256"/>
                <a:gd name="GluePoint5X" fmla="*/ 231 w 281"/>
                <a:gd name="GluePoint5Y" fmla="*/ 218 h 256"/>
                <a:gd name="GluePoint6X" fmla="*/ 231 w 281"/>
                <a:gd name="GluePoint6Y" fmla="*/ 37 h 256"/>
                <a:gd name="GluePoint7X" fmla="*/ 141 w 281"/>
                <a:gd name="GluePoint7Y" fmla="*/ 0 h 256"/>
                <a:gd name="GluePoint8X" fmla="*/ 225 w 281"/>
                <a:gd name="GluePoint8Y" fmla="*/ 212 h 256"/>
                <a:gd name="GluePoint9X" fmla="*/ 141 w 281"/>
                <a:gd name="GluePoint9Y" fmla="*/ 248 h 256"/>
                <a:gd name="GluePoint10X" fmla="*/ 56 w 281"/>
                <a:gd name="GluePoint10Y" fmla="*/ 212 h 256"/>
                <a:gd name="GluePoint11X" fmla="*/ 56 w 281"/>
                <a:gd name="GluePoint11Y" fmla="*/ 43 h 256"/>
                <a:gd name="GluePoint12X" fmla="*/ 141 w 281"/>
                <a:gd name="GluePoint12Y" fmla="*/ 8 h 256"/>
                <a:gd name="GluePoint13X" fmla="*/ 225 w 281"/>
                <a:gd name="GluePoint13Y" fmla="*/ 43 h 256"/>
                <a:gd name="GluePoint14X" fmla="*/ 225 w 281"/>
                <a:gd name="GluePoint14Y" fmla="*/ 21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281" h="256">
                  <a:moveTo>
                    <a:pt x="141" y="0"/>
                  </a:moveTo>
                  <a:cubicBezTo>
                    <a:pt x="106" y="0"/>
                    <a:pt x="74" y="13"/>
                    <a:pt x="50" y="37"/>
                  </a:cubicBezTo>
                  <a:cubicBezTo>
                    <a:pt x="0" y="87"/>
                    <a:pt x="0" y="168"/>
                    <a:pt x="50" y="218"/>
                  </a:cubicBezTo>
                  <a:cubicBezTo>
                    <a:pt x="74" y="242"/>
                    <a:pt x="106" y="256"/>
                    <a:pt x="141" y="256"/>
                  </a:cubicBezTo>
                  <a:cubicBezTo>
                    <a:pt x="175" y="256"/>
                    <a:pt x="207" y="242"/>
                    <a:pt x="231" y="218"/>
                  </a:cubicBezTo>
                  <a:cubicBezTo>
                    <a:pt x="281" y="168"/>
                    <a:pt x="281" y="87"/>
                    <a:pt x="231" y="37"/>
                  </a:cubicBezTo>
                  <a:cubicBezTo>
                    <a:pt x="207" y="13"/>
                    <a:pt x="175" y="0"/>
                    <a:pt x="141" y="0"/>
                  </a:cubicBezTo>
                  <a:close/>
                  <a:moveTo>
                    <a:pt x="225" y="212"/>
                  </a:moveTo>
                  <a:cubicBezTo>
                    <a:pt x="203" y="235"/>
                    <a:pt x="173" y="248"/>
                    <a:pt x="141" y="248"/>
                  </a:cubicBezTo>
                  <a:cubicBezTo>
                    <a:pt x="109" y="248"/>
                    <a:pt x="78" y="235"/>
                    <a:pt x="56" y="212"/>
                  </a:cubicBezTo>
                  <a:cubicBezTo>
                    <a:pt x="9" y="166"/>
                    <a:pt x="9" y="90"/>
                    <a:pt x="56" y="43"/>
                  </a:cubicBezTo>
                  <a:cubicBezTo>
                    <a:pt x="78" y="20"/>
                    <a:pt x="109" y="8"/>
                    <a:pt x="141" y="8"/>
                  </a:cubicBezTo>
                  <a:cubicBezTo>
                    <a:pt x="173" y="8"/>
                    <a:pt x="203" y="20"/>
                    <a:pt x="225" y="43"/>
                  </a:cubicBezTo>
                  <a:cubicBezTo>
                    <a:pt x="272" y="90"/>
                    <a:pt x="272" y="166"/>
                    <a:pt x="225" y="21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86" name="Freeform 25"/>
            <p:cNvSpPr/>
            <p:nvPr/>
          </p:nvSpPr>
          <p:spPr>
            <a:xfrm>
              <a:off x="3377520" y="1380960"/>
              <a:ext cx="51840" cy="4752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47520"/>
                <a:gd name="textAreaBottom" fmla="*/ 47880 h 47520"/>
                <a:gd name="GluePoint1X" fmla="*/ 22 w 44"/>
                <a:gd name="GluePoint1Y" fmla="*/ 0 h 40"/>
                <a:gd name="GluePoint2X" fmla="*/ 7 w 44"/>
                <a:gd name="GluePoint2Y" fmla="*/ 5 h 40"/>
                <a:gd name="GluePoint3X" fmla="*/ 7 w 44"/>
                <a:gd name="GluePoint3Y" fmla="*/ 34 h 40"/>
                <a:gd name="GluePoint4X" fmla="*/ 22 w 44"/>
                <a:gd name="GluePoint4Y" fmla="*/ 40 h 40"/>
                <a:gd name="GluePoint5X" fmla="*/ 36 w 44"/>
                <a:gd name="GluePoint5Y" fmla="*/ 34 h 40"/>
                <a:gd name="GluePoint6X" fmla="*/ 36 w 44"/>
                <a:gd name="GluePoint6Y" fmla="*/ 5 h 40"/>
                <a:gd name="GluePoint7X" fmla="*/ 22 w 44"/>
                <a:gd name="GluePoint7Y" fmla="*/ 0 h 40"/>
                <a:gd name="GluePoint8X" fmla="*/ 30 w 44"/>
                <a:gd name="GluePoint8Y" fmla="*/ 28 h 40"/>
                <a:gd name="GluePoint9X" fmla="*/ 13 w 44"/>
                <a:gd name="GluePoint9Y" fmla="*/ 28 h 40"/>
                <a:gd name="GluePoint10X" fmla="*/ 13 w 44"/>
                <a:gd name="GluePoint10Y" fmla="*/ 11 h 40"/>
                <a:gd name="GluePoint11X" fmla="*/ 22 w 44"/>
                <a:gd name="GluePoint11Y" fmla="*/ 8 h 40"/>
                <a:gd name="GluePoint12X" fmla="*/ 30 w 44"/>
                <a:gd name="GluePoint12Y" fmla="*/ 11 h 40"/>
                <a:gd name="GluePoint13X" fmla="*/ 30 w 44"/>
                <a:gd name="GluePoint13Y" fmla="*/ 28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4" h="40">
                  <a:moveTo>
                    <a:pt x="22" y="0"/>
                  </a:moveTo>
                  <a:cubicBezTo>
                    <a:pt x="16" y="0"/>
                    <a:pt x="11" y="2"/>
                    <a:pt x="7" y="5"/>
                  </a:cubicBezTo>
                  <a:cubicBezTo>
                    <a:pt x="0" y="13"/>
                    <a:pt x="0" y="26"/>
                    <a:pt x="7" y="34"/>
                  </a:cubicBezTo>
                  <a:cubicBezTo>
                    <a:pt x="11" y="38"/>
                    <a:pt x="16" y="40"/>
                    <a:pt x="22" y="40"/>
                  </a:cubicBezTo>
                  <a:cubicBezTo>
                    <a:pt x="27" y="40"/>
                    <a:pt x="32" y="38"/>
                    <a:pt x="36" y="34"/>
                  </a:cubicBezTo>
                  <a:cubicBezTo>
                    <a:pt x="44" y="26"/>
                    <a:pt x="44" y="13"/>
                    <a:pt x="36" y="5"/>
                  </a:cubicBezTo>
                  <a:cubicBezTo>
                    <a:pt x="32" y="2"/>
                    <a:pt x="27" y="0"/>
                    <a:pt x="22" y="0"/>
                  </a:cubicBezTo>
                  <a:close/>
                  <a:moveTo>
                    <a:pt x="30" y="28"/>
                  </a:moveTo>
                  <a:cubicBezTo>
                    <a:pt x="26" y="33"/>
                    <a:pt x="18" y="33"/>
                    <a:pt x="13" y="28"/>
                  </a:cubicBezTo>
                  <a:cubicBezTo>
                    <a:pt x="8" y="23"/>
                    <a:pt x="8" y="16"/>
                    <a:pt x="13" y="11"/>
                  </a:cubicBezTo>
                  <a:cubicBezTo>
                    <a:pt x="15" y="9"/>
                    <a:pt x="18" y="8"/>
                    <a:pt x="22" y="8"/>
                  </a:cubicBezTo>
                  <a:cubicBezTo>
                    <a:pt x="25" y="8"/>
                    <a:pt x="28" y="9"/>
                    <a:pt x="30" y="11"/>
                  </a:cubicBezTo>
                  <a:cubicBezTo>
                    <a:pt x="35" y="16"/>
                    <a:pt x="35" y="23"/>
                    <a:pt x="30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87" name="Freeform 26"/>
            <p:cNvSpPr/>
            <p:nvPr/>
          </p:nvSpPr>
          <p:spPr>
            <a:xfrm>
              <a:off x="3342240" y="1342800"/>
              <a:ext cx="147600" cy="14760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147600"/>
                <a:gd name="textAreaBottom" fmla="*/ 147960 h 147600"/>
                <a:gd name="GluePoint1X" fmla="*/ 88 w 125"/>
                <a:gd name="GluePoint1Y" fmla="*/ 15 h 125"/>
                <a:gd name="GluePoint2X" fmla="*/ 52 w 125"/>
                <a:gd name="GluePoint2Y" fmla="*/ 0 h 125"/>
                <a:gd name="GluePoint3X" fmla="*/ 15 w 125"/>
                <a:gd name="GluePoint3Y" fmla="*/ 15 h 125"/>
                <a:gd name="GluePoint4X" fmla="*/ 0 w 125"/>
                <a:gd name="GluePoint4Y" fmla="*/ 52 h 125"/>
                <a:gd name="GluePoint5X" fmla="*/ 15 w 125"/>
                <a:gd name="GluePoint5Y" fmla="*/ 88 h 125"/>
                <a:gd name="GluePoint6X" fmla="*/ 119 w 125"/>
                <a:gd name="GluePoint6Y" fmla="*/ 124 h 125"/>
                <a:gd name="GluePoint7X" fmla="*/ 125 w 125"/>
                <a:gd name="GluePoint7Y" fmla="*/ 125 h 125"/>
                <a:gd name="GluePoint8X" fmla="*/ 124 w 125"/>
                <a:gd name="GluePoint8Y" fmla="*/ 119 h 125"/>
                <a:gd name="GluePoint9X" fmla="*/ 88 w 125"/>
                <a:gd name="GluePoint9Y" fmla="*/ 15 h 125"/>
                <a:gd name="GluePoint10X" fmla="*/ 20 w 125"/>
                <a:gd name="GluePoint10Y" fmla="*/ 83 h 125"/>
                <a:gd name="GluePoint11X" fmla="*/ 8 w 125"/>
                <a:gd name="GluePoint11Y" fmla="*/ 52 h 125"/>
                <a:gd name="GluePoint12X" fmla="*/ 20 w 125"/>
                <a:gd name="GluePoint12Y" fmla="*/ 20 h 125"/>
                <a:gd name="GluePoint13X" fmla="*/ 52 w 125"/>
                <a:gd name="GluePoint13Y" fmla="*/ 8 h 125"/>
                <a:gd name="GluePoint14X" fmla="*/ 83 w 125"/>
                <a:gd name="GluePoint14Y" fmla="*/ 20 h 125"/>
                <a:gd name="GluePoint15X" fmla="*/ 115 w 125"/>
                <a:gd name="GluePoint15Y" fmla="*/ 115 h 125"/>
                <a:gd name="GluePoint16X" fmla="*/ 20 w 125"/>
                <a:gd name="GluePoint16Y" fmla="*/ 83 h 1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25" h="125">
                  <a:moveTo>
                    <a:pt x="88" y="15"/>
                  </a:moveTo>
                  <a:cubicBezTo>
                    <a:pt x="79" y="5"/>
                    <a:pt x="65" y="0"/>
                    <a:pt x="52" y="0"/>
                  </a:cubicBezTo>
                  <a:cubicBezTo>
                    <a:pt x="38" y="0"/>
                    <a:pt x="25" y="5"/>
                    <a:pt x="15" y="15"/>
                  </a:cubicBezTo>
                  <a:cubicBezTo>
                    <a:pt x="5" y="25"/>
                    <a:pt x="0" y="38"/>
                    <a:pt x="0" y="52"/>
                  </a:cubicBezTo>
                  <a:cubicBezTo>
                    <a:pt x="0" y="65"/>
                    <a:pt x="5" y="79"/>
                    <a:pt x="15" y="88"/>
                  </a:cubicBezTo>
                  <a:cubicBezTo>
                    <a:pt x="34" y="108"/>
                    <a:pt x="115" y="123"/>
                    <a:pt x="119" y="124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19"/>
                    <a:pt x="124" y="119"/>
                    <a:pt x="124" y="119"/>
                  </a:cubicBezTo>
                  <a:cubicBezTo>
                    <a:pt x="123" y="115"/>
                    <a:pt x="108" y="34"/>
                    <a:pt x="88" y="15"/>
                  </a:cubicBezTo>
                  <a:close/>
                  <a:moveTo>
                    <a:pt x="20" y="83"/>
                  </a:moveTo>
                  <a:cubicBezTo>
                    <a:pt x="12" y="74"/>
                    <a:pt x="8" y="63"/>
                    <a:pt x="8" y="52"/>
                  </a:cubicBezTo>
                  <a:cubicBezTo>
                    <a:pt x="8" y="40"/>
                    <a:pt x="12" y="29"/>
                    <a:pt x="20" y="20"/>
                  </a:cubicBezTo>
                  <a:cubicBezTo>
                    <a:pt x="29" y="12"/>
                    <a:pt x="40" y="8"/>
                    <a:pt x="52" y="8"/>
                  </a:cubicBezTo>
                  <a:cubicBezTo>
                    <a:pt x="63" y="8"/>
                    <a:pt x="74" y="12"/>
                    <a:pt x="83" y="20"/>
                  </a:cubicBezTo>
                  <a:cubicBezTo>
                    <a:pt x="96" y="34"/>
                    <a:pt x="109" y="88"/>
                    <a:pt x="115" y="115"/>
                  </a:cubicBezTo>
                  <a:cubicBezTo>
                    <a:pt x="88" y="109"/>
                    <a:pt x="34" y="96"/>
                    <a:pt x="20" y="8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88" name="Группа 402"/>
          <p:cNvGrpSpPr/>
          <p:nvPr/>
        </p:nvGrpSpPr>
        <p:grpSpPr>
          <a:xfrm>
            <a:off x="3645000" y="1252800"/>
            <a:ext cx="302400" cy="302400"/>
            <a:chOff x="3645000" y="1252800"/>
            <a:chExt cx="302400" cy="302400"/>
          </a:xfrm>
        </p:grpSpPr>
        <p:sp>
          <p:nvSpPr>
            <p:cNvPr id="3689" name="Freeform 27"/>
            <p:cNvSpPr/>
            <p:nvPr/>
          </p:nvSpPr>
          <p:spPr>
            <a:xfrm>
              <a:off x="3645000" y="1252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256 h 256"/>
                <a:gd name="GluePoint2X" fmla="*/ 256 w 256"/>
                <a:gd name="GluePoint2Y" fmla="*/ 128 h 256"/>
                <a:gd name="GluePoint3X" fmla="*/ 128 w 256"/>
                <a:gd name="GluePoint3Y" fmla="*/ 0 h 256"/>
                <a:gd name="GluePoint4X" fmla="*/ 0 w 256"/>
                <a:gd name="GluePoint4Y" fmla="*/ 128 h 256"/>
                <a:gd name="GluePoint5X" fmla="*/ 128 w 256"/>
                <a:gd name="GluePoint5Y" fmla="*/ 256 h 256"/>
                <a:gd name="GluePoint6X" fmla="*/ 128 w 256"/>
                <a:gd name="GluePoint6Y" fmla="*/ 8 h 256"/>
                <a:gd name="GluePoint7X" fmla="*/ 248 w 256"/>
                <a:gd name="GluePoint7Y" fmla="*/ 128 h 256"/>
                <a:gd name="GluePoint8X" fmla="*/ 128 w 256"/>
                <a:gd name="GluePoint8Y" fmla="*/ 248 h 256"/>
                <a:gd name="GluePoint9X" fmla="*/ 8 w 256"/>
                <a:gd name="GluePoint9Y" fmla="*/ 128 h 256"/>
                <a:gd name="GluePoint10X" fmla="*/ 128 w 256"/>
                <a:gd name="GluePoint10Y" fmla="*/ 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256"/>
                  </a:moveTo>
                  <a:cubicBezTo>
                    <a:pt x="198" y="256"/>
                    <a:pt x="256" y="198"/>
                    <a:pt x="256" y="128"/>
                  </a:cubicBezTo>
                  <a:cubicBezTo>
                    <a:pt x="256" y="57"/>
                    <a:pt x="198" y="0"/>
                    <a:pt x="128" y="0"/>
                  </a:cubicBezTo>
                  <a:cubicBezTo>
                    <a:pt x="57" y="0"/>
                    <a:pt x="0" y="57"/>
                    <a:pt x="0" y="128"/>
                  </a:cubicBezTo>
                  <a:cubicBezTo>
                    <a:pt x="0" y="198"/>
                    <a:pt x="57" y="256"/>
                    <a:pt x="128" y="256"/>
                  </a:cubicBezTo>
                  <a:close/>
                  <a:moveTo>
                    <a:pt x="128" y="8"/>
                  </a:moveTo>
                  <a:cubicBezTo>
                    <a:pt x="194" y="8"/>
                    <a:pt x="248" y="61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ubicBezTo>
                    <a:pt x="62" y="248"/>
                    <a:pt x="8" y="194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90" name="Freeform 28"/>
            <p:cNvSpPr/>
            <p:nvPr/>
          </p:nvSpPr>
          <p:spPr>
            <a:xfrm>
              <a:off x="3771720" y="1380960"/>
              <a:ext cx="47520" cy="475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7520"/>
                <a:gd name="textAreaBottom" fmla="*/ 47880 h 47520"/>
                <a:gd name="GluePoint1X" fmla="*/ 40 w 40"/>
                <a:gd name="GluePoint1Y" fmla="*/ 20 h 40"/>
                <a:gd name="GluePoint2X" fmla="*/ 20 w 40"/>
                <a:gd name="GluePoint2Y" fmla="*/ 0 h 40"/>
                <a:gd name="GluePoint3X" fmla="*/ 0 w 40"/>
                <a:gd name="GluePoint3Y" fmla="*/ 20 h 40"/>
                <a:gd name="GluePoint4X" fmla="*/ 20 w 40"/>
                <a:gd name="GluePoint4Y" fmla="*/ 40 h 40"/>
                <a:gd name="GluePoint5X" fmla="*/ 40 w 40"/>
                <a:gd name="GluePoint5Y" fmla="*/ 20 h 40"/>
                <a:gd name="GluePoint6X" fmla="*/ 8 w 40"/>
                <a:gd name="GluePoint6Y" fmla="*/ 20 h 40"/>
                <a:gd name="GluePoint7X" fmla="*/ 20 w 40"/>
                <a:gd name="GluePoint7Y" fmla="*/ 8 h 40"/>
                <a:gd name="GluePoint8X" fmla="*/ 32 w 40"/>
                <a:gd name="GluePoint8Y" fmla="*/ 20 h 40"/>
                <a:gd name="GluePoint9X" fmla="*/ 20 w 40"/>
                <a:gd name="GluePoint9Y" fmla="*/ 32 h 40"/>
                <a:gd name="GluePoint10X" fmla="*/ 8 w 40"/>
                <a:gd name="GluePoint10Y" fmla="*/ 2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0" h="40">
                  <a:moveTo>
                    <a:pt x="40" y="20"/>
                  </a:move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lose/>
                  <a:moveTo>
                    <a:pt x="8" y="20"/>
                  </a:moveTo>
                  <a:cubicBezTo>
                    <a:pt x="8" y="13"/>
                    <a:pt x="13" y="8"/>
                    <a:pt x="20" y="8"/>
                  </a:cubicBezTo>
                  <a:cubicBezTo>
                    <a:pt x="26" y="8"/>
                    <a:pt x="32" y="13"/>
                    <a:pt x="32" y="20"/>
                  </a:cubicBezTo>
                  <a:cubicBezTo>
                    <a:pt x="32" y="26"/>
                    <a:pt x="26" y="32"/>
                    <a:pt x="20" y="32"/>
                  </a:cubicBezTo>
                  <a:cubicBezTo>
                    <a:pt x="13" y="32"/>
                    <a:pt x="8" y="26"/>
                    <a:pt x="8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91" name="Freeform 29"/>
            <p:cNvSpPr/>
            <p:nvPr/>
          </p:nvSpPr>
          <p:spPr>
            <a:xfrm>
              <a:off x="3733920" y="1342800"/>
              <a:ext cx="123480" cy="18828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88280"/>
                <a:gd name="textAreaBottom" fmla="*/ 188640 h 188280"/>
                <a:gd name="GluePoint1X" fmla="*/ 52 w 104"/>
                <a:gd name="GluePoint1Y" fmla="*/ 159 h 159"/>
                <a:gd name="GluePoint2X" fmla="*/ 55 w 104"/>
                <a:gd name="GluePoint2Y" fmla="*/ 154 h 159"/>
                <a:gd name="GluePoint3X" fmla="*/ 104 w 104"/>
                <a:gd name="GluePoint3Y" fmla="*/ 52 h 159"/>
                <a:gd name="GluePoint4X" fmla="*/ 52 w 104"/>
                <a:gd name="GluePoint4Y" fmla="*/ 0 h 159"/>
                <a:gd name="GluePoint5X" fmla="*/ 0 w 104"/>
                <a:gd name="GluePoint5Y" fmla="*/ 52 h 159"/>
                <a:gd name="GluePoint6X" fmla="*/ 48 w 104"/>
                <a:gd name="GluePoint6Y" fmla="*/ 154 h 159"/>
                <a:gd name="GluePoint7X" fmla="*/ 52 w 104"/>
                <a:gd name="GluePoint7Y" fmla="*/ 159 h 159"/>
                <a:gd name="GluePoint8X" fmla="*/ 52 w 104"/>
                <a:gd name="GluePoint8Y" fmla="*/ 8 h 159"/>
                <a:gd name="GluePoint9X" fmla="*/ 96 w 104"/>
                <a:gd name="GluePoint9Y" fmla="*/ 52 h 159"/>
                <a:gd name="GluePoint10X" fmla="*/ 52 w 104"/>
                <a:gd name="GluePoint10Y" fmla="*/ 144 h 159"/>
                <a:gd name="GluePoint11X" fmla="*/ 8 w 104"/>
                <a:gd name="GluePoint11Y" fmla="*/ 52 h 159"/>
                <a:gd name="GluePoint12X" fmla="*/ 52 w 104"/>
                <a:gd name="GluePoint12Y" fmla="*/ 8 h 1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04" h="159">
                  <a:moveTo>
                    <a:pt x="52" y="159"/>
                  </a:moveTo>
                  <a:cubicBezTo>
                    <a:pt x="55" y="154"/>
                    <a:pt x="55" y="154"/>
                    <a:pt x="55" y="154"/>
                  </a:cubicBezTo>
                  <a:cubicBezTo>
                    <a:pt x="57" y="151"/>
                    <a:pt x="104" y="79"/>
                    <a:pt x="104" y="52"/>
                  </a:cubicBezTo>
                  <a:cubicBezTo>
                    <a:pt x="104" y="23"/>
                    <a:pt x="80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79"/>
                    <a:pt x="46" y="151"/>
                    <a:pt x="48" y="154"/>
                  </a:cubicBezTo>
                  <a:lnTo>
                    <a:pt x="52" y="159"/>
                  </a:lnTo>
                  <a:close/>
                  <a:moveTo>
                    <a:pt x="52" y="8"/>
                  </a:moveTo>
                  <a:cubicBezTo>
                    <a:pt x="76" y="8"/>
                    <a:pt x="96" y="27"/>
                    <a:pt x="96" y="52"/>
                  </a:cubicBezTo>
                  <a:cubicBezTo>
                    <a:pt x="96" y="71"/>
                    <a:pt x="67" y="121"/>
                    <a:pt x="52" y="144"/>
                  </a:cubicBezTo>
                  <a:cubicBezTo>
                    <a:pt x="37" y="121"/>
                    <a:pt x="8" y="71"/>
                    <a:pt x="8" y="52"/>
                  </a:cubicBezTo>
                  <a:cubicBezTo>
                    <a:pt x="8" y="27"/>
                    <a:pt x="27" y="8"/>
                    <a:pt x="52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92" name="Группа 403"/>
          <p:cNvGrpSpPr/>
          <p:nvPr/>
        </p:nvGrpSpPr>
        <p:grpSpPr>
          <a:xfrm>
            <a:off x="4036680" y="1252800"/>
            <a:ext cx="302400" cy="302400"/>
            <a:chOff x="4036680" y="1252800"/>
            <a:chExt cx="302400" cy="302400"/>
          </a:xfrm>
        </p:grpSpPr>
        <p:sp>
          <p:nvSpPr>
            <p:cNvPr id="3693" name="Freeform 30"/>
            <p:cNvSpPr/>
            <p:nvPr/>
          </p:nvSpPr>
          <p:spPr>
            <a:xfrm>
              <a:off x="4036680" y="1252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0 h 256"/>
                <a:gd name="GluePoint2X" fmla="*/ 37 w 256"/>
                <a:gd name="GluePoint2Y" fmla="*/ 37 h 256"/>
                <a:gd name="GluePoint3X" fmla="*/ 0 w 256"/>
                <a:gd name="GluePoint3Y" fmla="*/ 128 h 256"/>
                <a:gd name="GluePoint4X" fmla="*/ 37 w 256"/>
                <a:gd name="GluePoint4Y" fmla="*/ 218 h 256"/>
                <a:gd name="GluePoint5X" fmla="*/ 128 w 256"/>
                <a:gd name="GluePoint5Y" fmla="*/ 256 h 256"/>
                <a:gd name="GluePoint6X" fmla="*/ 218 w 256"/>
                <a:gd name="GluePoint6Y" fmla="*/ 218 h 256"/>
                <a:gd name="GluePoint7X" fmla="*/ 256 w 256"/>
                <a:gd name="GluePoint7Y" fmla="*/ 128 h 256"/>
                <a:gd name="GluePoint8X" fmla="*/ 218 w 256"/>
                <a:gd name="GluePoint8Y" fmla="*/ 37 h 256"/>
                <a:gd name="GluePoint9X" fmla="*/ 128 w 256"/>
                <a:gd name="GluePoint9Y" fmla="*/ 0 h 256"/>
                <a:gd name="GluePoint10X" fmla="*/ 213 w 256"/>
                <a:gd name="GluePoint10Y" fmla="*/ 212 h 256"/>
                <a:gd name="GluePoint11X" fmla="*/ 128 w 256"/>
                <a:gd name="GluePoint11Y" fmla="*/ 248 h 256"/>
                <a:gd name="GluePoint12X" fmla="*/ 43 w 256"/>
                <a:gd name="GluePoint12Y" fmla="*/ 212 h 256"/>
                <a:gd name="GluePoint13X" fmla="*/ 8 w 256"/>
                <a:gd name="GluePoint13Y" fmla="*/ 128 h 256"/>
                <a:gd name="GluePoint14X" fmla="*/ 43 w 256"/>
                <a:gd name="GluePoint14Y" fmla="*/ 43 h 256"/>
                <a:gd name="GluePoint15X" fmla="*/ 128 w 256"/>
                <a:gd name="GluePoint15Y" fmla="*/ 8 h 256"/>
                <a:gd name="GluePoint16X" fmla="*/ 213 w 256"/>
                <a:gd name="GluePoint16Y" fmla="*/ 43 h 256"/>
                <a:gd name="GluePoint17X" fmla="*/ 248 w 256"/>
                <a:gd name="GluePoint17Y" fmla="*/ 128 h 256"/>
                <a:gd name="GluePoint18X" fmla="*/ 213 w 256"/>
                <a:gd name="GluePoint18Y" fmla="*/ 21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94" y="0"/>
                    <a:pt x="61" y="13"/>
                    <a:pt x="37" y="37"/>
                  </a:cubicBezTo>
                  <a:cubicBezTo>
                    <a:pt x="13" y="61"/>
                    <a:pt x="0" y="93"/>
                    <a:pt x="0" y="128"/>
                  </a:cubicBezTo>
                  <a:cubicBezTo>
                    <a:pt x="0" y="162"/>
                    <a:pt x="13" y="194"/>
                    <a:pt x="37" y="218"/>
                  </a:cubicBezTo>
                  <a:cubicBezTo>
                    <a:pt x="61" y="242"/>
                    <a:pt x="94" y="256"/>
                    <a:pt x="128" y="256"/>
                  </a:cubicBezTo>
                  <a:cubicBezTo>
                    <a:pt x="162" y="256"/>
                    <a:pt x="194" y="242"/>
                    <a:pt x="218" y="218"/>
                  </a:cubicBezTo>
                  <a:cubicBezTo>
                    <a:pt x="243" y="194"/>
                    <a:pt x="256" y="162"/>
                    <a:pt x="256" y="128"/>
                  </a:cubicBezTo>
                  <a:cubicBezTo>
                    <a:pt x="256" y="93"/>
                    <a:pt x="243" y="61"/>
                    <a:pt x="218" y="37"/>
                  </a:cubicBezTo>
                  <a:cubicBezTo>
                    <a:pt x="194" y="13"/>
                    <a:pt x="162" y="0"/>
                    <a:pt x="128" y="0"/>
                  </a:cubicBezTo>
                  <a:close/>
                  <a:moveTo>
                    <a:pt x="213" y="212"/>
                  </a:moveTo>
                  <a:cubicBezTo>
                    <a:pt x="190" y="235"/>
                    <a:pt x="160" y="248"/>
                    <a:pt x="128" y="248"/>
                  </a:cubicBezTo>
                  <a:cubicBezTo>
                    <a:pt x="96" y="248"/>
                    <a:pt x="66" y="235"/>
                    <a:pt x="43" y="212"/>
                  </a:cubicBezTo>
                  <a:cubicBezTo>
                    <a:pt x="20" y="190"/>
                    <a:pt x="8" y="160"/>
                    <a:pt x="8" y="128"/>
                  </a:cubicBezTo>
                  <a:cubicBezTo>
                    <a:pt x="8" y="96"/>
                    <a:pt x="20" y="65"/>
                    <a:pt x="43" y="43"/>
                  </a:cubicBezTo>
                  <a:cubicBezTo>
                    <a:pt x="66" y="20"/>
                    <a:pt x="96" y="8"/>
                    <a:pt x="128" y="8"/>
                  </a:cubicBezTo>
                  <a:cubicBezTo>
                    <a:pt x="160" y="8"/>
                    <a:pt x="190" y="20"/>
                    <a:pt x="213" y="43"/>
                  </a:cubicBezTo>
                  <a:cubicBezTo>
                    <a:pt x="235" y="65"/>
                    <a:pt x="248" y="96"/>
                    <a:pt x="248" y="128"/>
                  </a:cubicBezTo>
                  <a:cubicBezTo>
                    <a:pt x="248" y="160"/>
                    <a:pt x="235" y="190"/>
                    <a:pt x="213" y="21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94" name="Freeform 31"/>
            <p:cNvSpPr/>
            <p:nvPr/>
          </p:nvSpPr>
          <p:spPr>
            <a:xfrm>
              <a:off x="4164840" y="1380960"/>
              <a:ext cx="47520" cy="475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7520"/>
                <a:gd name="textAreaBottom" fmla="*/ 47880 h 47520"/>
                <a:gd name="GluePoint1X" fmla="*/ 20 w 40"/>
                <a:gd name="GluePoint1Y" fmla="*/ 0 h 40"/>
                <a:gd name="GluePoint2X" fmla="*/ 6 w 40"/>
                <a:gd name="GluePoint2Y" fmla="*/ 5 h 40"/>
                <a:gd name="GluePoint3X" fmla="*/ 0 w 40"/>
                <a:gd name="GluePoint3Y" fmla="*/ 20 h 40"/>
                <a:gd name="GluePoint4X" fmla="*/ 6 w 40"/>
                <a:gd name="GluePoint4Y" fmla="*/ 34 h 40"/>
                <a:gd name="GluePoint5X" fmla="*/ 20 w 40"/>
                <a:gd name="GluePoint5Y" fmla="*/ 40 h 40"/>
                <a:gd name="GluePoint6X" fmla="*/ 34 w 40"/>
                <a:gd name="GluePoint6Y" fmla="*/ 34 h 40"/>
                <a:gd name="GluePoint7X" fmla="*/ 40 w 40"/>
                <a:gd name="GluePoint7Y" fmla="*/ 20 h 40"/>
                <a:gd name="GluePoint8X" fmla="*/ 34 w 40"/>
                <a:gd name="GluePoint8Y" fmla="*/ 5 h 40"/>
                <a:gd name="GluePoint9X" fmla="*/ 20 w 40"/>
                <a:gd name="GluePoint9Y" fmla="*/ 0 h 40"/>
                <a:gd name="GluePoint10X" fmla="*/ 28 w 40"/>
                <a:gd name="GluePoint10Y" fmla="*/ 28 h 40"/>
                <a:gd name="GluePoint11X" fmla="*/ 11 w 40"/>
                <a:gd name="GluePoint11Y" fmla="*/ 28 h 40"/>
                <a:gd name="GluePoint12X" fmla="*/ 8 w 40"/>
                <a:gd name="GluePoint12Y" fmla="*/ 20 h 40"/>
                <a:gd name="GluePoint13X" fmla="*/ 11 w 40"/>
                <a:gd name="GluePoint13Y" fmla="*/ 11 h 40"/>
                <a:gd name="GluePoint14X" fmla="*/ 20 w 40"/>
                <a:gd name="GluePoint14Y" fmla="*/ 8 h 40"/>
                <a:gd name="GluePoint15X" fmla="*/ 28 w 40"/>
                <a:gd name="GluePoint15Y" fmla="*/ 11 h 40"/>
                <a:gd name="GluePoint16X" fmla="*/ 32 w 40"/>
                <a:gd name="GluePoint16Y" fmla="*/ 20 h 40"/>
                <a:gd name="GluePoint17X" fmla="*/ 28 w 40"/>
                <a:gd name="GluePoint17Y" fmla="*/ 28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40" h="40">
                  <a:moveTo>
                    <a:pt x="20" y="0"/>
                  </a:moveTo>
                  <a:cubicBezTo>
                    <a:pt x="14" y="0"/>
                    <a:pt x="9" y="2"/>
                    <a:pt x="6" y="5"/>
                  </a:cubicBezTo>
                  <a:cubicBezTo>
                    <a:pt x="2" y="9"/>
                    <a:pt x="0" y="14"/>
                    <a:pt x="0" y="20"/>
                  </a:cubicBezTo>
                  <a:cubicBezTo>
                    <a:pt x="0" y="25"/>
                    <a:pt x="2" y="30"/>
                    <a:pt x="6" y="34"/>
                  </a:cubicBezTo>
                  <a:cubicBezTo>
                    <a:pt x="9" y="38"/>
                    <a:pt x="14" y="40"/>
                    <a:pt x="20" y="40"/>
                  </a:cubicBezTo>
                  <a:cubicBezTo>
                    <a:pt x="25" y="40"/>
                    <a:pt x="30" y="38"/>
                    <a:pt x="34" y="34"/>
                  </a:cubicBezTo>
                  <a:cubicBezTo>
                    <a:pt x="38" y="30"/>
                    <a:pt x="40" y="25"/>
                    <a:pt x="40" y="20"/>
                  </a:cubicBezTo>
                  <a:cubicBezTo>
                    <a:pt x="40" y="14"/>
                    <a:pt x="38" y="9"/>
                    <a:pt x="34" y="5"/>
                  </a:cubicBezTo>
                  <a:cubicBezTo>
                    <a:pt x="30" y="2"/>
                    <a:pt x="25" y="0"/>
                    <a:pt x="20" y="0"/>
                  </a:cubicBezTo>
                  <a:close/>
                  <a:moveTo>
                    <a:pt x="28" y="28"/>
                  </a:moveTo>
                  <a:cubicBezTo>
                    <a:pt x="24" y="33"/>
                    <a:pt x="16" y="33"/>
                    <a:pt x="11" y="28"/>
                  </a:cubicBezTo>
                  <a:cubicBezTo>
                    <a:pt x="9" y="26"/>
                    <a:pt x="8" y="23"/>
                    <a:pt x="8" y="20"/>
                  </a:cubicBezTo>
                  <a:cubicBezTo>
                    <a:pt x="8" y="16"/>
                    <a:pt x="9" y="13"/>
                    <a:pt x="11" y="11"/>
                  </a:cubicBezTo>
                  <a:cubicBezTo>
                    <a:pt x="14" y="9"/>
                    <a:pt x="17" y="8"/>
                    <a:pt x="20" y="8"/>
                  </a:cubicBezTo>
                  <a:cubicBezTo>
                    <a:pt x="23" y="8"/>
                    <a:pt x="26" y="9"/>
                    <a:pt x="28" y="11"/>
                  </a:cubicBezTo>
                  <a:cubicBezTo>
                    <a:pt x="31" y="13"/>
                    <a:pt x="32" y="16"/>
                    <a:pt x="32" y="20"/>
                  </a:cubicBezTo>
                  <a:cubicBezTo>
                    <a:pt x="32" y="23"/>
                    <a:pt x="31" y="26"/>
                    <a:pt x="28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95" name="Freeform 32"/>
            <p:cNvSpPr/>
            <p:nvPr/>
          </p:nvSpPr>
          <p:spPr>
            <a:xfrm>
              <a:off x="4102920" y="1317600"/>
              <a:ext cx="147600" cy="14760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147600"/>
                <a:gd name="textAreaBottom" fmla="*/ 147960 h 147600"/>
                <a:gd name="GluePoint1X" fmla="*/ 6 w 125"/>
                <a:gd name="GluePoint1Y" fmla="*/ 1 h 125"/>
                <a:gd name="GluePoint2X" fmla="*/ 0 w 125"/>
                <a:gd name="GluePoint2Y" fmla="*/ 0 h 125"/>
                <a:gd name="GluePoint3X" fmla="*/ 1 w 125"/>
                <a:gd name="GluePoint3Y" fmla="*/ 5 h 125"/>
                <a:gd name="GluePoint4X" fmla="*/ 36 w 125"/>
                <a:gd name="GluePoint4Y" fmla="*/ 109 h 125"/>
                <a:gd name="GluePoint5X" fmla="*/ 73 w 125"/>
                <a:gd name="GluePoint5Y" fmla="*/ 125 h 125"/>
                <a:gd name="GluePoint6X" fmla="*/ 110 w 125"/>
                <a:gd name="GluePoint6Y" fmla="*/ 109 h 125"/>
                <a:gd name="GluePoint7X" fmla="*/ 125 w 125"/>
                <a:gd name="GluePoint7Y" fmla="*/ 73 h 125"/>
                <a:gd name="GluePoint8X" fmla="*/ 110 w 125"/>
                <a:gd name="GluePoint8Y" fmla="*/ 36 h 125"/>
                <a:gd name="GluePoint9X" fmla="*/ 6 w 125"/>
                <a:gd name="GluePoint9Y" fmla="*/ 1 h 125"/>
                <a:gd name="GluePoint10X" fmla="*/ 104 w 125"/>
                <a:gd name="GluePoint10Y" fmla="*/ 104 h 125"/>
                <a:gd name="GluePoint11X" fmla="*/ 73 w 125"/>
                <a:gd name="GluePoint11Y" fmla="*/ 117 h 125"/>
                <a:gd name="GluePoint12X" fmla="*/ 42 w 125"/>
                <a:gd name="GluePoint12Y" fmla="*/ 104 h 125"/>
                <a:gd name="GluePoint13X" fmla="*/ 10 w 125"/>
                <a:gd name="GluePoint13Y" fmla="*/ 10 h 125"/>
                <a:gd name="GluePoint14X" fmla="*/ 104 w 125"/>
                <a:gd name="GluePoint14Y" fmla="*/ 41 h 125"/>
                <a:gd name="GluePoint15X" fmla="*/ 117 w 125"/>
                <a:gd name="GluePoint15Y" fmla="*/ 73 h 125"/>
                <a:gd name="GluePoint16X" fmla="*/ 104 w 125"/>
                <a:gd name="GluePoint16Y" fmla="*/ 104 h 1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125" h="125">
                  <a:moveTo>
                    <a:pt x="6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9"/>
                    <a:pt x="17" y="90"/>
                    <a:pt x="36" y="109"/>
                  </a:cubicBezTo>
                  <a:cubicBezTo>
                    <a:pt x="46" y="119"/>
                    <a:pt x="59" y="125"/>
                    <a:pt x="73" y="125"/>
                  </a:cubicBezTo>
                  <a:cubicBezTo>
                    <a:pt x="87" y="125"/>
                    <a:pt x="100" y="119"/>
                    <a:pt x="110" y="109"/>
                  </a:cubicBezTo>
                  <a:cubicBezTo>
                    <a:pt x="119" y="100"/>
                    <a:pt x="125" y="86"/>
                    <a:pt x="125" y="73"/>
                  </a:cubicBezTo>
                  <a:cubicBezTo>
                    <a:pt x="125" y="59"/>
                    <a:pt x="119" y="46"/>
                    <a:pt x="110" y="36"/>
                  </a:cubicBezTo>
                  <a:cubicBezTo>
                    <a:pt x="90" y="16"/>
                    <a:pt x="9" y="1"/>
                    <a:pt x="6" y="1"/>
                  </a:cubicBezTo>
                  <a:close/>
                  <a:moveTo>
                    <a:pt x="104" y="104"/>
                  </a:moveTo>
                  <a:cubicBezTo>
                    <a:pt x="96" y="112"/>
                    <a:pt x="85" y="117"/>
                    <a:pt x="73" y="117"/>
                  </a:cubicBezTo>
                  <a:cubicBezTo>
                    <a:pt x="61" y="117"/>
                    <a:pt x="50" y="112"/>
                    <a:pt x="42" y="104"/>
                  </a:cubicBezTo>
                  <a:cubicBezTo>
                    <a:pt x="28" y="90"/>
                    <a:pt x="15" y="36"/>
                    <a:pt x="10" y="10"/>
                  </a:cubicBezTo>
                  <a:cubicBezTo>
                    <a:pt x="36" y="15"/>
                    <a:pt x="90" y="28"/>
                    <a:pt x="104" y="41"/>
                  </a:cubicBezTo>
                  <a:cubicBezTo>
                    <a:pt x="112" y="50"/>
                    <a:pt x="117" y="61"/>
                    <a:pt x="117" y="73"/>
                  </a:cubicBezTo>
                  <a:cubicBezTo>
                    <a:pt x="117" y="84"/>
                    <a:pt x="112" y="95"/>
                    <a:pt x="104" y="10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696" name="Группа 405"/>
          <p:cNvGrpSpPr/>
          <p:nvPr/>
        </p:nvGrpSpPr>
        <p:grpSpPr>
          <a:xfrm>
            <a:off x="4415400" y="1252800"/>
            <a:ext cx="330480" cy="302400"/>
            <a:chOff x="4415400" y="1252800"/>
            <a:chExt cx="330480" cy="302400"/>
          </a:xfrm>
        </p:grpSpPr>
        <p:sp>
          <p:nvSpPr>
            <p:cNvPr id="3697" name="Freeform 33"/>
            <p:cNvSpPr/>
            <p:nvPr/>
          </p:nvSpPr>
          <p:spPr>
            <a:xfrm>
              <a:off x="4415400" y="1252800"/>
              <a:ext cx="330480" cy="302400"/>
            </a:xfrm>
            <a:custGeom>
              <a:avLst/>
              <a:gdLst>
                <a:gd name="textAreaLeft" fmla="*/ 0 w 330480"/>
                <a:gd name="textAreaRight" fmla="*/ 330840 w 330480"/>
                <a:gd name="textAreaTop" fmla="*/ 0 h 302400"/>
                <a:gd name="textAreaBottom" fmla="*/ 302760 h 302400"/>
                <a:gd name="GluePoint1X" fmla="*/ 140 w 280"/>
                <a:gd name="GluePoint1Y" fmla="*/ 0 h 256"/>
                <a:gd name="GluePoint2X" fmla="*/ 49 w 280"/>
                <a:gd name="GluePoint2Y" fmla="*/ 37 h 256"/>
                <a:gd name="GluePoint3X" fmla="*/ 49 w 280"/>
                <a:gd name="GluePoint3Y" fmla="*/ 218 h 256"/>
                <a:gd name="GluePoint4X" fmla="*/ 140 w 280"/>
                <a:gd name="GluePoint4Y" fmla="*/ 256 h 256"/>
                <a:gd name="GluePoint5X" fmla="*/ 230 w 280"/>
                <a:gd name="GluePoint5Y" fmla="*/ 218 h 256"/>
                <a:gd name="GluePoint6X" fmla="*/ 230 w 280"/>
                <a:gd name="GluePoint6Y" fmla="*/ 37 h 256"/>
                <a:gd name="GluePoint7X" fmla="*/ 140 w 280"/>
                <a:gd name="GluePoint7Y" fmla="*/ 0 h 256"/>
                <a:gd name="GluePoint8X" fmla="*/ 225 w 280"/>
                <a:gd name="GluePoint8Y" fmla="*/ 212 h 256"/>
                <a:gd name="GluePoint9X" fmla="*/ 140 w 280"/>
                <a:gd name="GluePoint9Y" fmla="*/ 248 h 256"/>
                <a:gd name="GluePoint10X" fmla="*/ 55 w 280"/>
                <a:gd name="GluePoint10Y" fmla="*/ 212 h 256"/>
                <a:gd name="GluePoint11X" fmla="*/ 55 w 280"/>
                <a:gd name="GluePoint11Y" fmla="*/ 43 h 256"/>
                <a:gd name="GluePoint12X" fmla="*/ 140 w 280"/>
                <a:gd name="GluePoint12Y" fmla="*/ 8 h 256"/>
                <a:gd name="GluePoint13X" fmla="*/ 225 w 280"/>
                <a:gd name="GluePoint13Y" fmla="*/ 43 h 256"/>
                <a:gd name="GluePoint14X" fmla="*/ 225 w 280"/>
                <a:gd name="GluePoint14Y" fmla="*/ 212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280" h="256">
                  <a:moveTo>
                    <a:pt x="140" y="0"/>
                  </a:moveTo>
                  <a:cubicBezTo>
                    <a:pt x="106" y="0"/>
                    <a:pt x="74" y="13"/>
                    <a:pt x="49" y="37"/>
                  </a:cubicBezTo>
                  <a:cubicBezTo>
                    <a:pt x="0" y="87"/>
                    <a:pt x="0" y="168"/>
                    <a:pt x="49" y="218"/>
                  </a:cubicBezTo>
                  <a:cubicBezTo>
                    <a:pt x="74" y="242"/>
                    <a:pt x="106" y="256"/>
                    <a:pt x="140" y="256"/>
                  </a:cubicBezTo>
                  <a:cubicBezTo>
                    <a:pt x="174" y="256"/>
                    <a:pt x="206" y="242"/>
                    <a:pt x="230" y="218"/>
                  </a:cubicBezTo>
                  <a:cubicBezTo>
                    <a:pt x="280" y="168"/>
                    <a:pt x="280" y="87"/>
                    <a:pt x="230" y="37"/>
                  </a:cubicBezTo>
                  <a:cubicBezTo>
                    <a:pt x="206" y="13"/>
                    <a:pt x="174" y="0"/>
                    <a:pt x="140" y="0"/>
                  </a:cubicBezTo>
                  <a:close/>
                  <a:moveTo>
                    <a:pt x="225" y="212"/>
                  </a:moveTo>
                  <a:cubicBezTo>
                    <a:pt x="202" y="235"/>
                    <a:pt x="172" y="248"/>
                    <a:pt x="140" y="248"/>
                  </a:cubicBezTo>
                  <a:cubicBezTo>
                    <a:pt x="108" y="248"/>
                    <a:pt x="78" y="235"/>
                    <a:pt x="55" y="212"/>
                  </a:cubicBezTo>
                  <a:cubicBezTo>
                    <a:pt x="8" y="166"/>
                    <a:pt x="8" y="90"/>
                    <a:pt x="55" y="43"/>
                  </a:cubicBezTo>
                  <a:cubicBezTo>
                    <a:pt x="78" y="20"/>
                    <a:pt x="108" y="8"/>
                    <a:pt x="140" y="8"/>
                  </a:cubicBezTo>
                  <a:cubicBezTo>
                    <a:pt x="172" y="8"/>
                    <a:pt x="202" y="20"/>
                    <a:pt x="225" y="43"/>
                  </a:cubicBezTo>
                  <a:cubicBezTo>
                    <a:pt x="272" y="90"/>
                    <a:pt x="272" y="166"/>
                    <a:pt x="225" y="21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98" name="Freeform 34"/>
            <p:cNvSpPr/>
            <p:nvPr/>
          </p:nvSpPr>
          <p:spPr>
            <a:xfrm>
              <a:off x="4555080" y="1380960"/>
              <a:ext cx="51840" cy="4752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47520"/>
                <a:gd name="textAreaBottom" fmla="*/ 47880 h 47520"/>
                <a:gd name="GluePoint1X" fmla="*/ 22 w 44"/>
                <a:gd name="GluePoint1Y" fmla="*/ 40 h 40"/>
                <a:gd name="GluePoint2X" fmla="*/ 36 w 44"/>
                <a:gd name="GluePoint2Y" fmla="*/ 34 h 40"/>
                <a:gd name="GluePoint3X" fmla="*/ 36 w 44"/>
                <a:gd name="GluePoint3Y" fmla="*/ 5 h 40"/>
                <a:gd name="GluePoint4X" fmla="*/ 22 w 44"/>
                <a:gd name="GluePoint4Y" fmla="*/ 0 h 40"/>
                <a:gd name="GluePoint5X" fmla="*/ 8 w 44"/>
                <a:gd name="GluePoint5Y" fmla="*/ 5 h 40"/>
                <a:gd name="GluePoint6X" fmla="*/ 8 w 44"/>
                <a:gd name="GluePoint6Y" fmla="*/ 34 h 40"/>
                <a:gd name="GluePoint7X" fmla="*/ 22 w 44"/>
                <a:gd name="GluePoint7Y" fmla="*/ 40 h 40"/>
                <a:gd name="GluePoint8X" fmla="*/ 13 w 44"/>
                <a:gd name="GluePoint8Y" fmla="*/ 11 h 40"/>
                <a:gd name="GluePoint9X" fmla="*/ 22 w 44"/>
                <a:gd name="GluePoint9Y" fmla="*/ 8 h 40"/>
                <a:gd name="GluePoint10X" fmla="*/ 30 w 44"/>
                <a:gd name="GluePoint10Y" fmla="*/ 11 h 40"/>
                <a:gd name="GluePoint11X" fmla="*/ 30 w 44"/>
                <a:gd name="GluePoint11Y" fmla="*/ 28 h 40"/>
                <a:gd name="GluePoint12X" fmla="*/ 13 w 44"/>
                <a:gd name="GluePoint12Y" fmla="*/ 28 h 40"/>
                <a:gd name="GluePoint13X" fmla="*/ 13 w 44"/>
                <a:gd name="GluePoint13Y" fmla="*/ 11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4" h="40">
                  <a:moveTo>
                    <a:pt x="22" y="40"/>
                  </a:moveTo>
                  <a:cubicBezTo>
                    <a:pt x="27" y="40"/>
                    <a:pt x="32" y="38"/>
                    <a:pt x="36" y="34"/>
                  </a:cubicBezTo>
                  <a:cubicBezTo>
                    <a:pt x="44" y="26"/>
                    <a:pt x="44" y="13"/>
                    <a:pt x="36" y="5"/>
                  </a:cubicBezTo>
                  <a:cubicBezTo>
                    <a:pt x="32" y="2"/>
                    <a:pt x="27" y="0"/>
                    <a:pt x="22" y="0"/>
                  </a:cubicBezTo>
                  <a:cubicBezTo>
                    <a:pt x="17" y="0"/>
                    <a:pt x="12" y="2"/>
                    <a:pt x="8" y="5"/>
                  </a:cubicBezTo>
                  <a:cubicBezTo>
                    <a:pt x="0" y="13"/>
                    <a:pt x="0" y="26"/>
                    <a:pt x="8" y="34"/>
                  </a:cubicBezTo>
                  <a:cubicBezTo>
                    <a:pt x="12" y="38"/>
                    <a:pt x="17" y="40"/>
                    <a:pt x="22" y="40"/>
                  </a:cubicBezTo>
                  <a:close/>
                  <a:moveTo>
                    <a:pt x="13" y="11"/>
                  </a:moveTo>
                  <a:cubicBezTo>
                    <a:pt x="16" y="9"/>
                    <a:pt x="19" y="8"/>
                    <a:pt x="22" y="8"/>
                  </a:cubicBezTo>
                  <a:cubicBezTo>
                    <a:pt x="25" y="8"/>
                    <a:pt x="28" y="9"/>
                    <a:pt x="30" y="11"/>
                  </a:cubicBezTo>
                  <a:cubicBezTo>
                    <a:pt x="35" y="16"/>
                    <a:pt x="35" y="23"/>
                    <a:pt x="30" y="28"/>
                  </a:cubicBezTo>
                  <a:cubicBezTo>
                    <a:pt x="26" y="33"/>
                    <a:pt x="18" y="33"/>
                    <a:pt x="13" y="28"/>
                  </a:cubicBezTo>
                  <a:cubicBezTo>
                    <a:pt x="9" y="23"/>
                    <a:pt x="9" y="16"/>
                    <a:pt x="13" y="11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699" name="Freeform 35"/>
            <p:cNvSpPr/>
            <p:nvPr/>
          </p:nvSpPr>
          <p:spPr>
            <a:xfrm>
              <a:off x="4514040" y="1317600"/>
              <a:ext cx="153000" cy="147600"/>
            </a:xfrm>
            <a:custGeom>
              <a:avLst/>
              <a:gdLst>
                <a:gd name="textAreaLeft" fmla="*/ 0 w 153000"/>
                <a:gd name="textAreaRight" fmla="*/ 153360 w 153000"/>
                <a:gd name="textAreaTop" fmla="*/ 0 h 147600"/>
                <a:gd name="textAreaBottom" fmla="*/ 147960 h 147600"/>
                <a:gd name="GluePoint1X" fmla="*/ 20 w 130"/>
                <a:gd name="GluePoint1Y" fmla="*/ 36 h 125"/>
                <a:gd name="GluePoint2X" fmla="*/ 20 w 130"/>
                <a:gd name="GluePoint2Y" fmla="*/ 109 h 125"/>
                <a:gd name="GluePoint3X" fmla="*/ 57 w 130"/>
                <a:gd name="GluePoint3Y" fmla="*/ 125 h 125"/>
                <a:gd name="GluePoint4X" fmla="*/ 57 w 130"/>
                <a:gd name="GluePoint4Y" fmla="*/ 125 h 125"/>
                <a:gd name="GluePoint5X" fmla="*/ 94 w 130"/>
                <a:gd name="GluePoint5Y" fmla="*/ 109 h 125"/>
                <a:gd name="GluePoint6X" fmla="*/ 129 w 130"/>
                <a:gd name="GluePoint6Y" fmla="*/ 5 h 125"/>
                <a:gd name="GluePoint7X" fmla="*/ 130 w 130"/>
                <a:gd name="GluePoint7Y" fmla="*/ 0 h 125"/>
                <a:gd name="GluePoint8X" fmla="*/ 124 w 130"/>
                <a:gd name="GluePoint8Y" fmla="*/ 1 h 125"/>
                <a:gd name="GluePoint9X" fmla="*/ 20 w 130"/>
                <a:gd name="GluePoint9Y" fmla="*/ 36 h 125"/>
                <a:gd name="GluePoint10X" fmla="*/ 88 w 130"/>
                <a:gd name="GluePoint10Y" fmla="*/ 104 h 125"/>
                <a:gd name="GluePoint11X" fmla="*/ 57 w 130"/>
                <a:gd name="GluePoint11Y" fmla="*/ 117 h 125"/>
                <a:gd name="GluePoint12X" fmla="*/ 26 w 130"/>
                <a:gd name="GluePoint12Y" fmla="*/ 104 h 125"/>
                <a:gd name="GluePoint13X" fmla="*/ 26 w 130"/>
                <a:gd name="GluePoint13Y" fmla="*/ 41 h 125"/>
                <a:gd name="GluePoint14X" fmla="*/ 120 w 130"/>
                <a:gd name="GluePoint14Y" fmla="*/ 10 h 125"/>
                <a:gd name="GluePoint15X" fmla="*/ 88 w 130"/>
                <a:gd name="GluePoint15Y" fmla="*/ 104 h 1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30" h="125">
                  <a:moveTo>
                    <a:pt x="20" y="36"/>
                  </a:moveTo>
                  <a:cubicBezTo>
                    <a:pt x="0" y="56"/>
                    <a:pt x="0" y="89"/>
                    <a:pt x="20" y="109"/>
                  </a:cubicBezTo>
                  <a:cubicBezTo>
                    <a:pt x="30" y="119"/>
                    <a:pt x="43" y="125"/>
                    <a:pt x="57" y="125"/>
                  </a:cubicBezTo>
                  <a:cubicBezTo>
                    <a:pt x="57" y="125"/>
                    <a:pt x="57" y="125"/>
                    <a:pt x="57" y="125"/>
                  </a:cubicBezTo>
                  <a:cubicBezTo>
                    <a:pt x="71" y="125"/>
                    <a:pt x="84" y="119"/>
                    <a:pt x="94" y="109"/>
                  </a:cubicBezTo>
                  <a:cubicBezTo>
                    <a:pt x="113" y="90"/>
                    <a:pt x="128" y="9"/>
                    <a:pt x="129" y="5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24" y="1"/>
                    <a:pt x="124" y="1"/>
                    <a:pt x="124" y="1"/>
                  </a:cubicBezTo>
                  <a:cubicBezTo>
                    <a:pt x="121" y="1"/>
                    <a:pt x="40" y="16"/>
                    <a:pt x="20" y="36"/>
                  </a:cubicBezTo>
                  <a:close/>
                  <a:moveTo>
                    <a:pt x="88" y="104"/>
                  </a:moveTo>
                  <a:cubicBezTo>
                    <a:pt x="80" y="112"/>
                    <a:pt x="69" y="117"/>
                    <a:pt x="57" y="117"/>
                  </a:cubicBezTo>
                  <a:cubicBezTo>
                    <a:pt x="45" y="117"/>
                    <a:pt x="34" y="112"/>
                    <a:pt x="26" y="104"/>
                  </a:cubicBezTo>
                  <a:cubicBezTo>
                    <a:pt x="9" y="87"/>
                    <a:pt x="9" y="59"/>
                    <a:pt x="26" y="41"/>
                  </a:cubicBezTo>
                  <a:cubicBezTo>
                    <a:pt x="39" y="28"/>
                    <a:pt x="94" y="15"/>
                    <a:pt x="120" y="10"/>
                  </a:cubicBezTo>
                  <a:cubicBezTo>
                    <a:pt x="115" y="36"/>
                    <a:pt x="102" y="90"/>
                    <a:pt x="88" y="10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00" name="Группа 404"/>
          <p:cNvGrpSpPr/>
          <p:nvPr/>
        </p:nvGrpSpPr>
        <p:grpSpPr>
          <a:xfrm>
            <a:off x="4822560" y="1252800"/>
            <a:ext cx="302400" cy="302400"/>
            <a:chOff x="4822560" y="1252800"/>
            <a:chExt cx="302400" cy="302400"/>
          </a:xfrm>
        </p:grpSpPr>
        <p:sp>
          <p:nvSpPr>
            <p:cNvPr id="3701" name="Freeform 36"/>
            <p:cNvSpPr/>
            <p:nvPr/>
          </p:nvSpPr>
          <p:spPr>
            <a:xfrm>
              <a:off x="4822560" y="1252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0 h 256"/>
                <a:gd name="GluePoint2X" fmla="*/ 0 w 256"/>
                <a:gd name="GluePoint2Y" fmla="*/ 128 h 256"/>
                <a:gd name="GluePoint3X" fmla="*/ 128 w 256"/>
                <a:gd name="GluePoint3Y" fmla="*/ 256 h 256"/>
                <a:gd name="GluePoint4X" fmla="*/ 256 w 256"/>
                <a:gd name="GluePoint4Y" fmla="*/ 128 h 256"/>
                <a:gd name="GluePoint5X" fmla="*/ 128 w 256"/>
                <a:gd name="GluePoint5Y" fmla="*/ 0 h 256"/>
                <a:gd name="GluePoint6X" fmla="*/ 128 w 256"/>
                <a:gd name="GluePoint6Y" fmla="*/ 248 h 256"/>
                <a:gd name="GluePoint7X" fmla="*/ 8 w 256"/>
                <a:gd name="GluePoint7Y" fmla="*/ 128 h 256"/>
                <a:gd name="GluePoint8X" fmla="*/ 128 w 256"/>
                <a:gd name="GluePoint8Y" fmla="*/ 8 h 256"/>
                <a:gd name="GluePoint9X" fmla="*/ 248 w 256"/>
                <a:gd name="GluePoint9Y" fmla="*/ 128 h 256"/>
                <a:gd name="GluePoint10X" fmla="*/ 128 w 256"/>
                <a:gd name="GluePoint10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57" y="0"/>
                    <a:pt x="0" y="57"/>
                    <a:pt x="0" y="128"/>
                  </a:cubicBezTo>
                  <a:cubicBezTo>
                    <a:pt x="0" y="198"/>
                    <a:pt x="57" y="256"/>
                    <a:pt x="128" y="256"/>
                  </a:cubicBezTo>
                  <a:cubicBezTo>
                    <a:pt x="199" y="256"/>
                    <a:pt x="256" y="198"/>
                    <a:pt x="256" y="128"/>
                  </a:cubicBezTo>
                  <a:cubicBezTo>
                    <a:pt x="256" y="57"/>
                    <a:pt x="199" y="0"/>
                    <a:pt x="128" y="0"/>
                  </a:cubicBezTo>
                  <a:close/>
                  <a:moveTo>
                    <a:pt x="128" y="248"/>
                  </a:moveTo>
                  <a:cubicBezTo>
                    <a:pt x="62" y="248"/>
                    <a:pt x="8" y="194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ubicBezTo>
                    <a:pt x="194" y="8"/>
                    <a:pt x="248" y="61"/>
                    <a:pt x="248" y="128"/>
                  </a:cubicBezTo>
                  <a:cubicBezTo>
                    <a:pt x="248" y="194"/>
                    <a:pt x="194" y="248"/>
                    <a:pt x="128" y="2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02" name="Freeform 37"/>
            <p:cNvSpPr/>
            <p:nvPr/>
          </p:nvSpPr>
          <p:spPr>
            <a:xfrm>
              <a:off x="4950720" y="1380960"/>
              <a:ext cx="46080" cy="4752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7520"/>
                <a:gd name="textAreaBottom" fmla="*/ 47880 h 47520"/>
                <a:gd name="GluePoint1X" fmla="*/ 0 w 40"/>
                <a:gd name="GluePoint1Y" fmla="*/ 20 h 40"/>
                <a:gd name="GluePoint2X" fmla="*/ 20 w 40"/>
                <a:gd name="GluePoint2Y" fmla="*/ 40 h 40"/>
                <a:gd name="GluePoint3X" fmla="*/ 40 w 40"/>
                <a:gd name="GluePoint3Y" fmla="*/ 20 h 40"/>
                <a:gd name="GluePoint4X" fmla="*/ 20 w 40"/>
                <a:gd name="GluePoint4Y" fmla="*/ 0 h 40"/>
                <a:gd name="GluePoint5X" fmla="*/ 0 w 40"/>
                <a:gd name="GluePoint5Y" fmla="*/ 20 h 40"/>
                <a:gd name="GluePoint6X" fmla="*/ 32 w 40"/>
                <a:gd name="GluePoint6Y" fmla="*/ 20 h 40"/>
                <a:gd name="GluePoint7X" fmla="*/ 20 w 40"/>
                <a:gd name="GluePoint7Y" fmla="*/ 32 h 40"/>
                <a:gd name="GluePoint8X" fmla="*/ 8 w 40"/>
                <a:gd name="GluePoint8Y" fmla="*/ 20 h 40"/>
                <a:gd name="GluePoint9X" fmla="*/ 20 w 40"/>
                <a:gd name="GluePoint9Y" fmla="*/ 8 h 40"/>
                <a:gd name="GluePoint10X" fmla="*/ 32 w 40"/>
                <a:gd name="GluePoint10Y" fmla="*/ 2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0" h="40">
                  <a:moveTo>
                    <a:pt x="0" y="20"/>
                  </a:move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lose/>
                  <a:moveTo>
                    <a:pt x="32" y="20"/>
                  </a:moveTo>
                  <a:cubicBezTo>
                    <a:pt x="32" y="26"/>
                    <a:pt x="27" y="32"/>
                    <a:pt x="20" y="32"/>
                  </a:cubicBezTo>
                  <a:cubicBezTo>
                    <a:pt x="13" y="32"/>
                    <a:pt x="8" y="26"/>
                    <a:pt x="8" y="20"/>
                  </a:cubicBezTo>
                  <a:cubicBezTo>
                    <a:pt x="8" y="13"/>
                    <a:pt x="13" y="8"/>
                    <a:pt x="20" y="8"/>
                  </a:cubicBezTo>
                  <a:cubicBezTo>
                    <a:pt x="27" y="8"/>
                    <a:pt x="32" y="13"/>
                    <a:pt x="32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03" name="Freeform 38"/>
            <p:cNvSpPr/>
            <p:nvPr/>
          </p:nvSpPr>
          <p:spPr>
            <a:xfrm>
              <a:off x="4912560" y="1276920"/>
              <a:ext cx="122040" cy="18828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188280"/>
                <a:gd name="textAreaBottom" fmla="*/ 188640 h 188280"/>
                <a:gd name="GluePoint1X" fmla="*/ 52 w 104"/>
                <a:gd name="GluePoint1Y" fmla="*/ 0 h 160"/>
                <a:gd name="GluePoint2X" fmla="*/ 49 w 104"/>
                <a:gd name="GluePoint2Y" fmla="*/ 5 h 160"/>
                <a:gd name="GluePoint3X" fmla="*/ 0 w 104"/>
                <a:gd name="GluePoint3Y" fmla="*/ 108 h 160"/>
                <a:gd name="GluePoint4X" fmla="*/ 52 w 104"/>
                <a:gd name="GluePoint4Y" fmla="*/ 160 h 160"/>
                <a:gd name="GluePoint5X" fmla="*/ 104 w 104"/>
                <a:gd name="GluePoint5Y" fmla="*/ 108 h 160"/>
                <a:gd name="GluePoint6X" fmla="*/ 55 w 104"/>
                <a:gd name="GluePoint6Y" fmla="*/ 5 h 160"/>
                <a:gd name="GluePoint7X" fmla="*/ 52 w 104"/>
                <a:gd name="GluePoint7Y" fmla="*/ 0 h 160"/>
                <a:gd name="GluePoint8X" fmla="*/ 52 w 104"/>
                <a:gd name="GluePoint8Y" fmla="*/ 152 h 160"/>
                <a:gd name="GluePoint9X" fmla="*/ 8 w 104"/>
                <a:gd name="GluePoint9Y" fmla="*/ 108 h 160"/>
                <a:gd name="GluePoint10X" fmla="*/ 52 w 104"/>
                <a:gd name="GluePoint10Y" fmla="*/ 15 h 160"/>
                <a:gd name="GluePoint11X" fmla="*/ 96 w 104"/>
                <a:gd name="GluePoint11Y" fmla="*/ 108 h 160"/>
                <a:gd name="GluePoint12X" fmla="*/ 52 w 104"/>
                <a:gd name="GluePoint12Y" fmla="*/ 152 h 1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04" h="160">
                  <a:moveTo>
                    <a:pt x="52" y="0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7" y="8"/>
                    <a:pt x="0" y="80"/>
                    <a:pt x="0" y="108"/>
                  </a:cubicBezTo>
                  <a:cubicBezTo>
                    <a:pt x="0" y="136"/>
                    <a:pt x="23" y="160"/>
                    <a:pt x="52" y="160"/>
                  </a:cubicBezTo>
                  <a:cubicBezTo>
                    <a:pt x="81" y="160"/>
                    <a:pt x="104" y="136"/>
                    <a:pt x="104" y="108"/>
                  </a:cubicBezTo>
                  <a:cubicBezTo>
                    <a:pt x="104" y="80"/>
                    <a:pt x="57" y="8"/>
                    <a:pt x="55" y="5"/>
                  </a:cubicBezTo>
                  <a:lnTo>
                    <a:pt x="52" y="0"/>
                  </a:lnTo>
                  <a:close/>
                  <a:moveTo>
                    <a:pt x="52" y="152"/>
                  </a:moveTo>
                  <a:cubicBezTo>
                    <a:pt x="28" y="152"/>
                    <a:pt x="8" y="132"/>
                    <a:pt x="8" y="108"/>
                  </a:cubicBezTo>
                  <a:cubicBezTo>
                    <a:pt x="8" y="88"/>
                    <a:pt x="37" y="38"/>
                    <a:pt x="52" y="15"/>
                  </a:cubicBezTo>
                  <a:cubicBezTo>
                    <a:pt x="67" y="38"/>
                    <a:pt x="96" y="88"/>
                    <a:pt x="96" y="108"/>
                  </a:cubicBezTo>
                  <a:cubicBezTo>
                    <a:pt x="96" y="132"/>
                    <a:pt x="76" y="152"/>
                    <a:pt x="52" y="15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04" name="Группа 407"/>
          <p:cNvGrpSpPr/>
          <p:nvPr/>
        </p:nvGrpSpPr>
        <p:grpSpPr>
          <a:xfrm>
            <a:off x="5607000" y="1272600"/>
            <a:ext cx="302400" cy="264240"/>
            <a:chOff x="5607000" y="1272600"/>
            <a:chExt cx="302400" cy="264240"/>
          </a:xfrm>
        </p:grpSpPr>
        <p:sp>
          <p:nvSpPr>
            <p:cNvPr id="3705" name="Freeform 39"/>
            <p:cNvSpPr/>
            <p:nvPr/>
          </p:nvSpPr>
          <p:spPr>
            <a:xfrm>
              <a:off x="5607000" y="127260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0 h 152"/>
                <a:gd name="GluePoint4X" fmla="*/ 56 w 256"/>
                <a:gd name="GluePoint4Y" fmla="*/ 0 h 152"/>
                <a:gd name="GluePoint5X" fmla="*/ 46 w 256"/>
                <a:gd name="GluePoint5Y" fmla="*/ 1 h 152"/>
                <a:gd name="GluePoint6X" fmla="*/ 40 w 256"/>
                <a:gd name="GluePoint6Y" fmla="*/ 2 h 152"/>
                <a:gd name="GluePoint7X" fmla="*/ 43 w 256"/>
                <a:gd name="GluePoint7Y" fmla="*/ 7 h 152"/>
                <a:gd name="GluePoint8X" fmla="*/ 48 w 256"/>
                <a:gd name="GluePoint8Y" fmla="*/ 24 h 152"/>
                <a:gd name="GluePoint9X" fmla="*/ 16 w 256"/>
                <a:gd name="GluePoint9Y" fmla="*/ 56 h 152"/>
                <a:gd name="GluePoint10X" fmla="*/ 6 w 256"/>
                <a:gd name="GluePoint10Y" fmla="*/ 54 h 152"/>
                <a:gd name="GluePoint11X" fmla="*/ 0 w 256"/>
                <a:gd name="GluePoint11Y" fmla="*/ 52 h 152"/>
                <a:gd name="GluePoint12X" fmla="*/ 0 w 256"/>
                <a:gd name="GluePoint12Y" fmla="*/ 58 h 152"/>
                <a:gd name="GluePoint13X" fmla="*/ 9 w 256"/>
                <a:gd name="GluePoint13Y" fmla="*/ 86 h 152"/>
                <a:gd name="GluePoint14X" fmla="*/ 22 w 256"/>
                <a:gd name="GluePoint14Y" fmla="*/ 100 h 152"/>
                <a:gd name="GluePoint15X" fmla="*/ 20 w 256"/>
                <a:gd name="GluePoint15Y" fmla="*/ 112 h 152"/>
                <a:gd name="GluePoint16X" fmla="*/ 60 w 256"/>
                <a:gd name="GluePoint16Y" fmla="*/ 152 h 152"/>
                <a:gd name="GluePoint17X" fmla="*/ 60 w 256"/>
                <a:gd name="GluePoint17Y" fmla="*/ 144 h 152"/>
                <a:gd name="GluePoint18X" fmla="*/ 28 w 256"/>
                <a:gd name="GluePoint18Y" fmla="*/ 112 h 152"/>
                <a:gd name="GluePoint19X" fmla="*/ 60 w 256"/>
                <a:gd name="GluePoint19Y" fmla="*/ 76 h 152"/>
                <a:gd name="GluePoint20X" fmla="*/ 72 w 256"/>
                <a:gd name="GluePoint20Y" fmla="*/ 76 h 152"/>
                <a:gd name="GluePoint21X" fmla="*/ 72 w 256"/>
                <a:gd name="GluePoint21Y" fmla="*/ 72 h 152"/>
                <a:gd name="GluePoint22X" fmla="*/ 144 w 256"/>
                <a:gd name="GluePoint22Y" fmla="*/ 16 h 152"/>
                <a:gd name="GluePoint23X" fmla="*/ 220 w 256"/>
                <a:gd name="GluePoint23Y" fmla="*/ 84 h 152"/>
                <a:gd name="GluePoint24X" fmla="*/ 220 w 256"/>
                <a:gd name="GluePoint24Y" fmla="*/ 88 h 152"/>
                <a:gd name="GluePoint25X" fmla="*/ 224 w 256"/>
                <a:gd name="GluePoint25Y" fmla="*/ 88 h 152"/>
                <a:gd name="GluePoint26X" fmla="*/ 248 w 256"/>
                <a:gd name="GluePoint26Y" fmla="*/ 120 h 152"/>
                <a:gd name="GluePoint27X" fmla="*/ 224 w 256"/>
                <a:gd name="GluePoint27Y" fmla="*/ 144 h 152"/>
                <a:gd name="GluePoint28X" fmla="*/ 224 w 256"/>
                <a:gd name="GluePoint28Y" fmla="*/ 152 h 152"/>
                <a:gd name="GluePoint29X" fmla="*/ 256 w 256"/>
                <a:gd name="GluePoint29Y" fmla="*/ 120 h 152"/>
                <a:gd name="GluePoint30X" fmla="*/ 228 w 256"/>
                <a:gd name="GluePoint30Y" fmla="*/ 80 h 152"/>
                <a:gd name="GluePoint31X" fmla="*/ 65 w 256"/>
                <a:gd name="GluePoint31Y" fmla="*/ 68 h 152"/>
                <a:gd name="GluePoint32X" fmla="*/ 60 w 256"/>
                <a:gd name="GluePoint32Y" fmla="*/ 68 h 152"/>
                <a:gd name="GluePoint33X" fmla="*/ 25 w 256"/>
                <a:gd name="GluePoint33Y" fmla="*/ 92 h 152"/>
                <a:gd name="GluePoint34X" fmla="*/ 16 w 256"/>
                <a:gd name="GluePoint34Y" fmla="*/ 81 h 152"/>
                <a:gd name="GluePoint35X" fmla="*/ 9 w 256"/>
                <a:gd name="GluePoint35Y" fmla="*/ 63 h 152"/>
                <a:gd name="GluePoint36X" fmla="*/ 16 w 256"/>
                <a:gd name="GluePoint36Y" fmla="*/ 64 h 152"/>
                <a:gd name="GluePoint37X" fmla="*/ 56 w 256"/>
                <a:gd name="GluePoint37Y" fmla="*/ 24 h 152"/>
                <a:gd name="GluePoint38X" fmla="*/ 53 w 256"/>
                <a:gd name="GluePoint38Y" fmla="*/ 8 h 152"/>
                <a:gd name="GluePoint39X" fmla="*/ 56 w 256"/>
                <a:gd name="GluePoint39Y" fmla="*/ 8 h 152"/>
                <a:gd name="GluePoint40X" fmla="*/ 93 w 256"/>
                <a:gd name="GluePoint40Y" fmla="*/ 25 h 152"/>
                <a:gd name="GluePoint41X" fmla="*/ 65 w 256"/>
                <a:gd name="GluePoint41Y" fmla="*/ 68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2"/>
                    <a:pt x="100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53" y="0"/>
                    <a:pt x="50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1"/>
                    <a:pt x="34" y="56"/>
                    <a:pt x="16" y="56"/>
                  </a:cubicBezTo>
                  <a:cubicBezTo>
                    <a:pt x="13" y="56"/>
                    <a:pt x="9" y="55"/>
                    <a:pt x="6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3"/>
                    <a:pt x="20" y="107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0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8" y="39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4"/>
                    <a:pt x="248" y="120"/>
                  </a:cubicBezTo>
                  <a:cubicBezTo>
                    <a:pt x="248" y="134"/>
                    <a:pt x="239" y="144"/>
                    <a:pt x="224" y="144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8"/>
                    <a:pt x="256" y="120"/>
                  </a:cubicBezTo>
                  <a:cubicBezTo>
                    <a:pt x="256" y="102"/>
                    <a:pt x="245" y="82"/>
                    <a:pt x="228" y="80"/>
                  </a:cubicBezTo>
                  <a:close/>
                  <a:moveTo>
                    <a:pt x="65" y="68"/>
                  </a:move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7"/>
                    <a:pt x="25" y="92"/>
                  </a:cubicBezTo>
                  <a:cubicBezTo>
                    <a:pt x="21" y="89"/>
                    <a:pt x="18" y="85"/>
                    <a:pt x="16" y="81"/>
                  </a:cubicBezTo>
                  <a:cubicBezTo>
                    <a:pt x="12" y="76"/>
                    <a:pt x="10" y="70"/>
                    <a:pt x="9" y="63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8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5"/>
                    <a:pt x="69" y="50"/>
                    <a:pt x="65" y="6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06" name="Freeform 40"/>
            <p:cNvSpPr/>
            <p:nvPr/>
          </p:nvSpPr>
          <p:spPr>
            <a:xfrm>
              <a:off x="5617080" y="1481040"/>
              <a:ext cx="169920" cy="5580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55800"/>
                <a:gd name="textAreaBottom" fmla="*/ 56160 h 55800"/>
                <a:gd name="GluePoint1X" fmla="*/ 0 w 144"/>
                <a:gd name="GluePoint1Y" fmla="*/ 8 h 48"/>
                <a:gd name="GluePoint2X" fmla="*/ 120 w 144"/>
                <a:gd name="GluePoint2Y" fmla="*/ 8 h 48"/>
                <a:gd name="GluePoint3X" fmla="*/ 136 w 144"/>
                <a:gd name="GluePoint3Y" fmla="*/ 24 h 48"/>
                <a:gd name="GluePoint4X" fmla="*/ 120 w 144"/>
                <a:gd name="GluePoint4Y" fmla="*/ 40 h 48"/>
                <a:gd name="GluePoint5X" fmla="*/ 104 w 144"/>
                <a:gd name="GluePoint5Y" fmla="*/ 24 h 48"/>
                <a:gd name="GluePoint6X" fmla="*/ 96 w 144"/>
                <a:gd name="GluePoint6Y" fmla="*/ 24 h 48"/>
                <a:gd name="GluePoint7X" fmla="*/ 120 w 144"/>
                <a:gd name="GluePoint7Y" fmla="*/ 48 h 48"/>
                <a:gd name="GluePoint8X" fmla="*/ 144 w 144"/>
                <a:gd name="GluePoint8Y" fmla="*/ 24 h 48"/>
                <a:gd name="GluePoint9X" fmla="*/ 120 w 144"/>
                <a:gd name="GluePoint9Y" fmla="*/ 0 h 48"/>
                <a:gd name="GluePoint10X" fmla="*/ 0 w 144"/>
                <a:gd name="GluePoint10Y" fmla="*/ 0 h 48"/>
                <a:gd name="GluePoint11X" fmla="*/ 0 w 144"/>
                <a:gd name="GluePoint11Y" fmla="*/ 8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44" h="48">
                  <a:moveTo>
                    <a:pt x="0" y="8"/>
                  </a:moveTo>
                  <a:cubicBezTo>
                    <a:pt x="120" y="8"/>
                    <a:pt x="120" y="8"/>
                    <a:pt x="120" y="8"/>
                  </a:cubicBezTo>
                  <a:cubicBezTo>
                    <a:pt x="129" y="8"/>
                    <a:pt x="136" y="15"/>
                    <a:pt x="136" y="24"/>
                  </a:cubicBezTo>
                  <a:cubicBezTo>
                    <a:pt x="136" y="32"/>
                    <a:pt x="129" y="40"/>
                    <a:pt x="120" y="40"/>
                  </a:cubicBezTo>
                  <a:cubicBezTo>
                    <a:pt x="112" y="40"/>
                    <a:pt x="104" y="32"/>
                    <a:pt x="104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6" y="37"/>
                    <a:pt x="107" y="48"/>
                    <a:pt x="120" y="48"/>
                  </a:cubicBezTo>
                  <a:cubicBezTo>
                    <a:pt x="134" y="48"/>
                    <a:pt x="144" y="37"/>
                    <a:pt x="144" y="24"/>
                  </a:cubicBezTo>
                  <a:cubicBezTo>
                    <a:pt x="144" y="10"/>
                    <a:pt x="134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07" name="Freeform 41"/>
            <p:cNvSpPr/>
            <p:nvPr/>
          </p:nvSpPr>
          <p:spPr>
            <a:xfrm>
              <a:off x="5626800" y="1413360"/>
              <a:ext cx="222120" cy="57240"/>
            </a:xfrm>
            <a:custGeom>
              <a:avLst/>
              <a:gdLst>
                <a:gd name="textAreaLeft" fmla="*/ 0 w 222120"/>
                <a:gd name="textAreaRight" fmla="*/ 222480 w 222120"/>
                <a:gd name="textAreaTop" fmla="*/ 0 h 57240"/>
                <a:gd name="textAreaBottom" fmla="*/ 57600 h 57240"/>
                <a:gd name="GluePoint1X" fmla="*/ 164 w 188"/>
                <a:gd name="GluePoint1Y" fmla="*/ 40 h 48"/>
                <a:gd name="GluePoint2X" fmla="*/ 0 w 188"/>
                <a:gd name="GluePoint2Y" fmla="*/ 40 h 48"/>
                <a:gd name="GluePoint3X" fmla="*/ 0 w 188"/>
                <a:gd name="GluePoint3Y" fmla="*/ 48 h 48"/>
                <a:gd name="GluePoint4X" fmla="*/ 164 w 188"/>
                <a:gd name="GluePoint4Y" fmla="*/ 48 h 48"/>
                <a:gd name="GluePoint5X" fmla="*/ 188 w 188"/>
                <a:gd name="GluePoint5Y" fmla="*/ 24 h 48"/>
                <a:gd name="GluePoint6X" fmla="*/ 164 w 188"/>
                <a:gd name="GluePoint6Y" fmla="*/ 0 h 48"/>
                <a:gd name="GluePoint7X" fmla="*/ 140 w 188"/>
                <a:gd name="GluePoint7Y" fmla="*/ 24 h 48"/>
                <a:gd name="GluePoint8X" fmla="*/ 148 w 188"/>
                <a:gd name="GluePoint8Y" fmla="*/ 24 h 48"/>
                <a:gd name="GluePoint9X" fmla="*/ 164 w 188"/>
                <a:gd name="GluePoint9Y" fmla="*/ 8 h 48"/>
                <a:gd name="GluePoint10X" fmla="*/ 180 w 188"/>
                <a:gd name="GluePoint10Y" fmla="*/ 24 h 48"/>
                <a:gd name="GluePoint11X" fmla="*/ 164 w 188"/>
                <a:gd name="GluePoint11Y" fmla="*/ 40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88" h="48">
                  <a:moveTo>
                    <a:pt x="164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78" y="48"/>
                    <a:pt x="188" y="37"/>
                    <a:pt x="188" y="24"/>
                  </a:cubicBezTo>
                  <a:cubicBezTo>
                    <a:pt x="188" y="10"/>
                    <a:pt x="178" y="0"/>
                    <a:pt x="164" y="0"/>
                  </a:cubicBezTo>
                  <a:cubicBezTo>
                    <a:pt x="151" y="0"/>
                    <a:pt x="140" y="10"/>
                    <a:pt x="140" y="24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8" y="15"/>
                    <a:pt x="156" y="8"/>
                    <a:pt x="164" y="8"/>
                  </a:cubicBezTo>
                  <a:cubicBezTo>
                    <a:pt x="173" y="8"/>
                    <a:pt x="180" y="15"/>
                    <a:pt x="180" y="24"/>
                  </a:cubicBezTo>
                  <a:cubicBezTo>
                    <a:pt x="180" y="32"/>
                    <a:pt x="173" y="40"/>
                    <a:pt x="164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800" bIns="28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08" name="Группа 408"/>
          <p:cNvGrpSpPr/>
          <p:nvPr/>
        </p:nvGrpSpPr>
        <p:grpSpPr>
          <a:xfrm>
            <a:off x="6000120" y="1272600"/>
            <a:ext cx="302400" cy="264240"/>
            <a:chOff x="6000120" y="1272600"/>
            <a:chExt cx="302400" cy="264240"/>
          </a:xfrm>
        </p:grpSpPr>
        <p:sp>
          <p:nvSpPr>
            <p:cNvPr id="3709" name="Freeform 42"/>
            <p:cNvSpPr/>
            <p:nvPr/>
          </p:nvSpPr>
          <p:spPr>
            <a:xfrm>
              <a:off x="6000120" y="127260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0 h 152"/>
                <a:gd name="GluePoint4X" fmla="*/ 56 w 256"/>
                <a:gd name="GluePoint4Y" fmla="*/ 0 h 152"/>
                <a:gd name="GluePoint5X" fmla="*/ 0 w 256"/>
                <a:gd name="GluePoint5Y" fmla="*/ 56 h 152"/>
                <a:gd name="GluePoint6X" fmla="*/ 9 w 256"/>
                <a:gd name="GluePoint6Y" fmla="*/ 86 h 152"/>
                <a:gd name="GluePoint7X" fmla="*/ 22 w 256"/>
                <a:gd name="GluePoint7Y" fmla="*/ 100 h 152"/>
                <a:gd name="GluePoint8X" fmla="*/ 20 w 256"/>
                <a:gd name="GluePoint8Y" fmla="*/ 112 h 152"/>
                <a:gd name="GluePoint9X" fmla="*/ 60 w 256"/>
                <a:gd name="GluePoint9Y" fmla="*/ 152 h 152"/>
                <a:gd name="GluePoint10X" fmla="*/ 60 w 256"/>
                <a:gd name="GluePoint10Y" fmla="*/ 144 h 152"/>
                <a:gd name="GluePoint11X" fmla="*/ 28 w 256"/>
                <a:gd name="GluePoint11Y" fmla="*/ 112 h 152"/>
                <a:gd name="GluePoint12X" fmla="*/ 60 w 256"/>
                <a:gd name="GluePoint12Y" fmla="*/ 76 h 152"/>
                <a:gd name="GluePoint13X" fmla="*/ 72 w 256"/>
                <a:gd name="GluePoint13Y" fmla="*/ 76 h 152"/>
                <a:gd name="GluePoint14X" fmla="*/ 72 w 256"/>
                <a:gd name="GluePoint14Y" fmla="*/ 72 h 152"/>
                <a:gd name="GluePoint15X" fmla="*/ 144 w 256"/>
                <a:gd name="GluePoint15Y" fmla="*/ 16 h 152"/>
                <a:gd name="GluePoint16X" fmla="*/ 220 w 256"/>
                <a:gd name="GluePoint16Y" fmla="*/ 84 h 152"/>
                <a:gd name="GluePoint17X" fmla="*/ 220 w 256"/>
                <a:gd name="GluePoint17Y" fmla="*/ 88 h 152"/>
                <a:gd name="GluePoint18X" fmla="*/ 224 w 256"/>
                <a:gd name="GluePoint18Y" fmla="*/ 88 h 152"/>
                <a:gd name="GluePoint19X" fmla="*/ 248 w 256"/>
                <a:gd name="GluePoint19Y" fmla="*/ 120 h 152"/>
                <a:gd name="GluePoint20X" fmla="*/ 224 w 256"/>
                <a:gd name="GluePoint20Y" fmla="*/ 144 h 152"/>
                <a:gd name="GluePoint21X" fmla="*/ 224 w 256"/>
                <a:gd name="GluePoint21Y" fmla="*/ 152 h 152"/>
                <a:gd name="GluePoint22X" fmla="*/ 256 w 256"/>
                <a:gd name="GluePoint22Y" fmla="*/ 120 h 152"/>
                <a:gd name="GluePoint23X" fmla="*/ 228 w 256"/>
                <a:gd name="GluePoint23Y" fmla="*/ 80 h 152"/>
                <a:gd name="GluePoint24X" fmla="*/ 65 w 256"/>
                <a:gd name="GluePoint24Y" fmla="*/ 68 h 152"/>
                <a:gd name="GluePoint25X" fmla="*/ 60 w 256"/>
                <a:gd name="GluePoint25Y" fmla="*/ 68 h 152"/>
                <a:gd name="GluePoint26X" fmla="*/ 25 w 256"/>
                <a:gd name="GluePoint26Y" fmla="*/ 92 h 152"/>
                <a:gd name="GluePoint27X" fmla="*/ 16 w 256"/>
                <a:gd name="GluePoint27Y" fmla="*/ 81 h 152"/>
                <a:gd name="GluePoint28X" fmla="*/ 8 w 256"/>
                <a:gd name="GluePoint28Y" fmla="*/ 56 h 152"/>
                <a:gd name="GluePoint29X" fmla="*/ 56 w 256"/>
                <a:gd name="GluePoint29Y" fmla="*/ 8 h 152"/>
                <a:gd name="GluePoint30X" fmla="*/ 93 w 256"/>
                <a:gd name="GluePoint30Y" fmla="*/ 25 h 152"/>
                <a:gd name="GluePoint31X" fmla="*/ 65 w 256"/>
                <a:gd name="GluePoint31Y" fmla="*/ 68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2"/>
                    <a:pt x="100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6"/>
                    <a:pt x="3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3"/>
                    <a:pt x="20" y="107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0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9" y="39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4"/>
                    <a:pt x="248" y="120"/>
                  </a:cubicBezTo>
                  <a:cubicBezTo>
                    <a:pt x="248" y="134"/>
                    <a:pt x="239" y="144"/>
                    <a:pt x="224" y="144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8"/>
                    <a:pt x="256" y="120"/>
                  </a:cubicBezTo>
                  <a:cubicBezTo>
                    <a:pt x="256" y="102"/>
                    <a:pt x="245" y="82"/>
                    <a:pt x="228" y="80"/>
                  </a:cubicBezTo>
                  <a:close/>
                  <a:moveTo>
                    <a:pt x="65" y="68"/>
                  </a:move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7"/>
                    <a:pt x="25" y="92"/>
                  </a:cubicBezTo>
                  <a:cubicBezTo>
                    <a:pt x="21" y="89"/>
                    <a:pt x="18" y="85"/>
                    <a:pt x="16" y="81"/>
                  </a:cubicBezTo>
                  <a:cubicBezTo>
                    <a:pt x="11" y="74"/>
                    <a:pt x="8" y="65"/>
                    <a:pt x="8" y="56"/>
                  </a:cubicBezTo>
                  <a:cubicBezTo>
                    <a:pt x="8" y="29"/>
                    <a:pt x="30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5"/>
                    <a:pt x="69" y="50"/>
                    <a:pt x="65" y="6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10" name="Freeform 43"/>
            <p:cNvSpPr/>
            <p:nvPr/>
          </p:nvSpPr>
          <p:spPr>
            <a:xfrm>
              <a:off x="6009840" y="1481040"/>
              <a:ext cx="169920" cy="5580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55800"/>
                <a:gd name="textAreaBottom" fmla="*/ 56160 h 55800"/>
                <a:gd name="GluePoint1X" fmla="*/ 0 w 144"/>
                <a:gd name="GluePoint1Y" fmla="*/ 8 h 48"/>
                <a:gd name="GluePoint2X" fmla="*/ 120 w 144"/>
                <a:gd name="GluePoint2Y" fmla="*/ 8 h 48"/>
                <a:gd name="GluePoint3X" fmla="*/ 136 w 144"/>
                <a:gd name="GluePoint3Y" fmla="*/ 24 h 48"/>
                <a:gd name="GluePoint4X" fmla="*/ 120 w 144"/>
                <a:gd name="GluePoint4Y" fmla="*/ 40 h 48"/>
                <a:gd name="GluePoint5X" fmla="*/ 104 w 144"/>
                <a:gd name="GluePoint5Y" fmla="*/ 24 h 48"/>
                <a:gd name="GluePoint6X" fmla="*/ 96 w 144"/>
                <a:gd name="GluePoint6Y" fmla="*/ 24 h 48"/>
                <a:gd name="GluePoint7X" fmla="*/ 120 w 144"/>
                <a:gd name="GluePoint7Y" fmla="*/ 48 h 48"/>
                <a:gd name="GluePoint8X" fmla="*/ 144 w 144"/>
                <a:gd name="GluePoint8Y" fmla="*/ 24 h 48"/>
                <a:gd name="GluePoint9X" fmla="*/ 120 w 144"/>
                <a:gd name="GluePoint9Y" fmla="*/ 0 h 48"/>
                <a:gd name="GluePoint10X" fmla="*/ 0 w 144"/>
                <a:gd name="GluePoint10Y" fmla="*/ 0 h 48"/>
                <a:gd name="GluePoint11X" fmla="*/ 0 w 144"/>
                <a:gd name="GluePoint11Y" fmla="*/ 8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44" h="48">
                  <a:moveTo>
                    <a:pt x="0" y="8"/>
                  </a:moveTo>
                  <a:cubicBezTo>
                    <a:pt x="120" y="8"/>
                    <a:pt x="120" y="8"/>
                    <a:pt x="120" y="8"/>
                  </a:cubicBezTo>
                  <a:cubicBezTo>
                    <a:pt x="129" y="8"/>
                    <a:pt x="136" y="15"/>
                    <a:pt x="136" y="24"/>
                  </a:cubicBezTo>
                  <a:cubicBezTo>
                    <a:pt x="136" y="32"/>
                    <a:pt x="129" y="40"/>
                    <a:pt x="120" y="40"/>
                  </a:cubicBezTo>
                  <a:cubicBezTo>
                    <a:pt x="112" y="40"/>
                    <a:pt x="104" y="32"/>
                    <a:pt x="104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6" y="37"/>
                    <a:pt x="107" y="48"/>
                    <a:pt x="120" y="48"/>
                  </a:cubicBezTo>
                  <a:cubicBezTo>
                    <a:pt x="134" y="48"/>
                    <a:pt x="144" y="37"/>
                    <a:pt x="144" y="24"/>
                  </a:cubicBezTo>
                  <a:cubicBezTo>
                    <a:pt x="144" y="10"/>
                    <a:pt x="134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11" name="Freeform 44"/>
            <p:cNvSpPr/>
            <p:nvPr/>
          </p:nvSpPr>
          <p:spPr>
            <a:xfrm>
              <a:off x="6019560" y="1413360"/>
              <a:ext cx="220680" cy="57240"/>
            </a:xfrm>
            <a:custGeom>
              <a:avLst/>
              <a:gdLst>
                <a:gd name="textAreaLeft" fmla="*/ 0 w 220680"/>
                <a:gd name="textAreaRight" fmla="*/ 221040 w 220680"/>
                <a:gd name="textAreaTop" fmla="*/ 0 h 57240"/>
                <a:gd name="textAreaBottom" fmla="*/ 57600 h 57240"/>
                <a:gd name="GluePoint1X" fmla="*/ 164 w 188"/>
                <a:gd name="GluePoint1Y" fmla="*/ 40 h 48"/>
                <a:gd name="GluePoint2X" fmla="*/ 0 w 188"/>
                <a:gd name="GluePoint2Y" fmla="*/ 40 h 48"/>
                <a:gd name="GluePoint3X" fmla="*/ 0 w 188"/>
                <a:gd name="GluePoint3Y" fmla="*/ 48 h 48"/>
                <a:gd name="GluePoint4X" fmla="*/ 164 w 188"/>
                <a:gd name="GluePoint4Y" fmla="*/ 48 h 48"/>
                <a:gd name="GluePoint5X" fmla="*/ 188 w 188"/>
                <a:gd name="GluePoint5Y" fmla="*/ 24 h 48"/>
                <a:gd name="GluePoint6X" fmla="*/ 164 w 188"/>
                <a:gd name="GluePoint6Y" fmla="*/ 0 h 48"/>
                <a:gd name="GluePoint7X" fmla="*/ 140 w 188"/>
                <a:gd name="GluePoint7Y" fmla="*/ 24 h 48"/>
                <a:gd name="GluePoint8X" fmla="*/ 148 w 188"/>
                <a:gd name="GluePoint8Y" fmla="*/ 24 h 48"/>
                <a:gd name="GluePoint9X" fmla="*/ 164 w 188"/>
                <a:gd name="GluePoint9Y" fmla="*/ 8 h 48"/>
                <a:gd name="GluePoint10X" fmla="*/ 180 w 188"/>
                <a:gd name="GluePoint10Y" fmla="*/ 24 h 48"/>
                <a:gd name="GluePoint11X" fmla="*/ 164 w 188"/>
                <a:gd name="GluePoint11Y" fmla="*/ 40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88" h="48">
                  <a:moveTo>
                    <a:pt x="164" y="4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78" y="48"/>
                    <a:pt x="188" y="37"/>
                    <a:pt x="188" y="24"/>
                  </a:cubicBezTo>
                  <a:cubicBezTo>
                    <a:pt x="188" y="10"/>
                    <a:pt x="178" y="0"/>
                    <a:pt x="164" y="0"/>
                  </a:cubicBezTo>
                  <a:cubicBezTo>
                    <a:pt x="151" y="0"/>
                    <a:pt x="140" y="10"/>
                    <a:pt x="140" y="24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8" y="15"/>
                    <a:pt x="156" y="8"/>
                    <a:pt x="164" y="8"/>
                  </a:cubicBezTo>
                  <a:cubicBezTo>
                    <a:pt x="173" y="8"/>
                    <a:pt x="180" y="15"/>
                    <a:pt x="180" y="24"/>
                  </a:cubicBezTo>
                  <a:cubicBezTo>
                    <a:pt x="180" y="32"/>
                    <a:pt x="173" y="40"/>
                    <a:pt x="164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800" bIns="28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12" name="Группа 3"/>
          <p:cNvGrpSpPr/>
          <p:nvPr/>
        </p:nvGrpSpPr>
        <p:grpSpPr>
          <a:xfrm>
            <a:off x="2857680" y="1252800"/>
            <a:ext cx="302400" cy="302400"/>
            <a:chOff x="2857680" y="1252800"/>
            <a:chExt cx="302400" cy="302400"/>
          </a:xfrm>
        </p:grpSpPr>
        <p:sp>
          <p:nvSpPr>
            <p:cNvPr id="3713" name="Freeform 45"/>
            <p:cNvSpPr/>
            <p:nvPr/>
          </p:nvSpPr>
          <p:spPr>
            <a:xfrm>
              <a:off x="2857680" y="1252800"/>
              <a:ext cx="302400" cy="3024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302400"/>
                <a:gd name="textAreaBottom" fmla="*/ 302760 h 302400"/>
                <a:gd name="GluePoint1X" fmla="*/ 128 w 256"/>
                <a:gd name="GluePoint1Y" fmla="*/ 0 h 256"/>
                <a:gd name="GluePoint2X" fmla="*/ 0 w 256"/>
                <a:gd name="GluePoint2Y" fmla="*/ 128 h 256"/>
                <a:gd name="GluePoint3X" fmla="*/ 128 w 256"/>
                <a:gd name="GluePoint3Y" fmla="*/ 256 h 256"/>
                <a:gd name="GluePoint4X" fmla="*/ 256 w 256"/>
                <a:gd name="GluePoint4Y" fmla="*/ 128 h 256"/>
                <a:gd name="GluePoint5X" fmla="*/ 128 w 256"/>
                <a:gd name="GluePoint5Y" fmla="*/ 0 h 256"/>
                <a:gd name="GluePoint6X" fmla="*/ 128 w 256"/>
                <a:gd name="GluePoint6Y" fmla="*/ 248 h 256"/>
                <a:gd name="GluePoint7X" fmla="*/ 8 w 256"/>
                <a:gd name="GluePoint7Y" fmla="*/ 128 h 256"/>
                <a:gd name="GluePoint8X" fmla="*/ 128 w 256"/>
                <a:gd name="GluePoint8Y" fmla="*/ 8 h 256"/>
                <a:gd name="GluePoint9X" fmla="*/ 248 w 256"/>
                <a:gd name="GluePoint9Y" fmla="*/ 128 h 256"/>
                <a:gd name="GluePoint10X" fmla="*/ 128 w 256"/>
                <a:gd name="GluePoint10Y" fmla="*/ 248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56" h="256">
                  <a:moveTo>
                    <a:pt x="128" y="0"/>
                  </a:moveTo>
                  <a:cubicBezTo>
                    <a:pt x="58" y="0"/>
                    <a:pt x="0" y="57"/>
                    <a:pt x="0" y="128"/>
                  </a:cubicBezTo>
                  <a:cubicBezTo>
                    <a:pt x="0" y="198"/>
                    <a:pt x="58" y="256"/>
                    <a:pt x="128" y="256"/>
                  </a:cubicBezTo>
                  <a:cubicBezTo>
                    <a:pt x="199" y="256"/>
                    <a:pt x="256" y="198"/>
                    <a:pt x="256" y="128"/>
                  </a:cubicBezTo>
                  <a:cubicBezTo>
                    <a:pt x="256" y="57"/>
                    <a:pt x="199" y="0"/>
                    <a:pt x="128" y="0"/>
                  </a:cubicBezTo>
                  <a:close/>
                  <a:moveTo>
                    <a:pt x="128" y="248"/>
                  </a:moveTo>
                  <a:cubicBezTo>
                    <a:pt x="62" y="248"/>
                    <a:pt x="8" y="194"/>
                    <a:pt x="8" y="128"/>
                  </a:cubicBezTo>
                  <a:cubicBezTo>
                    <a:pt x="8" y="61"/>
                    <a:pt x="62" y="8"/>
                    <a:pt x="128" y="8"/>
                  </a:cubicBezTo>
                  <a:cubicBezTo>
                    <a:pt x="195" y="8"/>
                    <a:pt x="248" y="61"/>
                    <a:pt x="248" y="128"/>
                  </a:cubicBezTo>
                  <a:cubicBezTo>
                    <a:pt x="248" y="194"/>
                    <a:pt x="195" y="248"/>
                    <a:pt x="128" y="2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14" name="Freeform 46"/>
            <p:cNvSpPr/>
            <p:nvPr/>
          </p:nvSpPr>
          <p:spPr>
            <a:xfrm>
              <a:off x="2985840" y="1380960"/>
              <a:ext cx="47520" cy="475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7520"/>
                <a:gd name="textAreaBottom" fmla="*/ 47880 h 47520"/>
                <a:gd name="GluePoint1X" fmla="*/ 0 w 40"/>
                <a:gd name="GluePoint1Y" fmla="*/ 20 h 40"/>
                <a:gd name="GluePoint2X" fmla="*/ 20 w 40"/>
                <a:gd name="GluePoint2Y" fmla="*/ 40 h 40"/>
                <a:gd name="GluePoint3X" fmla="*/ 40 w 40"/>
                <a:gd name="GluePoint3Y" fmla="*/ 20 h 40"/>
                <a:gd name="GluePoint4X" fmla="*/ 20 w 40"/>
                <a:gd name="GluePoint4Y" fmla="*/ 0 h 40"/>
                <a:gd name="GluePoint5X" fmla="*/ 0 w 40"/>
                <a:gd name="GluePoint5Y" fmla="*/ 20 h 40"/>
                <a:gd name="GluePoint6X" fmla="*/ 32 w 40"/>
                <a:gd name="GluePoint6Y" fmla="*/ 20 h 40"/>
                <a:gd name="GluePoint7X" fmla="*/ 20 w 40"/>
                <a:gd name="GluePoint7Y" fmla="*/ 32 h 40"/>
                <a:gd name="GluePoint8X" fmla="*/ 8 w 40"/>
                <a:gd name="GluePoint8Y" fmla="*/ 20 h 40"/>
                <a:gd name="GluePoint9X" fmla="*/ 20 w 40"/>
                <a:gd name="GluePoint9Y" fmla="*/ 8 h 40"/>
                <a:gd name="GluePoint10X" fmla="*/ 32 w 40"/>
                <a:gd name="GluePoint10Y" fmla="*/ 20 h 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40" h="40">
                  <a:moveTo>
                    <a:pt x="0" y="20"/>
                  </a:move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lose/>
                  <a:moveTo>
                    <a:pt x="32" y="20"/>
                  </a:moveTo>
                  <a:cubicBezTo>
                    <a:pt x="32" y="26"/>
                    <a:pt x="27" y="32"/>
                    <a:pt x="20" y="32"/>
                  </a:cubicBezTo>
                  <a:cubicBezTo>
                    <a:pt x="14" y="32"/>
                    <a:pt x="8" y="26"/>
                    <a:pt x="8" y="20"/>
                  </a:cubicBezTo>
                  <a:cubicBezTo>
                    <a:pt x="8" y="13"/>
                    <a:pt x="14" y="8"/>
                    <a:pt x="20" y="8"/>
                  </a:cubicBezTo>
                  <a:cubicBezTo>
                    <a:pt x="27" y="8"/>
                    <a:pt x="32" y="13"/>
                    <a:pt x="32" y="2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15" name="Freeform 47"/>
            <p:cNvSpPr/>
            <p:nvPr/>
          </p:nvSpPr>
          <p:spPr>
            <a:xfrm>
              <a:off x="2948040" y="1342800"/>
              <a:ext cx="189720" cy="122040"/>
            </a:xfrm>
            <a:custGeom>
              <a:avLst/>
              <a:gdLst>
                <a:gd name="textAreaLeft" fmla="*/ 0 w 189720"/>
                <a:gd name="textAreaRight" fmla="*/ 190080 w 189720"/>
                <a:gd name="textAreaTop" fmla="*/ 0 h 122040"/>
                <a:gd name="textAreaBottom" fmla="*/ 122400 h 122040"/>
                <a:gd name="GluePoint1X" fmla="*/ 0 w 160"/>
                <a:gd name="GluePoint1Y" fmla="*/ 52 h 104"/>
                <a:gd name="GluePoint2X" fmla="*/ 52 w 160"/>
                <a:gd name="GluePoint2Y" fmla="*/ 104 h 104"/>
                <a:gd name="GluePoint3X" fmla="*/ 155 w 160"/>
                <a:gd name="GluePoint3Y" fmla="*/ 55 h 104"/>
                <a:gd name="GluePoint4X" fmla="*/ 160 w 160"/>
                <a:gd name="GluePoint4Y" fmla="*/ 52 h 104"/>
                <a:gd name="GluePoint5X" fmla="*/ 155 w 160"/>
                <a:gd name="GluePoint5Y" fmla="*/ 48 h 104"/>
                <a:gd name="GluePoint6X" fmla="*/ 52 w 160"/>
                <a:gd name="GluePoint6Y" fmla="*/ 0 h 104"/>
                <a:gd name="GluePoint7X" fmla="*/ 0 w 160"/>
                <a:gd name="GluePoint7Y" fmla="*/ 52 h 104"/>
                <a:gd name="GluePoint8X" fmla="*/ 52 w 160"/>
                <a:gd name="GluePoint8Y" fmla="*/ 96 h 104"/>
                <a:gd name="GluePoint9X" fmla="*/ 8 w 160"/>
                <a:gd name="GluePoint9Y" fmla="*/ 52 h 104"/>
                <a:gd name="GluePoint10X" fmla="*/ 52 w 160"/>
                <a:gd name="GluePoint10Y" fmla="*/ 8 h 104"/>
                <a:gd name="GluePoint11X" fmla="*/ 145 w 160"/>
                <a:gd name="GluePoint11Y" fmla="*/ 52 h 104"/>
                <a:gd name="GluePoint12X" fmla="*/ 52 w 160"/>
                <a:gd name="GluePoint12Y" fmla="*/ 96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60" h="104">
                  <a:moveTo>
                    <a:pt x="0" y="52"/>
                  </a:moveTo>
                  <a:cubicBezTo>
                    <a:pt x="0" y="80"/>
                    <a:pt x="24" y="104"/>
                    <a:pt x="52" y="104"/>
                  </a:cubicBezTo>
                  <a:cubicBezTo>
                    <a:pt x="80" y="104"/>
                    <a:pt x="152" y="57"/>
                    <a:pt x="155" y="55"/>
                  </a:cubicBezTo>
                  <a:cubicBezTo>
                    <a:pt x="160" y="52"/>
                    <a:pt x="160" y="52"/>
                    <a:pt x="160" y="52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2" y="46"/>
                    <a:pt x="80" y="0"/>
                    <a:pt x="52" y="0"/>
                  </a:cubicBezTo>
                  <a:cubicBezTo>
                    <a:pt x="24" y="0"/>
                    <a:pt x="0" y="23"/>
                    <a:pt x="0" y="52"/>
                  </a:cubicBezTo>
                  <a:close/>
                  <a:moveTo>
                    <a:pt x="52" y="96"/>
                  </a:moveTo>
                  <a:cubicBezTo>
                    <a:pt x="28" y="96"/>
                    <a:pt x="8" y="76"/>
                    <a:pt x="8" y="52"/>
                  </a:cubicBezTo>
                  <a:cubicBezTo>
                    <a:pt x="8" y="27"/>
                    <a:pt x="28" y="8"/>
                    <a:pt x="52" y="8"/>
                  </a:cubicBezTo>
                  <a:cubicBezTo>
                    <a:pt x="72" y="8"/>
                    <a:pt x="122" y="37"/>
                    <a:pt x="145" y="52"/>
                  </a:cubicBezTo>
                  <a:cubicBezTo>
                    <a:pt x="122" y="66"/>
                    <a:pt x="72" y="96"/>
                    <a:pt x="52" y="9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16" name="Группа 410"/>
          <p:cNvGrpSpPr/>
          <p:nvPr/>
        </p:nvGrpSpPr>
        <p:grpSpPr>
          <a:xfrm>
            <a:off x="6786000" y="1258560"/>
            <a:ext cx="302400" cy="292320"/>
            <a:chOff x="6786000" y="1258560"/>
            <a:chExt cx="302400" cy="292320"/>
          </a:xfrm>
        </p:grpSpPr>
        <p:sp>
          <p:nvSpPr>
            <p:cNvPr id="3717" name="Freeform 48"/>
            <p:cNvSpPr/>
            <p:nvPr/>
          </p:nvSpPr>
          <p:spPr>
            <a:xfrm>
              <a:off x="6786000" y="125856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44 w 256"/>
                <a:gd name="GluePoint1Y" fmla="*/ 156 h 156"/>
                <a:gd name="GluePoint2X" fmla="*/ 44 w 256"/>
                <a:gd name="GluePoint2Y" fmla="*/ 148 h 156"/>
                <a:gd name="GluePoint3X" fmla="*/ 8 w 256"/>
                <a:gd name="GluePoint3Y" fmla="*/ 112 h 156"/>
                <a:gd name="GluePoint4X" fmla="*/ 44 w 256"/>
                <a:gd name="GluePoint4Y" fmla="*/ 72 h 156"/>
                <a:gd name="GluePoint5X" fmla="*/ 55 w 256"/>
                <a:gd name="GluePoint5Y" fmla="*/ 72 h 156"/>
                <a:gd name="GluePoint6X" fmla="*/ 56 w 256"/>
                <a:gd name="GluePoint6Y" fmla="*/ 68 h 156"/>
                <a:gd name="GluePoint7X" fmla="*/ 136 w 256"/>
                <a:gd name="GluePoint7Y" fmla="*/ 8 h 156"/>
                <a:gd name="GluePoint8X" fmla="*/ 216 w 256"/>
                <a:gd name="GluePoint8Y" fmla="*/ 84 h 156"/>
                <a:gd name="GluePoint9X" fmla="*/ 216 w 256"/>
                <a:gd name="GluePoint9Y" fmla="*/ 88 h 156"/>
                <a:gd name="GluePoint10X" fmla="*/ 220 w 256"/>
                <a:gd name="GluePoint10Y" fmla="*/ 88 h 156"/>
                <a:gd name="GluePoint11X" fmla="*/ 248 w 256"/>
                <a:gd name="GluePoint11Y" fmla="*/ 120 h 156"/>
                <a:gd name="GluePoint12X" fmla="*/ 220 w 256"/>
                <a:gd name="GluePoint12Y" fmla="*/ 148 h 156"/>
                <a:gd name="GluePoint13X" fmla="*/ 220 w 256"/>
                <a:gd name="GluePoint13Y" fmla="*/ 156 h 156"/>
                <a:gd name="GluePoint14X" fmla="*/ 256 w 256"/>
                <a:gd name="GluePoint14Y" fmla="*/ 120 h 156"/>
                <a:gd name="GluePoint15X" fmla="*/ 224 w 256"/>
                <a:gd name="GluePoint15Y" fmla="*/ 80 h 156"/>
                <a:gd name="GluePoint16X" fmla="*/ 136 w 256"/>
                <a:gd name="GluePoint16Y" fmla="*/ 0 h 156"/>
                <a:gd name="GluePoint17X" fmla="*/ 48 w 256"/>
                <a:gd name="GluePoint17Y" fmla="*/ 64 h 156"/>
                <a:gd name="GluePoint18X" fmla="*/ 44 w 256"/>
                <a:gd name="GluePoint18Y" fmla="*/ 64 h 156"/>
                <a:gd name="GluePoint19X" fmla="*/ 0 w 256"/>
                <a:gd name="GluePoint19Y" fmla="*/ 112 h 156"/>
                <a:gd name="GluePoint20X" fmla="*/ 44 w 256"/>
                <a:gd name="GluePoint20Y" fmla="*/ 156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56" h="156">
                  <a:moveTo>
                    <a:pt x="44" y="156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2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62" y="33"/>
                    <a:pt x="96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4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0"/>
                    <a:pt x="256" y="120"/>
                  </a:cubicBezTo>
                  <a:cubicBezTo>
                    <a:pt x="256" y="101"/>
                    <a:pt x="243" y="82"/>
                    <a:pt x="224" y="80"/>
                  </a:cubicBezTo>
                  <a:cubicBezTo>
                    <a:pt x="222" y="35"/>
                    <a:pt x="184" y="0"/>
                    <a:pt x="136" y="0"/>
                  </a:cubicBezTo>
                  <a:cubicBezTo>
                    <a:pt x="93" y="0"/>
                    <a:pt x="57" y="26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18" name="Freeform 49"/>
            <p:cNvSpPr/>
            <p:nvPr/>
          </p:nvSpPr>
          <p:spPr>
            <a:xfrm>
              <a:off x="6795720" y="1495080"/>
              <a:ext cx="169920" cy="5580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55800"/>
                <a:gd name="textAreaBottom" fmla="*/ 56160 h 55800"/>
                <a:gd name="GluePoint1X" fmla="*/ 120 w 144"/>
                <a:gd name="GluePoint1Y" fmla="*/ 40 h 48"/>
                <a:gd name="GluePoint2X" fmla="*/ 104 w 144"/>
                <a:gd name="GluePoint2Y" fmla="*/ 24 h 48"/>
                <a:gd name="GluePoint3X" fmla="*/ 96 w 144"/>
                <a:gd name="GluePoint3Y" fmla="*/ 24 h 48"/>
                <a:gd name="GluePoint4X" fmla="*/ 120 w 144"/>
                <a:gd name="GluePoint4Y" fmla="*/ 48 h 48"/>
                <a:gd name="GluePoint5X" fmla="*/ 144 w 144"/>
                <a:gd name="GluePoint5Y" fmla="*/ 24 h 48"/>
                <a:gd name="GluePoint6X" fmla="*/ 120 w 144"/>
                <a:gd name="GluePoint6Y" fmla="*/ 0 h 48"/>
                <a:gd name="GluePoint7X" fmla="*/ 0 w 144"/>
                <a:gd name="GluePoint7Y" fmla="*/ 0 h 48"/>
                <a:gd name="GluePoint8X" fmla="*/ 0 w 144"/>
                <a:gd name="GluePoint8Y" fmla="*/ 8 h 48"/>
                <a:gd name="GluePoint9X" fmla="*/ 120 w 144"/>
                <a:gd name="GluePoint9Y" fmla="*/ 8 h 48"/>
                <a:gd name="GluePoint10X" fmla="*/ 136 w 144"/>
                <a:gd name="GluePoint10Y" fmla="*/ 24 h 48"/>
                <a:gd name="GluePoint11X" fmla="*/ 120 w 144"/>
                <a:gd name="GluePoint11Y" fmla="*/ 40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44" h="48">
                  <a:moveTo>
                    <a:pt x="120" y="40"/>
                  </a:moveTo>
                  <a:cubicBezTo>
                    <a:pt x="111" y="40"/>
                    <a:pt x="104" y="32"/>
                    <a:pt x="104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6" y="37"/>
                    <a:pt x="106" y="48"/>
                    <a:pt x="120" y="48"/>
                  </a:cubicBezTo>
                  <a:cubicBezTo>
                    <a:pt x="133" y="48"/>
                    <a:pt x="144" y="37"/>
                    <a:pt x="144" y="24"/>
                  </a:cubicBezTo>
                  <a:cubicBezTo>
                    <a:pt x="144" y="10"/>
                    <a:pt x="133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28" y="8"/>
                    <a:pt x="136" y="15"/>
                    <a:pt x="136" y="24"/>
                  </a:cubicBezTo>
                  <a:cubicBezTo>
                    <a:pt x="136" y="32"/>
                    <a:pt x="128" y="40"/>
                    <a:pt x="120" y="4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19" name="Freeform 50"/>
            <p:cNvSpPr/>
            <p:nvPr/>
          </p:nvSpPr>
          <p:spPr>
            <a:xfrm>
              <a:off x="6805800" y="1419120"/>
              <a:ext cx="222120" cy="55800"/>
            </a:xfrm>
            <a:custGeom>
              <a:avLst/>
              <a:gdLst>
                <a:gd name="textAreaLeft" fmla="*/ 0 w 222120"/>
                <a:gd name="textAreaRight" fmla="*/ 222480 w 222120"/>
                <a:gd name="textAreaTop" fmla="*/ 0 h 55800"/>
                <a:gd name="textAreaBottom" fmla="*/ 56160 h 55800"/>
                <a:gd name="GluePoint1X" fmla="*/ 188 w 188"/>
                <a:gd name="GluePoint1Y" fmla="*/ 24 h 48"/>
                <a:gd name="GluePoint2X" fmla="*/ 164 w 188"/>
                <a:gd name="GluePoint2Y" fmla="*/ 0 h 48"/>
                <a:gd name="GluePoint3X" fmla="*/ 140 w 188"/>
                <a:gd name="GluePoint3Y" fmla="*/ 24 h 48"/>
                <a:gd name="GluePoint4X" fmla="*/ 148 w 188"/>
                <a:gd name="GluePoint4Y" fmla="*/ 24 h 48"/>
                <a:gd name="GluePoint5X" fmla="*/ 164 w 188"/>
                <a:gd name="GluePoint5Y" fmla="*/ 8 h 48"/>
                <a:gd name="GluePoint6X" fmla="*/ 180 w 188"/>
                <a:gd name="GluePoint6Y" fmla="*/ 24 h 48"/>
                <a:gd name="GluePoint7X" fmla="*/ 164 w 188"/>
                <a:gd name="GluePoint7Y" fmla="*/ 40 h 48"/>
                <a:gd name="GluePoint8X" fmla="*/ 0 w 188"/>
                <a:gd name="GluePoint8Y" fmla="*/ 40 h 48"/>
                <a:gd name="GluePoint9X" fmla="*/ 0 w 188"/>
                <a:gd name="GluePoint9Y" fmla="*/ 48 h 48"/>
                <a:gd name="GluePoint10X" fmla="*/ 164 w 188"/>
                <a:gd name="GluePoint10Y" fmla="*/ 48 h 48"/>
                <a:gd name="GluePoint11X" fmla="*/ 188 w 188"/>
                <a:gd name="GluePoint11Y" fmla="*/ 24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188" h="48">
                  <a:moveTo>
                    <a:pt x="188" y="24"/>
                  </a:moveTo>
                  <a:cubicBezTo>
                    <a:pt x="188" y="10"/>
                    <a:pt x="177" y="0"/>
                    <a:pt x="164" y="0"/>
                  </a:cubicBezTo>
                  <a:cubicBezTo>
                    <a:pt x="150" y="0"/>
                    <a:pt x="140" y="10"/>
                    <a:pt x="140" y="24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8" y="15"/>
                    <a:pt x="155" y="8"/>
                    <a:pt x="164" y="8"/>
                  </a:cubicBezTo>
                  <a:cubicBezTo>
                    <a:pt x="172" y="8"/>
                    <a:pt x="180" y="15"/>
                    <a:pt x="180" y="24"/>
                  </a:cubicBezTo>
                  <a:cubicBezTo>
                    <a:pt x="180" y="32"/>
                    <a:pt x="172" y="40"/>
                    <a:pt x="164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77" y="48"/>
                    <a:pt x="188" y="37"/>
                    <a:pt x="188" y="2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080" bIns="280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720" name="Freeform 51"/>
          <p:cNvSpPr/>
          <p:nvPr/>
        </p:nvSpPr>
        <p:spPr>
          <a:xfrm>
            <a:off x="2073240" y="1645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63 w 256"/>
              <a:gd name="GluePoint1Y" fmla="*/ 4 h 256"/>
              <a:gd name="GluePoint2X" fmla="*/ 128 w 256"/>
              <a:gd name="GluePoint2Y" fmla="*/ 0 h 256"/>
              <a:gd name="GluePoint3X" fmla="*/ 128 w 256"/>
              <a:gd name="GluePoint3Y" fmla="*/ 256 h 256"/>
              <a:gd name="GluePoint4X" fmla="*/ 163 w 256"/>
              <a:gd name="GluePoint4Y" fmla="*/ 252 h 256"/>
              <a:gd name="GluePoint5X" fmla="*/ 256 w 256"/>
              <a:gd name="GluePoint5Y" fmla="*/ 128 h 256"/>
              <a:gd name="GluePoint6X" fmla="*/ 148 w 256"/>
              <a:gd name="GluePoint6Y" fmla="*/ 9 h 256"/>
              <a:gd name="GluePoint7X" fmla="*/ 85 w 256"/>
              <a:gd name="GluePoint7Y" fmla="*/ 16 h 256"/>
              <a:gd name="GluePoint8X" fmla="*/ 148 w 256"/>
              <a:gd name="GluePoint8Y" fmla="*/ 9 h 256"/>
              <a:gd name="GluePoint9X" fmla="*/ 105 w 256"/>
              <a:gd name="GluePoint9Y" fmla="*/ 216 h 256"/>
              <a:gd name="GluePoint10X" fmla="*/ 68 w 256"/>
              <a:gd name="GluePoint10Y" fmla="*/ 232 h 256"/>
              <a:gd name="GluePoint11X" fmla="*/ 39 w 256"/>
              <a:gd name="GluePoint11Y" fmla="*/ 208 h 256"/>
              <a:gd name="GluePoint12X" fmla="*/ 88 w 256"/>
              <a:gd name="GluePoint12Y" fmla="*/ 192 h 256"/>
              <a:gd name="GluePoint13X" fmla="*/ 39 w 256"/>
              <a:gd name="GluePoint13Y" fmla="*/ 208 h 256"/>
              <a:gd name="GluePoint14X" fmla="*/ 15 w 256"/>
              <a:gd name="GluePoint14Y" fmla="*/ 168 h 256"/>
              <a:gd name="GluePoint15X" fmla="*/ 84 w 256"/>
              <a:gd name="GluePoint15Y" fmla="*/ 184 h 256"/>
              <a:gd name="GluePoint16X" fmla="*/ 8 w 256"/>
              <a:gd name="GluePoint16Y" fmla="*/ 128 h 256"/>
              <a:gd name="GluePoint17X" fmla="*/ 73 w 256"/>
              <a:gd name="GluePoint17Y" fmla="*/ 120 h 256"/>
              <a:gd name="GluePoint18X" fmla="*/ 73 w 256"/>
              <a:gd name="GluePoint18Y" fmla="*/ 136 h 256"/>
              <a:gd name="GluePoint19X" fmla="*/ 8 w 256"/>
              <a:gd name="GluePoint19Y" fmla="*/ 128 h 256"/>
              <a:gd name="GluePoint20X" fmla="*/ 76 w 256"/>
              <a:gd name="GluePoint20Y" fmla="*/ 160 h 256"/>
              <a:gd name="GluePoint21X" fmla="*/ 9 w 256"/>
              <a:gd name="GluePoint21Y" fmla="*/ 144 h 256"/>
              <a:gd name="GluePoint22X" fmla="*/ 73 w 256"/>
              <a:gd name="GluePoint22Y" fmla="*/ 112 h 256"/>
              <a:gd name="GluePoint23X" fmla="*/ 13 w 256"/>
              <a:gd name="GluePoint23Y" fmla="*/ 96 h 256"/>
              <a:gd name="GluePoint24X" fmla="*/ 73 w 256"/>
              <a:gd name="GluePoint24Y" fmla="*/ 112 h 256"/>
              <a:gd name="GluePoint25X" fmla="*/ 15 w 256"/>
              <a:gd name="GluePoint25Y" fmla="*/ 88 h 256"/>
              <a:gd name="GluePoint26X" fmla="*/ 84 w 256"/>
              <a:gd name="GluePoint26Y" fmla="*/ 72 h 256"/>
              <a:gd name="GluePoint27X" fmla="*/ 88 w 256"/>
              <a:gd name="GluePoint27Y" fmla="*/ 64 h 256"/>
              <a:gd name="GluePoint28X" fmla="*/ 39 w 256"/>
              <a:gd name="GluePoint28Y" fmla="*/ 48 h 256"/>
              <a:gd name="GluePoint29X" fmla="*/ 88 w 256"/>
              <a:gd name="GluePoint29Y" fmla="*/ 64 h 256"/>
              <a:gd name="GluePoint30X" fmla="*/ 47 w 256"/>
              <a:gd name="GluePoint30Y" fmla="*/ 40 h 256"/>
              <a:gd name="GluePoint31X" fmla="*/ 122 w 256"/>
              <a:gd name="GluePoint31Y" fmla="*/ 24 h 256"/>
              <a:gd name="GluePoint32X" fmla="*/ 128 w 256"/>
              <a:gd name="GluePoint32Y" fmla="*/ 248 h 256"/>
              <a:gd name="GluePoint33X" fmla="*/ 134 w 256"/>
              <a:gd name="GluePoint33Y" fmla="*/ 240 h 256"/>
              <a:gd name="GluePoint34X" fmla="*/ 128 w 256"/>
              <a:gd name="GluePoint34Y" fmla="*/ 248 h 256"/>
              <a:gd name="GluePoint35X" fmla="*/ 80 w 256"/>
              <a:gd name="GluePoint35Y" fmla="*/ 128 h 256"/>
              <a:gd name="GluePoint36X" fmla="*/ 248 w 256"/>
              <a:gd name="GluePoint36Y" fmla="*/ 12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w="256" h="256">
                <a:moveTo>
                  <a:pt x="163" y="5"/>
                </a:moveTo>
                <a:cubicBezTo>
                  <a:pt x="163" y="4"/>
                  <a:pt x="163" y="4"/>
                  <a:pt x="163" y="4"/>
                </a:cubicBezTo>
                <a:cubicBezTo>
                  <a:pt x="163" y="4"/>
                  <a:pt x="162" y="4"/>
                  <a:pt x="162" y="4"/>
                </a:cubicBezTo>
                <a:cubicBezTo>
                  <a:pt x="151" y="1"/>
                  <a:pt x="140" y="0"/>
                  <a:pt x="128" y="0"/>
                </a:cubicBezTo>
                <a:cubicBezTo>
                  <a:pt x="58" y="0"/>
                  <a:pt x="0" y="57"/>
                  <a:pt x="0" y="128"/>
                </a:cubicBezTo>
                <a:cubicBezTo>
                  <a:pt x="0" y="198"/>
                  <a:pt x="58" y="256"/>
                  <a:pt x="128" y="256"/>
                </a:cubicBezTo>
                <a:cubicBezTo>
                  <a:pt x="140" y="256"/>
                  <a:pt x="151" y="254"/>
                  <a:pt x="162" y="251"/>
                </a:cubicBezTo>
                <a:cubicBezTo>
                  <a:pt x="162" y="251"/>
                  <a:pt x="163" y="251"/>
                  <a:pt x="163" y="252"/>
                </a:cubicBezTo>
                <a:cubicBezTo>
                  <a:pt x="163" y="251"/>
                  <a:pt x="163" y="251"/>
                  <a:pt x="163" y="251"/>
                </a:cubicBezTo>
                <a:cubicBezTo>
                  <a:pt x="217" y="235"/>
                  <a:pt x="256" y="186"/>
                  <a:pt x="256" y="128"/>
                </a:cubicBezTo>
                <a:cubicBezTo>
                  <a:pt x="256" y="69"/>
                  <a:pt x="217" y="20"/>
                  <a:pt x="163" y="5"/>
                </a:cubicBezTo>
                <a:close/>
                <a:moveTo>
                  <a:pt x="148" y="9"/>
                </a:moveTo>
                <a:cubicBezTo>
                  <a:pt x="143" y="11"/>
                  <a:pt x="139" y="13"/>
                  <a:pt x="134" y="16"/>
                </a:cubicBezTo>
                <a:cubicBezTo>
                  <a:pt x="85" y="16"/>
                  <a:pt x="85" y="16"/>
                  <a:pt x="85" y="16"/>
                </a:cubicBezTo>
                <a:cubicBezTo>
                  <a:pt x="99" y="11"/>
                  <a:pt x="113" y="8"/>
                  <a:pt x="128" y="8"/>
                </a:cubicBezTo>
                <a:cubicBezTo>
                  <a:pt x="135" y="8"/>
                  <a:pt x="141" y="8"/>
                  <a:pt x="148" y="9"/>
                </a:cubicBezTo>
                <a:close/>
                <a:moveTo>
                  <a:pt x="47" y="216"/>
                </a:moveTo>
                <a:cubicBezTo>
                  <a:pt x="105" y="216"/>
                  <a:pt x="105" y="216"/>
                  <a:pt x="105" y="216"/>
                </a:cubicBezTo>
                <a:cubicBezTo>
                  <a:pt x="110" y="222"/>
                  <a:pt x="116" y="227"/>
                  <a:pt x="122" y="232"/>
                </a:cubicBezTo>
                <a:cubicBezTo>
                  <a:pt x="68" y="232"/>
                  <a:pt x="68" y="232"/>
                  <a:pt x="68" y="232"/>
                </a:cubicBezTo>
                <a:cubicBezTo>
                  <a:pt x="61" y="227"/>
                  <a:pt x="53" y="222"/>
                  <a:pt x="47" y="216"/>
                </a:cubicBezTo>
                <a:close/>
                <a:moveTo>
                  <a:pt x="39" y="208"/>
                </a:moveTo>
                <a:cubicBezTo>
                  <a:pt x="34" y="203"/>
                  <a:pt x="30" y="197"/>
                  <a:pt x="27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91" y="197"/>
                  <a:pt x="94" y="203"/>
                  <a:pt x="98" y="208"/>
                </a:cubicBezTo>
                <a:lnTo>
                  <a:pt x="39" y="208"/>
                </a:lnTo>
                <a:close/>
                <a:moveTo>
                  <a:pt x="22" y="184"/>
                </a:moveTo>
                <a:cubicBezTo>
                  <a:pt x="19" y="179"/>
                  <a:pt x="17" y="173"/>
                  <a:pt x="15" y="168"/>
                </a:cubicBezTo>
                <a:cubicBezTo>
                  <a:pt x="78" y="168"/>
                  <a:pt x="78" y="168"/>
                  <a:pt x="78" y="168"/>
                </a:cubicBezTo>
                <a:cubicBezTo>
                  <a:pt x="80" y="173"/>
                  <a:pt x="82" y="179"/>
                  <a:pt x="84" y="184"/>
                </a:cubicBezTo>
                <a:lnTo>
                  <a:pt x="22" y="184"/>
                </a:lnTo>
                <a:close/>
                <a:moveTo>
                  <a:pt x="8" y="128"/>
                </a:moveTo>
                <a:cubicBezTo>
                  <a:pt x="8" y="125"/>
                  <a:pt x="8" y="122"/>
                  <a:pt x="9" y="120"/>
                </a:cubicBezTo>
                <a:cubicBezTo>
                  <a:pt x="73" y="120"/>
                  <a:pt x="73" y="120"/>
                  <a:pt x="73" y="120"/>
                </a:cubicBezTo>
                <a:cubicBezTo>
                  <a:pt x="72" y="122"/>
                  <a:pt x="72" y="125"/>
                  <a:pt x="72" y="128"/>
                </a:cubicBezTo>
                <a:cubicBezTo>
                  <a:pt x="72" y="130"/>
                  <a:pt x="72" y="133"/>
                  <a:pt x="73" y="136"/>
                </a:cubicBezTo>
                <a:cubicBezTo>
                  <a:pt x="9" y="136"/>
                  <a:pt x="9" y="136"/>
                  <a:pt x="9" y="136"/>
                </a:cubicBezTo>
                <a:cubicBezTo>
                  <a:pt x="8" y="133"/>
                  <a:pt x="8" y="130"/>
                  <a:pt x="8" y="128"/>
                </a:cubicBezTo>
                <a:close/>
                <a:moveTo>
                  <a:pt x="73" y="144"/>
                </a:moveTo>
                <a:cubicBezTo>
                  <a:pt x="74" y="149"/>
                  <a:pt x="75" y="155"/>
                  <a:pt x="76" y="160"/>
                </a:cubicBezTo>
                <a:cubicBezTo>
                  <a:pt x="13" y="160"/>
                  <a:pt x="13" y="160"/>
                  <a:pt x="13" y="160"/>
                </a:cubicBezTo>
                <a:cubicBezTo>
                  <a:pt x="11" y="155"/>
                  <a:pt x="10" y="149"/>
                  <a:pt x="9" y="144"/>
                </a:cubicBezTo>
                <a:lnTo>
                  <a:pt x="73" y="144"/>
                </a:lnTo>
                <a:close/>
                <a:moveTo>
                  <a:pt x="73" y="112"/>
                </a:moveTo>
                <a:cubicBezTo>
                  <a:pt x="9" y="112"/>
                  <a:pt x="9" y="112"/>
                  <a:pt x="9" y="112"/>
                </a:cubicBezTo>
                <a:cubicBezTo>
                  <a:pt x="10" y="106"/>
                  <a:pt x="11" y="101"/>
                  <a:pt x="13" y="96"/>
                </a:cubicBezTo>
                <a:cubicBezTo>
                  <a:pt x="76" y="96"/>
                  <a:pt x="76" y="96"/>
                  <a:pt x="76" y="96"/>
                </a:cubicBezTo>
                <a:cubicBezTo>
                  <a:pt x="75" y="101"/>
                  <a:pt x="74" y="106"/>
                  <a:pt x="73" y="112"/>
                </a:cubicBezTo>
                <a:close/>
                <a:moveTo>
                  <a:pt x="78" y="88"/>
                </a:moveTo>
                <a:cubicBezTo>
                  <a:pt x="15" y="88"/>
                  <a:pt x="15" y="88"/>
                  <a:pt x="15" y="88"/>
                </a:cubicBezTo>
                <a:cubicBezTo>
                  <a:pt x="17" y="82"/>
                  <a:pt x="19" y="77"/>
                  <a:pt x="22" y="72"/>
                </a:cubicBezTo>
                <a:cubicBezTo>
                  <a:pt x="84" y="72"/>
                  <a:pt x="84" y="72"/>
                  <a:pt x="84" y="72"/>
                </a:cubicBezTo>
                <a:cubicBezTo>
                  <a:pt x="82" y="77"/>
                  <a:pt x="80" y="82"/>
                  <a:pt x="78" y="88"/>
                </a:cubicBezTo>
                <a:close/>
                <a:moveTo>
                  <a:pt x="88" y="64"/>
                </a:moveTo>
                <a:cubicBezTo>
                  <a:pt x="27" y="64"/>
                  <a:pt x="27" y="64"/>
                  <a:pt x="27" y="64"/>
                </a:cubicBezTo>
                <a:cubicBezTo>
                  <a:pt x="30" y="58"/>
                  <a:pt x="34" y="53"/>
                  <a:pt x="39" y="48"/>
                </a:cubicBezTo>
                <a:cubicBezTo>
                  <a:pt x="98" y="48"/>
                  <a:pt x="98" y="48"/>
                  <a:pt x="98" y="48"/>
                </a:cubicBezTo>
                <a:cubicBezTo>
                  <a:pt x="94" y="53"/>
                  <a:pt x="91" y="58"/>
                  <a:pt x="88" y="64"/>
                </a:cubicBezTo>
                <a:close/>
                <a:moveTo>
                  <a:pt x="105" y="40"/>
                </a:moveTo>
                <a:cubicBezTo>
                  <a:pt x="47" y="40"/>
                  <a:pt x="47" y="40"/>
                  <a:pt x="47" y="40"/>
                </a:cubicBezTo>
                <a:cubicBezTo>
                  <a:pt x="53" y="34"/>
                  <a:pt x="61" y="28"/>
                  <a:pt x="68" y="24"/>
                </a:cubicBezTo>
                <a:cubicBezTo>
                  <a:pt x="122" y="24"/>
                  <a:pt x="122" y="24"/>
                  <a:pt x="122" y="24"/>
                </a:cubicBezTo>
                <a:cubicBezTo>
                  <a:pt x="116" y="28"/>
                  <a:pt x="110" y="34"/>
                  <a:pt x="105" y="40"/>
                </a:cubicBezTo>
                <a:close/>
                <a:moveTo>
                  <a:pt x="128" y="248"/>
                </a:moveTo>
                <a:cubicBezTo>
                  <a:pt x="113" y="248"/>
                  <a:pt x="99" y="245"/>
                  <a:pt x="85" y="240"/>
                </a:cubicBezTo>
                <a:cubicBezTo>
                  <a:pt x="134" y="240"/>
                  <a:pt x="134" y="240"/>
                  <a:pt x="134" y="240"/>
                </a:cubicBezTo>
                <a:cubicBezTo>
                  <a:pt x="139" y="242"/>
                  <a:pt x="143" y="244"/>
                  <a:pt x="148" y="246"/>
                </a:cubicBezTo>
                <a:cubicBezTo>
                  <a:pt x="141" y="247"/>
                  <a:pt x="135" y="248"/>
                  <a:pt x="128" y="248"/>
                </a:cubicBezTo>
                <a:close/>
                <a:moveTo>
                  <a:pt x="162" y="243"/>
                </a:moveTo>
                <a:cubicBezTo>
                  <a:pt x="113" y="228"/>
                  <a:pt x="80" y="182"/>
                  <a:pt x="80" y="128"/>
                </a:cubicBezTo>
                <a:cubicBezTo>
                  <a:pt x="80" y="73"/>
                  <a:pt x="113" y="27"/>
                  <a:pt x="162" y="13"/>
                </a:cubicBezTo>
                <a:cubicBezTo>
                  <a:pt x="212" y="27"/>
                  <a:pt x="248" y="73"/>
                  <a:pt x="248" y="128"/>
                </a:cubicBezTo>
                <a:cubicBezTo>
                  <a:pt x="248" y="182"/>
                  <a:pt x="212" y="228"/>
                  <a:pt x="162" y="243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21" name="Freeform 52"/>
          <p:cNvSpPr/>
          <p:nvPr/>
        </p:nvSpPr>
        <p:spPr>
          <a:xfrm>
            <a:off x="2466360" y="1645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93 w 256"/>
              <a:gd name="GluePoint1Y" fmla="*/ 252 h 256"/>
              <a:gd name="GluePoint2X" fmla="*/ 128 w 256"/>
              <a:gd name="GluePoint2Y" fmla="*/ 256 h 256"/>
              <a:gd name="GluePoint3X" fmla="*/ 128 w 256"/>
              <a:gd name="GluePoint3Y" fmla="*/ 0 h 256"/>
              <a:gd name="GluePoint4X" fmla="*/ 93 w 256"/>
              <a:gd name="GluePoint4Y" fmla="*/ 4 h 256"/>
              <a:gd name="GluePoint5X" fmla="*/ 0 w 256"/>
              <a:gd name="GluePoint5Y" fmla="*/ 128 h 256"/>
              <a:gd name="GluePoint6X" fmla="*/ 8 w 256"/>
              <a:gd name="GluePoint6Y" fmla="*/ 128 h 256"/>
              <a:gd name="GluePoint7X" fmla="*/ 176 w 256"/>
              <a:gd name="GluePoint7Y" fmla="*/ 120 h 256"/>
              <a:gd name="GluePoint8X" fmla="*/ 176 w 256"/>
              <a:gd name="GluePoint8Y" fmla="*/ 136 h 256"/>
              <a:gd name="GluePoint9X" fmla="*/ 8 w 256"/>
              <a:gd name="GluePoint9Y" fmla="*/ 128 h 256"/>
              <a:gd name="GluePoint10X" fmla="*/ 141 w 256"/>
              <a:gd name="GluePoint10Y" fmla="*/ 40 h 256"/>
              <a:gd name="GluePoint11X" fmla="*/ 69 w 256"/>
              <a:gd name="GluePoint11Y" fmla="*/ 24 h 256"/>
              <a:gd name="GluePoint12X" fmla="*/ 85 w 256"/>
              <a:gd name="GluePoint12Y" fmla="*/ 16 h 256"/>
              <a:gd name="GluePoint13X" fmla="*/ 104 w 256"/>
              <a:gd name="GluePoint13Y" fmla="*/ 16 h 256"/>
              <a:gd name="GluePoint14X" fmla="*/ 148 w 256"/>
              <a:gd name="GluePoint14Y" fmla="*/ 48 h 256"/>
              <a:gd name="GluePoint15X" fmla="*/ 27 w 256"/>
              <a:gd name="GluePoint15Y" fmla="*/ 64 h 256"/>
              <a:gd name="GluePoint16X" fmla="*/ 148 w 256"/>
              <a:gd name="GluePoint16Y" fmla="*/ 48 h 256"/>
              <a:gd name="GluePoint17X" fmla="*/ 170 w 256"/>
              <a:gd name="GluePoint17Y" fmla="*/ 88 h 256"/>
              <a:gd name="GluePoint18X" fmla="*/ 22 w 256"/>
              <a:gd name="GluePoint18Y" fmla="*/ 72 h 256"/>
              <a:gd name="GluePoint19X" fmla="*/ 120 w 256"/>
              <a:gd name="GluePoint19Y" fmla="*/ 232 h 256"/>
              <a:gd name="GluePoint20X" fmla="*/ 47 w 256"/>
              <a:gd name="GluePoint20Y" fmla="*/ 216 h 256"/>
              <a:gd name="GluePoint21X" fmla="*/ 120 w 256"/>
              <a:gd name="GluePoint21Y" fmla="*/ 232 h 256"/>
              <a:gd name="GluePoint22X" fmla="*/ 95 w 256"/>
              <a:gd name="GluePoint22Y" fmla="*/ 243 h 256"/>
              <a:gd name="GluePoint23X" fmla="*/ 104 w 256"/>
              <a:gd name="GluePoint23Y" fmla="*/ 240 h 256"/>
              <a:gd name="GluePoint24X" fmla="*/ 39 w 256"/>
              <a:gd name="GluePoint24Y" fmla="*/ 208 h 256"/>
              <a:gd name="GluePoint25X" fmla="*/ 159 w 256"/>
              <a:gd name="GluePoint25Y" fmla="*/ 192 h 256"/>
              <a:gd name="GluePoint26X" fmla="*/ 164 w 256"/>
              <a:gd name="GluePoint26Y" fmla="*/ 184 h 256"/>
              <a:gd name="GluePoint27X" fmla="*/ 15 w 256"/>
              <a:gd name="GluePoint27Y" fmla="*/ 168 h 256"/>
              <a:gd name="GluePoint28X" fmla="*/ 164 w 256"/>
              <a:gd name="GluePoint28Y" fmla="*/ 184 h 256"/>
              <a:gd name="GluePoint29X" fmla="*/ 175 w 256"/>
              <a:gd name="GluePoint29Y" fmla="*/ 112 h 256"/>
              <a:gd name="GluePoint30X" fmla="*/ 13 w 256"/>
              <a:gd name="GluePoint30Y" fmla="*/ 96 h 256"/>
              <a:gd name="GluePoint31X" fmla="*/ 175 w 256"/>
              <a:gd name="GluePoint31Y" fmla="*/ 144 h 256"/>
              <a:gd name="GluePoint32X" fmla="*/ 13 w 256"/>
              <a:gd name="GluePoint32Y" fmla="*/ 160 h 256"/>
              <a:gd name="GluePoint33X" fmla="*/ 175 w 256"/>
              <a:gd name="GluePoint33Y" fmla="*/ 144 h 256"/>
              <a:gd name="GluePoint34X" fmla="*/ 248 w 256"/>
              <a:gd name="GluePoint34Y" fmla="*/ 128 h 256"/>
              <a:gd name="GluePoint35X" fmla="*/ 109 w 256"/>
              <a:gd name="GluePoint35Y" fmla="*/ 246 h 256"/>
              <a:gd name="GluePoint36X" fmla="*/ 109 w 256"/>
              <a:gd name="GluePoint36Y" fmla="*/ 9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w="256" h="256">
                <a:moveTo>
                  <a:pt x="93" y="251"/>
                </a:moveTo>
                <a:cubicBezTo>
                  <a:pt x="93" y="252"/>
                  <a:pt x="93" y="252"/>
                  <a:pt x="93" y="252"/>
                </a:cubicBezTo>
                <a:cubicBezTo>
                  <a:pt x="94" y="251"/>
                  <a:pt x="94" y="251"/>
                  <a:pt x="95" y="251"/>
                </a:cubicBezTo>
                <a:cubicBezTo>
                  <a:pt x="105" y="254"/>
                  <a:pt x="117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ubicBezTo>
                  <a:pt x="117" y="0"/>
                  <a:pt x="105" y="1"/>
                  <a:pt x="95" y="4"/>
                </a:cubicBezTo>
                <a:cubicBezTo>
                  <a:pt x="94" y="4"/>
                  <a:pt x="94" y="4"/>
                  <a:pt x="93" y="4"/>
                </a:cubicBezTo>
                <a:cubicBezTo>
                  <a:pt x="93" y="5"/>
                  <a:pt x="93" y="5"/>
                  <a:pt x="93" y="5"/>
                </a:cubicBezTo>
                <a:cubicBezTo>
                  <a:pt x="40" y="20"/>
                  <a:pt x="0" y="69"/>
                  <a:pt x="0" y="128"/>
                </a:cubicBezTo>
                <a:cubicBezTo>
                  <a:pt x="0" y="186"/>
                  <a:pt x="40" y="235"/>
                  <a:pt x="93" y="251"/>
                </a:cubicBezTo>
                <a:close/>
                <a:moveTo>
                  <a:pt x="8" y="128"/>
                </a:moveTo>
                <a:cubicBezTo>
                  <a:pt x="8" y="125"/>
                  <a:pt x="8" y="122"/>
                  <a:pt x="9" y="120"/>
                </a:cubicBezTo>
                <a:cubicBezTo>
                  <a:pt x="176" y="120"/>
                  <a:pt x="176" y="120"/>
                  <a:pt x="176" y="120"/>
                </a:cubicBezTo>
                <a:cubicBezTo>
                  <a:pt x="176" y="122"/>
                  <a:pt x="176" y="125"/>
                  <a:pt x="176" y="128"/>
                </a:cubicBezTo>
                <a:cubicBezTo>
                  <a:pt x="176" y="130"/>
                  <a:pt x="176" y="133"/>
                  <a:pt x="176" y="136"/>
                </a:cubicBezTo>
                <a:cubicBezTo>
                  <a:pt x="9" y="136"/>
                  <a:pt x="9" y="136"/>
                  <a:pt x="9" y="136"/>
                </a:cubicBezTo>
                <a:cubicBezTo>
                  <a:pt x="8" y="133"/>
                  <a:pt x="8" y="130"/>
                  <a:pt x="8" y="128"/>
                </a:cubicBezTo>
                <a:close/>
                <a:moveTo>
                  <a:pt x="120" y="24"/>
                </a:moveTo>
                <a:cubicBezTo>
                  <a:pt x="127" y="28"/>
                  <a:pt x="134" y="34"/>
                  <a:pt x="141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53" y="34"/>
                  <a:pt x="61" y="28"/>
                  <a:pt x="69" y="24"/>
                </a:cubicBezTo>
                <a:lnTo>
                  <a:pt x="120" y="24"/>
                </a:lnTo>
                <a:close/>
                <a:moveTo>
                  <a:pt x="85" y="16"/>
                </a:moveTo>
                <a:cubicBezTo>
                  <a:pt x="88" y="15"/>
                  <a:pt x="91" y="14"/>
                  <a:pt x="95" y="13"/>
                </a:cubicBezTo>
                <a:cubicBezTo>
                  <a:pt x="98" y="14"/>
                  <a:pt x="101" y="15"/>
                  <a:pt x="104" y="16"/>
                </a:cubicBezTo>
                <a:lnTo>
                  <a:pt x="85" y="16"/>
                </a:lnTo>
                <a:close/>
                <a:moveTo>
                  <a:pt x="148" y="48"/>
                </a:moveTo>
                <a:cubicBezTo>
                  <a:pt x="152" y="53"/>
                  <a:pt x="156" y="58"/>
                  <a:pt x="159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30" y="58"/>
                  <a:pt x="35" y="53"/>
                  <a:pt x="39" y="48"/>
                </a:cubicBezTo>
                <a:lnTo>
                  <a:pt x="148" y="48"/>
                </a:lnTo>
                <a:close/>
                <a:moveTo>
                  <a:pt x="164" y="72"/>
                </a:moveTo>
                <a:cubicBezTo>
                  <a:pt x="166" y="77"/>
                  <a:pt x="168" y="82"/>
                  <a:pt x="170" y="88"/>
                </a:cubicBezTo>
                <a:cubicBezTo>
                  <a:pt x="15" y="88"/>
                  <a:pt x="15" y="88"/>
                  <a:pt x="15" y="88"/>
                </a:cubicBezTo>
                <a:cubicBezTo>
                  <a:pt x="17" y="82"/>
                  <a:pt x="20" y="77"/>
                  <a:pt x="22" y="72"/>
                </a:cubicBezTo>
                <a:lnTo>
                  <a:pt x="164" y="72"/>
                </a:lnTo>
                <a:close/>
                <a:moveTo>
                  <a:pt x="120" y="232"/>
                </a:moveTo>
                <a:cubicBezTo>
                  <a:pt x="69" y="232"/>
                  <a:pt x="69" y="232"/>
                  <a:pt x="69" y="232"/>
                </a:cubicBezTo>
                <a:cubicBezTo>
                  <a:pt x="61" y="227"/>
                  <a:pt x="53" y="222"/>
                  <a:pt x="47" y="216"/>
                </a:cubicBezTo>
                <a:cubicBezTo>
                  <a:pt x="141" y="216"/>
                  <a:pt x="141" y="216"/>
                  <a:pt x="141" y="216"/>
                </a:cubicBezTo>
                <a:cubicBezTo>
                  <a:pt x="134" y="222"/>
                  <a:pt x="127" y="227"/>
                  <a:pt x="120" y="232"/>
                </a:cubicBezTo>
                <a:close/>
                <a:moveTo>
                  <a:pt x="104" y="240"/>
                </a:moveTo>
                <a:cubicBezTo>
                  <a:pt x="101" y="241"/>
                  <a:pt x="98" y="242"/>
                  <a:pt x="95" y="243"/>
                </a:cubicBezTo>
                <a:cubicBezTo>
                  <a:pt x="91" y="242"/>
                  <a:pt x="88" y="241"/>
                  <a:pt x="85" y="240"/>
                </a:cubicBezTo>
                <a:lnTo>
                  <a:pt x="104" y="240"/>
                </a:lnTo>
                <a:close/>
                <a:moveTo>
                  <a:pt x="148" y="208"/>
                </a:moveTo>
                <a:cubicBezTo>
                  <a:pt x="39" y="208"/>
                  <a:pt x="39" y="208"/>
                  <a:pt x="39" y="208"/>
                </a:cubicBezTo>
                <a:cubicBezTo>
                  <a:pt x="35" y="203"/>
                  <a:pt x="30" y="197"/>
                  <a:pt x="27" y="192"/>
                </a:cubicBezTo>
                <a:cubicBezTo>
                  <a:pt x="159" y="192"/>
                  <a:pt x="159" y="192"/>
                  <a:pt x="159" y="192"/>
                </a:cubicBezTo>
                <a:cubicBezTo>
                  <a:pt x="156" y="197"/>
                  <a:pt x="152" y="203"/>
                  <a:pt x="148" y="208"/>
                </a:cubicBezTo>
                <a:close/>
                <a:moveTo>
                  <a:pt x="164" y="184"/>
                </a:moveTo>
                <a:cubicBezTo>
                  <a:pt x="22" y="184"/>
                  <a:pt x="22" y="184"/>
                  <a:pt x="22" y="184"/>
                </a:cubicBezTo>
                <a:cubicBezTo>
                  <a:pt x="20" y="179"/>
                  <a:pt x="17" y="173"/>
                  <a:pt x="15" y="168"/>
                </a:cubicBezTo>
                <a:cubicBezTo>
                  <a:pt x="170" y="168"/>
                  <a:pt x="170" y="168"/>
                  <a:pt x="170" y="168"/>
                </a:cubicBezTo>
                <a:cubicBezTo>
                  <a:pt x="168" y="173"/>
                  <a:pt x="166" y="179"/>
                  <a:pt x="164" y="184"/>
                </a:cubicBezTo>
                <a:close/>
                <a:moveTo>
                  <a:pt x="172" y="96"/>
                </a:moveTo>
                <a:cubicBezTo>
                  <a:pt x="174" y="101"/>
                  <a:pt x="175" y="106"/>
                  <a:pt x="175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0" y="106"/>
                  <a:pt x="11" y="101"/>
                  <a:pt x="13" y="96"/>
                </a:cubicBezTo>
                <a:lnTo>
                  <a:pt x="172" y="96"/>
                </a:lnTo>
                <a:close/>
                <a:moveTo>
                  <a:pt x="175" y="144"/>
                </a:moveTo>
                <a:cubicBezTo>
                  <a:pt x="175" y="149"/>
                  <a:pt x="174" y="155"/>
                  <a:pt x="172" y="160"/>
                </a:cubicBezTo>
                <a:cubicBezTo>
                  <a:pt x="13" y="160"/>
                  <a:pt x="13" y="160"/>
                  <a:pt x="13" y="160"/>
                </a:cubicBezTo>
                <a:cubicBezTo>
                  <a:pt x="11" y="155"/>
                  <a:pt x="10" y="149"/>
                  <a:pt x="9" y="144"/>
                </a:cubicBezTo>
                <a:lnTo>
                  <a:pt x="175" y="144"/>
                </a:lnTo>
                <a:close/>
                <a:moveTo>
                  <a:pt x="128" y="8"/>
                </a:moveTo>
                <a:cubicBezTo>
                  <a:pt x="195" y="8"/>
                  <a:pt x="248" y="62"/>
                  <a:pt x="248" y="128"/>
                </a:cubicBezTo>
                <a:cubicBezTo>
                  <a:pt x="248" y="194"/>
                  <a:pt x="195" y="248"/>
                  <a:pt x="128" y="248"/>
                </a:cubicBezTo>
                <a:cubicBezTo>
                  <a:pt x="122" y="248"/>
                  <a:pt x="115" y="247"/>
                  <a:pt x="109" y="246"/>
                </a:cubicBezTo>
                <a:cubicBezTo>
                  <a:pt x="155" y="227"/>
                  <a:pt x="184" y="181"/>
                  <a:pt x="184" y="128"/>
                </a:cubicBezTo>
                <a:cubicBezTo>
                  <a:pt x="184" y="74"/>
                  <a:pt x="155" y="28"/>
                  <a:pt x="109" y="9"/>
                </a:cubicBezTo>
                <a:cubicBezTo>
                  <a:pt x="115" y="8"/>
                  <a:pt x="122" y="8"/>
                  <a:pt x="128" y="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22" name="Freeform 53"/>
          <p:cNvSpPr/>
          <p:nvPr/>
        </p:nvSpPr>
        <p:spPr>
          <a:xfrm>
            <a:off x="2857680" y="1645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95 w 256"/>
              <a:gd name="GluePoint1Y" fmla="*/ 4 h 256"/>
              <a:gd name="GluePoint2X" fmla="*/ 93 w 256"/>
              <a:gd name="GluePoint2Y" fmla="*/ 5 h 256"/>
              <a:gd name="GluePoint3X" fmla="*/ 93 w 256"/>
              <a:gd name="GluePoint3Y" fmla="*/ 251 h 256"/>
              <a:gd name="GluePoint4X" fmla="*/ 95 w 256"/>
              <a:gd name="GluePoint4Y" fmla="*/ 251 h 256"/>
              <a:gd name="GluePoint5X" fmla="*/ 256 w 256"/>
              <a:gd name="GluePoint5Y" fmla="*/ 128 h 256"/>
              <a:gd name="GluePoint6X" fmla="*/ 248 w 256"/>
              <a:gd name="GluePoint6Y" fmla="*/ 128 h 256"/>
              <a:gd name="GluePoint7X" fmla="*/ 184 w 256"/>
              <a:gd name="GluePoint7Y" fmla="*/ 136 h 256"/>
              <a:gd name="GluePoint8X" fmla="*/ 184 w 256"/>
              <a:gd name="GluePoint8Y" fmla="*/ 120 h 256"/>
              <a:gd name="GluePoint9X" fmla="*/ 248 w 256"/>
              <a:gd name="GluePoint9Y" fmla="*/ 128 h 256"/>
              <a:gd name="GluePoint10X" fmla="*/ 210 w 256"/>
              <a:gd name="GluePoint10Y" fmla="*/ 216 h 256"/>
              <a:gd name="GluePoint11X" fmla="*/ 134 w 256"/>
              <a:gd name="GluePoint11Y" fmla="*/ 232 h 256"/>
              <a:gd name="GluePoint12X" fmla="*/ 158 w 256"/>
              <a:gd name="GluePoint12Y" fmla="*/ 208 h 256"/>
              <a:gd name="GluePoint13X" fmla="*/ 230 w 256"/>
              <a:gd name="GluePoint13Y" fmla="*/ 192 h 256"/>
              <a:gd name="GluePoint14X" fmla="*/ 158 w 256"/>
              <a:gd name="GluePoint14Y" fmla="*/ 208 h 256"/>
              <a:gd name="GluePoint15X" fmla="*/ 179 w 256"/>
              <a:gd name="GluePoint15Y" fmla="*/ 168 h 256"/>
              <a:gd name="GluePoint16X" fmla="*/ 235 w 256"/>
              <a:gd name="GluePoint16Y" fmla="*/ 184 h 256"/>
              <a:gd name="GluePoint17X" fmla="*/ 181 w 256"/>
              <a:gd name="GluePoint17Y" fmla="*/ 160 h 256"/>
              <a:gd name="GluePoint18X" fmla="*/ 247 w 256"/>
              <a:gd name="GluePoint18Y" fmla="*/ 144 h 256"/>
              <a:gd name="GluePoint19X" fmla="*/ 181 w 256"/>
              <a:gd name="GluePoint19Y" fmla="*/ 160 h 256"/>
              <a:gd name="GluePoint20X" fmla="*/ 181 w 256"/>
              <a:gd name="GluePoint20Y" fmla="*/ 96 h 256"/>
              <a:gd name="GluePoint21X" fmla="*/ 247 w 256"/>
              <a:gd name="GluePoint21Y" fmla="*/ 112 h 256"/>
              <a:gd name="GluePoint22X" fmla="*/ 179 w 256"/>
              <a:gd name="GluePoint22Y" fmla="*/ 88 h 256"/>
              <a:gd name="GluePoint23X" fmla="*/ 235 w 256"/>
              <a:gd name="GluePoint23Y" fmla="*/ 72 h 256"/>
              <a:gd name="GluePoint24X" fmla="*/ 179 w 256"/>
              <a:gd name="GluePoint24Y" fmla="*/ 88 h 256"/>
              <a:gd name="GluePoint25X" fmla="*/ 158 w 256"/>
              <a:gd name="GluePoint25Y" fmla="*/ 48 h 256"/>
              <a:gd name="GluePoint26X" fmla="*/ 230 w 256"/>
              <a:gd name="GluePoint26Y" fmla="*/ 64 h 256"/>
              <a:gd name="GluePoint27X" fmla="*/ 152 w 256"/>
              <a:gd name="GluePoint27Y" fmla="*/ 40 h 256"/>
              <a:gd name="GluePoint28X" fmla="*/ 188 w 256"/>
              <a:gd name="GluePoint28Y" fmla="*/ 24 h 256"/>
              <a:gd name="GluePoint29X" fmla="*/ 152 w 256"/>
              <a:gd name="GluePoint29Y" fmla="*/ 40 h 256"/>
              <a:gd name="GluePoint30X" fmla="*/ 171 w 256"/>
              <a:gd name="GluePoint30Y" fmla="*/ 16 h 256"/>
              <a:gd name="GluePoint31X" fmla="*/ 109 w 256"/>
              <a:gd name="GluePoint31Y" fmla="*/ 9 h 256"/>
              <a:gd name="GluePoint32X" fmla="*/ 8 w 256"/>
              <a:gd name="GluePoint32Y" fmla="*/ 128 h 256"/>
              <a:gd name="GluePoint33X" fmla="*/ 176 w 256"/>
              <a:gd name="GluePoint33Y" fmla="*/ 128 h 256"/>
              <a:gd name="GluePoint34X" fmla="*/ 8 w 256"/>
              <a:gd name="GluePoint34Y" fmla="*/ 128 h 256"/>
              <a:gd name="GluePoint35X" fmla="*/ 122 w 256"/>
              <a:gd name="GluePoint35Y" fmla="*/ 240 h 256"/>
              <a:gd name="GluePoint36X" fmla="*/ 128 w 256"/>
              <a:gd name="GluePoint36Y" fmla="*/ 24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w="256" h="256">
                <a:moveTo>
                  <a:pt x="128" y="0"/>
                </a:moveTo>
                <a:cubicBezTo>
                  <a:pt x="117" y="0"/>
                  <a:pt x="106" y="1"/>
                  <a:pt x="95" y="4"/>
                </a:cubicBezTo>
                <a:cubicBezTo>
                  <a:pt x="94" y="4"/>
                  <a:pt x="94" y="4"/>
                  <a:pt x="93" y="4"/>
                </a:cubicBezTo>
                <a:cubicBezTo>
                  <a:pt x="93" y="5"/>
                  <a:pt x="93" y="5"/>
                  <a:pt x="93" y="5"/>
                </a:cubicBezTo>
                <a:cubicBezTo>
                  <a:pt x="40" y="20"/>
                  <a:pt x="0" y="69"/>
                  <a:pt x="0" y="128"/>
                </a:cubicBezTo>
                <a:cubicBezTo>
                  <a:pt x="0" y="186"/>
                  <a:pt x="40" y="235"/>
                  <a:pt x="93" y="251"/>
                </a:cubicBezTo>
                <a:cubicBezTo>
                  <a:pt x="93" y="252"/>
                  <a:pt x="93" y="252"/>
                  <a:pt x="93" y="252"/>
                </a:cubicBezTo>
                <a:cubicBezTo>
                  <a:pt x="94" y="251"/>
                  <a:pt x="94" y="251"/>
                  <a:pt x="95" y="251"/>
                </a:cubicBezTo>
                <a:cubicBezTo>
                  <a:pt x="106" y="254"/>
                  <a:pt x="117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lose/>
                <a:moveTo>
                  <a:pt x="248" y="128"/>
                </a:moveTo>
                <a:cubicBezTo>
                  <a:pt x="248" y="130"/>
                  <a:pt x="248" y="133"/>
                  <a:pt x="248" y="136"/>
                </a:cubicBezTo>
                <a:cubicBezTo>
                  <a:pt x="184" y="136"/>
                  <a:pt x="184" y="136"/>
                  <a:pt x="184" y="136"/>
                </a:cubicBezTo>
                <a:cubicBezTo>
                  <a:pt x="184" y="133"/>
                  <a:pt x="184" y="130"/>
                  <a:pt x="184" y="128"/>
                </a:cubicBezTo>
                <a:cubicBezTo>
                  <a:pt x="184" y="125"/>
                  <a:pt x="184" y="122"/>
                  <a:pt x="184" y="120"/>
                </a:cubicBezTo>
                <a:cubicBezTo>
                  <a:pt x="248" y="120"/>
                  <a:pt x="248" y="120"/>
                  <a:pt x="248" y="120"/>
                </a:cubicBezTo>
                <a:cubicBezTo>
                  <a:pt x="248" y="122"/>
                  <a:pt x="248" y="125"/>
                  <a:pt x="248" y="128"/>
                </a:cubicBezTo>
                <a:close/>
                <a:moveTo>
                  <a:pt x="152" y="216"/>
                </a:moveTo>
                <a:cubicBezTo>
                  <a:pt x="210" y="216"/>
                  <a:pt x="210" y="216"/>
                  <a:pt x="210" y="216"/>
                </a:cubicBezTo>
                <a:cubicBezTo>
                  <a:pt x="203" y="222"/>
                  <a:pt x="196" y="227"/>
                  <a:pt x="188" y="232"/>
                </a:cubicBezTo>
                <a:cubicBezTo>
                  <a:pt x="134" y="232"/>
                  <a:pt x="134" y="232"/>
                  <a:pt x="134" y="232"/>
                </a:cubicBezTo>
                <a:cubicBezTo>
                  <a:pt x="141" y="227"/>
                  <a:pt x="147" y="222"/>
                  <a:pt x="152" y="216"/>
                </a:cubicBezTo>
                <a:close/>
                <a:moveTo>
                  <a:pt x="158" y="208"/>
                </a:moveTo>
                <a:cubicBezTo>
                  <a:pt x="162" y="203"/>
                  <a:pt x="166" y="197"/>
                  <a:pt x="169" y="192"/>
                </a:cubicBezTo>
                <a:cubicBezTo>
                  <a:pt x="230" y="192"/>
                  <a:pt x="230" y="192"/>
                  <a:pt x="230" y="192"/>
                </a:cubicBezTo>
                <a:cubicBezTo>
                  <a:pt x="226" y="197"/>
                  <a:pt x="222" y="203"/>
                  <a:pt x="218" y="208"/>
                </a:cubicBezTo>
                <a:lnTo>
                  <a:pt x="158" y="208"/>
                </a:lnTo>
                <a:close/>
                <a:moveTo>
                  <a:pt x="173" y="184"/>
                </a:moveTo>
                <a:cubicBezTo>
                  <a:pt x="175" y="179"/>
                  <a:pt x="177" y="173"/>
                  <a:pt x="179" y="168"/>
                </a:cubicBezTo>
                <a:cubicBezTo>
                  <a:pt x="242" y="168"/>
                  <a:pt x="242" y="168"/>
                  <a:pt x="242" y="168"/>
                </a:cubicBezTo>
                <a:cubicBezTo>
                  <a:pt x="240" y="173"/>
                  <a:pt x="237" y="179"/>
                  <a:pt x="235" y="184"/>
                </a:cubicBezTo>
                <a:lnTo>
                  <a:pt x="173" y="184"/>
                </a:lnTo>
                <a:close/>
                <a:moveTo>
                  <a:pt x="181" y="160"/>
                </a:moveTo>
                <a:cubicBezTo>
                  <a:pt x="182" y="155"/>
                  <a:pt x="183" y="149"/>
                  <a:pt x="183" y="144"/>
                </a:cubicBezTo>
                <a:cubicBezTo>
                  <a:pt x="247" y="144"/>
                  <a:pt x="247" y="144"/>
                  <a:pt x="247" y="144"/>
                </a:cubicBezTo>
                <a:cubicBezTo>
                  <a:pt x="247" y="149"/>
                  <a:pt x="246" y="155"/>
                  <a:pt x="244" y="160"/>
                </a:cubicBezTo>
                <a:lnTo>
                  <a:pt x="181" y="160"/>
                </a:lnTo>
                <a:close/>
                <a:moveTo>
                  <a:pt x="183" y="112"/>
                </a:moveTo>
                <a:cubicBezTo>
                  <a:pt x="183" y="106"/>
                  <a:pt x="182" y="101"/>
                  <a:pt x="181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6" y="101"/>
                  <a:pt x="247" y="106"/>
                  <a:pt x="247" y="112"/>
                </a:cubicBezTo>
                <a:lnTo>
                  <a:pt x="183" y="112"/>
                </a:lnTo>
                <a:close/>
                <a:moveTo>
                  <a:pt x="179" y="88"/>
                </a:moveTo>
                <a:cubicBezTo>
                  <a:pt x="177" y="82"/>
                  <a:pt x="175" y="77"/>
                  <a:pt x="173" y="72"/>
                </a:cubicBezTo>
                <a:cubicBezTo>
                  <a:pt x="235" y="72"/>
                  <a:pt x="235" y="72"/>
                  <a:pt x="235" y="72"/>
                </a:cubicBezTo>
                <a:cubicBezTo>
                  <a:pt x="237" y="77"/>
                  <a:pt x="240" y="82"/>
                  <a:pt x="242" y="88"/>
                </a:cubicBezTo>
                <a:lnTo>
                  <a:pt x="179" y="88"/>
                </a:lnTo>
                <a:close/>
                <a:moveTo>
                  <a:pt x="169" y="64"/>
                </a:moveTo>
                <a:cubicBezTo>
                  <a:pt x="166" y="58"/>
                  <a:pt x="162" y="53"/>
                  <a:pt x="158" y="48"/>
                </a:cubicBezTo>
                <a:cubicBezTo>
                  <a:pt x="218" y="48"/>
                  <a:pt x="218" y="48"/>
                  <a:pt x="218" y="48"/>
                </a:cubicBezTo>
                <a:cubicBezTo>
                  <a:pt x="222" y="53"/>
                  <a:pt x="226" y="58"/>
                  <a:pt x="230" y="64"/>
                </a:cubicBezTo>
                <a:lnTo>
                  <a:pt x="169" y="64"/>
                </a:lnTo>
                <a:close/>
                <a:moveTo>
                  <a:pt x="152" y="40"/>
                </a:moveTo>
                <a:cubicBezTo>
                  <a:pt x="147" y="34"/>
                  <a:pt x="141" y="28"/>
                  <a:pt x="134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6" y="28"/>
                  <a:pt x="203" y="34"/>
                  <a:pt x="210" y="40"/>
                </a:cubicBezTo>
                <a:lnTo>
                  <a:pt x="152" y="40"/>
                </a:lnTo>
                <a:close/>
                <a:moveTo>
                  <a:pt x="128" y="8"/>
                </a:moveTo>
                <a:cubicBezTo>
                  <a:pt x="144" y="8"/>
                  <a:pt x="158" y="11"/>
                  <a:pt x="171" y="16"/>
                </a:cubicBezTo>
                <a:cubicBezTo>
                  <a:pt x="122" y="16"/>
                  <a:pt x="122" y="16"/>
                  <a:pt x="122" y="16"/>
                </a:cubicBezTo>
                <a:cubicBezTo>
                  <a:pt x="118" y="13"/>
                  <a:pt x="114" y="11"/>
                  <a:pt x="109" y="9"/>
                </a:cubicBezTo>
                <a:cubicBezTo>
                  <a:pt x="115" y="8"/>
                  <a:pt x="122" y="8"/>
                  <a:pt x="128" y="8"/>
                </a:cubicBezTo>
                <a:close/>
                <a:moveTo>
                  <a:pt x="8" y="128"/>
                </a:moveTo>
                <a:cubicBezTo>
                  <a:pt x="8" y="73"/>
                  <a:pt x="45" y="27"/>
                  <a:pt x="95" y="13"/>
                </a:cubicBezTo>
                <a:cubicBezTo>
                  <a:pt x="144" y="27"/>
                  <a:pt x="176" y="73"/>
                  <a:pt x="176" y="128"/>
                </a:cubicBezTo>
                <a:cubicBezTo>
                  <a:pt x="176" y="182"/>
                  <a:pt x="144" y="228"/>
                  <a:pt x="95" y="243"/>
                </a:cubicBezTo>
                <a:cubicBezTo>
                  <a:pt x="45" y="228"/>
                  <a:pt x="8" y="182"/>
                  <a:pt x="8" y="128"/>
                </a:cubicBezTo>
                <a:close/>
                <a:moveTo>
                  <a:pt x="109" y="246"/>
                </a:moveTo>
                <a:cubicBezTo>
                  <a:pt x="114" y="244"/>
                  <a:pt x="118" y="242"/>
                  <a:pt x="122" y="240"/>
                </a:cubicBezTo>
                <a:cubicBezTo>
                  <a:pt x="171" y="240"/>
                  <a:pt x="171" y="240"/>
                  <a:pt x="171" y="240"/>
                </a:cubicBezTo>
                <a:cubicBezTo>
                  <a:pt x="158" y="245"/>
                  <a:pt x="144" y="248"/>
                  <a:pt x="128" y="248"/>
                </a:cubicBezTo>
                <a:cubicBezTo>
                  <a:pt x="122" y="248"/>
                  <a:pt x="115" y="247"/>
                  <a:pt x="109" y="246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23" name="Freeform 54"/>
          <p:cNvSpPr/>
          <p:nvPr/>
        </p:nvSpPr>
        <p:spPr>
          <a:xfrm>
            <a:off x="3252240" y="1645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63 w 256"/>
              <a:gd name="GluePoint1Y" fmla="*/ 4 h 256"/>
              <a:gd name="GluePoint2X" fmla="*/ 128 w 256"/>
              <a:gd name="GluePoint2Y" fmla="*/ 0 h 256"/>
              <a:gd name="GluePoint3X" fmla="*/ 128 w 256"/>
              <a:gd name="GluePoint3Y" fmla="*/ 256 h 256"/>
              <a:gd name="GluePoint4X" fmla="*/ 163 w 256"/>
              <a:gd name="GluePoint4Y" fmla="*/ 252 h 256"/>
              <a:gd name="GluePoint5X" fmla="*/ 256 w 256"/>
              <a:gd name="GluePoint5Y" fmla="*/ 128 h 256"/>
              <a:gd name="GluePoint6X" fmla="*/ 248 w 256"/>
              <a:gd name="GluePoint6Y" fmla="*/ 128 h 256"/>
              <a:gd name="GluePoint7X" fmla="*/ 80 w 256"/>
              <a:gd name="GluePoint7Y" fmla="*/ 136 h 256"/>
              <a:gd name="GluePoint8X" fmla="*/ 80 w 256"/>
              <a:gd name="GluePoint8Y" fmla="*/ 120 h 256"/>
              <a:gd name="GluePoint9X" fmla="*/ 248 w 256"/>
              <a:gd name="GluePoint9Y" fmla="*/ 128 h 256"/>
              <a:gd name="GluePoint10X" fmla="*/ 115 w 256"/>
              <a:gd name="GluePoint10Y" fmla="*/ 216 h 256"/>
              <a:gd name="GluePoint11X" fmla="*/ 187 w 256"/>
              <a:gd name="GluePoint11Y" fmla="*/ 232 h 256"/>
              <a:gd name="GluePoint12X" fmla="*/ 171 w 256"/>
              <a:gd name="GluePoint12Y" fmla="*/ 240 h 256"/>
              <a:gd name="GluePoint13X" fmla="*/ 152 w 256"/>
              <a:gd name="GluePoint13Y" fmla="*/ 240 h 256"/>
              <a:gd name="GluePoint14X" fmla="*/ 108 w 256"/>
              <a:gd name="GluePoint14Y" fmla="*/ 208 h 256"/>
              <a:gd name="GluePoint15X" fmla="*/ 229 w 256"/>
              <a:gd name="GluePoint15Y" fmla="*/ 192 h 256"/>
              <a:gd name="GluePoint16X" fmla="*/ 108 w 256"/>
              <a:gd name="GluePoint16Y" fmla="*/ 208 h 256"/>
              <a:gd name="GluePoint17X" fmla="*/ 86 w 256"/>
              <a:gd name="GluePoint17Y" fmla="*/ 168 h 256"/>
              <a:gd name="GluePoint18X" fmla="*/ 234 w 256"/>
              <a:gd name="GluePoint18Y" fmla="*/ 184 h 256"/>
              <a:gd name="GluePoint19X" fmla="*/ 84 w 256"/>
              <a:gd name="GluePoint19Y" fmla="*/ 160 h 256"/>
              <a:gd name="GluePoint20X" fmla="*/ 246 w 256"/>
              <a:gd name="GluePoint20Y" fmla="*/ 144 h 256"/>
              <a:gd name="GluePoint21X" fmla="*/ 84 w 256"/>
              <a:gd name="GluePoint21Y" fmla="*/ 160 h 256"/>
              <a:gd name="GluePoint22X" fmla="*/ 84 w 256"/>
              <a:gd name="GluePoint22Y" fmla="*/ 96 h 256"/>
              <a:gd name="GluePoint23X" fmla="*/ 246 w 256"/>
              <a:gd name="GluePoint23Y" fmla="*/ 112 h 256"/>
              <a:gd name="GluePoint24X" fmla="*/ 86 w 256"/>
              <a:gd name="GluePoint24Y" fmla="*/ 88 h 256"/>
              <a:gd name="GluePoint25X" fmla="*/ 234 w 256"/>
              <a:gd name="GluePoint25Y" fmla="*/ 72 h 256"/>
              <a:gd name="GluePoint26X" fmla="*/ 86 w 256"/>
              <a:gd name="GluePoint26Y" fmla="*/ 88 h 256"/>
              <a:gd name="GluePoint27X" fmla="*/ 108 w 256"/>
              <a:gd name="GluePoint27Y" fmla="*/ 48 h 256"/>
              <a:gd name="GluePoint28X" fmla="*/ 229 w 256"/>
              <a:gd name="GluePoint28Y" fmla="*/ 64 h 256"/>
              <a:gd name="GluePoint29X" fmla="*/ 115 w 256"/>
              <a:gd name="GluePoint29Y" fmla="*/ 40 h 256"/>
              <a:gd name="GluePoint30X" fmla="*/ 187 w 256"/>
              <a:gd name="GluePoint30Y" fmla="*/ 24 h 256"/>
              <a:gd name="GluePoint31X" fmla="*/ 115 w 256"/>
              <a:gd name="GluePoint31Y" fmla="*/ 40 h 256"/>
              <a:gd name="GluePoint32X" fmla="*/ 161 w 256"/>
              <a:gd name="GluePoint32Y" fmla="*/ 13 h 256"/>
              <a:gd name="GluePoint33X" fmla="*/ 152 w 256"/>
              <a:gd name="GluePoint33Y" fmla="*/ 16 h 256"/>
              <a:gd name="GluePoint34X" fmla="*/ 8 w 256"/>
              <a:gd name="GluePoint34Y" fmla="*/ 128 h 256"/>
              <a:gd name="GluePoint35X" fmla="*/ 147 w 256"/>
              <a:gd name="GluePoint35Y" fmla="*/ 9 h 256"/>
              <a:gd name="GluePoint36X" fmla="*/ 147 w 256"/>
              <a:gd name="GluePoint36Y" fmla="*/ 246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w="256" h="256">
                <a:moveTo>
                  <a:pt x="163" y="5"/>
                </a:moveTo>
                <a:cubicBezTo>
                  <a:pt x="163" y="4"/>
                  <a:pt x="163" y="4"/>
                  <a:pt x="163" y="4"/>
                </a:cubicBezTo>
                <a:cubicBezTo>
                  <a:pt x="162" y="4"/>
                  <a:pt x="162" y="4"/>
                  <a:pt x="161" y="4"/>
                </a:cubicBezTo>
                <a:cubicBezTo>
                  <a:pt x="151" y="1"/>
                  <a:pt x="139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39" y="256"/>
                  <a:pt x="151" y="254"/>
                  <a:pt x="161" y="251"/>
                </a:cubicBezTo>
                <a:cubicBezTo>
                  <a:pt x="162" y="251"/>
                  <a:pt x="162" y="251"/>
                  <a:pt x="163" y="252"/>
                </a:cubicBezTo>
                <a:cubicBezTo>
                  <a:pt x="163" y="251"/>
                  <a:pt x="163" y="251"/>
                  <a:pt x="163" y="251"/>
                </a:cubicBezTo>
                <a:cubicBezTo>
                  <a:pt x="216" y="235"/>
                  <a:pt x="256" y="186"/>
                  <a:pt x="256" y="128"/>
                </a:cubicBezTo>
                <a:cubicBezTo>
                  <a:pt x="256" y="69"/>
                  <a:pt x="216" y="20"/>
                  <a:pt x="163" y="5"/>
                </a:cubicBezTo>
                <a:close/>
                <a:moveTo>
                  <a:pt x="248" y="128"/>
                </a:moveTo>
                <a:cubicBezTo>
                  <a:pt x="248" y="130"/>
                  <a:pt x="247" y="133"/>
                  <a:pt x="247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3"/>
                  <a:pt x="80" y="130"/>
                  <a:pt x="80" y="128"/>
                </a:cubicBezTo>
                <a:cubicBezTo>
                  <a:pt x="80" y="125"/>
                  <a:pt x="80" y="122"/>
                  <a:pt x="80" y="120"/>
                </a:cubicBezTo>
                <a:cubicBezTo>
                  <a:pt x="247" y="120"/>
                  <a:pt x="247" y="120"/>
                  <a:pt x="247" y="120"/>
                </a:cubicBezTo>
                <a:cubicBezTo>
                  <a:pt x="247" y="122"/>
                  <a:pt x="248" y="125"/>
                  <a:pt x="248" y="128"/>
                </a:cubicBezTo>
                <a:close/>
                <a:moveTo>
                  <a:pt x="136" y="232"/>
                </a:moveTo>
                <a:cubicBezTo>
                  <a:pt x="128" y="227"/>
                  <a:pt x="121" y="222"/>
                  <a:pt x="115" y="216"/>
                </a:cubicBezTo>
                <a:cubicBezTo>
                  <a:pt x="209" y="216"/>
                  <a:pt x="209" y="216"/>
                  <a:pt x="209" y="216"/>
                </a:cubicBezTo>
                <a:cubicBezTo>
                  <a:pt x="202" y="222"/>
                  <a:pt x="195" y="227"/>
                  <a:pt x="187" y="232"/>
                </a:cubicBezTo>
                <a:lnTo>
                  <a:pt x="136" y="232"/>
                </a:lnTo>
                <a:close/>
                <a:moveTo>
                  <a:pt x="171" y="240"/>
                </a:moveTo>
                <a:cubicBezTo>
                  <a:pt x="168" y="241"/>
                  <a:pt x="164" y="242"/>
                  <a:pt x="161" y="243"/>
                </a:cubicBezTo>
                <a:cubicBezTo>
                  <a:pt x="158" y="242"/>
                  <a:pt x="155" y="241"/>
                  <a:pt x="152" y="240"/>
                </a:cubicBezTo>
                <a:lnTo>
                  <a:pt x="171" y="240"/>
                </a:lnTo>
                <a:close/>
                <a:moveTo>
                  <a:pt x="108" y="208"/>
                </a:moveTo>
                <a:cubicBezTo>
                  <a:pt x="104" y="203"/>
                  <a:pt x="100" y="197"/>
                  <a:pt x="97" y="192"/>
                </a:cubicBezTo>
                <a:cubicBezTo>
                  <a:pt x="229" y="192"/>
                  <a:pt x="229" y="192"/>
                  <a:pt x="229" y="192"/>
                </a:cubicBezTo>
                <a:cubicBezTo>
                  <a:pt x="225" y="197"/>
                  <a:pt x="221" y="203"/>
                  <a:pt x="217" y="208"/>
                </a:cubicBezTo>
                <a:lnTo>
                  <a:pt x="108" y="208"/>
                </a:lnTo>
                <a:close/>
                <a:moveTo>
                  <a:pt x="92" y="184"/>
                </a:moveTo>
                <a:cubicBezTo>
                  <a:pt x="90" y="179"/>
                  <a:pt x="88" y="173"/>
                  <a:pt x="86" y="168"/>
                </a:cubicBezTo>
                <a:cubicBezTo>
                  <a:pt x="241" y="168"/>
                  <a:pt x="241" y="168"/>
                  <a:pt x="241" y="168"/>
                </a:cubicBezTo>
                <a:cubicBezTo>
                  <a:pt x="239" y="173"/>
                  <a:pt x="236" y="179"/>
                  <a:pt x="234" y="184"/>
                </a:cubicBezTo>
                <a:lnTo>
                  <a:pt x="92" y="184"/>
                </a:lnTo>
                <a:close/>
                <a:moveTo>
                  <a:pt x="84" y="160"/>
                </a:moveTo>
                <a:cubicBezTo>
                  <a:pt x="82" y="155"/>
                  <a:pt x="81" y="149"/>
                  <a:pt x="81" y="144"/>
                </a:cubicBezTo>
                <a:cubicBezTo>
                  <a:pt x="246" y="144"/>
                  <a:pt x="246" y="144"/>
                  <a:pt x="246" y="144"/>
                </a:cubicBezTo>
                <a:cubicBezTo>
                  <a:pt x="246" y="149"/>
                  <a:pt x="245" y="155"/>
                  <a:pt x="243" y="160"/>
                </a:cubicBezTo>
                <a:lnTo>
                  <a:pt x="84" y="160"/>
                </a:lnTo>
                <a:close/>
                <a:moveTo>
                  <a:pt x="81" y="112"/>
                </a:moveTo>
                <a:cubicBezTo>
                  <a:pt x="81" y="106"/>
                  <a:pt x="82" y="101"/>
                  <a:pt x="84" y="96"/>
                </a:cubicBezTo>
                <a:cubicBezTo>
                  <a:pt x="243" y="96"/>
                  <a:pt x="243" y="96"/>
                  <a:pt x="243" y="96"/>
                </a:cubicBezTo>
                <a:cubicBezTo>
                  <a:pt x="245" y="101"/>
                  <a:pt x="246" y="106"/>
                  <a:pt x="246" y="112"/>
                </a:cubicBezTo>
                <a:lnTo>
                  <a:pt x="81" y="112"/>
                </a:lnTo>
                <a:close/>
                <a:moveTo>
                  <a:pt x="86" y="88"/>
                </a:moveTo>
                <a:cubicBezTo>
                  <a:pt x="88" y="82"/>
                  <a:pt x="90" y="77"/>
                  <a:pt x="92" y="72"/>
                </a:cubicBezTo>
                <a:cubicBezTo>
                  <a:pt x="234" y="72"/>
                  <a:pt x="234" y="72"/>
                  <a:pt x="234" y="72"/>
                </a:cubicBezTo>
                <a:cubicBezTo>
                  <a:pt x="236" y="77"/>
                  <a:pt x="239" y="82"/>
                  <a:pt x="241" y="88"/>
                </a:cubicBezTo>
                <a:lnTo>
                  <a:pt x="86" y="88"/>
                </a:lnTo>
                <a:close/>
                <a:moveTo>
                  <a:pt x="97" y="64"/>
                </a:moveTo>
                <a:cubicBezTo>
                  <a:pt x="100" y="58"/>
                  <a:pt x="104" y="53"/>
                  <a:pt x="108" y="48"/>
                </a:cubicBezTo>
                <a:cubicBezTo>
                  <a:pt x="217" y="48"/>
                  <a:pt x="217" y="48"/>
                  <a:pt x="217" y="48"/>
                </a:cubicBezTo>
                <a:cubicBezTo>
                  <a:pt x="221" y="53"/>
                  <a:pt x="225" y="58"/>
                  <a:pt x="229" y="64"/>
                </a:cubicBezTo>
                <a:lnTo>
                  <a:pt x="97" y="64"/>
                </a:lnTo>
                <a:close/>
                <a:moveTo>
                  <a:pt x="115" y="40"/>
                </a:moveTo>
                <a:cubicBezTo>
                  <a:pt x="121" y="34"/>
                  <a:pt x="128" y="28"/>
                  <a:pt x="136" y="24"/>
                </a:cubicBezTo>
                <a:cubicBezTo>
                  <a:pt x="187" y="24"/>
                  <a:pt x="187" y="24"/>
                  <a:pt x="187" y="24"/>
                </a:cubicBezTo>
                <a:cubicBezTo>
                  <a:pt x="195" y="28"/>
                  <a:pt x="202" y="34"/>
                  <a:pt x="209" y="40"/>
                </a:cubicBezTo>
                <a:lnTo>
                  <a:pt x="115" y="40"/>
                </a:lnTo>
                <a:close/>
                <a:moveTo>
                  <a:pt x="152" y="16"/>
                </a:moveTo>
                <a:cubicBezTo>
                  <a:pt x="155" y="15"/>
                  <a:pt x="158" y="14"/>
                  <a:pt x="161" y="13"/>
                </a:cubicBezTo>
                <a:cubicBezTo>
                  <a:pt x="165" y="14"/>
                  <a:pt x="168" y="15"/>
                  <a:pt x="171" y="16"/>
                </a:cubicBezTo>
                <a:lnTo>
                  <a:pt x="152" y="16"/>
                </a:lnTo>
                <a:close/>
                <a:moveTo>
                  <a:pt x="128" y="248"/>
                </a:moveTo>
                <a:cubicBezTo>
                  <a:pt x="61" y="248"/>
                  <a:pt x="8" y="194"/>
                  <a:pt x="8" y="128"/>
                </a:cubicBezTo>
                <a:cubicBezTo>
                  <a:pt x="8" y="62"/>
                  <a:pt x="61" y="8"/>
                  <a:pt x="128" y="8"/>
                </a:cubicBezTo>
                <a:cubicBezTo>
                  <a:pt x="134" y="8"/>
                  <a:pt x="141" y="8"/>
                  <a:pt x="147" y="9"/>
                </a:cubicBezTo>
                <a:cubicBezTo>
                  <a:pt x="101" y="28"/>
                  <a:pt x="72" y="74"/>
                  <a:pt x="72" y="128"/>
                </a:cubicBezTo>
                <a:cubicBezTo>
                  <a:pt x="72" y="181"/>
                  <a:pt x="101" y="227"/>
                  <a:pt x="147" y="246"/>
                </a:cubicBezTo>
                <a:cubicBezTo>
                  <a:pt x="141" y="247"/>
                  <a:pt x="134" y="248"/>
                  <a:pt x="128" y="24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24" name="Freeform 55"/>
          <p:cNvSpPr/>
          <p:nvPr/>
        </p:nvSpPr>
        <p:spPr>
          <a:xfrm>
            <a:off x="2098800" y="3609000"/>
            <a:ext cx="250200" cy="305280"/>
          </a:xfrm>
          <a:custGeom>
            <a:avLst/>
            <a:gdLst>
              <a:gd name="textAreaLeft" fmla="*/ 0 w 250200"/>
              <a:gd name="textAreaRight" fmla="*/ 250560 w 250200"/>
              <a:gd name="textAreaTop" fmla="*/ 0 h 305280"/>
              <a:gd name="textAreaBottom" fmla="*/ 305640 h 305280"/>
              <a:gd name="GluePoint1X" fmla="*/ 212 w 212"/>
              <a:gd name="GluePoint1Y" fmla="*/ 96 h 259"/>
              <a:gd name="GluePoint2X" fmla="*/ 184 w 212"/>
              <a:gd name="GluePoint2Y" fmla="*/ 36 h 259"/>
              <a:gd name="GluePoint3X" fmla="*/ 164 w 212"/>
              <a:gd name="GluePoint3Y" fmla="*/ 51 h 259"/>
              <a:gd name="GluePoint4X" fmla="*/ 164 w 212"/>
              <a:gd name="GluePoint4Y" fmla="*/ 48 h 259"/>
              <a:gd name="GluePoint5X" fmla="*/ 128 w 212"/>
              <a:gd name="GluePoint5Y" fmla="*/ 0 h 259"/>
              <a:gd name="GluePoint6X" fmla="*/ 96 w 212"/>
              <a:gd name="GluePoint6Y" fmla="*/ 25 h 259"/>
              <a:gd name="GluePoint7X" fmla="*/ 64 w 212"/>
              <a:gd name="GluePoint7Y" fmla="*/ 0 h 259"/>
              <a:gd name="GluePoint8X" fmla="*/ 32 w 212"/>
              <a:gd name="GluePoint8Y" fmla="*/ 26 h 259"/>
              <a:gd name="GluePoint9X" fmla="*/ 0 w 212"/>
              <a:gd name="GluePoint9Y" fmla="*/ 4 h 259"/>
              <a:gd name="GluePoint10X" fmla="*/ 0 w 212"/>
              <a:gd name="GluePoint10Y" fmla="*/ 12 h 259"/>
              <a:gd name="GluePoint11X" fmla="*/ 28 w 212"/>
              <a:gd name="GluePoint11Y" fmla="*/ 48 h 259"/>
              <a:gd name="GluePoint12X" fmla="*/ 28 w 212"/>
              <a:gd name="GluePoint12Y" fmla="*/ 208 h 259"/>
              <a:gd name="GluePoint13X" fmla="*/ 36 w 212"/>
              <a:gd name="GluePoint13Y" fmla="*/ 208 h 259"/>
              <a:gd name="GluePoint14X" fmla="*/ 36 w 212"/>
              <a:gd name="GluePoint14Y" fmla="*/ 48 h 259"/>
              <a:gd name="GluePoint15X" fmla="*/ 64 w 212"/>
              <a:gd name="GluePoint15Y" fmla="*/ 8 h 259"/>
              <a:gd name="GluePoint16X" fmla="*/ 92 w 212"/>
              <a:gd name="GluePoint16Y" fmla="*/ 48 h 259"/>
              <a:gd name="GluePoint17X" fmla="*/ 92 w 212"/>
              <a:gd name="GluePoint17Y" fmla="*/ 208 h 259"/>
              <a:gd name="GluePoint18X" fmla="*/ 100 w 212"/>
              <a:gd name="GluePoint18Y" fmla="*/ 208 h 259"/>
              <a:gd name="GluePoint19X" fmla="*/ 100 w 212"/>
              <a:gd name="GluePoint19Y" fmla="*/ 48 h 259"/>
              <a:gd name="GluePoint20X" fmla="*/ 128 w 212"/>
              <a:gd name="GluePoint20Y" fmla="*/ 8 h 259"/>
              <a:gd name="GluePoint21X" fmla="*/ 156 w 212"/>
              <a:gd name="GluePoint21Y" fmla="*/ 48 h 259"/>
              <a:gd name="GluePoint22X" fmla="*/ 156 w 212"/>
              <a:gd name="GluePoint22Y" fmla="*/ 208 h 259"/>
              <a:gd name="GluePoint23X" fmla="*/ 156 w 212"/>
              <a:gd name="GluePoint23Y" fmla="*/ 209 h 259"/>
              <a:gd name="GluePoint24X" fmla="*/ 100 w 212"/>
              <a:gd name="GluePoint24Y" fmla="*/ 228 h 259"/>
              <a:gd name="GluePoint25X" fmla="*/ 100 w 212"/>
              <a:gd name="GluePoint25Y" fmla="*/ 236 h 259"/>
              <a:gd name="GluePoint26X" fmla="*/ 157 w 212"/>
              <a:gd name="GluePoint26Y" fmla="*/ 218 h 259"/>
              <a:gd name="GluePoint27X" fmla="*/ 182 w 212"/>
              <a:gd name="GluePoint27Y" fmla="*/ 259 h 259"/>
              <a:gd name="GluePoint28X" fmla="*/ 187 w 212"/>
              <a:gd name="GluePoint28Y" fmla="*/ 253 h 259"/>
              <a:gd name="GluePoint29X" fmla="*/ 164 w 212"/>
              <a:gd name="GluePoint29Y" fmla="*/ 213 h 259"/>
              <a:gd name="GluePoint30X" fmla="*/ 212 w 212"/>
              <a:gd name="GluePoint30Y" fmla="*/ 96 h 259"/>
              <a:gd name="GluePoint31X" fmla="*/ 164 w 212"/>
              <a:gd name="GluePoint31Y" fmla="*/ 96 h 259"/>
              <a:gd name="GluePoint32X" fmla="*/ 184 w 212"/>
              <a:gd name="GluePoint32Y" fmla="*/ 44 h 259"/>
              <a:gd name="GluePoint33X" fmla="*/ 204 w 212"/>
              <a:gd name="GluePoint33Y" fmla="*/ 96 h 259"/>
              <a:gd name="GluePoint34X" fmla="*/ 189 w 212"/>
              <a:gd name="GluePoint34Y" fmla="*/ 162 h 259"/>
              <a:gd name="GluePoint35X" fmla="*/ 164 w 212"/>
              <a:gd name="GluePoint35Y" fmla="*/ 202 h 259"/>
              <a:gd name="GluePoint36X" fmla="*/ 164 w 212"/>
              <a:gd name="GluePoint36Y" fmla="*/ 96 h 2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w="212" h="259">
                <a:moveTo>
                  <a:pt x="212" y="96"/>
                </a:moveTo>
                <a:cubicBezTo>
                  <a:pt x="212" y="90"/>
                  <a:pt x="211" y="36"/>
                  <a:pt x="184" y="36"/>
                </a:cubicBezTo>
                <a:cubicBezTo>
                  <a:pt x="175" y="36"/>
                  <a:pt x="168" y="42"/>
                  <a:pt x="164" y="51"/>
                </a:cubicBezTo>
                <a:cubicBezTo>
                  <a:pt x="164" y="48"/>
                  <a:pt x="164" y="48"/>
                  <a:pt x="164" y="48"/>
                </a:cubicBezTo>
                <a:cubicBezTo>
                  <a:pt x="164" y="31"/>
                  <a:pt x="157" y="0"/>
                  <a:pt x="128" y="0"/>
                </a:cubicBezTo>
                <a:cubicBezTo>
                  <a:pt x="110" y="0"/>
                  <a:pt x="101" y="12"/>
                  <a:pt x="96" y="25"/>
                </a:cubicBezTo>
                <a:cubicBezTo>
                  <a:pt x="91" y="12"/>
                  <a:pt x="82" y="0"/>
                  <a:pt x="64" y="0"/>
                </a:cubicBezTo>
                <a:cubicBezTo>
                  <a:pt x="46" y="0"/>
                  <a:pt x="37" y="13"/>
                  <a:pt x="32" y="26"/>
                </a:cubicBezTo>
                <a:cubicBezTo>
                  <a:pt x="27" y="14"/>
                  <a:pt x="18" y="4"/>
                  <a:pt x="0" y="4"/>
                </a:cubicBezTo>
                <a:cubicBezTo>
                  <a:pt x="0" y="12"/>
                  <a:pt x="0" y="12"/>
                  <a:pt x="0" y="12"/>
                </a:cubicBezTo>
                <a:cubicBezTo>
                  <a:pt x="28" y="12"/>
                  <a:pt x="28" y="46"/>
                  <a:pt x="28" y="48"/>
                </a:cubicBezTo>
                <a:cubicBezTo>
                  <a:pt x="28" y="208"/>
                  <a:pt x="28" y="208"/>
                  <a:pt x="28" y="208"/>
                </a:cubicBezTo>
                <a:cubicBezTo>
                  <a:pt x="36" y="208"/>
                  <a:pt x="36" y="208"/>
                  <a:pt x="36" y="208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6"/>
                  <a:pt x="37" y="8"/>
                  <a:pt x="64" y="8"/>
                </a:cubicBezTo>
                <a:cubicBezTo>
                  <a:pt x="92" y="8"/>
                  <a:pt x="92" y="46"/>
                  <a:pt x="92" y="48"/>
                </a:cubicBezTo>
                <a:cubicBezTo>
                  <a:pt x="92" y="208"/>
                  <a:pt x="92" y="208"/>
                  <a:pt x="92" y="208"/>
                </a:cubicBezTo>
                <a:cubicBezTo>
                  <a:pt x="100" y="208"/>
                  <a:pt x="100" y="208"/>
                  <a:pt x="100" y="208"/>
                </a:cubicBezTo>
                <a:cubicBezTo>
                  <a:pt x="100" y="48"/>
                  <a:pt x="100" y="48"/>
                  <a:pt x="100" y="48"/>
                </a:cubicBezTo>
                <a:cubicBezTo>
                  <a:pt x="100" y="47"/>
                  <a:pt x="101" y="8"/>
                  <a:pt x="128" y="8"/>
                </a:cubicBezTo>
                <a:cubicBezTo>
                  <a:pt x="156" y="8"/>
                  <a:pt x="156" y="46"/>
                  <a:pt x="156" y="48"/>
                </a:cubicBezTo>
                <a:cubicBezTo>
                  <a:pt x="156" y="208"/>
                  <a:pt x="156" y="208"/>
                  <a:pt x="156" y="208"/>
                </a:cubicBezTo>
                <a:cubicBezTo>
                  <a:pt x="156" y="208"/>
                  <a:pt x="156" y="209"/>
                  <a:pt x="156" y="209"/>
                </a:cubicBezTo>
                <a:cubicBezTo>
                  <a:pt x="141" y="222"/>
                  <a:pt x="122" y="228"/>
                  <a:pt x="100" y="228"/>
                </a:cubicBezTo>
                <a:cubicBezTo>
                  <a:pt x="100" y="236"/>
                  <a:pt x="100" y="236"/>
                  <a:pt x="100" y="236"/>
                </a:cubicBezTo>
                <a:cubicBezTo>
                  <a:pt x="124" y="236"/>
                  <a:pt x="143" y="229"/>
                  <a:pt x="157" y="218"/>
                </a:cubicBezTo>
                <a:cubicBezTo>
                  <a:pt x="162" y="242"/>
                  <a:pt x="181" y="258"/>
                  <a:pt x="182" y="259"/>
                </a:cubicBezTo>
                <a:cubicBezTo>
                  <a:pt x="187" y="253"/>
                  <a:pt x="187" y="253"/>
                  <a:pt x="187" y="253"/>
                </a:cubicBezTo>
                <a:cubicBezTo>
                  <a:pt x="187" y="253"/>
                  <a:pt x="167" y="236"/>
                  <a:pt x="164" y="213"/>
                </a:cubicBezTo>
                <a:cubicBezTo>
                  <a:pt x="209" y="173"/>
                  <a:pt x="212" y="97"/>
                  <a:pt x="212" y="96"/>
                </a:cubicBezTo>
                <a:close/>
                <a:moveTo>
                  <a:pt x="164" y="96"/>
                </a:moveTo>
                <a:cubicBezTo>
                  <a:pt x="164" y="82"/>
                  <a:pt x="168" y="44"/>
                  <a:pt x="184" y="44"/>
                </a:cubicBezTo>
                <a:cubicBezTo>
                  <a:pt x="201" y="44"/>
                  <a:pt x="204" y="82"/>
                  <a:pt x="204" y="96"/>
                </a:cubicBezTo>
                <a:cubicBezTo>
                  <a:pt x="204" y="96"/>
                  <a:pt x="203" y="130"/>
                  <a:pt x="189" y="162"/>
                </a:cubicBezTo>
                <a:cubicBezTo>
                  <a:pt x="183" y="179"/>
                  <a:pt x="174" y="192"/>
                  <a:pt x="164" y="202"/>
                </a:cubicBezTo>
                <a:lnTo>
                  <a:pt x="164" y="9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725" name="Группа 441"/>
          <p:cNvGrpSpPr/>
          <p:nvPr/>
        </p:nvGrpSpPr>
        <p:grpSpPr>
          <a:xfrm>
            <a:off x="3645000" y="2867040"/>
            <a:ext cx="302760" cy="217800"/>
            <a:chOff x="3645000" y="2867040"/>
            <a:chExt cx="302760" cy="217800"/>
          </a:xfrm>
        </p:grpSpPr>
        <p:sp>
          <p:nvSpPr>
            <p:cNvPr id="3726" name="Freeform 56"/>
            <p:cNvSpPr/>
            <p:nvPr/>
          </p:nvSpPr>
          <p:spPr>
            <a:xfrm>
              <a:off x="3667680" y="2904840"/>
              <a:ext cx="280080" cy="1800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180000"/>
                <a:gd name="textAreaBottom" fmla="*/ 180360 h 180000"/>
                <a:gd name="GluePoint1X" fmla="*/ 208 w 236"/>
                <a:gd name="GluePoint1Y" fmla="*/ 80 h 152"/>
                <a:gd name="GluePoint2X" fmla="*/ 124 w 236"/>
                <a:gd name="GluePoint2Y" fmla="*/ 8 h 152"/>
                <a:gd name="GluePoint3X" fmla="*/ 101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204 w 236"/>
                <a:gd name="GluePoint9Y" fmla="*/ 152 h 152"/>
                <a:gd name="GluePoint10X" fmla="*/ 236 w 236"/>
                <a:gd name="GluePoint10Y" fmla="*/ 120 h 152"/>
                <a:gd name="GluePoint11X" fmla="*/ 208 w 236"/>
                <a:gd name="GluePoint11Y" fmla="*/ 80 h 152"/>
                <a:gd name="GluePoint12X" fmla="*/ 20 w 236"/>
                <a:gd name="GluePoint12Y" fmla="*/ 56 h 152"/>
                <a:gd name="GluePoint13X" fmla="*/ 68 w 236"/>
                <a:gd name="GluePoint13Y" fmla="*/ 8 h 152"/>
                <a:gd name="GluePoint14X" fmla="*/ 91 w 236"/>
                <a:gd name="GluePoint14Y" fmla="*/ 14 h 152"/>
                <a:gd name="GluePoint15X" fmla="*/ 44 w 236"/>
                <a:gd name="GluePoint15Y" fmla="*/ 68 h 152"/>
                <a:gd name="GluePoint16X" fmla="*/ 40 w 236"/>
                <a:gd name="GluePoint16Y" fmla="*/ 68 h 152"/>
                <a:gd name="GluePoint17X" fmla="*/ 24 w 236"/>
                <a:gd name="GluePoint17Y" fmla="*/ 72 h 152"/>
                <a:gd name="GluePoint18X" fmla="*/ 20 w 236"/>
                <a:gd name="GluePoint18Y" fmla="*/ 56 h 152"/>
                <a:gd name="GluePoint19X" fmla="*/ 204 w 236"/>
                <a:gd name="GluePoint19Y" fmla="*/ 144 h 152"/>
                <a:gd name="GluePoint20X" fmla="*/ 40 w 236"/>
                <a:gd name="GluePoint20Y" fmla="*/ 144 h 152"/>
                <a:gd name="GluePoint21X" fmla="*/ 8 w 236"/>
                <a:gd name="GluePoint21Y" fmla="*/ 112 h 152"/>
                <a:gd name="GluePoint22X" fmla="*/ 40 w 236"/>
                <a:gd name="GluePoint22Y" fmla="*/ 76 h 152"/>
                <a:gd name="GluePoint23X" fmla="*/ 51 w 236"/>
                <a:gd name="GluePoint23Y" fmla="*/ 76 h 152"/>
                <a:gd name="GluePoint24X" fmla="*/ 52 w 236"/>
                <a:gd name="GluePoint24Y" fmla="*/ 73 h 152"/>
                <a:gd name="GluePoint25X" fmla="*/ 124 w 236"/>
                <a:gd name="GluePoint25Y" fmla="*/ 16 h 152"/>
                <a:gd name="GluePoint26X" fmla="*/ 200 w 236"/>
                <a:gd name="GluePoint26Y" fmla="*/ 84 h 152"/>
                <a:gd name="GluePoint27X" fmla="*/ 200 w 236"/>
                <a:gd name="GluePoint27Y" fmla="*/ 88 h 152"/>
                <a:gd name="GluePoint28X" fmla="*/ 204 w 236"/>
                <a:gd name="GluePoint28Y" fmla="*/ 88 h 152"/>
                <a:gd name="GluePoint29X" fmla="*/ 228 w 236"/>
                <a:gd name="GluePoint29Y" fmla="*/ 120 h 152"/>
                <a:gd name="GluePoint30X" fmla="*/ 204 w 236"/>
                <a:gd name="GluePoint30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236" h="152">
                  <a:moveTo>
                    <a:pt x="208" y="80"/>
                  </a:moveTo>
                  <a:cubicBezTo>
                    <a:pt x="205" y="40"/>
                    <a:pt x="169" y="8"/>
                    <a:pt x="124" y="8"/>
                  </a:cubicBezTo>
                  <a:cubicBezTo>
                    <a:pt x="116" y="8"/>
                    <a:pt x="108" y="9"/>
                    <a:pt x="101" y="11"/>
                  </a:cubicBezTo>
                  <a:cubicBezTo>
                    <a:pt x="91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6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30"/>
                    <a:pt x="41" y="8"/>
                    <a:pt x="68" y="8"/>
                  </a:cubicBezTo>
                  <a:cubicBezTo>
                    <a:pt x="76" y="8"/>
                    <a:pt x="84" y="10"/>
                    <a:pt x="91" y="14"/>
                  </a:cubicBezTo>
                  <a:cubicBezTo>
                    <a:pt x="68" y="24"/>
                    <a:pt x="50" y="44"/>
                    <a:pt x="44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8" y="69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8" y="144"/>
                    <a:pt x="20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27" name="Rectangle 57"/>
            <p:cNvSpPr/>
            <p:nvPr/>
          </p:nvSpPr>
          <p:spPr>
            <a:xfrm>
              <a:off x="3645000" y="2966760"/>
              <a:ext cx="277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28" name="Rectangle 58"/>
            <p:cNvSpPr/>
            <p:nvPr/>
          </p:nvSpPr>
          <p:spPr>
            <a:xfrm>
              <a:off x="3743640" y="2867040"/>
              <a:ext cx="9360" cy="27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29" name="Freeform 59"/>
            <p:cNvSpPr/>
            <p:nvPr/>
          </p:nvSpPr>
          <p:spPr>
            <a:xfrm>
              <a:off x="3660480" y="2882520"/>
              <a:ext cx="34920" cy="349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4920"/>
                <a:gd name="textAreaBottom" fmla="*/ 35280 h 34920"/>
                <a:gd name="GluePoint1X" fmla="*/ 5 w 25"/>
                <a:gd name="GluePoint1Y" fmla="*/ 0 h 25"/>
                <a:gd name="GluePoint2X" fmla="*/ 25 w 25"/>
                <a:gd name="GluePoint2Y" fmla="*/ 20 h 25"/>
                <a:gd name="GluePoint3X" fmla="*/ 20 w 25"/>
                <a:gd name="GluePoint3Y" fmla="*/ 25 h 25"/>
                <a:gd name="GluePoint4X" fmla="*/ 0 w 25"/>
                <a:gd name="GluePoint4Y" fmla="*/ 5 h 25"/>
                <a:gd name="GluePoint5X" fmla="*/ 5 w 25"/>
                <a:gd name="GluePoint5Y" fmla="*/ 0 h 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7640" bIns="17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730" name="Freeform 60"/>
          <p:cNvSpPr/>
          <p:nvPr/>
        </p:nvSpPr>
        <p:spPr>
          <a:xfrm>
            <a:off x="4036680" y="2885040"/>
            <a:ext cx="302400" cy="180000"/>
          </a:xfrm>
          <a:custGeom>
            <a:avLst/>
            <a:gdLst>
              <a:gd name="textAreaLeft" fmla="*/ 0 w 302400"/>
              <a:gd name="textAreaRight" fmla="*/ 302760 w 302400"/>
              <a:gd name="textAreaTop" fmla="*/ 0 h 180000"/>
              <a:gd name="textAreaBottom" fmla="*/ 180360 h 180000"/>
              <a:gd name="GluePoint1X" fmla="*/ 228 w 256"/>
              <a:gd name="GluePoint1Y" fmla="*/ 80 h 152"/>
              <a:gd name="GluePoint2X" fmla="*/ 144 w 256"/>
              <a:gd name="GluePoint2Y" fmla="*/ 8 h 152"/>
              <a:gd name="GluePoint3X" fmla="*/ 99 w 256"/>
              <a:gd name="GluePoint3Y" fmla="*/ 21 h 152"/>
              <a:gd name="GluePoint4X" fmla="*/ 56 w 256"/>
              <a:gd name="GluePoint4Y" fmla="*/ 0 h 152"/>
              <a:gd name="GluePoint5X" fmla="*/ 46 w 256"/>
              <a:gd name="GluePoint5Y" fmla="*/ 1 h 152"/>
              <a:gd name="GluePoint6X" fmla="*/ 40 w 256"/>
              <a:gd name="GluePoint6Y" fmla="*/ 2 h 152"/>
              <a:gd name="GluePoint7X" fmla="*/ 43 w 256"/>
              <a:gd name="GluePoint7Y" fmla="*/ 7 h 152"/>
              <a:gd name="GluePoint8X" fmla="*/ 48 w 256"/>
              <a:gd name="GluePoint8Y" fmla="*/ 24 h 152"/>
              <a:gd name="GluePoint9X" fmla="*/ 16 w 256"/>
              <a:gd name="GluePoint9Y" fmla="*/ 56 h 152"/>
              <a:gd name="GluePoint10X" fmla="*/ 5 w 256"/>
              <a:gd name="GluePoint10Y" fmla="*/ 54 h 152"/>
              <a:gd name="GluePoint11X" fmla="*/ 0 w 256"/>
              <a:gd name="GluePoint11Y" fmla="*/ 53 h 152"/>
              <a:gd name="GluePoint12X" fmla="*/ 0 w 256"/>
              <a:gd name="GluePoint12Y" fmla="*/ 58 h 152"/>
              <a:gd name="GluePoint13X" fmla="*/ 9 w 256"/>
              <a:gd name="GluePoint13Y" fmla="*/ 86 h 152"/>
              <a:gd name="GluePoint14X" fmla="*/ 21 w 256"/>
              <a:gd name="GluePoint14Y" fmla="*/ 100 h 152"/>
              <a:gd name="GluePoint15X" fmla="*/ 20 w 256"/>
              <a:gd name="GluePoint15Y" fmla="*/ 112 h 152"/>
              <a:gd name="GluePoint16X" fmla="*/ 60 w 256"/>
              <a:gd name="GluePoint16Y" fmla="*/ 152 h 152"/>
              <a:gd name="GluePoint17X" fmla="*/ 224 w 256"/>
              <a:gd name="GluePoint17Y" fmla="*/ 152 h 152"/>
              <a:gd name="GluePoint18X" fmla="*/ 256 w 256"/>
              <a:gd name="GluePoint18Y" fmla="*/ 120 h 152"/>
              <a:gd name="GluePoint19X" fmla="*/ 228 w 256"/>
              <a:gd name="GluePoint19Y" fmla="*/ 80 h 152"/>
              <a:gd name="GluePoint20X" fmla="*/ 15 w 256"/>
              <a:gd name="GluePoint20Y" fmla="*/ 82 h 152"/>
              <a:gd name="GluePoint21X" fmla="*/ 9 w 256"/>
              <a:gd name="GluePoint21Y" fmla="*/ 64 h 152"/>
              <a:gd name="GluePoint22X" fmla="*/ 16 w 256"/>
              <a:gd name="GluePoint22Y" fmla="*/ 64 h 152"/>
              <a:gd name="GluePoint23X" fmla="*/ 56 w 256"/>
              <a:gd name="GluePoint23Y" fmla="*/ 24 h 152"/>
              <a:gd name="GluePoint24X" fmla="*/ 52 w 256"/>
              <a:gd name="GluePoint24Y" fmla="*/ 8 h 152"/>
              <a:gd name="GluePoint25X" fmla="*/ 56 w 256"/>
              <a:gd name="GluePoint25Y" fmla="*/ 8 h 152"/>
              <a:gd name="GluePoint26X" fmla="*/ 93 w 256"/>
              <a:gd name="GluePoint26Y" fmla="*/ 25 h 152"/>
              <a:gd name="GluePoint27X" fmla="*/ 65 w 256"/>
              <a:gd name="GluePoint27Y" fmla="*/ 68 h 152"/>
              <a:gd name="GluePoint28X" fmla="*/ 60 w 256"/>
              <a:gd name="GluePoint28Y" fmla="*/ 68 h 152"/>
              <a:gd name="GluePoint29X" fmla="*/ 24 w 256"/>
              <a:gd name="GluePoint29Y" fmla="*/ 92 h 152"/>
              <a:gd name="GluePoint30X" fmla="*/ 15 w 256"/>
              <a:gd name="GluePoint30Y" fmla="*/ 82 h 152"/>
              <a:gd name="GluePoint31X" fmla="*/ 224 w 256"/>
              <a:gd name="GluePoint31Y" fmla="*/ 144 h 152"/>
              <a:gd name="GluePoint32X" fmla="*/ 60 w 256"/>
              <a:gd name="GluePoint32Y" fmla="*/ 144 h 152"/>
              <a:gd name="GluePoint33X" fmla="*/ 28 w 256"/>
              <a:gd name="GluePoint33Y" fmla="*/ 112 h 152"/>
              <a:gd name="GluePoint34X" fmla="*/ 60 w 256"/>
              <a:gd name="GluePoint34Y" fmla="*/ 76 h 152"/>
              <a:gd name="GluePoint35X" fmla="*/ 71 w 256"/>
              <a:gd name="GluePoint35Y" fmla="*/ 76 h 152"/>
              <a:gd name="GluePoint36X" fmla="*/ 72 w 256"/>
              <a:gd name="GluePoint36Y" fmla="*/ 73 h 152"/>
              <a:gd name="GluePoint37X" fmla="*/ 144 w 256"/>
              <a:gd name="GluePoint37Y" fmla="*/ 16 h 152"/>
              <a:gd name="GluePoint38X" fmla="*/ 220 w 256"/>
              <a:gd name="GluePoint38Y" fmla="*/ 84 h 152"/>
              <a:gd name="GluePoint39X" fmla="*/ 220 w 256"/>
              <a:gd name="GluePoint39Y" fmla="*/ 88 h 152"/>
              <a:gd name="GluePoint40X" fmla="*/ 224 w 256"/>
              <a:gd name="GluePoint40Y" fmla="*/ 88 h 152"/>
              <a:gd name="GluePoint41X" fmla="*/ 248 w 256"/>
              <a:gd name="GluePoint41Y" fmla="*/ 120 h 152"/>
              <a:gd name="GluePoint42X" fmla="*/ 224 w 256"/>
              <a:gd name="GluePoint42Y" fmla="*/ 144 h 1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</a:cxnLst>
            <a:rect l="textAreaLeft" t="textAreaTop" r="textAreaRight" b="textAreaBottom"/>
            <a:pathLst>
              <a:path w="256" h="152">
                <a:moveTo>
                  <a:pt x="228" y="80"/>
                </a:moveTo>
                <a:cubicBezTo>
                  <a:pt x="226" y="40"/>
                  <a:pt x="189" y="8"/>
                  <a:pt x="144" y="8"/>
                </a:cubicBezTo>
                <a:cubicBezTo>
                  <a:pt x="128" y="8"/>
                  <a:pt x="112" y="13"/>
                  <a:pt x="99" y="21"/>
                </a:cubicBezTo>
                <a:cubicBezTo>
                  <a:pt x="89" y="8"/>
                  <a:pt x="73" y="0"/>
                  <a:pt x="56" y="0"/>
                </a:cubicBezTo>
                <a:cubicBezTo>
                  <a:pt x="53" y="0"/>
                  <a:pt x="49" y="0"/>
                  <a:pt x="46" y="1"/>
                </a:cubicBezTo>
                <a:cubicBezTo>
                  <a:pt x="40" y="2"/>
                  <a:pt x="40" y="2"/>
                  <a:pt x="40" y="2"/>
                </a:cubicBezTo>
                <a:cubicBezTo>
                  <a:pt x="43" y="7"/>
                  <a:pt x="43" y="7"/>
                  <a:pt x="43" y="7"/>
                </a:cubicBezTo>
                <a:cubicBezTo>
                  <a:pt x="46" y="12"/>
                  <a:pt x="48" y="18"/>
                  <a:pt x="48" y="24"/>
                </a:cubicBezTo>
                <a:cubicBezTo>
                  <a:pt x="48" y="42"/>
                  <a:pt x="34" y="56"/>
                  <a:pt x="16" y="56"/>
                </a:cubicBezTo>
                <a:cubicBezTo>
                  <a:pt x="12" y="56"/>
                  <a:pt x="9" y="56"/>
                  <a:pt x="5" y="5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8"/>
                  <a:pt x="3" y="78"/>
                  <a:pt x="9" y="86"/>
                </a:cubicBezTo>
                <a:cubicBezTo>
                  <a:pt x="12" y="92"/>
                  <a:pt x="16" y="96"/>
                  <a:pt x="21" y="100"/>
                </a:cubicBezTo>
                <a:cubicBezTo>
                  <a:pt x="20" y="104"/>
                  <a:pt x="20" y="108"/>
                  <a:pt x="20" y="112"/>
                </a:cubicBezTo>
                <a:cubicBezTo>
                  <a:pt x="20" y="135"/>
                  <a:pt x="37" y="152"/>
                  <a:pt x="60" y="152"/>
                </a:cubicBezTo>
                <a:cubicBezTo>
                  <a:pt x="224" y="152"/>
                  <a:pt x="224" y="152"/>
                  <a:pt x="224" y="152"/>
                </a:cubicBezTo>
                <a:cubicBezTo>
                  <a:pt x="243" y="152"/>
                  <a:pt x="256" y="139"/>
                  <a:pt x="256" y="120"/>
                </a:cubicBezTo>
                <a:cubicBezTo>
                  <a:pt x="256" y="102"/>
                  <a:pt x="245" y="83"/>
                  <a:pt x="228" y="80"/>
                </a:cubicBezTo>
                <a:close/>
                <a:moveTo>
                  <a:pt x="15" y="82"/>
                </a:moveTo>
                <a:cubicBezTo>
                  <a:pt x="12" y="76"/>
                  <a:pt x="10" y="70"/>
                  <a:pt x="9" y="64"/>
                </a:cubicBezTo>
                <a:cubicBezTo>
                  <a:pt x="11" y="64"/>
                  <a:pt x="13" y="64"/>
                  <a:pt x="16" y="64"/>
                </a:cubicBezTo>
                <a:cubicBezTo>
                  <a:pt x="38" y="64"/>
                  <a:pt x="56" y="46"/>
                  <a:pt x="56" y="24"/>
                </a:cubicBezTo>
                <a:cubicBezTo>
                  <a:pt x="56" y="19"/>
                  <a:pt x="55" y="13"/>
                  <a:pt x="52" y="8"/>
                </a:cubicBezTo>
                <a:cubicBezTo>
                  <a:pt x="54" y="8"/>
                  <a:pt x="55" y="8"/>
                  <a:pt x="56" y="8"/>
                </a:cubicBezTo>
                <a:cubicBezTo>
                  <a:pt x="70" y="8"/>
                  <a:pt x="84" y="14"/>
                  <a:pt x="93" y="25"/>
                </a:cubicBezTo>
                <a:cubicBezTo>
                  <a:pt x="79" y="36"/>
                  <a:pt x="69" y="51"/>
                  <a:pt x="65" y="68"/>
                </a:cubicBezTo>
                <a:cubicBezTo>
                  <a:pt x="60" y="68"/>
                  <a:pt x="60" y="68"/>
                  <a:pt x="60" y="68"/>
                </a:cubicBezTo>
                <a:cubicBezTo>
                  <a:pt x="44" y="68"/>
                  <a:pt x="31" y="78"/>
                  <a:pt x="24" y="92"/>
                </a:cubicBezTo>
                <a:cubicBezTo>
                  <a:pt x="21" y="89"/>
                  <a:pt x="18" y="86"/>
                  <a:pt x="15" y="82"/>
                </a:cubicBezTo>
                <a:close/>
                <a:moveTo>
                  <a:pt x="224" y="144"/>
                </a:moveTo>
                <a:cubicBezTo>
                  <a:pt x="60" y="144"/>
                  <a:pt x="60" y="144"/>
                  <a:pt x="60" y="144"/>
                </a:cubicBezTo>
                <a:cubicBezTo>
                  <a:pt x="41" y="144"/>
                  <a:pt x="28" y="131"/>
                  <a:pt x="28" y="112"/>
                </a:cubicBezTo>
                <a:cubicBezTo>
                  <a:pt x="28" y="92"/>
                  <a:pt x="42" y="76"/>
                  <a:pt x="60" y="76"/>
                </a:cubicBezTo>
                <a:cubicBezTo>
                  <a:pt x="71" y="76"/>
                  <a:pt x="71" y="76"/>
                  <a:pt x="71" y="76"/>
                </a:cubicBezTo>
                <a:cubicBezTo>
                  <a:pt x="72" y="73"/>
                  <a:pt x="72" y="73"/>
                  <a:pt x="72" y="73"/>
                </a:cubicBezTo>
                <a:cubicBezTo>
                  <a:pt x="78" y="40"/>
                  <a:pt x="108" y="16"/>
                  <a:pt x="144" y="16"/>
                </a:cubicBezTo>
                <a:cubicBezTo>
                  <a:pt x="186" y="16"/>
                  <a:pt x="220" y="47"/>
                  <a:pt x="220" y="84"/>
                </a:cubicBezTo>
                <a:cubicBezTo>
                  <a:pt x="220" y="88"/>
                  <a:pt x="220" y="88"/>
                  <a:pt x="220" y="88"/>
                </a:cubicBezTo>
                <a:cubicBezTo>
                  <a:pt x="224" y="88"/>
                  <a:pt x="224" y="88"/>
                  <a:pt x="224" y="88"/>
                </a:cubicBezTo>
                <a:cubicBezTo>
                  <a:pt x="238" y="88"/>
                  <a:pt x="248" y="105"/>
                  <a:pt x="248" y="120"/>
                </a:cubicBezTo>
                <a:cubicBezTo>
                  <a:pt x="248" y="135"/>
                  <a:pt x="238" y="144"/>
                  <a:pt x="224" y="144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31" name="Freeform 61"/>
          <p:cNvSpPr/>
          <p:nvPr/>
        </p:nvSpPr>
        <p:spPr>
          <a:xfrm>
            <a:off x="4429440" y="2885040"/>
            <a:ext cx="302400" cy="180000"/>
          </a:xfrm>
          <a:custGeom>
            <a:avLst/>
            <a:gdLst>
              <a:gd name="textAreaLeft" fmla="*/ 0 w 302400"/>
              <a:gd name="textAreaRight" fmla="*/ 302760 w 302400"/>
              <a:gd name="textAreaTop" fmla="*/ 0 h 180000"/>
              <a:gd name="textAreaBottom" fmla="*/ 180360 h 180000"/>
              <a:gd name="GluePoint1X" fmla="*/ 21 w 256"/>
              <a:gd name="GluePoint1Y" fmla="*/ 100 h 152"/>
              <a:gd name="GluePoint2X" fmla="*/ 20 w 256"/>
              <a:gd name="GluePoint2Y" fmla="*/ 112 h 152"/>
              <a:gd name="GluePoint3X" fmla="*/ 60 w 256"/>
              <a:gd name="GluePoint3Y" fmla="*/ 152 h 152"/>
              <a:gd name="GluePoint4X" fmla="*/ 224 w 256"/>
              <a:gd name="GluePoint4Y" fmla="*/ 152 h 152"/>
              <a:gd name="GluePoint5X" fmla="*/ 256 w 256"/>
              <a:gd name="GluePoint5Y" fmla="*/ 120 h 152"/>
              <a:gd name="GluePoint6X" fmla="*/ 228 w 256"/>
              <a:gd name="GluePoint6Y" fmla="*/ 80 h 152"/>
              <a:gd name="GluePoint7X" fmla="*/ 144 w 256"/>
              <a:gd name="GluePoint7Y" fmla="*/ 8 h 152"/>
              <a:gd name="GluePoint8X" fmla="*/ 99 w 256"/>
              <a:gd name="GluePoint8Y" fmla="*/ 21 h 152"/>
              <a:gd name="GluePoint9X" fmla="*/ 56 w 256"/>
              <a:gd name="GluePoint9Y" fmla="*/ 0 h 152"/>
              <a:gd name="GluePoint10X" fmla="*/ 0 w 256"/>
              <a:gd name="GluePoint10Y" fmla="*/ 56 h 152"/>
              <a:gd name="GluePoint11X" fmla="*/ 9 w 256"/>
              <a:gd name="GluePoint11Y" fmla="*/ 86 h 152"/>
              <a:gd name="GluePoint12X" fmla="*/ 21 w 256"/>
              <a:gd name="GluePoint12Y" fmla="*/ 100 h 152"/>
              <a:gd name="GluePoint13X" fmla="*/ 220 w 256"/>
              <a:gd name="GluePoint13Y" fmla="*/ 84 h 152"/>
              <a:gd name="GluePoint14X" fmla="*/ 220 w 256"/>
              <a:gd name="GluePoint14Y" fmla="*/ 88 h 152"/>
              <a:gd name="GluePoint15X" fmla="*/ 224 w 256"/>
              <a:gd name="GluePoint15Y" fmla="*/ 88 h 152"/>
              <a:gd name="GluePoint16X" fmla="*/ 248 w 256"/>
              <a:gd name="GluePoint16Y" fmla="*/ 120 h 152"/>
              <a:gd name="GluePoint17X" fmla="*/ 224 w 256"/>
              <a:gd name="GluePoint17Y" fmla="*/ 144 h 152"/>
              <a:gd name="GluePoint18X" fmla="*/ 60 w 256"/>
              <a:gd name="GluePoint18Y" fmla="*/ 144 h 152"/>
              <a:gd name="GluePoint19X" fmla="*/ 28 w 256"/>
              <a:gd name="GluePoint19Y" fmla="*/ 112 h 152"/>
              <a:gd name="GluePoint20X" fmla="*/ 60 w 256"/>
              <a:gd name="GluePoint20Y" fmla="*/ 76 h 152"/>
              <a:gd name="GluePoint21X" fmla="*/ 71 w 256"/>
              <a:gd name="GluePoint21Y" fmla="*/ 76 h 152"/>
              <a:gd name="GluePoint22X" fmla="*/ 72 w 256"/>
              <a:gd name="GluePoint22Y" fmla="*/ 73 h 152"/>
              <a:gd name="GluePoint23X" fmla="*/ 144 w 256"/>
              <a:gd name="GluePoint23Y" fmla="*/ 16 h 152"/>
              <a:gd name="GluePoint24X" fmla="*/ 220 w 256"/>
              <a:gd name="GluePoint24Y" fmla="*/ 84 h 152"/>
              <a:gd name="GluePoint25X" fmla="*/ 56 w 256"/>
              <a:gd name="GluePoint25Y" fmla="*/ 8 h 152"/>
              <a:gd name="GluePoint26X" fmla="*/ 93 w 256"/>
              <a:gd name="GluePoint26Y" fmla="*/ 25 h 152"/>
              <a:gd name="GluePoint27X" fmla="*/ 65 w 256"/>
              <a:gd name="GluePoint27Y" fmla="*/ 68 h 152"/>
              <a:gd name="GluePoint28X" fmla="*/ 60 w 256"/>
              <a:gd name="GluePoint28Y" fmla="*/ 68 h 152"/>
              <a:gd name="GluePoint29X" fmla="*/ 24 w 256"/>
              <a:gd name="GluePoint29Y" fmla="*/ 92 h 152"/>
              <a:gd name="GluePoint30X" fmla="*/ 15 w 256"/>
              <a:gd name="GluePoint30Y" fmla="*/ 82 h 152"/>
              <a:gd name="GluePoint31X" fmla="*/ 8 w 256"/>
              <a:gd name="GluePoint31Y" fmla="*/ 56 h 152"/>
              <a:gd name="GluePoint32X" fmla="*/ 56 w 256"/>
              <a:gd name="GluePoint32Y" fmla="*/ 8 h 1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256" h="152">
                <a:moveTo>
                  <a:pt x="21" y="100"/>
                </a:moveTo>
                <a:cubicBezTo>
                  <a:pt x="21" y="104"/>
                  <a:pt x="20" y="108"/>
                  <a:pt x="20" y="112"/>
                </a:cubicBezTo>
                <a:cubicBezTo>
                  <a:pt x="20" y="135"/>
                  <a:pt x="37" y="152"/>
                  <a:pt x="60" y="152"/>
                </a:cubicBezTo>
                <a:cubicBezTo>
                  <a:pt x="224" y="152"/>
                  <a:pt x="224" y="152"/>
                  <a:pt x="224" y="152"/>
                </a:cubicBezTo>
                <a:cubicBezTo>
                  <a:pt x="243" y="152"/>
                  <a:pt x="256" y="139"/>
                  <a:pt x="256" y="120"/>
                </a:cubicBezTo>
                <a:cubicBezTo>
                  <a:pt x="256" y="102"/>
                  <a:pt x="245" y="83"/>
                  <a:pt x="228" y="80"/>
                </a:cubicBezTo>
                <a:cubicBezTo>
                  <a:pt x="226" y="40"/>
                  <a:pt x="189" y="8"/>
                  <a:pt x="144" y="8"/>
                </a:cubicBezTo>
                <a:cubicBezTo>
                  <a:pt x="128" y="8"/>
                  <a:pt x="112" y="13"/>
                  <a:pt x="99" y="21"/>
                </a:cubicBezTo>
                <a:cubicBezTo>
                  <a:pt x="89" y="8"/>
                  <a:pt x="73" y="0"/>
                  <a:pt x="56" y="0"/>
                </a:cubicBezTo>
                <a:cubicBezTo>
                  <a:pt x="25" y="0"/>
                  <a:pt x="0" y="25"/>
                  <a:pt x="0" y="56"/>
                </a:cubicBezTo>
                <a:cubicBezTo>
                  <a:pt x="0" y="67"/>
                  <a:pt x="3" y="77"/>
                  <a:pt x="9" y="86"/>
                </a:cubicBezTo>
                <a:cubicBezTo>
                  <a:pt x="12" y="92"/>
                  <a:pt x="17" y="96"/>
                  <a:pt x="21" y="100"/>
                </a:cubicBezTo>
                <a:close/>
                <a:moveTo>
                  <a:pt x="220" y="84"/>
                </a:moveTo>
                <a:cubicBezTo>
                  <a:pt x="220" y="88"/>
                  <a:pt x="220" y="88"/>
                  <a:pt x="220" y="88"/>
                </a:cubicBezTo>
                <a:cubicBezTo>
                  <a:pt x="224" y="88"/>
                  <a:pt x="224" y="88"/>
                  <a:pt x="224" y="88"/>
                </a:cubicBezTo>
                <a:cubicBezTo>
                  <a:pt x="238" y="88"/>
                  <a:pt x="248" y="105"/>
                  <a:pt x="248" y="120"/>
                </a:cubicBezTo>
                <a:cubicBezTo>
                  <a:pt x="248" y="135"/>
                  <a:pt x="239" y="144"/>
                  <a:pt x="224" y="144"/>
                </a:cubicBezTo>
                <a:cubicBezTo>
                  <a:pt x="60" y="144"/>
                  <a:pt x="60" y="144"/>
                  <a:pt x="60" y="144"/>
                </a:cubicBezTo>
                <a:cubicBezTo>
                  <a:pt x="41" y="144"/>
                  <a:pt x="28" y="131"/>
                  <a:pt x="28" y="112"/>
                </a:cubicBezTo>
                <a:cubicBezTo>
                  <a:pt x="28" y="92"/>
                  <a:pt x="42" y="76"/>
                  <a:pt x="60" y="76"/>
                </a:cubicBezTo>
                <a:cubicBezTo>
                  <a:pt x="71" y="76"/>
                  <a:pt x="71" y="76"/>
                  <a:pt x="71" y="76"/>
                </a:cubicBezTo>
                <a:cubicBezTo>
                  <a:pt x="72" y="73"/>
                  <a:pt x="72" y="73"/>
                  <a:pt x="72" y="73"/>
                </a:cubicBezTo>
                <a:cubicBezTo>
                  <a:pt x="78" y="40"/>
                  <a:pt x="108" y="16"/>
                  <a:pt x="144" y="16"/>
                </a:cubicBezTo>
                <a:cubicBezTo>
                  <a:pt x="186" y="16"/>
                  <a:pt x="220" y="47"/>
                  <a:pt x="220" y="84"/>
                </a:cubicBezTo>
                <a:close/>
                <a:moveTo>
                  <a:pt x="56" y="8"/>
                </a:moveTo>
                <a:cubicBezTo>
                  <a:pt x="70" y="8"/>
                  <a:pt x="84" y="14"/>
                  <a:pt x="93" y="25"/>
                </a:cubicBezTo>
                <a:cubicBezTo>
                  <a:pt x="79" y="36"/>
                  <a:pt x="69" y="51"/>
                  <a:pt x="65" y="68"/>
                </a:cubicBezTo>
                <a:cubicBezTo>
                  <a:pt x="60" y="68"/>
                  <a:pt x="60" y="68"/>
                  <a:pt x="60" y="68"/>
                </a:cubicBezTo>
                <a:cubicBezTo>
                  <a:pt x="44" y="68"/>
                  <a:pt x="31" y="78"/>
                  <a:pt x="24" y="92"/>
                </a:cubicBezTo>
                <a:cubicBezTo>
                  <a:pt x="21" y="89"/>
                  <a:pt x="18" y="86"/>
                  <a:pt x="15" y="82"/>
                </a:cubicBezTo>
                <a:cubicBezTo>
                  <a:pt x="11" y="74"/>
                  <a:pt x="8" y="65"/>
                  <a:pt x="8" y="56"/>
                </a:cubicBezTo>
                <a:cubicBezTo>
                  <a:pt x="8" y="30"/>
                  <a:pt x="29" y="8"/>
                  <a:pt x="56" y="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732" name="Группа 433"/>
          <p:cNvGrpSpPr/>
          <p:nvPr/>
        </p:nvGrpSpPr>
        <p:grpSpPr>
          <a:xfrm>
            <a:off x="5215680" y="2434680"/>
            <a:ext cx="302400" cy="295200"/>
            <a:chOff x="5215680" y="2434680"/>
            <a:chExt cx="302400" cy="295200"/>
          </a:xfrm>
        </p:grpSpPr>
        <p:sp>
          <p:nvSpPr>
            <p:cNvPr id="3733" name="Freeform 62"/>
            <p:cNvSpPr/>
            <p:nvPr/>
          </p:nvSpPr>
          <p:spPr>
            <a:xfrm>
              <a:off x="5238000" y="2472480"/>
              <a:ext cx="280080" cy="1800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180000"/>
                <a:gd name="textAreaBottom" fmla="*/ 180360 h 180000"/>
                <a:gd name="GluePoint1X" fmla="*/ 208 w 236"/>
                <a:gd name="GluePoint1Y" fmla="*/ 80 h 152"/>
                <a:gd name="GluePoint2X" fmla="*/ 124 w 236"/>
                <a:gd name="GluePoint2Y" fmla="*/ 8 h 152"/>
                <a:gd name="GluePoint3X" fmla="*/ 102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204 w 236"/>
                <a:gd name="GluePoint9Y" fmla="*/ 152 h 152"/>
                <a:gd name="GluePoint10X" fmla="*/ 236 w 236"/>
                <a:gd name="GluePoint10Y" fmla="*/ 120 h 152"/>
                <a:gd name="GluePoint11X" fmla="*/ 208 w 236"/>
                <a:gd name="GluePoint11Y" fmla="*/ 80 h 152"/>
                <a:gd name="GluePoint12X" fmla="*/ 20 w 236"/>
                <a:gd name="GluePoint12Y" fmla="*/ 56 h 152"/>
                <a:gd name="GluePoint13X" fmla="*/ 68 w 236"/>
                <a:gd name="GluePoint13Y" fmla="*/ 8 h 152"/>
                <a:gd name="GluePoint14X" fmla="*/ 92 w 236"/>
                <a:gd name="GluePoint14Y" fmla="*/ 14 h 152"/>
                <a:gd name="GluePoint15X" fmla="*/ 45 w 236"/>
                <a:gd name="GluePoint15Y" fmla="*/ 68 h 152"/>
                <a:gd name="GluePoint16X" fmla="*/ 40 w 236"/>
                <a:gd name="GluePoint16Y" fmla="*/ 68 h 152"/>
                <a:gd name="GluePoint17X" fmla="*/ 24 w 236"/>
                <a:gd name="GluePoint17Y" fmla="*/ 72 h 152"/>
                <a:gd name="GluePoint18X" fmla="*/ 20 w 236"/>
                <a:gd name="GluePoint18Y" fmla="*/ 56 h 152"/>
                <a:gd name="GluePoint19X" fmla="*/ 204 w 236"/>
                <a:gd name="GluePoint19Y" fmla="*/ 144 h 152"/>
                <a:gd name="GluePoint20X" fmla="*/ 40 w 236"/>
                <a:gd name="GluePoint20Y" fmla="*/ 144 h 152"/>
                <a:gd name="GluePoint21X" fmla="*/ 8 w 236"/>
                <a:gd name="GluePoint21Y" fmla="*/ 112 h 152"/>
                <a:gd name="GluePoint22X" fmla="*/ 40 w 236"/>
                <a:gd name="GluePoint22Y" fmla="*/ 76 h 152"/>
                <a:gd name="GluePoint23X" fmla="*/ 52 w 236"/>
                <a:gd name="GluePoint23Y" fmla="*/ 76 h 152"/>
                <a:gd name="GluePoint24X" fmla="*/ 52 w 236"/>
                <a:gd name="GluePoint24Y" fmla="*/ 73 h 152"/>
                <a:gd name="GluePoint25X" fmla="*/ 124 w 236"/>
                <a:gd name="GluePoint25Y" fmla="*/ 16 h 152"/>
                <a:gd name="GluePoint26X" fmla="*/ 200 w 236"/>
                <a:gd name="GluePoint26Y" fmla="*/ 84 h 152"/>
                <a:gd name="GluePoint27X" fmla="*/ 200 w 236"/>
                <a:gd name="GluePoint27Y" fmla="*/ 88 h 152"/>
                <a:gd name="GluePoint28X" fmla="*/ 204 w 236"/>
                <a:gd name="GluePoint28Y" fmla="*/ 88 h 152"/>
                <a:gd name="GluePoint29X" fmla="*/ 228 w 236"/>
                <a:gd name="GluePoint29Y" fmla="*/ 120 h 152"/>
                <a:gd name="GluePoint30X" fmla="*/ 204 w 236"/>
                <a:gd name="GluePoint30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2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0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29"/>
                    <a:pt x="42" y="8"/>
                    <a:pt x="68" y="8"/>
                  </a:cubicBezTo>
                  <a:cubicBezTo>
                    <a:pt x="77" y="8"/>
                    <a:pt x="85" y="10"/>
                    <a:pt x="92" y="14"/>
                  </a:cubicBezTo>
                  <a:cubicBezTo>
                    <a:pt x="69" y="24"/>
                    <a:pt x="51" y="43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2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3" y="76"/>
                    <a:pt x="40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9" y="16"/>
                    <a:pt x="124" y="16"/>
                  </a:cubicBezTo>
                  <a:cubicBezTo>
                    <a:pt x="166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34" name="Rectangle 63"/>
            <p:cNvSpPr/>
            <p:nvPr/>
          </p:nvSpPr>
          <p:spPr>
            <a:xfrm>
              <a:off x="5215680" y="253440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35" name="Rectangle 64"/>
            <p:cNvSpPr/>
            <p:nvPr/>
          </p:nvSpPr>
          <p:spPr>
            <a:xfrm>
              <a:off x="5313960" y="2434680"/>
              <a:ext cx="9360" cy="291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36" name="Freeform 65"/>
            <p:cNvSpPr/>
            <p:nvPr/>
          </p:nvSpPr>
          <p:spPr>
            <a:xfrm>
              <a:off x="5231160" y="2450160"/>
              <a:ext cx="34920" cy="3636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6360"/>
                <a:gd name="textAreaBottom" fmla="*/ 36720 h 36360"/>
                <a:gd name="GluePoint1X" fmla="*/ 20 w 25"/>
                <a:gd name="GluePoint1Y" fmla="*/ 26 h 26"/>
                <a:gd name="GluePoint2X" fmla="*/ 0 w 25"/>
                <a:gd name="GluePoint2Y" fmla="*/ 5 h 26"/>
                <a:gd name="GluePoint3X" fmla="*/ 5 w 25"/>
                <a:gd name="GluePoint3Y" fmla="*/ 0 h 26"/>
                <a:gd name="GluePoint4X" fmla="*/ 25 w 25"/>
                <a:gd name="GluePoint4Y" fmla="*/ 20 h 26"/>
                <a:gd name="GluePoint5X" fmla="*/ 20 w 25"/>
                <a:gd name="GluePoint5Y" fmla="*/ 26 h 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" h="26">
                  <a:moveTo>
                    <a:pt x="20" y="26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25" y="20"/>
                  </a:lnTo>
                  <a:lnTo>
                    <a:pt x="20" y="2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360" bIns="18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37" name="Freeform 66"/>
            <p:cNvSpPr/>
            <p:nvPr/>
          </p:nvSpPr>
          <p:spPr>
            <a:xfrm>
              <a:off x="5344920" y="2659680"/>
              <a:ext cx="33480" cy="7020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70200"/>
                <a:gd name="textAreaBottom" fmla="*/ 70560 h 70200"/>
                <a:gd name="GluePoint1X" fmla="*/ 13 w 24"/>
                <a:gd name="GluePoint1Y" fmla="*/ 0 h 50"/>
                <a:gd name="GluePoint2X" fmla="*/ 0 w 24"/>
                <a:gd name="GluePoint2Y" fmla="*/ 29 h 50"/>
                <a:gd name="GluePoint3X" fmla="*/ 13 w 24"/>
                <a:gd name="GluePoint3Y" fmla="*/ 29 h 50"/>
                <a:gd name="GluePoint4X" fmla="*/ 3 w 24"/>
                <a:gd name="GluePoint4Y" fmla="*/ 47 h 50"/>
                <a:gd name="GluePoint5X" fmla="*/ 8 w 24"/>
                <a:gd name="GluePoint5Y" fmla="*/ 50 h 50"/>
                <a:gd name="GluePoint6X" fmla="*/ 24 w 24"/>
                <a:gd name="GluePoint6Y" fmla="*/ 22 h 50"/>
                <a:gd name="GluePoint7X" fmla="*/ 10 w 24"/>
                <a:gd name="GluePoint7Y" fmla="*/ 22 h 50"/>
                <a:gd name="GluePoint8X" fmla="*/ 18 w 24"/>
                <a:gd name="GluePoint8Y" fmla="*/ 3 h 50"/>
                <a:gd name="GluePoint9X" fmla="*/ 13 w 24"/>
                <a:gd name="GluePoint9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4" h="50">
                  <a:moveTo>
                    <a:pt x="13" y="0"/>
                  </a:moveTo>
                  <a:lnTo>
                    <a:pt x="0" y="29"/>
                  </a:lnTo>
                  <a:lnTo>
                    <a:pt x="13" y="29"/>
                  </a:lnTo>
                  <a:lnTo>
                    <a:pt x="3" y="47"/>
                  </a:lnTo>
                  <a:lnTo>
                    <a:pt x="8" y="50"/>
                  </a:lnTo>
                  <a:lnTo>
                    <a:pt x="24" y="22"/>
                  </a:lnTo>
                  <a:lnTo>
                    <a:pt x="10" y="22"/>
                  </a:lnTo>
                  <a:lnTo>
                    <a:pt x="18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38" name="Freeform 67"/>
            <p:cNvSpPr/>
            <p:nvPr/>
          </p:nvSpPr>
          <p:spPr>
            <a:xfrm>
              <a:off x="5281560" y="265968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0 w 33"/>
                <a:gd name="GluePoint1Y" fmla="*/ 47 h 50"/>
                <a:gd name="GluePoint2X" fmla="*/ 27 w 33"/>
                <a:gd name="GluePoint2Y" fmla="*/ 0 h 50"/>
                <a:gd name="GluePoint3X" fmla="*/ 33 w 33"/>
                <a:gd name="GluePoint3Y" fmla="*/ 3 h 50"/>
                <a:gd name="GluePoint4X" fmla="*/ 6 w 33"/>
                <a:gd name="GluePoint4Y" fmla="*/ 50 h 50"/>
                <a:gd name="GluePoint5X" fmla="*/ 0 w 33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39" name="Freeform 68"/>
            <p:cNvSpPr/>
            <p:nvPr/>
          </p:nvSpPr>
          <p:spPr>
            <a:xfrm>
              <a:off x="5395680" y="265968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0 w 33"/>
                <a:gd name="GluePoint1Y" fmla="*/ 47 h 50"/>
                <a:gd name="GluePoint2X" fmla="*/ 27 w 33"/>
                <a:gd name="GluePoint2Y" fmla="*/ 0 h 50"/>
                <a:gd name="GluePoint3X" fmla="*/ 33 w 33"/>
                <a:gd name="GluePoint3Y" fmla="*/ 3 h 50"/>
                <a:gd name="GluePoint4X" fmla="*/ 6 w 33"/>
                <a:gd name="GluePoint4Y" fmla="*/ 50 h 50"/>
                <a:gd name="GluePoint5X" fmla="*/ 0 w 33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40" name="Группа 434"/>
          <p:cNvGrpSpPr/>
          <p:nvPr/>
        </p:nvGrpSpPr>
        <p:grpSpPr>
          <a:xfrm>
            <a:off x="5607000" y="2454120"/>
            <a:ext cx="302400" cy="257760"/>
            <a:chOff x="5607000" y="2454120"/>
            <a:chExt cx="302400" cy="257760"/>
          </a:xfrm>
        </p:grpSpPr>
        <p:sp>
          <p:nvSpPr>
            <p:cNvPr id="3741" name="Freeform 69"/>
            <p:cNvSpPr/>
            <p:nvPr/>
          </p:nvSpPr>
          <p:spPr>
            <a:xfrm>
              <a:off x="5607000" y="2454120"/>
              <a:ext cx="302400" cy="1800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0000"/>
                <a:gd name="textAreaBottom" fmla="*/ 180360 h 18000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1 h 152"/>
                <a:gd name="GluePoint4X" fmla="*/ 56 w 256"/>
                <a:gd name="GluePoint4Y" fmla="*/ 0 h 152"/>
                <a:gd name="GluePoint5X" fmla="*/ 46 w 256"/>
                <a:gd name="GluePoint5Y" fmla="*/ 1 h 152"/>
                <a:gd name="GluePoint6X" fmla="*/ 40 w 256"/>
                <a:gd name="GluePoint6Y" fmla="*/ 2 h 152"/>
                <a:gd name="GluePoint7X" fmla="*/ 43 w 256"/>
                <a:gd name="GluePoint7Y" fmla="*/ 7 h 152"/>
                <a:gd name="GluePoint8X" fmla="*/ 48 w 256"/>
                <a:gd name="GluePoint8Y" fmla="*/ 24 h 152"/>
                <a:gd name="GluePoint9X" fmla="*/ 16 w 256"/>
                <a:gd name="GluePoint9Y" fmla="*/ 56 h 152"/>
                <a:gd name="GluePoint10X" fmla="*/ 6 w 256"/>
                <a:gd name="GluePoint10Y" fmla="*/ 54 h 152"/>
                <a:gd name="GluePoint11X" fmla="*/ 0 w 256"/>
                <a:gd name="GluePoint11Y" fmla="*/ 52 h 152"/>
                <a:gd name="GluePoint12X" fmla="*/ 0 w 256"/>
                <a:gd name="GluePoint12Y" fmla="*/ 58 h 152"/>
                <a:gd name="GluePoint13X" fmla="*/ 9 w 256"/>
                <a:gd name="GluePoint13Y" fmla="*/ 86 h 152"/>
                <a:gd name="GluePoint14X" fmla="*/ 22 w 256"/>
                <a:gd name="GluePoint14Y" fmla="*/ 100 h 152"/>
                <a:gd name="GluePoint15X" fmla="*/ 20 w 256"/>
                <a:gd name="GluePoint15Y" fmla="*/ 112 h 152"/>
                <a:gd name="GluePoint16X" fmla="*/ 60 w 256"/>
                <a:gd name="GluePoint16Y" fmla="*/ 152 h 152"/>
                <a:gd name="GluePoint17X" fmla="*/ 224 w 256"/>
                <a:gd name="GluePoint17Y" fmla="*/ 152 h 152"/>
                <a:gd name="GluePoint18X" fmla="*/ 256 w 256"/>
                <a:gd name="GluePoint18Y" fmla="*/ 120 h 152"/>
                <a:gd name="GluePoint19X" fmla="*/ 228 w 256"/>
                <a:gd name="GluePoint19Y" fmla="*/ 80 h 152"/>
                <a:gd name="GluePoint20X" fmla="*/ 16 w 256"/>
                <a:gd name="GluePoint20Y" fmla="*/ 82 h 152"/>
                <a:gd name="GluePoint21X" fmla="*/ 9 w 256"/>
                <a:gd name="GluePoint21Y" fmla="*/ 64 h 152"/>
                <a:gd name="GluePoint22X" fmla="*/ 16 w 256"/>
                <a:gd name="GluePoint22Y" fmla="*/ 64 h 152"/>
                <a:gd name="GluePoint23X" fmla="*/ 56 w 256"/>
                <a:gd name="GluePoint23Y" fmla="*/ 24 h 152"/>
                <a:gd name="GluePoint24X" fmla="*/ 53 w 256"/>
                <a:gd name="GluePoint24Y" fmla="*/ 8 h 152"/>
                <a:gd name="GluePoint25X" fmla="*/ 56 w 256"/>
                <a:gd name="GluePoint25Y" fmla="*/ 8 h 152"/>
                <a:gd name="GluePoint26X" fmla="*/ 93 w 256"/>
                <a:gd name="GluePoint26Y" fmla="*/ 25 h 152"/>
                <a:gd name="GluePoint27X" fmla="*/ 65 w 256"/>
                <a:gd name="GluePoint27Y" fmla="*/ 68 h 152"/>
                <a:gd name="GluePoint28X" fmla="*/ 60 w 256"/>
                <a:gd name="GluePoint28Y" fmla="*/ 68 h 152"/>
                <a:gd name="GluePoint29X" fmla="*/ 25 w 256"/>
                <a:gd name="GluePoint29Y" fmla="*/ 92 h 152"/>
                <a:gd name="GluePoint30X" fmla="*/ 16 w 256"/>
                <a:gd name="GluePoint30Y" fmla="*/ 82 h 152"/>
                <a:gd name="GluePoint31X" fmla="*/ 224 w 256"/>
                <a:gd name="GluePoint31Y" fmla="*/ 144 h 152"/>
                <a:gd name="GluePoint32X" fmla="*/ 60 w 256"/>
                <a:gd name="GluePoint32Y" fmla="*/ 144 h 152"/>
                <a:gd name="GluePoint33X" fmla="*/ 28 w 256"/>
                <a:gd name="GluePoint33Y" fmla="*/ 112 h 152"/>
                <a:gd name="GluePoint34X" fmla="*/ 60 w 256"/>
                <a:gd name="GluePoint34Y" fmla="*/ 76 h 152"/>
                <a:gd name="GluePoint35X" fmla="*/ 72 w 256"/>
                <a:gd name="GluePoint35Y" fmla="*/ 76 h 152"/>
                <a:gd name="GluePoint36X" fmla="*/ 72 w 256"/>
                <a:gd name="GluePoint36Y" fmla="*/ 73 h 152"/>
                <a:gd name="GluePoint37X" fmla="*/ 144 w 256"/>
                <a:gd name="GluePoint37Y" fmla="*/ 16 h 152"/>
                <a:gd name="GluePoint38X" fmla="*/ 220 w 256"/>
                <a:gd name="GluePoint38Y" fmla="*/ 84 h 152"/>
                <a:gd name="GluePoint39X" fmla="*/ 220 w 256"/>
                <a:gd name="GluePoint39Y" fmla="*/ 88 h 152"/>
                <a:gd name="GluePoint40X" fmla="*/ 224 w 256"/>
                <a:gd name="GluePoint40Y" fmla="*/ 88 h 152"/>
                <a:gd name="GluePoint41X" fmla="*/ 248 w 256"/>
                <a:gd name="GluePoint41Y" fmla="*/ 120 h 152"/>
                <a:gd name="GluePoint42X" fmla="*/ 224 w 256"/>
                <a:gd name="GluePoint4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50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42" name="Freeform 70"/>
            <p:cNvSpPr/>
            <p:nvPr/>
          </p:nvSpPr>
          <p:spPr>
            <a:xfrm>
              <a:off x="5738040" y="2641680"/>
              <a:ext cx="33480" cy="7020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70200"/>
                <a:gd name="textAreaBottom" fmla="*/ 70560 h 70200"/>
                <a:gd name="GluePoint1X" fmla="*/ 12 w 24"/>
                <a:gd name="GluePoint1Y" fmla="*/ 0 h 50"/>
                <a:gd name="GluePoint2X" fmla="*/ 0 w 24"/>
                <a:gd name="GluePoint2Y" fmla="*/ 28 h 50"/>
                <a:gd name="GluePoint3X" fmla="*/ 12 w 24"/>
                <a:gd name="GluePoint3Y" fmla="*/ 28 h 50"/>
                <a:gd name="GluePoint4X" fmla="*/ 2 w 24"/>
                <a:gd name="GluePoint4Y" fmla="*/ 47 h 50"/>
                <a:gd name="GluePoint5X" fmla="*/ 8 w 24"/>
                <a:gd name="GluePoint5Y" fmla="*/ 50 h 50"/>
                <a:gd name="GluePoint6X" fmla="*/ 24 w 24"/>
                <a:gd name="GluePoint6Y" fmla="*/ 21 h 50"/>
                <a:gd name="GluePoint7X" fmla="*/ 10 w 24"/>
                <a:gd name="GluePoint7Y" fmla="*/ 21 h 50"/>
                <a:gd name="GluePoint8X" fmla="*/ 18 w 24"/>
                <a:gd name="GluePoint8Y" fmla="*/ 3 h 50"/>
                <a:gd name="GluePoint9X" fmla="*/ 12 w 24"/>
                <a:gd name="GluePoint9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4" h="50">
                  <a:moveTo>
                    <a:pt x="12" y="0"/>
                  </a:moveTo>
                  <a:lnTo>
                    <a:pt x="0" y="28"/>
                  </a:lnTo>
                  <a:lnTo>
                    <a:pt x="12" y="28"/>
                  </a:lnTo>
                  <a:lnTo>
                    <a:pt x="2" y="47"/>
                  </a:lnTo>
                  <a:lnTo>
                    <a:pt x="8" y="50"/>
                  </a:lnTo>
                  <a:lnTo>
                    <a:pt x="24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43" name="Freeform 71"/>
            <p:cNvSpPr/>
            <p:nvPr/>
          </p:nvSpPr>
          <p:spPr>
            <a:xfrm>
              <a:off x="5674680" y="264168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0 w 33"/>
                <a:gd name="GluePoint1Y" fmla="*/ 47 h 50"/>
                <a:gd name="GluePoint2X" fmla="*/ 27 w 33"/>
                <a:gd name="GluePoint2Y" fmla="*/ 0 h 50"/>
                <a:gd name="GluePoint3X" fmla="*/ 33 w 33"/>
                <a:gd name="GluePoint3Y" fmla="*/ 3 h 50"/>
                <a:gd name="GluePoint4X" fmla="*/ 6 w 33"/>
                <a:gd name="GluePoint4Y" fmla="*/ 50 h 50"/>
                <a:gd name="GluePoint5X" fmla="*/ 0 w 33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44" name="Freeform 72"/>
            <p:cNvSpPr/>
            <p:nvPr/>
          </p:nvSpPr>
          <p:spPr>
            <a:xfrm>
              <a:off x="5788800" y="264168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0 w 33"/>
                <a:gd name="GluePoint1Y" fmla="*/ 47 h 50"/>
                <a:gd name="GluePoint2X" fmla="*/ 27 w 33"/>
                <a:gd name="GluePoint2Y" fmla="*/ 0 h 50"/>
                <a:gd name="GluePoint3X" fmla="*/ 33 w 33"/>
                <a:gd name="GluePoint3Y" fmla="*/ 3 h 50"/>
                <a:gd name="GluePoint4X" fmla="*/ 6 w 33"/>
                <a:gd name="GluePoint4Y" fmla="*/ 50 h 50"/>
                <a:gd name="GluePoint5X" fmla="*/ 0 w 33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45" name="Группа 435"/>
          <p:cNvGrpSpPr/>
          <p:nvPr/>
        </p:nvGrpSpPr>
        <p:grpSpPr>
          <a:xfrm>
            <a:off x="6000120" y="2454120"/>
            <a:ext cx="302400" cy="257760"/>
            <a:chOff x="6000120" y="2454120"/>
            <a:chExt cx="302400" cy="257760"/>
          </a:xfrm>
        </p:grpSpPr>
        <p:sp>
          <p:nvSpPr>
            <p:cNvPr id="3746" name="Freeform 73"/>
            <p:cNvSpPr/>
            <p:nvPr/>
          </p:nvSpPr>
          <p:spPr>
            <a:xfrm>
              <a:off x="6000120" y="2454120"/>
              <a:ext cx="302400" cy="1800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0000"/>
                <a:gd name="textAreaBottom" fmla="*/ 180360 h 18000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1 h 152"/>
                <a:gd name="GluePoint4X" fmla="*/ 56 w 256"/>
                <a:gd name="GluePoint4Y" fmla="*/ 0 h 152"/>
                <a:gd name="GluePoint5X" fmla="*/ 0 w 256"/>
                <a:gd name="GluePoint5Y" fmla="*/ 56 h 152"/>
                <a:gd name="GluePoint6X" fmla="*/ 9 w 256"/>
                <a:gd name="GluePoint6Y" fmla="*/ 86 h 152"/>
                <a:gd name="GluePoint7X" fmla="*/ 22 w 256"/>
                <a:gd name="GluePoint7Y" fmla="*/ 100 h 152"/>
                <a:gd name="GluePoint8X" fmla="*/ 20 w 256"/>
                <a:gd name="GluePoint8Y" fmla="*/ 112 h 152"/>
                <a:gd name="GluePoint9X" fmla="*/ 60 w 256"/>
                <a:gd name="GluePoint9Y" fmla="*/ 152 h 152"/>
                <a:gd name="GluePoint10X" fmla="*/ 224 w 256"/>
                <a:gd name="GluePoint10Y" fmla="*/ 152 h 152"/>
                <a:gd name="GluePoint11X" fmla="*/ 256 w 256"/>
                <a:gd name="GluePoint11Y" fmla="*/ 120 h 152"/>
                <a:gd name="GluePoint12X" fmla="*/ 228 w 256"/>
                <a:gd name="GluePoint12Y" fmla="*/ 80 h 152"/>
                <a:gd name="GluePoint13X" fmla="*/ 16 w 256"/>
                <a:gd name="GluePoint13Y" fmla="*/ 82 h 152"/>
                <a:gd name="GluePoint14X" fmla="*/ 8 w 256"/>
                <a:gd name="GluePoint14Y" fmla="*/ 56 h 152"/>
                <a:gd name="GluePoint15X" fmla="*/ 56 w 256"/>
                <a:gd name="GluePoint15Y" fmla="*/ 8 h 152"/>
                <a:gd name="GluePoint16X" fmla="*/ 93 w 256"/>
                <a:gd name="GluePoint16Y" fmla="*/ 25 h 152"/>
                <a:gd name="GluePoint17X" fmla="*/ 65 w 256"/>
                <a:gd name="GluePoint17Y" fmla="*/ 68 h 152"/>
                <a:gd name="GluePoint18X" fmla="*/ 60 w 256"/>
                <a:gd name="GluePoint18Y" fmla="*/ 68 h 152"/>
                <a:gd name="GluePoint19X" fmla="*/ 25 w 256"/>
                <a:gd name="GluePoint19Y" fmla="*/ 92 h 152"/>
                <a:gd name="GluePoint20X" fmla="*/ 16 w 256"/>
                <a:gd name="GluePoint20Y" fmla="*/ 82 h 152"/>
                <a:gd name="GluePoint21X" fmla="*/ 224 w 256"/>
                <a:gd name="GluePoint21Y" fmla="*/ 144 h 152"/>
                <a:gd name="GluePoint22X" fmla="*/ 60 w 256"/>
                <a:gd name="GluePoint22Y" fmla="*/ 144 h 152"/>
                <a:gd name="GluePoint23X" fmla="*/ 28 w 256"/>
                <a:gd name="GluePoint23Y" fmla="*/ 112 h 152"/>
                <a:gd name="GluePoint24X" fmla="*/ 60 w 256"/>
                <a:gd name="GluePoint24Y" fmla="*/ 76 h 152"/>
                <a:gd name="GluePoint25X" fmla="*/ 72 w 256"/>
                <a:gd name="GluePoint25Y" fmla="*/ 76 h 152"/>
                <a:gd name="GluePoint26X" fmla="*/ 72 w 256"/>
                <a:gd name="GluePoint26Y" fmla="*/ 73 h 152"/>
                <a:gd name="GluePoint27X" fmla="*/ 144 w 256"/>
                <a:gd name="GluePoint27Y" fmla="*/ 16 h 152"/>
                <a:gd name="GluePoint28X" fmla="*/ 220 w 256"/>
                <a:gd name="GluePoint28Y" fmla="*/ 84 h 152"/>
                <a:gd name="GluePoint29X" fmla="*/ 220 w 256"/>
                <a:gd name="GluePoint29Y" fmla="*/ 88 h 152"/>
                <a:gd name="GluePoint30X" fmla="*/ 224 w 256"/>
                <a:gd name="GluePoint30Y" fmla="*/ 88 h 152"/>
                <a:gd name="GluePoint31X" fmla="*/ 248 w 256"/>
                <a:gd name="GluePoint31Y" fmla="*/ 120 h 152"/>
                <a:gd name="GluePoint32X" fmla="*/ 224 w 256"/>
                <a:gd name="GluePoint3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1" y="74"/>
                    <a:pt x="8" y="65"/>
                    <a:pt x="8" y="56"/>
                  </a:cubicBezTo>
                  <a:cubicBezTo>
                    <a:pt x="8" y="29"/>
                    <a:pt x="30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47" name="Freeform 74"/>
            <p:cNvSpPr/>
            <p:nvPr/>
          </p:nvSpPr>
          <p:spPr>
            <a:xfrm>
              <a:off x="6129720" y="2641680"/>
              <a:ext cx="34920" cy="7020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70200"/>
                <a:gd name="textAreaBottom" fmla="*/ 70560 h 70200"/>
                <a:gd name="GluePoint1X" fmla="*/ 13 w 25"/>
                <a:gd name="GluePoint1Y" fmla="*/ 0 h 50"/>
                <a:gd name="GluePoint2X" fmla="*/ 0 w 25"/>
                <a:gd name="GluePoint2Y" fmla="*/ 28 h 50"/>
                <a:gd name="GluePoint3X" fmla="*/ 14 w 25"/>
                <a:gd name="GluePoint3Y" fmla="*/ 28 h 50"/>
                <a:gd name="GluePoint4X" fmla="*/ 3 w 25"/>
                <a:gd name="GluePoint4Y" fmla="*/ 47 h 50"/>
                <a:gd name="GluePoint5X" fmla="*/ 9 w 25"/>
                <a:gd name="GluePoint5Y" fmla="*/ 50 h 50"/>
                <a:gd name="GluePoint6X" fmla="*/ 25 w 25"/>
                <a:gd name="GluePoint6Y" fmla="*/ 21 h 50"/>
                <a:gd name="GluePoint7X" fmla="*/ 11 w 25"/>
                <a:gd name="GluePoint7Y" fmla="*/ 21 h 50"/>
                <a:gd name="GluePoint8X" fmla="*/ 19 w 25"/>
                <a:gd name="GluePoint8Y" fmla="*/ 3 h 50"/>
                <a:gd name="GluePoint9X" fmla="*/ 13 w 25"/>
                <a:gd name="GluePoint9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5" h="50">
                  <a:moveTo>
                    <a:pt x="13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3" y="47"/>
                  </a:lnTo>
                  <a:lnTo>
                    <a:pt x="9" y="50"/>
                  </a:lnTo>
                  <a:lnTo>
                    <a:pt x="25" y="21"/>
                  </a:lnTo>
                  <a:lnTo>
                    <a:pt x="11" y="21"/>
                  </a:lnTo>
                  <a:lnTo>
                    <a:pt x="19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48" name="Freeform 75"/>
            <p:cNvSpPr/>
            <p:nvPr/>
          </p:nvSpPr>
          <p:spPr>
            <a:xfrm>
              <a:off x="6067440" y="264168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0 w 33"/>
                <a:gd name="GluePoint1Y" fmla="*/ 47 h 50"/>
                <a:gd name="GluePoint2X" fmla="*/ 27 w 33"/>
                <a:gd name="GluePoint2Y" fmla="*/ 0 h 50"/>
                <a:gd name="GluePoint3X" fmla="*/ 33 w 33"/>
                <a:gd name="GluePoint3Y" fmla="*/ 3 h 50"/>
                <a:gd name="GluePoint4X" fmla="*/ 6 w 33"/>
                <a:gd name="GluePoint4Y" fmla="*/ 50 h 50"/>
                <a:gd name="GluePoint5X" fmla="*/ 0 w 33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49" name="Freeform 76"/>
            <p:cNvSpPr/>
            <p:nvPr/>
          </p:nvSpPr>
          <p:spPr>
            <a:xfrm>
              <a:off x="6181560" y="2641680"/>
              <a:ext cx="44640" cy="7020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70200"/>
                <a:gd name="textAreaBottom" fmla="*/ 70560 h 70200"/>
                <a:gd name="GluePoint1X" fmla="*/ 0 w 32"/>
                <a:gd name="GluePoint1Y" fmla="*/ 47 h 50"/>
                <a:gd name="GluePoint2X" fmla="*/ 26 w 32"/>
                <a:gd name="GluePoint2Y" fmla="*/ 0 h 50"/>
                <a:gd name="GluePoint3X" fmla="*/ 32 w 32"/>
                <a:gd name="GluePoint3Y" fmla="*/ 3 h 50"/>
                <a:gd name="GluePoint4X" fmla="*/ 5 w 32"/>
                <a:gd name="GluePoint4Y" fmla="*/ 50 h 50"/>
                <a:gd name="GluePoint5X" fmla="*/ 0 w 32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50">
                  <a:moveTo>
                    <a:pt x="0" y="47"/>
                  </a:moveTo>
                  <a:lnTo>
                    <a:pt x="26" y="0"/>
                  </a:lnTo>
                  <a:lnTo>
                    <a:pt x="32" y="3"/>
                  </a:lnTo>
                  <a:lnTo>
                    <a:pt x="5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50" name="Группа 436"/>
          <p:cNvGrpSpPr/>
          <p:nvPr/>
        </p:nvGrpSpPr>
        <p:grpSpPr>
          <a:xfrm>
            <a:off x="6394320" y="2444400"/>
            <a:ext cx="302400" cy="277200"/>
            <a:chOff x="6394320" y="2444400"/>
            <a:chExt cx="302400" cy="277200"/>
          </a:xfrm>
        </p:grpSpPr>
        <p:sp>
          <p:nvSpPr>
            <p:cNvPr id="3751" name="Freeform 77"/>
            <p:cNvSpPr/>
            <p:nvPr/>
          </p:nvSpPr>
          <p:spPr>
            <a:xfrm>
              <a:off x="6394320" y="244440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223 w 256"/>
                <a:gd name="GluePoint1Y" fmla="*/ 80 h 156"/>
                <a:gd name="GluePoint2X" fmla="*/ 136 w 256"/>
                <a:gd name="GluePoint2Y" fmla="*/ 0 h 156"/>
                <a:gd name="GluePoint3X" fmla="*/ 48 w 256"/>
                <a:gd name="GluePoint3Y" fmla="*/ 64 h 156"/>
                <a:gd name="GluePoint4X" fmla="*/ 44 w 256"/>
                <a:gd name="GluePoint4Y" fmla="*/ 64 h 156"/>
                <a:gd name="GluePoint5X" fmla="*/ 0 w 256"/>
                <a:gd name="GluePoint5Y" fmla="*/ 112 h 156"/>
                <a:gd name="GluePoint6X" fmla="*/ 44 w 256"/>
                <a:gd name="GluePoint6Y" fmla="*/ 156 h 156"/>
                <a:gd name="GluePoint7X" fmla="*/ 220 w 256"/>
                <a:gd name="GluePoint7Y" fmla="*/ 156 h 156"/>
                <a:gd name="GluePoint8X" fmla="*/ 256 w 256"/>
                <a:gd name="GluePoint8Y" fmla="*/ 120 h 156"/>
                <a:gd name="GluePoint9X" fmla="*/ 223 w 256"/>
                <a:gd name="GluePoint9Y" fmla="*/ 80 h 156"/>
                <a:gd name="GluePoint10X" fmla="*/ 220 w 256"/>
                <a:gd name="GluePoint10Y" fmla="*/ 148 h 156"/>
                <a:gd name="GluePoint11X" fmla="*/ 44 w 256"/>
                <a:gd name="GluePoint11Y" fmla="*/ 148 h 156"/>
                <a:gd name="GluePoint12X" fmla="*/ 8 w 256"/>
                <a:gd name="GluePoint12Y" fmla="*/ 112 h 156"/>
                <a:gd name="GluePoint13X" fmla="*/ 44 w 256"/>
                <a:gd name="GluePoint13Y" fmla="*/ 72 h 156"/>
                <a:gd name="GluePoint14X" fmla="*/ 55 w 256"/>
                <a:gd name="GluePoint14Y" fmla="*/ 72 h 156"/>
                <a:gd name="GluePoint15X" fmla="*/ 55 w 256"/>
                <a:gd name="GluePoint15Y" fmla="*/ 69 h 156"/>
                <a:gd name="GluePoint16X" fmla="*/ 136 w 256"/>
                <a:gd name="GluePoint16Y" fmla="*/ 8 h 156"/>
                <a:gd name="GluePoint17X" fmla="*/ 216 w 256"/>
                <a:gd name="GluePoint17Y" fmla="*/ 84 h 156"/>
                <a:gd name="GluePoint18X" fmla="*/ 216 w 256"/>
                <a:gd name="GluePoint18Y" fmla="*/ 88 h 156"/>
                <a:gd name="GluePoint19X" fmla="*/ 220 w 256"/>
                <a:gd name="GluePoint19Y" fmla="*/ 88 h 156"/>
                <a:gd name="GluePoint20X" fmla="*/ 248 w 256"/>
                <a:gd name="GluePoint20Y" fmla="*/ 120 h 156"/>
                <a:gd name="GluePoint21X" fmla="*/ 220 w 256"/>
                <a:gd name="GluePoint21Y" fmla="*/ 148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6">
                  <a:moveTo>
                    <a:pt x="223" y="80"/>
                  </a:move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0"/>
                    <a:pt x="256" y="120"/>
                  </a:cubicBezTo>
                  <a:cubicBezTo>
                    <a:pt x="256" y="102"/>
                    <a:pt x="243" y="83"/>
                    <a:pt x="223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2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69"/>
                    <a:pt x="55" y="69"/>
                    <a:pt x="55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0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52" name="Freeform 78"/>
            <p:cNvSpPr/>
            <p:nvPr/>
          </p:nvSpPr>
          <p:spPr>
            <a:xfrm>
              <a:off x="6522480" y="2649960"/>
              <a:ext cx="34920" cy="716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71640"/>
                <a:gd name="textAreaBottom" fmla="*/ 72000 h 71640"/>
                <a:gd name="GluePoint1X" fmla="*/ 13 w 25"/>
                <a:gd name="GluePoint1Y" fmla="*/ 0 h 51"/>
                <a:gd name="GluePoint2X" fmla="*/ 0 w 25"/>
                <a:gd name="GluePoint2Y" fmla="*/ 29 h 51"/>
                <a:gd name="GluePoint3X" fmla="*/ 14 w 25"/>
                <a:gd name="GluePoint3Y" fmla="*/ 29 h 51"/>
                <a:gd name="GluePoint4X" fmla="*/ 3 w 25"/>
                <a:gd name="GluePoint4Y" fmla="*/ 47 h 51"/>
                <a:gd name="GluePoint5X" fmla="*/ 9 w 25"/>
                <a:gd name="GluePoint5Y" fmla="*/ 51 h 51"/>
                <a:gd name="GluePoint6X" fmla="*/ 25 w 25"/>
                <a:gd name="GluePoint6Y" fmla="*/ 22 h 51"/>
                <a:gd name="GluePoint7X" fmla="*/ 11 w 25"/>
                <a:gd name="GluePoint7Y" fmla="*/ 22 h 51"/>
                <a:gd name="GluePoint8X" fmla="*/ 19 w 25"/>
                <a:gd name="GluePoint8Y" fmla="*/ 4 h 51"/>
                <a:gd name="GluePoint9X" fmla="*/ 13 w 25"/>
                <a:gd name="GluePoint9Y" fmla="*/ 0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5" h="51">
                  <a:moveTo>
                    <a:pt x="13" y="0"/>
                  </a:moveTo>
                  <a:lnTo>
                    <a:pt x="0" y="29"/>
                  </a:lnTo>
                  <a:lnTo>
                    <a:pt x="14" y="29"/>
                  </a:lnTo>
                  <a:lnTo>
                    <a:pt x="3" y="47"/>
                  </a:lnTo>
                  <a:lnTo>
                    <a:pt x="9" y="51"/>
                  </a:lnTo>
                  <a:lnTo>
                    <a:pt x="25" y="22"/>
                  </a:lnTo>
                  <a:lnTo>
                    <a:pt x="11" y="22"/>
                  </a:lnTo>
                  <a:lnTo>
                    <a:pt x="19" y="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53" name="Freeform 79"/>
            <p:cNvSpPr/>
            <p:nvPr/>
          </p:nvSpPr>
          <p:spPr>
            <a:xfrm>
              <a:off x="6573240" y="2649960"/>
              <a:ext cx="46080" cy="716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1640"/>
                <a:gd name="textAreaBottom" fmla="*/ 72000 h 71640"/>
                <a:gd name="GluePoint1X" fmla="*/ 0 w 33"/>
                <a:gd name="GluePoint1Y" fmla="*/ 47 h 51"/>
                <a:gd name="GluePoint2X" fmla="*/ 27 w 33"/>
                <a:gd name="GluePoint2Y" fmla="*/ 0 h 51"/>
                <a:gd name="GluePoint3X" fmla="*/ 33 w 33"/>
                <a:gd name="GluePoint3Y" fmla="*/ 4 h 51"/>
                <a:gd name="GluePoint4X" fmla="*/ 6 w 33"/>
                <a:gd name="GluePoint4Y" fmla="*/ 51 h 51"/>
                <a:gd name="GluePoint5X" fmla="*/ 0 w 33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54" name="Freeform 80"/>
            <p:cNvSpPr/>
            <p:nvPr/>
          </p:nvSpPr>
          <p:spPr>
            <a:xfrm>
              <a:off x="6454800" y="2649960"/>
              <a:ext cx="46080" cy="716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1640"/>
                <a:gd name="textAreaBottom" fmla="*/ 72000 h 71640"/>
                <a:gd name="GluePoint1X" fmla="*/ 0 w 33"/>
                <a:gd name="GluePoint1Y" fmla="*/ 47 h 51"/>
                <a:gd name="GluePoint2X" fmla="*/ 27 w 33"/>
                <a:gd name="GluePoint2Y" fmla="*/ 0 h 51"/>
                <a:gd name="GluePoint3X" fmla="*/ 33 w 33"/>
                <a:gd name="GluePoint3Y" fmla="*/ 4 h 51"/>
                <a:gd name="GluePoint4X" fmla="*/ 6 w 33"/>
                <a:gd name="GluePoint4Y" fmla="*/ 51 h 51"/>
                <a:gd name="GluePoint5X" fmla="*/ 0 w 33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755" name="Freeform 81"/>
          <p:cNvSpPr/>
          <p:nvPr/>
        </p:nvSpPr>
        <p:spPr>
          <a:xfrm>
            <a:off x="3645000" y="3619080"/>
            <a:ext cx="302400" cy="284040"/>
          </a:xfrm>
          <a:custGeom>
            <a:avLst/>
            <a:gdLst>
              <a:gd name="textAreaLeft" fmla="*/ 0 w 302400"/>
              <a:gd name="textAreaRight" fmla="*/ 302760 w 302400"/>
              <a:gd name="textAreaTop" fmla="*/ 0 h 284040"/>
              <a:gd name="textAreaBottom" fmla="*/ 284400 h 284040"/>
              <a:gd name="GluePoint1X" fmla="*/ 192 w 256"/>
              <a:gd name="GluePoint1Y" fmla="*/ 52 h 240"/>
              <a:gd name="GluePoint2X" fmla="*/ 128 w 256"/>
              <a:gd name="GluePoint2Y" fmla="*/ 88 h 240"/>
              <a:gd name="GluePoint3X" fmla="*/ 64 w 256"/>
              <a:gd name="GluePoint3Y" fmla="*/ 52 h 240"/>
              <a:gd name="GluePoint4X" fmla="*/ 0 w 256"/>
              <a:gd name="GluePoint4Y" fmla="*/ 0 h 240"/>
              <a:gd name="GluePoint5X" fmla="*/ 0 w 256"/>
              <a:gd name="GluePoint5Y" fmla="*/ 8 h 240"/>
              <a:gd name="GluePoint6X" fmla="*/ 56 w 256"/>
              <a:gd name="GluePoint6Y" fmla="*/ 52 h 240"/>
              <a:gd name="GluePoint7X" fmla="*/ 65 w 256"/>
              <a:gd name="GluePoint7Y" fmla="*/ 75 h 240"/>
              <a:gd name="GluePoint8X" fmla="*/ 100 w 256"/>
              <a:gd name="GluePoint8Y" fmla="*/ 94 h 240"/>
              <a:gd name="GluePoint9X" fmla="*/ 52 w 256"/>
              <a:gd name="GluePoint9Y" fmla="*/ 164 h 240"/>
              <a:gd name="GluePoint10X" fmla="*/ 128 w 256"/>
              <a:gd name="GluePoint10Y" fmla="*/ 240 h 240"/>
              <a:gd name="GluePoint11X" fmla="*/ 204 w 256"/>
              <a:gd name="GluePoint11Y" fmla="*/ 164 h 240"/>
              <a:gd name="GluePoint12X" fmla="*/ 155 w 256"/>
              <a:gd name="GluePoint12Y" fmla="*/ 94 h 240"/>
              <a:gd name="GluePoint13X" fmla="*/ 190 w 256"/>
              <a:gd name="GluePoint13Y" fmla="*/ 75 h 240"/>
              <a:gd name="GluePoint14X" fmla="*/ 200 w 256"/>
              <a:gd name="GluePoint14Y" fmla="*/ 53 h 240"/>
              <a:gd name="GluePoint15X" fmla="*/ 208 w 256"/>
              <a:gd name="GluePoint15Y" fmla="*/ 31 h 240"/>
              <a:gd name="GluePoint16X" fmla="*/ 256 w 256"/>
              <a:gd name="GluePoint16Y" fmla="*/ 8 h 240"/>
              <a:gd name="GluePoint17X" fmla="*/ 256 w 256"/>
              <a:gd name="GluePoint17Y" fmla="*/ 0 h 240"/>
              <a:gd name="GluePoint18X" fmla="*/ 192 w 256"/>
              <a:gd name="GluePoint18Y" fmla="*/ 52 h 240"/>
              <a:gd name="GluePoint19X" fmla="*/ 196 w 256"/>
              <a:gd name="GluePoint19Y" fmla="*/ 164 h 240"/>
              <a:gd name="GluePoint20X" fmla="*/ 128 w 256"/>
              <a:gd name="GluePoint20Y" fmla="*/ 232 h 240"/>
              <a:gd name="GluePoint21X" fmla="*/ 60 w 256"/>
              <a:gd name="GluePoint21Y" fmla="*/ 164 h 240"/>
              <a:gd name="GluePoint22X" fmla="*/ 128 w 256"/>
              <a:gd name="GluePoint22Y" fmla="*/ 96 h 240"/>
              <a:gd name="GluePoint23X" fmla="*/ 196 w 256"/>
              <a:gd name="GluePoint23Y" fmla="*/ 164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256" h="240">
                <a:moveTo>
                  <a:pt x="192" y="52"/>
                </a:moveTo>
                <a:cubicBezTo>
                  <a:pt x="192" y="53"/>
                  <a:pt x="191" y="88"/>
                  <a:pt x="128" y="88"/>
                </a:cubicBezTo>
                <a:cubicBezTo>
                  <a:pt x="65" y="88"/>
                  <a:pt x="64" y="54"/>
                  <a:pt x="64" y="52"/>
                </a:cubicBezTo>
                <a:cubicBezTo>
                  <a:pt x="62" y="34"/>
                  <a:pt x="47" y="0"/>
                  <a:pt x="0" y="0"/>
                </a:cubicBezTo>
                <a:cubicBezTo>
                  <a:pt x="0" y="8"/>
                  <a:pt x="0" y="8"/>
                  <a:pt x="0" y="8"/>
                </a:cubicBezTo>
                <a:cubicBezTo>
                  <a:pt x="51" y="8"/>
                  <a:pt x="56" y="51"/>
                  <a:pt x="56" y="52"/>
                </a:cubicBezTo>
                <a:cubicBezTo>
                  <a:pt x="56" y="53"/>
                  <a:pt x="56" y="64"/>
                  <a:pt x="65" y="75"/>
                </a:cubicBezTo>
                <a:cubicBezTo>
                  <a:pt x="73" y="84"/>
                  <a:pt x="85" y="90"/>
                  <a:pt x="100" y="94"/>
                </a:cubicBezTo>
                <a:cubicBezTo>
                  <a:pt x="72" y="105"/>
                  <a:pt x="52" y="132"/>
                  <a:pt x="52" y="164"/>
                </a:cubicBezTo>
                <a:cubicBezTo>
                  <a:pt x="52" y="206"/>
                  <a:pt x="86" y="240"/>
                  <a:pt x="128" y="240"/>
                </a:cubicBezTo>
                <a:cubicBezTo>
                  <a:pt x="170" y="240"/>
                  <a:pt x="204" y="206"/>
                  <a:pt x="204" y="164"/>
                </a:cubicBezTo>
                <a:cubicBezTo>
                  <a:pt x="204" y="132"/>
                  <a:pt x="184" y="105"/>
                  <a:pt x="155" y="94"/>
                </a:cubicBezTo>
                <a:cubicBezTo>
                  <a:pt x="171" y="90"/>
                  <a:pt x="182" y="84"/>
                  <a:pt x="190" y="75"/>
                </a:cubicBezTo>
                <a:cubicBezTo>
                  <a:pt x="200" y="64"/>
                  <a:pt x="200" y="53"/>
                  <a:pt x="200" y="53"/>
                </a:cubicBezTo>
                <a:cubicBezTo>
                  <a:pt x="200" y="53"/>
                  <a:pt x="201" y="42"/>
                  <a:pt x="208" y="31"/>
                </a:cubicBezTo>
                <a:cubicBezTo>
                  <a:pt x="218" y="16"/>
                  <a:pt x="234" y="8"/>
                  <a:pt x="256" y="8"/>
                </a:cubicBezTo>
                <a:cubicBezTo>
                  <a:pt x="256" y="0"/>
                  <a:pt x="256" y="0"/>
                  <a:pt x="256" y="0"/>
                </a:cubicBezTo>
                <a:cubicBezTo>
                  <a:pt x="208" y="0"/>
                  <a:pt x="193" y="34"/>
                  <a:pt x="192" y="52"/>
                </a:cubicBezTo>
                <a:close/>
                <a:moveTo>
                  <a:pt x="196" y="164"/>
                </a:moveTo>
                <a:cubicBezTo>
                  <a:pt x="196" y="202"/>
                  <a:pt x="165" y="232"/>
                  <a:pt x="128" y="232"/>
                </a:cubicBezTo>
                <a:cubicBezTo>
                  <a:pt x="90" y="232"/>
                  <a:pt x="60" y="202"/>
                  <a:pt x="60" y="164"/>
                </a:cubicBezTo>
                <a:cubicBezTo>
                  <a:pt x="60" y="127"/>
                  <a:pt x="90" y="96"/>
                  <a:pt x="128" y="96"/>
                </a:cubicBezTo>
                <a:cubicBezTo>
                  <a:pt x="165" y="96"/>
                  <a:pt x="196" y="127"/>
                  <a:pt x="196" y="164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756" name="Группа 452"/>
          <p:cNvGrpSpPr/>
          <p:nvPr/>
        </p:nvGrpSpPr>
        <p:grpSpPr>
          <a:xfrm>
            <a:off x="3645000" y="3234600"/>
            <a:ext cx="302400" cy="268560"/>
            <a:chOff x="3645000" y="3234600"/>
            <a:chExt cx="302400" cy="268560"/>
          </a:xfrm>
        </p:grpSpPr>
        <p:sp>
          <p:nvSpPr>
            <p:cNvPr id="3757" name="Rectangle 82"/>
            <p:cNvSpPr/>
            <p:nvPr/>
          </p:nvSpPr>
          <p:spPr>
            <a:xfrm>
              <a:off x="3645000" y="3386520"/>
              <a:ext cx="4608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58" name="Rectangle 83"/>
            <p:cNvSpPr/>
            <p:nvPr/>
          </p:nvSpPr>
          <p:spPr>
            <a:xfrm>
              <a:off x="3899880" y="3386520"/>
              <a:ext cx="4752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59" name="Rectangle 84"/>
            <p:cNvSpPr/>
            <p:nvPr/>
          </p:nvSpPr>
          <p:spPr>
            <a:xfrm>
              <a:off x="3791520" y="3234600"/>
              <a:ext cx="9360" cy="518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60" name="Freeform 85"/>
            <p:cNvSpPr/>
            <p:nvPr/>
          </p:nvSpPr>
          <p:spPr>
            <a:xfrm>
              <a:off x="3669120" y="3283920"/>
              <a:ext cx="44640" cy="446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44640"/>
                <a:gd name="textAreaBottom" fmla="*/ 45000 h 44640"/>
                <a:gd name="GluePoint1X" fmla="*/ 5 w 32"/>
                <a:gd name="GluePoint1Y" fmla="*/ 0 h 32"/>
                <a:gd name="GluePoint2X" fmla="*/ 32 w 32"/>
                <a:gd name="GluePoint2Y" fmla="*/ 27 h 32"/>
                <a:gd name="GluePoint3X" fmla="*/ 27 w 32"/>
                <a:gd name="GluePoint3Y" fmla="*/ 32 h 32"/>
                <a:gd name="GluePoint4X" fmla="*/ 0 w 32"/>
                <a:gd name="GluePoint4Y" fmla="*/ 5 h 32"/>
                <a:gd name="GluePoint5X" fmla="*/ 5 w 32"/>
                <a:gd name="GluePoint5Y" fmla="*/ 0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32">
                  <a:moveTo>
                    <a:pt x="5" y="0"/>
                  </a:moveTo>
                  <a:lnTo>
                    <a:pt x="32" y="27"/>
                  </a:ln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61" name="Freeform 86"/>
            <p:cNvSpPr/>
            <p:nvPr/>
          </p:nvSpPr>
          <p:spPr>
            <a:xfrm>
              <a:off x="3877560" y="3283920"/>
              <a:ext cx="44640" cy="446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44640"/>
                <a:gd name="textAreaBottom" fmla="*/ 45000 h 44640"/>
                <a:gd name="GluePoint1X" fmla="*/ 0 w 32"/>
                <a:gd name="GluePoint1Y" fmla="*/ 27 h 32"/>
                <a:gd name="GluePoint2X" fmla="*/ 27 w 32"/>
                <a:gd name="GluePoint2Y" fmla="*/ 0 h 32"/>
                <a:gd name="GluePoint3X" fmla="*/ 32 w 32"/>
                <a:gd name="GluePoint3Y" fmla="*/ 5 h 32"/>
                <a:gd name="GluePoint4X" fmla="*/ 5 w 32"/>
                <a:gd name="GluePoint4Y" fmla="*/ 32 h 32"/>
                <a:gd name="GluePoint5X" fmla="*/ 0 w 32"/>
                <a:gd name="GluePoint5Y" fmla="*/ 27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32">
                  <a:moveTo>
                    <a:pt x="0" y="27"/>
                  </a:moveTo>
                  <a:lnTo>
                    <a:pt x="27" y="0"/>
                  </a:lnTo>
                  <a:lnTo>
                    <a:pt x="32" y="5"/>
                  </a:lnTo>
                  <a:lnTo>
                    <a:pt x="5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62" name="Freeform 87"/>
            <p:cNvSpPr/>
            <p:nvPr/>
          </p:nvSpPr>
          <p:spPr>
            <a:xfrm>
              <a:off x="3759120" y="3462840"/>
              <a:ext cx="72720" cy="4032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40320"/>
                <a:gd name="textAreaBottom" fmla="*/ 40680 h 40320"/>
                <a:gd name="GluePoint1X" fmla="*/ 47 w 52"/>
                <a:gd name="GluePoint1Y" fmla="*/ 29 h 29"/>
                <a:gd name="GluePoint2X" fmla="*/ 52 w 52"/>
                <a:gd name="GluePoint2Y" fmla="*/ 23 h 29"/>
                <a:gd name="GluePoint3X" fmla="*/ 29 w 52"/>
                <a:gd name="GluePoint3Y" fmla="*/ 0 h 29"/>
                <a:gd name="GluePoint4X" fmla="*/ 24 w 52"/>
                <a:gd name="GluePoint4Y" fmla="*/ 0 h 29"/>
                <a:gd name="GluePoint5X" fmla="*/ 0 w 52"/>
                <a:gd name="GluePoint5Y" fmla="*/ 23 h 29"/>
                <a:gd name="GluePoint6X" fmla="*/ 5 w 52"/>
                <a:gd name="GluePoint6Y" fmla="*/ 28 h 29"/>
                <a:gd name="GluePoint7X" fmla="*/ 26 w 52"/>
                <a:gd name="GluePoint7Y" fmla="*/ 7 h 29"/>
                <a:gd name="GluePoint8X" fmla="*/ 47 w 52"/>
                <a:gd name="GluePoint8Y" fmla="*/ 29 h 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2" h="29">
                  <a:moveTo>
                    <a:pt x="47" y="29"/>
                  </a:moveTo>
                  <a:lnTo>
                    <a:pt x="52" y="23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0" y="23"/>
                  </a:lnTo>
                  <a:lnTo>
                    <a:pt x="5" y="28"/>
                  </a:lnTo>
                  <a:lnTo>
                    <a:pt x="26" y="7"/>
                  </a:lnTo>
                  <a:lnTo>
                    <a:pt x="47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160" bIns="20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63" name="Freeform 88"/>
            <p:cNvSpPr/>
            <p:nvPr/>
          </p:nvSpPr>
          <p:spPr>
            <a:xfrm>
              <a:off x="3645000" y="3296520"/>
              <a:ext cx="302400" cy="1461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46160"/>
                <a:gd name="textAreaBottom" fmla="*/ 146520 h 146160"/>
                <a:gd name="GluePoint1X" fmla="*/ 208 w 256"/>
                <a:gd name="GluePoint1Y" fmla="*/ 80 h 124"/>
                <a:gd name="GluePoint2X" fmla="*/ 128 w 256"/>
                <a:gd name="GluePoint2Y" fmla="*/ 0 h 124"/>
                <a:gd name="GluePoint3X" fmla="*/ 48 w 256"/>
                <a:gd name="GluePoint3Y" fmla="*/ 80 h 124"/>
                <a:gd name="GluePoint4X" fmla="*/ 56 w 256"/>
                <a:gd name="GluePoint4Y" fmla="*/ 116 h 124"/>
                <a:gd name="GluePoint5X" fmla="*/ 0 w 256"/>
                <a:gd name="GluePoint5Y" fmla="*/ 116 h 124"/>
                <a:gd name="GluePoint6X" fmla="*/ 0 w 256"/>
                <a:gd name="GluePoint6Y" fmla="*/ 124 h 124"/>
                <a:gd name="GluePoint7X" fmla="*/ 256 w 256"/>
                <a:gd name="GluePoint7Y" fmla="*/ 124 h 124"/>
                <a:gd name="GluePoint8X" fmla="*/ 256 w 256"/>
                <a:gd name="GluePoint8Y" fmla="*/ 116 h 124"/>
                <a:gd name="GluePoint9X" fmla="*/ 199 w 256"/>
                <a:gd name="GluePoint9Y" fmla="*/ 116 h 124"/>
                <a:gd name="GluePoint10X" fmla="*/ 208 w 256"/>
                <a:gd name="GluePoint10Y" fmla="*/ 80 h 124"/>
                <a:gd name="GluePoint11X" fmla="*/ 56 w 256"/>
                <a:gd name="GluePoint11Y" fmla="*/ 80 h 124"/>
                <a:gd name="GluePoint12X" fmla="*/ 128 w 256"/>
                <a:gd name="GluePoint12Y" fmla="*/ 8 h 124"/>
                <a:gd name="GluePoint13X" fmla="*/ 200 w 256"/>
                <a:gd name="GluePoint13Y" fmla="*/ 80 h 124"/>
                <a:gd name="GluePoint14X" fmla="*/ 190 w 256"/>
                <a:gd name="GluePoint14Y" fmla="*/ 116 h 124"/>
                <a:gd name="GluePoint15X" fmla="*/ 65 w 256"/>
                <a:gd name="GluePoint15Y" fmla="*/ 116 h 124"/>
                <a:gd name="GluePoint16X" fmla="*/ 56 w 256"/>
                <a:gd name="GluePoint16Y" fmla="*/ 80 h 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56" h="124">
                  <a:moveTo>
                    <a:pt x="208" y="80"/>
                  </a:moveTo>
                  <a:cubicBezTo>
                    <a:pt x="208" y="36"/>
                    <a:pt x="172" y="0"/>
                    <a:pt x="128" y="0"/>
                  </a:cubicBezTo>
                  <a:cubicBezTo>
                    <a:pt x="84" y="0"/>
                    <a:pt x="48" y="36"/>
                    <a:pt x="48" y="80"/>
                  </a:cubicBezTo>
                  <a:cubicBezTo>
                    <a:pt x="48" y="92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cubicBezTo>
                    <a:pt x="256" y="116"/>
                    <a:pt x="256" y="116"/>
                    <a:pt x="256" y="116"/>
                  </a:cubicBez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2"/>
                    <a:pt x="208" y="80"/>
                  </a:cubicBezTo>
                  <a:close/>
                  <a:moveTo>
                    <a:pt x="56" y="80"/>
                  </a:moveTo>
                  <a:cubicBezTo>
                    <a:pt x="56" y="40"/>
                    <a:pt x="88" y="8"/>
                    <a:pt x="128" y="8"/>
                  </a:cubicBezTo>
                  <a:cubicBezTo>
                    <a:pt x="167" y="8"/>
                    <a:pt x="200" y="40"/>
                    <a:pt x="200" y="80"/>
                  </a:cubicBezTo>
                  <a:cubicBezTo>
                    <a:pt x="200" y="92"/>
                    <a:pt x="196" y="105"/>
                    <a:pt x="190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59" y="105"/>
                    <a:pt x="56" y="92"/>
                    <a:pt x="56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64" name="Группа 453"/>
          <p:cNvGrpSpPr/>
          <p:nvPr/>
        </p:nvGrpSpPr>
        <p:grpSpPr>
          <a:xfrm>
            <a:off x="4036680" y="3233160"/>
            <a:ext cx="302400" cy="270000"/>
            <a:chOff x="4036680" y="3233160"/>
            <a:chExt cx="302400" cy="270000"/>
          </a:xfrm>
        </p:grpSpPr>
        <p:sp>
          <p:nvSpPr>
            <p:cNvPr id="3765" name="Rectangle 89"/>
            <p:cNvSpPr/>
            <p:nvPr/>
          </p:nvSpPr>
          <p:spPr>
            <a:xfrm>
              <a:off x="4036680" y="3385080"/>
              <a:ext cx="475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66" name="Rectangle 90"/>
            <p:cNvSpPr/>
            <p:nvPr/>
          </p:nvSpPr>
          <p:spPr>
            <a:xfrm>
              <a:off x="4293000" y="3385080"/>
              <a:ext cx="460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67" name="Rectangle 91"/>
            <p:cNvSpPr/>
            <p:nvPr/>
          </p:nvSpPr>
          <p:spPr>
            <a:xfrm>
              <a:off x="4184640" y="3233160"/>
              <a:ext cx="7920" cy="518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5920" bIns="25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68" name="Freeform 92"/>
            <p:cNvSpPr/>
            <p:nvPr/>
          </p:nvSpPr>
          <p:spPr>
            <a:xfrm>
              <a:off x="4061880" y="3282480"/>
              <a:ext cx="44640" cy="446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44640"/>
                <a:gd name="textAreaBottom" fmla="*/ 45000 h 44640"/>
                <a:gd name="GluePoint1X" fmla="*/ 5 w 32"/>
                <a:gd name="GluePoint1Y" fmla="*/ 0 h 32"/>
                <a:gd name="GluePoint2X" fmla="*/ 32 w 32"/>
                <a:gd name="GluePoint2Y" fmla="*/ 27 h 32"/>
                <a:gd name="GluePoint3X" fmla="*/ 27 w 32"/>
                <a:gd name="GluePoint3Y" fmla="*/ 32 h 32"/>
                <a:gd name="GluePoint4X" fmla="*/ 0 w 32"/>
                <a:gd name="GluePoint4Y" fmla="*/ 5 h 32"/>
                <a:gd name="GluePoint5X" fmla="*/ 5 w 32"/>
                <a:gd name="GluePoint5Y" fmla="*/ 0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32">
                  <a:moveTo>
                    <a:pt x="5" y="0"/>
                  </a:moveTo>
                  <a:lnTo>
                    <a:pt x="32" y="27"/>
                  </a:lnTo>
                  <a:lnTo>
                    <a:pt x="27" y="3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69" name="Freeform 93"/>
            <p:cNvSpPr/>
            <p:nvPr/>
          </p:nvSpPr>
          <p:spPr>
            <a:xfrm>
              <a:off x="4270320" y="3282480"/>
              <a:ext cx="44640" cy="446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44640"/>
                <a:gd name="textAreaBottom" fmla="*/ 45000 h 44640"/>
                <a:gd name="GluePoint1X" fmla="*/ 0 w 32"/>
                <a:gd name="GluePoint1Y" fmla="*/ 27 h 32"/>
                <a:gd name="GluePoint2X" fmla="*/ 27 w 32"/>
                <a:gd name="GluePoint2Y" fmla="*/ 0 h 32"/>
                <a:gd name="GluePoint3X" fmla="*/ 32 w 32"/>
                <a:gd name="GluePoint3Y" fmla="*/ 5 h 32"/>
                <a:gd name="GluePoint4X" fmla="*/ 5 w 32"/>
                <a:gd name="GluePoint4Y" fmla="*/ 32 h 32"/>
                <a:gd name="GluePoint5X" fmla="*/ 0 w 32"/>
                <a:gd name="GluePoint5Y" fmla="*/ 27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32">
                  <a:moveTo>
                    <a:pt x="0" y="27"/>
                  </a:moveTo>
                  <a:lnTo>
                    <a:pt x="27" y="0"/>
                  </a:lnTo>
                  <a:lnTo>
                    <a:pt x="32" y="5"/>
                  </a:lnTo>
                  <a:lnTo>
                    <a:pt x="5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70" name="Freeform 94"/>
            <p:cNvSpPr/>
            <p:nvPr/>
          </p:nvSpPr>
          <p:spPr>
            <a:xfrm>
              <a:off x="4152240" y="3462840"/>
              <a:ext cx="72720" cy="4032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40320"/>
                <a:gd name="textAreaBottom" fmla="*/ 40680 h 40320"/>
                <a:gd name="GluePoint1X" fmla="*/ 52 w 52"/>
                <a:gd name="GluePoint1Y" fmla="*/ 5 h 29"/>
                <a:gd name="GluePoint2X" fmla="*/ 47 w 52"/>
                <a:gd name="GluePoint2Y" fmla="*/ 0 h 29"/>
                <a:gd name="GluePoint3X" fmla="*/ 26 w 52"/>
                <a:gd name="GluePoint3Y" fmla="*/ 21 h 29"/>
                <a:gd name="GluePoint4X" fmla="*/ 5 w 52"/>
                <a:gd name="GluePoint4Y" fmla="*/ 0 h 29"/>
                <a:gd name="GluePoint5X" fmla="*/ 0 w 52"/>
                <a:gd name="GluePoint5Y" fmla="*/ 5 h 29"/>
                <a:gd name="GluePoint6X" fmla="*/ 23 w 52"/>
                <a:gd name="GluePoint6Y" fmla="*/ 29 h 29"/>
                <a:gd name="GluePoint7X" fmla="*/ 28 w 52"/>
                <a:gd name="GluePoint7Y" fmla="*/ 29 h 29"/>
                <a:gd name="GluePoint8X" fmla="*/ 52 w 52"/>
                <a:gd name="GluePoint8Y" fmla="*/ 5 h 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2" h="29">
                  <a:moveTo>
                    <a:pt x="52" y="5"/>
                  </a:moveTo>
                  <a:lnTo>
                    <a:pt x="47" y="0"/>
                  </a:lnTo>
                  <a:lnTo>
                    <a:pt x="26" y="21"/>
                  </a:lnTo>
                  <a:lnTo>
                    <a:pt x="5" y="0"/>
                  </a:lnTo>
                  <a:lnTo>
                    <a:pt x="0" y="5"/>
                  </a:lnTo>
                  <a:lnTo>
                    <a:pt x="23" y="29"/>
                  </a:lnTo>
                  <a:lnTo>
                    <a:pt x="28" y="29"/>
                  </a:lnTo>
                  <a:lnTo>
                    <a:pt x="52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160" bIns="20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71" name="Freeform 95"/>
            <p:cNvSpPr/>
            <p:nvPr/>
          </p:nvSpPr>
          <p:spPr>
            <a:xfrm>
              <a:off x="4036680" y="3295080"/>
              <a:ext cx="302400" cy="1461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46160"/>
                <a:gd name="textAreaBottom" fmla="*/ 146520 h 146160"/>
                <a:gd name="GluePoint1X" fmla="*/ 208 w 256"/>
                <a:gd name="GluePoint1Y" fmla="*/ 80 h 124"/>
                <a:gd name="GluePoint2X" fmla="*/ 128 w 256"/>
                <a:gd name="GluePoint2Y" fmla="*/ 0 h 124"/>
                <a:gd name="GluePoint3X" fmla="*/ 48 w 256"/>
                <a:gd name="GluePoint3Y" fmla="*/ 80 h 124"/>
                <a:gd name="GluePoint4X" fmla="*/ 56 w 256"/>
                <a:gd name="GluePoint4Y" fmla="*/ 116 h 124"/>
                <a:gd name="GluePoint5X" fmla="*/ 0 w 256"/>
                <a:gd name="GluePoint5Y" fmla="*/ 116 h 124"/>
                <a:gd name="GluePoint6X" fmla="*/ 0 w 256"/>
                <a:gd name="GluePoint6Y" fmla="*/ 124 h 124"/>
                <a:gd name="GluePoint7X" fmla="*/ 256 w 256"/>
                <a:gd name="GluePoint7Y" fmla="*/ 124 h 124"/>
                <a:gd name="GluePoint8X" fmla="*/ 256 w 256"/>
                <a:gd name="GluePoint8Y" fmla="*/ 116 h 124"/>
                <a:gd name="GluePoint9X" fmla="*/ 199 w 256"/>
                <a:gd name="GluePoint9Y" fmla="*/ 116 h 124"/>
                <a:gd name="GluePoint10X" fmla="*/ 208 w 256"/>
                <a:gd name="GluePoint10Y" fmla="*/ 80 h 124"/>
                <a:gd name="GluePoint11X" fmla="*/ 56 w 256"/>
                <a:gd name="GluePoint11Y" fmla="*/ 80 h 124"/>
                <a:gd name="GluePoint12X" fmla="*/ 128 w 256"/>
                <a:gd name="GluePoint12Y" fmla="*/ 8 h 124"/>
                <a:gd name="GluePoint13X" fmla="*/ 200 w 256"/>
                <a:gd name="GluePoint13Y" fmla="*/ 80 h 124"/>
                <a:gd name="GluePoint14X" fmla="*/ 190 w 256"/>
                <a:gd name="GluePoint14Y" fmla="*/ 116 h 124"/>
                <a:gd name="GluePoint15X" fmla="*/ 66 w 256"/>
                <a:gd name="GluePoint15Y" fmla="*/ 116 h 124"/>
                <a:gd name="GluePoint16X" fmla="*/ 56 w 256"/>
                <a:gd name="GluePoint16Y" fmla="*/ 80 h 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56" h="124">
                  <a:moveTo>
                    <a:pt x="208" y="80"/>
                  </a:moveTo>
                  <a:cubicBezTo>
                    <a:pt x="208" y="36"/>
                    <a:pt x="172" y="0"/>
                    <a:pt x="128" y="0"/>
                  </a:cubicBezTo>
                  <a:cubicBezTo>
                    <a:pt x="84" y="0"/>
                    <a:pt x="48" y="36"/>
                    <a:pt x="48" y="80"/>
                  </a:cubicBezTo>
                  <a:cubicBezTo>
                    <a:pt x="48" y="93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cubicBezTo>
                    <a:pt x="256" y="116"/>
                    <a:pt x="256" y="116"/>
                    <a:pt x="256" y="116"/>
                  </a:cubicBez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3"/>
                    <a:pt x="208" y="80"/>
                  </a:cubicBezTo>
                  <a:close/>
                  <a:moveTo>
                    <a:pt x="56" y="80"/>
                  </a:moveTo>
                  <a:cubicBezTo>
                    <a:pt x="56" y="40"/>
                    <a:pt x="88" y="8"/>
                    <a:pt x="128" y="8"/>
                  </a:cubicBezTo>
                  <a:cubicBezTo>
                    <a:pt x="168" y="8"/>
                    <a:pt x="200" y="40"/>
                    <a:pt x="200" y="80"/>
                  </a:cubicBezTo>
                  <a:cubicBezTo>
                    <a:pt x="200" y="93"/>
                    <a:pt x="196" y="105"/>
                    <a:pt x="190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59" y="105"/>
                    <a:pt x="56" y="93"/>
                    <a:pt x="56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772" name="Rectangle 98"/>
          <p:cNvSpPr/>
          <p:nvPr/>
        </p:nvSpPr>
        <p:spPr>
          <a:xfrm>
            <a:off x="4575960" y="3472560"/>
            <a:ext cx="9360" cy="4752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23760" bIns="2376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773" name="Rectangle 99"/>
          <p:cNvSpPr/>
          <p:nvPr/>
        </p:nvSpPr>
        <p:spPr>
          <a:xfrm>
            <a:off x="4685760" y="3364200"/>
            <a:ext cx="46080" cy="936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680" bIns="468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774" name="Группа 454"/>
          <p:cNvGrpSpPr/>
          <p:nvPr/>
        </p:nvGrpSpPr>
        <p:grpSpPr>
          <a:xfrm>
            <a:off x="4429440" y="3217680"/>
            <a:ext cx="254520" cy="253080"/>
            <a:chOff x="4429440" y="3217680"/>
            <a:chExt cx="254520" cy="253080"/>
          </a:xfrm>
        </p:grpSpPr>
        <p:sp>
          <p:nvSpPr>
            <p:cNvPr id="3775" name="Freeform 96"/>
            <p:cNvSpPr/>
            <p:nvPr/>
          </p:nvSpPr>
          <p:spPr>
            <a:xfrm>
              <a:off x="4501440" y="3287880"/>
              <a:ext cx="160200" cy="160200"/>
            </a:xfrm>
            <a:custGeom>
              <a:avLst/>
              <a:gdLst>
                <a:gd name="textAreaLeft" fmla="*/ 0 w 160200"/>
                <a:gd name="textAreaRight" fmla="*/ 160560 w 160200"/>
                <a:gd name="textAreaTop" fmla="*/ 0 h 160200"/>
                <a:gd name="textAreaBottom" fmla="*/ 160560 h 160200"/>
                <a:gd name="GluePoint1X" fmla="*/ 68 w 136"/>
                <a:gd name="GluePoint1Y" fmla="*/ 136 h 136"/>
                <a:gd name="GluePoint2X" fmla="*/ 136 w 136"/>
                <a:gd name="GluePoint2Y" fmla="*/ 68 h 136"/>
                <a:gd name="GluePoint3X" fmla="*/ 68 w 136"/>
                <a:gd name="GluePoint3Y" fmla="*/ 0 h 136"/>
                <a:gd name="GluePoint4X" fmla="*/ 0 w 136"/>
                <a:gd name="GluePoint4Y" fmla="*/ 68 h 136"/>
                <a:gd name="GluePoint5X" fmla="*/ 68 w 136"/>
                <a:gd name="GluePoint5Y" fmla="*/ 136 h 136"/>
                <a:gd name="GluePoint6X" fmla="*/ 68 w 136"/>
                <a:gd name="GluePoint6Y" fmla="*/ 8 h 136"/>
                <a:gd name="GluePoint7X" fmla="*/ 128 w 136"/>
                <a:gd name="GluePoint7Y" fmla="*/ 68 h 136"/>
                <a:gd name="GluePoint8X" fmla="*/ 68 w 136"/>
                <a:gd name="GluePoint8Y" fmla="*/ 128 h 136"/>
                <a:gd name="GluePoint9X" fmla="*/ 8 w 136"/>
                <a:gd name="GluePoint9Y" fmla="*/ 68 h 136"/>
                <a:gd name="GluePoint10X" fmla="*/ 68 w 136"/>
                <a:gd name="GluePoint10Y" fmla="*/ 8 h 1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36" h="136">
                  <a:moveTo>
                    <a:pt x="68" y="136"/>
                  </a:moveTo>
                  <a:cubicBezTo>
                    <a:pt x="105" y="136"/>
                    <a:pt x="136" y="106"/>
                    <a:pt x="136" y="68"/>
                  </a:cubicBezTo>
                  <a:cubicBezTo>
                    <a:pt x="136" y="31"/>
                    <a:pt x="105" y="0"/>
                    <a:pt x="68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6"/>
                    <a:pt x="30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101" y="8"/>
                    <a:pt x="128" y="35"/>
                    <a:pt x="128" y="68"/>
                  </a:cubicBezTo>
                  <a:cubicBezTo>
                    <a:pt x="128" y="101"/>
                    <a:pt x="101" y="128"/>
                    <a:pt x="68" y="128"/>
                  </a:cubicBezTo>
                  <a:cubicBezTo>
                    <a:pt x="35" y="128"/>
                    <a:pt x="8" y="101"/>
                    <a:pt x="8" y="68"/>
                  </a:cubicBezTo>
                  <a:cubicBezTo>
                    <a:pt x="8" y="35"/>
                    <a:pt x="35" y="8"/>
                    <a:pt x="68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76" name="Rectangle 97"/>
            <p:cNvSpPr/>
            <p:nvPr/>
          </p:nvSpPr>
          <p:spPr>
            <a:xfrm>
              <a:off x="4575960" y="3217680"/>
              <a:ext cx="9360" cy="460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77" name="Rectangle 100"/>
            <p:cNvSpPr/>
            <p:nvPr/>
          </p:nvSpPr>
          <p:spPr>
            <a:xfrm>
              <a:off x="4429440" y="3364200"/>
              <a:ext cx="475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78" name="Freeform 101"/>
            <p:cNvSpPr/>
            <p:nvPr/>
          </p:nvSpPr>
          <p:spPr>
            <a:xfrm>
              <a:off x="4653360" y="3265560"/>
              <a:ext cx="30600" cy="3060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30600"/>
                <a:gd name="textAreaBottom" fmla="*/ 30960 h 30600"/>
                <a:gd name="GluePoint1X" fmla="*/ 17 w 22"/>
                <a:gd name="GluePoint1Y" fmla="*/ 0 h 22"/>
                <a:gd name="GluePoint2X" fmla="*/ 22 w 22"/>
                <a:gd name="GluePoint2Y" fmla="*/ 5 h 22"/>
                <a:gd name="GluePoint3X" fmla="*/ 5 w 22"/>
                <a:gd name="GluePoint3Y" fmla="*/ 22 h 22"/>
                <a:gd name="GluePoint4X" fmla="*/ 0 w 22"/>
                <a:gd name="GluePoint4Y" fmla="*/ 17 h 22"/>
                <a:gd name="GluePoint5X" fmla="*/ 17 w 22"/>
                <a:gd name="GluePoint5Y" fmla="*/ 0 h 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2" h="22">
                  <a:moveTo>
                    <a:pt x="17" y="0"/>
                  </a:moveTo>
                  <a:lnTo>
                    <a:pt x="22" y="5"/>
                  </a:lnTo>
                  <a:lnTo>
                    <a:pt x="5" y="22"/>
                  </a:lnTo>
                  <a:lnTo>
                    <a:pt x="0" y="1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5480" bIns="15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79" name="Freeform 102"/>
            <p:cNvSpPr/>
            <p:nvPr/>
          </p:nvSpPr>
          <p:spPr>
            <a:xfrm>
              <a:off x="4478760" y="3440160"/>
              <a:ext cx="29160" cy="306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30600"/>
                <a:gd name="textAreaBottom" fmla="*/ 30960 h 30600"/>
                <a:gd name="GluePoint1X" fmla="*/ 16 w 21"/>
                <a:gd name="GluePoint1Y" fmla="*/ 0 h 22"/>
                <a:gd name="GluePoint2X" fmla="*/ 21 w 21"/>
                <a:gd name="GluePoint2Y" fmla="*/ 5 h 22"/>
                <a:gd name="GluePoint3X" fmla="*/ 5 w 21"/>
                <a:gd name="GluePoint3Y" fmla="*/ 22 h 22"/>
                <a:gd name="GluePoint4X" fmla="*/ 0 w 21"/>
                <a:gd name="GluePoint4Y" fmla="*/ 17 h 22"/>
                <a:gd name="GluePoint5X" fmla="*/ 16 w 21"/>
                <a:gd name="GluePoint5Y" fmla="*/ 0 h 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" h="22">
                  <a:moveTo>
                    <a:pt x="16" y="0"/>
                  </a:moveTo>
                  <a:lnTo>
                    <a:pt x="21" y="5"/>
                  </a:lnTo>
                  <a:lnTo>
                    <a:pt x="5" y="22"/>
                  </a:lnTo>
                  <a:lnTo>
                    <a:pt x="0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5480" bIns="15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80" name="Freeform 103"/>
            <p:cNvSpPr/>
            <p:nvPr/>
          </p:nvSpPr>
          <p:spPr>
            <a:xfrm>
              <a:off x="4653360" y="3440160"/>
              <a:ext cx="30600" cy="3060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30600"/>
                <a:gd name="textAreaBottom" fmla="*/ 30960 h 30600"/>
                <a:gd name="GluePoint1X" fmla="*/ 17 w 22"/>
                <a:gd name="GluePoint1Y" fmla="*/ 22 h 22"/>
                <a:gd name="GluePoint2X" fmla="*/ 0 w 22"/>
                <a:gd name="GluePoint2Y" fmla="*/ 5 h 22"/>
                <a:gd name="GluePoint3X" fmla="*/ 5 w 22"/>
                <a:gd name="GluePoint3Y" fmla="*/ 0 h 22"/>
                <a:gd name="GluePoint4X" fmla="*/ 22 w 22"/>
                <a:gd name="GluePoint4Y" fmla="*/ 17 h 22"/>
                <a:gd name="GluePoint5X" fmla="*/ 17 w 22"/>
                <a:gd name="GluePoint5Y" fmla="*/ 22 h 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2" h="22">
                  <a:moveTo>
                    <a:pt x="17" y="22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22" y="17"/>
                  </a:lnTo>
                  <a:lnTo>
                    <a:pt x="17" y="2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5480" bIns="15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81" name="Freeform 104"/>
            <p:cNvSpPr/>
            <p:nvPr/>
          </p:nvSpPr>
          <p:spPr>
            <a:xfrm>
              <a:off x="4478760" y="3265560"/>
              <a:ext cx="29160" cy="306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30600"/>
                <a:gd name="textAreaBottom" fmla="*/ 30960 h 30600"/>
                <a:gd name="GluePoint1X" fmla="*/ 5 w 21"/>
                <a:gd name="GluePoint1Y" fmla="*/ 0 h 22"/>
                <a:gd name="GluePoint2X" fmla="*/ 21 w 21"/>
                <a:gd name="GluePoint2Y" fmla="*/ 17 h 22"/>
                <a:gd name="GluePoint3X" fmla="*/ 16 w 21"/>
                <a:gd name="GluePoint3Y" fmla="*/ 22 h 22"/>
                <a:gd name="GluePoint4X" fmla="*/ 0 w 21"/>
                <a:gd name="GluePoint4Y" fmla="*/ 5 h 22"/>
                <a:gd name="GluePoint5X" fmla="*/ 5 w 21"/>
                <a:gd name="GluePoint5Y" fmla="*/ 0 h 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" h="22">
                  <a:moveTo>
                    <a:pt x="5" y="0"/>
                  </a:moveTo>
                  <a:lnTo>
                    <a:pt x="21" y="17"/>
                  </a:lnTo>
                  <a:lnTo>
                    <a:pt x="16" y="2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5480" bIns="154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82" name="Группа 445"/>
          <p:cNvGrpSpPr/>
          <p:nvPr/>
        </p:nvGrpSpPr>
        <p:grpSpPr>
          <a:xfrm>
            <a:off x="6000120" y="2837160"/>
            <a:ext cx="302400" cy="277560"/>
            <a:chOff x="6000120" y="2837160"/>
            <a:chExt cx="302400" cy="277560"/>
          </a:xfrm>
        </p:grpSpPr>
        <p:sp>
          <p:nvSpPr>
            <p:cNvPr id="3783" name="Freeform 105"/>
            <p:cNvSpPr/>
            <p:nvPr/>
          </p:nvSpPr>
          <p:spPr>
            <a:xfrm>
              <a:off x="6000120" y="283716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224 w 256"/>
                <a:gd name="GluePoint1Y" fmla="*/ 80 h 156"/>
                <a:gd name="GluePoint2X" fmla="*/ 136 w 256"/>
                <a:gd name="GluePoint2Y" fmla="*/ 0 h 156"/>
                <a:gd name="GluePoint3X" fmla="*/ 49 w 256"/>
                <a:gd name="GluePoint3Y" fmla="*/ 64 h 156"/>
                <a:gd name="GluePoint4X" fmla="*/ 44 w 256"/>
                <a:gd name="GluePoint4Y" fmla="*/ 64 h 156"/>
                <a:gd name="GluePoint5X" fmla="*/ 0 w 256"/>
                <a:gd name="GluePoint5Y" fmla="*/ 112 h 156"/>
                <a:gd name="GluePoint6X" fmla="*/ 44 w 256"/>
                <a:gd name="GluePoint6Y" fmla="*/ 156 h 156"/>
                <a:gd name="GluePoint7X" fmla="*/ 220 w 256"/>
                <a:gd name="GluePoint7Y" fmla="*/ 156 h 156"/>
                <a:gd name="GluePoint8X" fmla="*/ 256 w 256"/>
                <a:gd name="GluePoint8Y" fmla="*/ 120 h 156"/>
                <a:gd name="GluePoint9X" fmla="*/ 224 w 256"/>
                <a:gd name="GluePoint9Y" fmla="*/ 80 h 156"/>
                <a:gd name="GluePoint10X" fmla="*/ 220 w 256"/>
                <a:gd name="GluePoint10Y" fmla="*/ 148 h 156"/>
                <a:gd name="GluePoint11X" fmla="*/ 44 w 256"/>
                <a:gd name="GluePoint11Y" fmla="*/ 148 h 156"/>
                <a:gd name="GluePoint12X" fmla="*/ 8 w 256"/>
                <a:gd name="GluePoint12Y" fmla="*/ 112 h 156"/>
                <a:gd name="GluePoint13X" fmla="*/ 44 w 256"/>
                <a:gd name="GluePoint13Y" fmla="*/ 72 h 156"/>
                <a:gd name="GluePoint14X" fmla="*/ 56 w 256"/>
                <a:gd name="GluePoint14Y" fmla="*/ 72 h 156"/>
                <a:gd name="GluePoint15X" fmla="*/ 56 w 256"/>
                <a:gd name="GluePoint15Y" fmla="*/ 69 h 156"/>
                <a:gd name="GluePoint16X" fmla="*/ 136 w 256"/>
                <a:gd name="GluePoint16Y" fmla="*/ 8 h 156"/>
                <a:gd name="GluePoint17X" fmla="*/ 216 w 256"/>
                <a:gd name="GluePoint17Y" fmla="*/ 84 h 156"/>
                <a:gd name="GluePoint18X" fmla="*/ 216 w 256"/>
                <a:gd name="GluePoint18Y" fmla="*/ 88 h 156"/>
                <a:gd name="GluePoint19X" fmla="*/ 220 w 256"/>
                <a:gd name="GluePoint19Y" fmla="*/ 88 h 156"/>
                <a:gd name="GluePoint20X" fmla="*/ 248 w 256"/>
                <a:gd name="GluePoint20Y" fmla="*/ 120 h 156"/>
                <a:gd name="GluePoint21X" fmla="*/ 220 w 256"/>
                <a:gd name="GluePoint21Y" fmla="*/ 148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6">
                  <a:moveTo>
                    <a:pt x="224" y="80"/>
                  </a:moveTo>
                  <a:cubicBezTo>
                    <a:pt x="222" y="35"/>
                    <a:pt x="184" y="0"/>
                    <a:pt x="136" y="0"/>
                  </a:cubicBezTo>
                  <a:cubicBezTo>
                    <a:pt x="94" y="0"/>
                    <a:pt x="58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1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1" y="156"/>
                    <a:pt x="256" y="141"/>
                    <a:pt x="256" y="120"/>
                  </a:cubicBezTo>
                  <a:cubicBezTo>
                    <a:pt x="256" y="102"/>
                    <a:pt x="244" y="83"/>
                    <a:pt x="224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4" y="148"/>
                    <a:pt x="8" y="133"/>
                    <a:pt x="8" y="112"/>
                  </a:cubicBezTo>
                  <a:cubicBezTo>
                    <a:pt x="8" y="90"/>
                    <a:pt x="25" y="72"/>
                    <a:pt x="44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7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84" name="Freeform 106"/>
            <p:cNvSpPr/>
            <p:nvPr/>
          </p:nvSpPr>
          <p:spPr>
            <a:xfrm>
              <a:off x="6129720" y="3044520"/>
              <a:ext cx="34920" cy="7020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70200"/>
                <a:gd name="textAreaBottom" fmla="*/ 70560 h 70200"/>
                <a:gd name="GluePoint1X" fmla="*/ 13 w 25"/>
                <a:gd name="GluePoint1Y" fmla="*/ 0 h 50"/>
                <a:gd name="GluePoint2X" fmla="*/ 0 w 25"/>
                <a:gd name="GluePoint2Y" fmla="*/ 28 h 50"/>
                <a:gd name="GluePoint3X" fmla="*/ 14 w 25"/>
                <a:gd name="GluePoint3Y" fmla="*/ 28 h 50"/>
                <a:gd name="GluePoint4X" fmla="*/ 3 w 25"/>
                <a:gd name="GluePoint4Y" fmla="*/ 46 h 50"/>
                <a:gd name="GluePoint5X" fmla="*/ 9 w 25"/>
                <a:gd name="GluePoint5Y" fmla="*/ 50 h 50"/>
                <a:gd name="GluePoint6X" fmla="*/ 25 w 25"/>
                <a:gd name="GluePoint6Y" fmla="*/ 21 h 50"/>
                <a:gd name="GluePoint7X" fmla="*/ 11 w 25"/>
                <a:gd name="GluePoint7Y" fmla="*/ 21 h 50"/>
                <a:gd name="GluePoint8X" fmla="*/ 19 w 25"/>
                <a:gd name="GluePoint8Y" fmla="*/ 3 h 50"/>
                <a:gd name="GluePoint9X" fmla="*/ 13 w 25"/>
                <a:gd name="GluePoint9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5" h="50">
                  <a:moveTo>
                    <a:pt x="13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3" y="46"/>
                  </a:lnTo>
                  <a:lnTo>
                    <a:pt x="9" y="50"/>
                  </a:lnTo>
                  <a:lnTo>
                    <a:pt x="25" y="21"/>
                  </a:lnTo>
                  <a:lnTo>
                    <a:pt x="11" y="21"/>
                  </a:lnTo>
                  <a:lnTo>
                    <a:pt x="19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85" name="Freeform 107"/>
            <p:cNvSpPr/>
            <p:nvPr/>
          </p:nvSpPr>
          <p:spPr>
            <a:xfrm>
              <a:off x="6177600" y="3044520"/>
              <a:ext cx="33480" cy="7020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70200"/>
                <a:gd name="textAreaBottom" fmla="*/ 70560 h 70200"/>
                <a:gd name="GluePoint1X" fmla="*/ 13 w 24"/>
                <a:gd name="GluePoint1Y" fmla="*/ 0 h 50"/>
                <a:gd name="GluePoint2X" fmla="*/ 0 w 24"/>
                <a:gd name="GluePoint2Y" fmla="*/ 28 h 50"/>
                <a:gd name="GluePoint3X" fmla="*/ 13 w 24"/>
                <a:gd name="GluePoint3Y" fmla="*/ 28 h 50"/>
                <a:gd name="GluePoint4X" fmla="*/ 3 w 24"/>
                <a:gd name="GluePoint4Y" fmla="*/ 46 h 50"/>
                <a:gd name="GluePoint5X" fmla="*/ 8 w 24"/>
                <a:gd name="GluePoint5Y" fmla="*/ 50 h 50"/>
                <a:gd name="GluePoint6X" fmla="*/ 24 w 24"/>
                <a:gd name="GluePoint6Y" fmla="*/ 21 h 50"/>
                <a:gd name="GluePoint7X" fmla="*/ 10 w 24"/>
                <a:gd name="GluePoint7Y" fmla="*/ 21 h 50"/>
                <a:gd name="GluePoint8X" fmla="*/ 19 w 24"/>
                <a:gd name="GluePoint8Y" fmla="*/ 3 h 50"/>
                <a:gd name="GluePoint9X" fmla="*/ 13 w 24"/>
                <a:gd name="GluePoint9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4" h="50">
                  <a:moveTo>
                    <a:pt x="13" y="0"/>
                  </a:moveTo>
                  <a:lnTo>
                    <a:pt x="0" y="28"/>
                  </a:lnTo>
                  <a:lnTo>
                    <a:pt x="13" y="28"/>
                  </a:lnTo>
                  <a:lnTo>
                    <a:pt x="3" y="46"/>
                  </a:lnTo>
                  <a:lnTo>
                    <a:pt x="8" y="50"/>
                  </a:lnTo>
                  <a:lnTo>
                    <a:pt x="24" y="21"/>
                  </a:lnTo>
                  <a:lnTo>
                    <a:pt x="10" y="21"/>
                  </a:lnTo>
                  <a:lnTo>
                    <a:pt x="19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86" name="Freeform 108"/>
            <p:cNvSpPr/>
            <p:nvPr/>
          </p:nvSpPr>
          <p:spPr>
            <a:xfrm>
              <a:off x="6083280" y="3044520"/>
              <a:ext cx="33480" cy="7020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70200"/>
                <a:gd name="textAreaBottom" fmla="*/ 70560 h 70200"/>
                <a:gd name="GluePoint1X" fmla="*/ 12 w 24"/>
                <a:gd name="GluePoint1Y" fmla="*/ 0 h 50"/>
                <a:gd name="GluePoint2X" fmla="*/ 0 w 24"/>
                <a:gd name="GluePoint2Y" fmla="*/ 28 h 50"/>
                <a:gd name="GluePoint3X" fmla="*/ 13 w 24"/>
                <a:gd name="GluePoint3Y" fmla="*/ 28 h 50"/>
                <a:gd name="GluePoint4X" fmla="*/ 2 w 24"/>
                <a:gd name="GluePoint4Y" fmla="*/ 46 h 50"/>
                <a:gd name="GluePoint5X" fmla="*/ 8 w 24"/>
                <a:gd name="GluePoint5Y" fmla="*/ 50 h 50"/>
                <a:gd name="GluePoint6X" fmla="*/ 24 w 24"/>
                <a:gd name="GluePoint6Y" fmla="*/ 21 h 50"/>
                <a:gd name="GluePoint7X" fmla="*/ 10 w 24"/>
                <a:gd name="GluePoint7Y" fmla="*/ 21 h 50"/>
                <a:gd name="GluePoint8X" fmla="*/ 18 w 24"/>
                <a:gd name="GluePoint8Y" fmla="*/ 3 h 50"/>
                <a:gd name="GluePoint9X" fmla="*/ 12 w 24"/>
                <a:gd name="GluePoint9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4" h="50">
                  <a:moveTo>
                    <a:pt x="12" y="0"/>
                  </a:moveTo>
                  <a:lnTo>
                    <a:pt x="0" y="28"/>
                  </a:lnTo>
                  <a:lnTo>
                    <a:pt x="13" y="28"/>
                  </a:lnTo>
                  <a:lnTo>
                    <a:pt x="2" y="46"/>
                  </a:lnTo>
                  <a:lnTo>
                    <a:pt x="8" y="50"/>
                  </a:lnTo>
                  <a:lnTo>
                    <a:pt x="24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87" name="Группа 422"/>
          <p:cNvGrpSpPr/>
          <p:nvPr/>
        </p:nvGrpSpPr>
        <p:grpSpPr>
          <a:xfrm>
            <a:off x="6000120" y="2051280"/>
            <a:ext cx="302400" cy="277560"/>
            <a:chOff x="6000120" y="2051280"/>
            <a:chExt cx="302400" cy="277560"/>
          </a:xfrm>
        </p:grpSpPr>
        <p:sp>
          <p:nvSpPr>
            <p:cNvPr id="3788" name="Freeform 109"/>
            <p:cNvSpPr/>
            <p:nvPr/>
          </p:nvSpPr>
          <p:spPr>
            <a:xfrm>
              <a:off x="6000120" y="205128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224 w 256"/>
                <a:gd name="GluePoint1Y" fmla="*/ 80 h 156"/>
                <a:gd name="GluePoint2X" fmla="*/ 136 w 256"/>
                <a:gd name="GluePoint2Y" fmla="*/ 0 h 156"/>
                <a:gd name="GluePoint3X" fmla="*/ 49 w 256"/>
                <a:gd name="GluePoint3Y" fmla="*/ 64 h 156"/>
                <a:gd name="GluePoint4X" fmla="*/ 44 w 256"/>
                <a:gd name="GluePoint4Y" fmla="*/ 64 h 156"/>
                <a:gd name="GluePoint5X" fmla="*/ 0 w 256"/>
                <a:gd name="GluePoint5Y" fmla="*/ 112 h 156"/>
                <a:gd name="GluePoint6X" fmla="*/ 44 w 256"/>
                <a:gd name="GluePoint6Y" fmla="*/ 156 h 156"/>
                <a:gd name="GluePoint7X" fmla="*/ 220 w 256"/>
                <a:gd name="GluePoint7Y" fmla="*/ 156 h 156"/>
                <a:gd name="GluePoint8X" fmla="*/ 256 w 256"/>
                <a:gd name="GluePoint8Y" fmla="*/ 120 h 156"/>
                <a:gd name="GluePoint9X" fmla="*/ 224 w 256"/>
                <a:gd name="GluePoint9Y" fmla="*/ 80 h 156"/>
                <a:gd name="GluePoint10X" fmla="*/ 220 w 256"/>
                <a:gd name="GluePoint10Y" fmla="*/ 148 h 156"/>
                <a:gd name="GluePoint11X" fmla="*/ 44 w 256"/>
                <a:gd name="GluePoint11Y" fmla="*/ 148 h 156"/>
                <a:gd name="GluePoint12X" fmla="*/ 8 w 256"/>
                <a:gd name="GluePoint12Y" fmla="*/ 112 h 156"/>
                <a:gd name="GluePoint13X" fmla="*/ 44 w 256"/>
                <a:gd name="GluePoint13Y" fmla="*/ 72 h 156"/>
                <a:gd name="GluePoint14X" fmla="*/ 56 w 256"/>
                <a:gd name="GluePoint14Y" fmla="*/ 72 h 156"/>
                <a:gd name="GluePoint15X" fmla="*/ 56 w 256"/>
                <a:gd name="GluePoint15Y" fmla="*/ 69 h 156"/>
                <a:gd name="GluePoint16X" fmla="*/ 136 w 256"/>
                <a:gd name="GluePoint16Y" fmla="*/ 8 h 156"/>
                <a:gd name="GluePoint17X" fmla="*/ 216 w 256"/>
                <a:gd name="GluePoint17Y" fmla="*/ 84 h 156"/>
                <a:gd name="GluePoint18X" fmla="*/ 216 w 256"/>
                <a:gd name="GluePoint18Y" fmla="*/ 88 h 156"/>
                <a:gd name="GluePoint19X" fmla="*/ 220 w 256"/>
                <a:gd name="GluePoint19Y" fmla="*/ 88 h 156"/>
                <a:gd name="GluePoint20X" fmla="*/ 248 w 256"/>
                <a:gd name="GluePoint20Y" fmla="*/ 120 h 156"/>
                <a:gd name="GluePoint21X" fmla="*/ 220 w 256"/>
                <a:gd name="GluePoint21Y" fmla="*/ 148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6">
                  <a:moveTo>
                    <a:pt x="224" y="80"/>
                  </a:moveTo>
                  <a:cubicBezTo>
                    <a:pt x="222" y="35"/>
                    <a:pt x="184" y="0"/>
                    <a:pt x="136" y="0"/>
                  </a:cubicBezTo>
                  <a:cubicBezTo>
                    <a:pt x="94" y="0"/>
                    <a:pt x="58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1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1" y="156"/>
                    <a:pt x="256" y="140"/>
                    <a:pt x="256" y="120"/>
                  </a:cubicBezTo>
                  <a:cubicBezTo>
                    <a:pt x="256" y="102"/>
                    <a:pt x="244" y="82"/>
                    <a:pt x="224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4" y="148"/>
                    <a:pt x="8" y="132"/>
                    <a:pt x="8" y="112"/>
                  </a:cubicBezTo>
                  <a:cubicBezTo>
                    <a:pt x="8" y="90"/>
                    <a:pt x="25" y="72"/>
                    <a:pt x="44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3"/>
                    <a:pt x="97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7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89" name="Freeform 110"/>
            <p:cNvSpPr/>
            <p:nvPr/>
          </p:nvSpPr>
          <p:spPr>
            <a:xfrm>
              <a:off x="6067440" y="2257200"/>
              <a:ext cx="46080" cy="716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1640"/>
                <a:gd name="textAreaBottom" fmla="*/ 72000 h 71640"/>
                <a:gd name="GluePoint1X" fmla="*/ 0 w 33"/>
                <a:gd name="GluePoint1Y" fmla="*/ 47 h 51"/>
                <a:gd name="GluePoint2X" fmla="*/ 27 w 33"/>
                <a:gd name="GluePoint2Y" fmla="*/ 0 h 51"/>
                <a:gd name="GluePoint3X" fmla="*/ 33 w 33"/>
                <a:gd name="GluePoint3Y" fmla="*/ 4 h 51"/>
                <a:gd name="GluePoint4X" fmla="*/ 6 w 33"/>
                <a:gd name="GluePoint4Y" fmla="*/ 51 h 51"/>
                <a:gd name="GluePoint5X" fmla="*/ 0 w 33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90" name="Freeform 111"/>
            <p:cNvSpPr/>
            <p:nvPr/>
          </p:nvSpPr>
          <p:spPr>
            <a:xfrm>
              <a:off x="6019560" y="2257200"/>
              <a:ext cx="46080" cy="716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1640"/>
                <a:gd name="textAreaBottom" fmla="*/ 72000 h 71640"/>
                <a:gd name="GluePoint1X" fmla="*/ 0 w 33"/>
                <a:gd name="GluePoint1Y" fmla="*/ 47 h 51"/>
                <a:gd name="GluePoint2X" fmla="*/ 27 w 33"/>
                <a:gd name="GluePoint2Y" fmla="*/ 0 h 51"/>
                <a:gd name="GluePoint3X" fmla="*/ 33 w 33"/>
                <a:gd name="GluePoint3Y" fmla="*/ 4 h 51"/>
                <a:gd name="GluePoint4X" fmla="*/ 6 w 33"/>
                <a:gd name="GluePoint4Y" fmla="*/ 51 h 51"/>
                <a:gd name="GluePoint5X" fmla="*/ 0 w 33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91" name="Freeform 112"/>
            <p:cNvSpPr/>
            <p:nvPr/>
          </p:nvSpPr>
          <p:spPr>
            <a:xfrm>
              <a:off x="6115320" y="2257200"/>
              <a:ext cx="44640" cy="716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71640"/>
                <a:gd name="textAreaBottom" fmla="*/ 72000 h 71640"/>
                <a:gd name="GluePoint1X" fmla="*/ 0 w 32"/>
                <a:gd name="GluePoint1Y" fmla="*/ 47 h 51"/>
                <a:gd name="GluePoint2X" fmla="*/ 26 w 32"/>
                <a:gd name="GluePoint2Y" fmla="*/ 0 h 51"/>
                <a:gd name="GluePoint3X" fmla="*/ 32 w 32"/>
                <a:gd name="GluePoint3Y" fmla="*/ 4 h 51"/>
                <a:gd name="GluePoint4X" fmla="*/ 5 w 32"/>
                <a:gd name="GluePoint4Y" fmla="*/ 51 h 51"/>
                <a:gd name="GluePoint5X" fmla="*/ 0 w 32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51">
                  <a:moveTo>
                    <a:pt x="0" y="47"/>
                  </a:moveTo>
                  <a:lnTo>
                    <a:pt x="26" y="0"/>
                  </a:lnTo>
                  <a:lnTo>
                    <a:pt x="32" y="4"/>
                  </a:lnTo>
                  <a:lnTo>
                    <a:pt x="5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92" name="Freeform 113"/>
            <p:cNvSpPr/>
            <p:nvPr/>
          </p:nvSpPr>
          <p:spPr>
            <a:xfrm>
              <a:off x="6162120" y="2257200"/>
              <a:ext cx="46080" cy="716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1640"/>
                <a:gd name="textAreaBottom" fmla="*/ 72000 h 71640"/>
                <a:gd name="GluePoint1X" fmla="*/ 0 w 33"/>
                <a:gd name="GluePoint1Y" fmla="*/ 47 h 51"/>
                <a:gd name="GluePoint2X" fmla="*/ 27 w 33"/>
                <a:gd name="GluePoint2Y" fmla="*/ 0 h 51"/>
                <a:gd name="GluePoint3X" fmla="*/ 33 w 33"/>
                <a:gd name="GluePoint3Y" fmla="*/ 4 h 51"/>
                <a:gd name="GluePoint4X" fmla="*/ 6 w 33"/>
                <a:gd name="GluePoint4Y" fmla="*/ 51 h 51"/>
                <a:gd name="GluePoint5X" fmla="*/ 0 w 33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93" name="Freeform 114"/>
            <p:cNvSpPr/>
            <p:nvPr/>
          </p:nvSpPr>
          <p:spPr>
            <a:xfrm>
              <a:off x="6210000" y="2257200"/>
              <a:ext cx="44640" cy="716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71640"/>
                <a:gd name="textAreaBottom" fmla="*/ 72000 h 71640"/>
                <a:gd name="GluePoint1X" fmla="*/ 0 w 32"/>
                <a:gd name="GluePoint1Y" fmla="*/ 47 h 51"/>
                <a:gd name="GluePoint2X" fmla="*/ 27 w 32"/>
                <a:gd name="GluePoint2Y" fmla="*/ 0 h 51"/>
                <a:gd name="GluePoint3X" fmla="*/ 32 w 32"/>
                <a:gd name="GluePoint3Y" fmla="*/ 4 h 51"/>
                <a:gd name="GluePoint4X" fmla="*/ 6 w 32"/>
                <a:gd name="GluePoint4Y" fmla="*/ 51 h 51"/>
                <a:gd name="GluePoint5X" fmla="*/ 0 w 32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51">
                  <a:moveTo>
                    <a:pt x="0" y="47"/>
                  </a:moveTo>
                  <a:lnTo>
                    <a:pt x="27" y="0"/>
                  </a:lnTo>
                  <a:lnTo>
                    <a:pt x="32" y="4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794" name="Группа 442"/>
          <p:cNvGrpSpPr/>
          <p:nvPr/>
        </p:nvGrpSpPr>
        <p:grpSpPr>
          <a:xfrm>
            <a:off x="4822560" y="2827440"/>
            <a:ext cx="302400" cy="295560"/>
            <a:chOff x="4822560" y="2827440"/>
            <a:chExt cx="302400" cy="295560"/>
          </a:xfrm>
        </p:grpSpPr>
        <p:sp>
          <p:nvSpPr>
            <p:cNvPr id="3795" name="Freeform 115"/>
            <p:cNvSpPr/>
            <p:nvPr/>
          </p:nvSpPr>
          <p:spPr>
            <a:xfrm>
              <a:off x="4846320" y="2865600"/>
              <a:ext cx="278640" cy="18000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180000"/>
                <a:gd name="textAreaBottom" fmla="*/ 180360 h 180000"/>
                <a:gd name="GluePoint1X" fmla="*/ 208 w 236"/>
                <a:gd name="GluePoint1Y" fmla="*/ 80 h 152"/>
                <a:gd name="GluePoint2X" fmla="*/ 124 w 236"/>
                <a:gd name="GluePoint2Y" fmla="*/ 8 h 152"/>
                <a:gd name="GluePoint3X" fmla="*/ 101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204 w 236"/>
                <a:gd name="GluePoint9Y" fmla="*/ 152 h 152"/>
                <a:gd name="GluePoint10X" fmla="*/ 236 w 236"/>
                <a:gd name="GluePoint10Y" fmla="*/ 120 h 152"/>
                <a:gd name="GluePoint11X" fmla="*/ 208 w 236"/>
                <a:gd name="GluePoint11Y" fmla="*/ 80 h 152"/>
                <a:gd name="GluePoint12X" fmla="*/ 20 w 236"/>
                <a:gd name="GluePoint12Y" fmla="*/ 56 h 152"/>
                <a:gd name="GluePoint13X" fmla="*/ 68 w 236"/>
                <a:gd name="GluePoint13Y" fmla="*/ 8 h 152"/>
                <a:gd name="GluePoint14X" fmla="*/ 92 w 236"/>
                <a:gd name="GluePoint14Y" fmla="*/ 14 h 152"/>
                <a:gd name="GluePoint15X" fmla="*/ 45 w 236"/>
                <a:gd name="GluePoint15Y" fmla="*/ 68 h 152"/>
                <a:gd name="GluePoint16X" fmla="*/ 40 w 236"/>
                <a:gd name="GluePoint16Y" fmla="*/ 68 h 152"/>
                <a:gd name="GluePoint17X" fmla="*/ 24 w 236"/>
                <a:gd name="GluePoint17Y" fmla="*/ 72 h 152"/>
                <a:gd name="GluePoint18X" fmla="*/ 20 w 236"/>
                <a:gd name="GluePoint18Y" fmla="*/ 56 h 152"/>
                <a:gd name="GluePoint19X" fmla="*/ 204 w 236"/>
                <a:gd name="GluePoint19Y" fmla="*/ 144 h 152"/>
                <a:gd name="GluePoint20X" fmla="*/ 40 w 236"/>
                <a:gd name="GluePoint20Y" fmla="*/ 144 h 152"/>
                <a:gd name="GluePoint21X" fmla="*/ 8 w 236"/>
                <a:gd name="GluePoint21Y" fmla="*/ 112 h 152"/>
                <a:gd name="GluePoint22X" fmla="*/ 40 w 236"/>
                <a:gd name="GluePoint22Y" fmla="*/ 76 h 152"/>
                <a:gd name="GluePoint23X" fmla="*/ 51 w 236"/>
                <a:gd name="GluePoint23Y" fmla="*/ 76 h 152"/>
                <a:gd name="GluePoint24X" fmla="*/ 52 w 236"/>
                <a:gd name="GluePoint24Y" fmla="*/ 73 h 152"/>
                <a:gd name="GluePoint25X" fmla="*/ 124 w 236"/>
                <a:gd name="GluePoint25Y" fmla="*/ 16 h 152"/>
                <a:gd name="GluePoint26X" fmla="*/ 200 w 236"/>
                <a:gd name="GluePoint26Y" fmla="*/ 84 h 152"/>
                <a:gd name="GluePoint27X" fmla="*/ 200 w 236"/>
                <a:gd name="GluePoint27Y" fmla="*/ 88 h 152"/>
                <a:gd name="GluePoint28X" fmla="*/ 204 w 236"/>
                <a:gd name="GluePoint28Y" fmla="*/ 88 h 152"/>
                <a:gd name="GluePoint29X" fmla="*/ 228 w 236"/>
                <a:gd name="GluePoint29Y" fmla="*/ 120 h 152"/>
                <a:gd name="GluePoint30X" fmla="*/ 204 w 236"/>
                <a:gd name="GluePoint30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1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30"/>
                    <a:pt x="42" y="8"/>
                    <a:pt x="68" y="8"/>
                  </a:cubicBezTo>
                  <a:cubicBezTo>
                    <a:pt x="77" y="8"/>
                    <a:pt x="85" y="10"/>
                    <a:pt x="92" y="14"/>
                  </a:cubicBezTo>
                  <a:cubicBezTo>
                    <a:pt x="68" y="24"/>
                    <a:pt x="51" y="44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96" name="Rectangle 116"/>
            <p:cNvSpPr/>
            <p:nvPr/>
          </p:nvSpPr>
          <p:spPr>
            <a:xfrm>
              <a:off x="4822560" y="292752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97" name="Rectangle 117"/>
            <p:cNvSpPr/>
            <p:nvPr/>
          </p:nvSpPr>
          <p:spPr>
            <a:xfrm>
              <a:off x="4921200" y="2827440"/>
              <a:ext cx="9360" cy="27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98" name="Freeform 118"/>
            <p:cNvSpPr/>
            <p:nvPr/>
          </p:nvSpPr>
          <p:spPr>
            <a:xfrm>
              <a:off x="4838040" y="2842920"/>
              <a:ext cx="34920" cy="349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4920"/>
                <a:gd name="textAreaBottom" fmla="*/ 35280 h 34920"/>
                <a:gd name="GluePoint1X" fmla="*/ 5 w 25"/>
                <a:gd name="GluePoint1Y" fmla="*/ 0 h 25"/>
                <a:gd name="GluePoint2X" fmla="*/ 25 w 25"/>
                <a:gd name="GluePoint2Y" fmla="*/ 20 h 25"/>
                <a:gd name="GluePoint3X" fmla="*/ 20 w 25"/>
                <a:gd name="GluePoint3Y" fmla="*/ 25 h 25"/>
                <a:gd name="GluePoint4X" fmla="*/ 0 w 25"/>
                <a:gd name="GluePoint4Y" fmla="*/ 5 h 25"/>
                <a:gd name="GluePoint5X" fmla="*/ 5 w 25"/>
                <a:gd name="GluePoint5Y" fmla="*/ 0 h 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7640" bIns="17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799" name="Freeform 119"/>
            <p:cNvSpPr/>
            <p:nvPr/>
          </p:nvSpPr>
          <p:spPr>
            <a:xfrm>
              <a:off x="4952160" y="3054240"/>
              <a:ext cx="39240" cy="687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68760"/>
                <a:gd name="textAreaBottom" fmla="*/ 69120 h 68760"/>
                <a:gd name="GluePoint1X" fmla="*/ 12 w 28"/>
                <a:gd name="GluePoint1Y" fmla="*/ 0 h 49"/>
                <a:gd name="GluePoint2X" fmla="*/ 0 w 28"/>
                <a:gd name="GluePoint2Y" fmla="*/ 27 h 49"/>
                <a:gd name="GluePoint3X" fmla="*/ 16 w 28"/>
                <a:gd name="GluePoint3Y" fmla="*/ 27 h 49"/>
                <a:gd name="GluePoint4X" fmla="*/ 6 w 28"/>
                <a:gd name="GluePoint4Y" fmla="*/ 46 h 49"/>
                <a:gd name="GluePoint5X" fmla="*/ 12 w 28"/>
                <a:gd name="GluePoint5Y" fmla="*/ 49 h 49"/>
                <a:gd name="GluePoint6X" fmla="*/ 28 w 28"/>
                <a:gd name="GluePoint6Y" fmla="*/ 21 h 49"/>
                <a:gd name="GluePoint7X" fmla="*/ 10 w 28"/>
                <a:gd name="GluePoint7Y" fmla="*/ 21 h 49"/>
                <a:gd name="GluePoint8X" fmla="*/ 19 w 28"/>
                <a:gd name="GluePoint8Y" fmla="*/ 2 h 49"/>
                <a:gd name="GluePoint9X" fmla="*/ 12 w 28"/>
                <a:gd name="GluePoint9Y" fmla="*/ 0 h 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8" h="49">
                  <a:moveTo>
                    <a:pt x="12" y="0"/>
                  </a:moveTo>
                  <a:lnTo>
                    <a:pt x="0" y="27"/>
                  </a:lnTo>
                  <a:lnTo>
                    <a:pt x="16" y="27"/>
                  </a:lnTo>
                  <a:lnTo>
                    <a:pt x="6" y="46"/>
                  </a:lnTo>
                  <a:lnTo>
                    <a:pt x="12" y="49"/>
                  </a:lnTo>
                  <a:lnTo>
                    <a:pt x="28" y="21"/>
                  </a:lnTo>
                  <a:lnTo>
                    <a:pt x="10" y="21"/>
                  </a:lnTo>
                  <a:lnTo>
                    <a:pt x="19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560" bIns="34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00" name="Freeform 120"/>
            <p:cNvSpPr/>
            <p:nvPr/>
          </p:nvSpPr>
          <p:spPr>
            <a:xfrm>
              <a:off x="5000040" y="3054240"/>
              <a:ext cx="39240" cy="687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68760"/>
                <a:gd name="textAreaBottom" fmla="*/ 69120 h 68760"/>
                <a:gd name="GluePoint1X" fmla="*/ 12 w 28"/>
                <a:gd name="GluePoint1Y" fmla="*/ 0 h 49"/>
                <a:gd name="GluePoint2X" fmla="*/ 0 w 28"/>
                <a:gd name="GluePoint2Y" fmla="*/ 27 h 49"/>
                <a:gd name="GluePoint3X" fmla="*/ 16 w 28"/>
                <a:gd name="GluePoint3Y" fmla="*/ 27 h 49"/>
                <a:gd name="GluePoint4X" fmla="*/ 6 w 28"/>
                <a:gd name="GluePoint4Y" fmla="*/ 46 h 49"/>
                <a:gd name="GluePoint5X" fmla="*/ 12 w 28"/>
                <a:gd name="GluePoint5Y" fmla="*/ 49 h 49"/>
                <a:gd name="GluePoint6X" fmla="*/ 28 w 28"/>
                <a:gd name="GluePoint6Y" fmla="*/ 21 h 49"/>
                <a:gd name="GluePoint7X" fmla="*/ 10 w 28"/>
                <a:gd name="GluePoint7Y" fmla="*/ 21 h 49"/>
                <a:gd name="GluePoint8X" fmla="*/ 18 w 28"/>
                <a:gd name="GluePoint8Y" fmla="*/ 2 h 49"/>
                <a:gd name="GluePoint9X" fmla="*/ 12 w 28"/>
                <a:gd name="GluePoint9Y" fmla="*/ 0 h 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8" h="49">
                  <a:moveTo>
                    <a:pt x="12" y="0"/>
                  </a:moveTo>
                  <a:lnTo>
                    <a:pt x="0" y="27"/>
                  </a:lnTo>
                  <a:lnTo>
                    <a:pt x="16" y="27"/>
                  </a:lnTo>
                  <a:lnTo>
                    <a:pt x="6" y="46"/>
                  </a:lnTo>
                  <a:lnTo>
                    <a:pt x="12" y="49"/>
                  </a:lnTo>
                  <a:lnTo>
                    <a:pt x="28" y="21"/>
                  </a:lnTo>
                  <a:lnTo>
                    <a:pt x="10" y="21"/>
                  </a:lnTo>
                  <a:lnTo>
                    <a:pt x="18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560" bIns="34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01" name="Freeform 121"/>
            <p:cNvSpPr/>
            <p:nvPr/>
          </p:nvSpPr>
          <p:spPr>
            <a:xfrm>
              <a:off x="4905720" y="3054240"/>
              <a:ext cx="37800" cy="687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68760"/>
                <a:gd name="textAreaBottom" fmla="*/ 69120 h 68760"/>
                <a:gd name="GluePoint1X" fmla="*/ 11 w 27"/>
                <a:gd name="GluePoint1Y" fmla="*/ 0 h 49"/>
                <a:gd name="GluePoint2X" fmla="*/ 0 w 27"/>
                <a:gd name="GluePoint2Y" fmla="*/ 27 h 49"/>
                <a:gd name="GluePoint3X" fmla="*/ 16 w 27"/>
                <a:gd name="GluePoint3Y" fmla="*/ 27 h 49"/>
                <a:gd name="GluePoint4X" fmla="*/ 6 w 27"/>
                <a:gd name="GluePoint4Y" fmla="*/ 46 h 49"/>
                <a:gd name="GluePoint5X" fmla="*/ 11 w 27"/>
                <a:gd name="GluePoint5Y" fmla="*/ 49 h 49"/>
                <a:gd name="GluePoint6X" fmla="*/ 27 w 27"/>
                <a:gd name="GluePoint6Y" fmla="*/ 21 h 49"/>
                <a:gd name="GluePoint7X" fmla="*/ 10 w 27"/>
                <a:gd name="GluePoint7Y" fmla="*/ 21 h 49"/>
                <a:gd name="GluePoint8X" fmla="*/ 18 w 27"/>
                <a:gd name="GluePoint8Y" fmla="*/ 2 h 49"/>
                <a:gd name="GluePoint9X" fmla="*/ 11 w 27"/>
                <a:gd name="GluePoint9Y" fmla="*/ 0 h 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7" h="49">
                  <a:moveTo>
                    <a:pt x="11" y="0"/>
                  </a:moveTo>
                  <a:lnTo>
                    <a:pt x="0" y="27"/>
                  </a:lnTo>
                  <a:lnTo>
                    <a:pt x="16" y="27"/>
                  </a:lnTo>
                  <a:lnTo>
                    <a:pt x="6" y="46"/>
                  </a:lnTo>
                  <a:lnTo>
                    <a:pt x="11" y="49"/>
                  </a:lnTo>
                  <a:lnTo>
                    <a:pt x="27" y="21"/>
                  </a:lnTo>
                  <a:lnTo>
                    <a:pt x="10" y="21"/>
                  </a:lnTo>
                  <a:lnTo>
                    <a:pt x="18" y="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4560" bIns="34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802" name="Группа 443"/>
          <p:cNvGrpSpPr/>
          <p:nvPr/>
        </p:nvGrpSpPr>
        <p:grpSpPr>
          <a:xfrm>
            <a:off x="5215680" y="2847240"/>
            <a:ext cx="302400" cy="257400"/>
            <a:chOff x="5215680" y="2847240"/>
            <a:chExt cx="302400" cy="257400"/>
          </a:xfrm>
        </p:grpSpPr>
        <p:sp>
          <p:nvSpPr>
            <p:cNvPr id="3803" name="Freeform 122"/>
            <p:cNvSpPr/>
            <p:nvPr/>
          </p:nvSpPr>
          <p:spPr>
            <a:xfrm>
              <a:off x="5215680" y="284724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1 h 152"/>
                <a:gd name="GluePoint4X" fmla="*/ 56 w 256"/>
                <a:gd name="GluePoint4Y" fmla="*/ 0 h 152"/>
                <a:gd name="GluePoint5X" fmla="*/ 46 w 256"/>
                <a:gd name="GluePoint5Y" fmla="*/ 1 h 152"/>
                <a:gd name="GluePoint6X" fmla="*/ 40 w 256"/>
                <a:gd name="GluePoint6Y" fmla="*/ 2 h 152"/>
                <a:gd name="GluePoint7X" fmla="*/ 43 w 256"/>
                <a:gd name="GluePoint7Y" fmla="*/ 7 h 152"/>
                <a:gd name="GluePoint8X" fmla="*/ 48 w 256"/>
                <a:gd name="GluePoint8Y" fmla="*/ 24 h 152"/>
                <a:gd name="GluePoint9X" fmla="*/ 16 w 256"/>
                <a:gd name="GluePoint9Y" fmla="*/ 56 h 152"/>
                <a:gd name="GluePoint10X" fmla="*/ 6 w 256"/>
                <a:gd name="GluePoint10Y" fmla="*/ 54 h 152"/>
                <a:gd name="GluePoint11X" fmla="*/ 0 w 256"/>
                <a:gd name="GluePoint11Y" fmla="*/ 53 h 152"/>
                <a:gd name="GluePoint12X" fmla="*/ 0 w 256"/>
                <a:gd name="GluePoint12Y" fmla="*/ 58 h 152"/>
                <a:gd name="GluePoint13X" fmla="*/ 9 w 256"/>
                <a:gd name="GluePoint13Y" fmla="*/ 86 h 152"/>
                <a:gd name="GluePoint14X" fmla="*/ 22 w 256"/>
                <a:gd name="GluePoint14Y" fmla="*/ 100 h 152"/>
                <a:gd name="GluePoint15X" fmla="*/ 20 w 256"/>
                <a:gd name="GluePoint15Y" fmla="*/ 112 h 152"/>
                <a:gd name="GluePoint16X" fmla="*/ 60 w 256"/>
                <a:gd name="GluePoint16Y" fmla="*/ 152 h 152"/>
                <a:gd name="GluePoint17X" fmla="*/ 224 w 256"/>
                <a:gd name="GluePoint17Y" fmla="*/ 152 h 152"/>
                <a:gd name="GluePoint18X" fmla="*/ 256 w 256"/>
                <a:gd name="GluePoint18Y" fmla="*/ 120 h 152"/>
                <a:gd name="GluePoint19X" fmla="*/ 228 w 256"/>
                <a:gd name="GluePoint19Y" fmla="*/ 80 h 152"/>
                <a:gd name="GluePoint20X" fmla="*/ 16 w 256"/>
                <a:gd name="GluePoint20Y" fmla="*/ 82 h 152"/>
                <a:gd name="GluePoint21X" fmla="*/ 9 w 256"/>
                <a:gd name="GluePoint21Y" fmla="*/ 64 h 152"/>
                <a:gd name="GluePoint22X" fmla="*/ 16 w 256"/>
                <a:gd name="GluePoint22Y" fmla="*/ 64 h 152"/>
                <a:gd name="GluePoint23X" fmla="*/ 56 w 256"/>
                <a:gd name="GluePoint23Y" fmla="*/ 24 h 152"/>
                <a:gd name="GluePoint24X" fmla="*/ 53 w 256"/>
                <a:gd name="GluePoint24Y" fmla="*/ 8 h 152"/>
                <a:gd name="GluePoint25X" fmla="*/ 56 w 256"/>
                <a:gd name="GluePoint25Y" fmla="*/ 8 h 152"/>
                <a:gd name="GluePoint26X" fmla="*/ 93 w 256"/>
                <a:gd name="GluePoint26Y" fmla="*/ 25 h 152"/>
                <a:gd name="GluePoint27X" fmla="*/ 65 w 256"/>
                <a:gd name="GluePoint27Y" fmla="*/ 68 h 152"/>
                <a:gd name="GluePoint28X" fmla="*/ 60 w 256"/>
                <a:gd name="GluePoint28Y" fmla="*/ 68 h 152"/>
                <a:gd name="GluePoint29X" fmla="*/ 25 w 256"/>
                <a:gd name="GluePoint29Y" fmla="*/ 92 h 152"/>
                <a:gd name="GluePoint30X" fmla="*/ 16 w 256"/>
                <a:gd name="GluePoint30Y" fmla="*/ 82 h 152"/>
                <a:gd name="GluePoint31X" fmla="*/ 224 w 256"/>
                <a:gd name="GluePoint31Y" fmla="*/ 144 h 152"/>
                <a:gd name="GluePoint32X" fmla="*/ 60 w 256"/>
                <a:gd name="GluePoint32Y" fmla="*/ 144 h 152"/>
                <a:gd name="GluePoint33X" fmla="*/ 28 w 256"/>
                <a:gd name="GluePoint33Y" fmla="*/ 112 h 152"/>
                <a:gd name="GluePoint34X" fmla="*/ 60 w 256"/>
                <a:gd name="GluePoint34Y" fmla="*/ 76 h 152"/>
                <a:gd name="GluePoint35X" fmla="*/ 72 w 256"/>
                <a:gd name="GluePoint35Y" fmla="*/ 76 h 152"/>
                <a:gd name="GluePoint36X" fmla="*/ 72 w 256"/>
                <a:gd name="GluePoint36Y" fmla="*/ 73 h 152"/>
                <a:gd name="GluePoint37X" fmla="*/ 144 w 256"/>
                <a:gd name="GluePoint37Y" fmla="*/ 16 h 152"/>
                <a:gd name="GluePoint38X" fmla="*/ 220 w 256"/>
                <a:gd name="GluePoint38Y" fmla="*/ 84 h 152"/>
                <a:gd name="GluePoint39X" fmla="*/ 220 w 256"/>
                <a:gd name="GluePoint39Y" fmla="*/ 88 h 152"/>
                <a:gd name="GluePoint40X" fmla="*/ 224 w 256"/>
                <a:gd name="GluePoint40Y" fmla="*/ 88 h 152"/>
                <a:gd name="GluePoint41X" fmla="*/ 248 w 256"/>
                <a:gd name="GluePoint41Y" fmla="*/ 120 h 152"/>
                <a:gd name="GluePoint42X" fmla="*/ 224 w 256"/>
                <a:gd name="GluePoint4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49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2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04" name="Freeform 123"/>
            <p:cNvSpPr/>
            <p:nvPr/>
          </p:nvSpPr>
          <p:spPr>
            <a:xfrm>
              <a:off x="5344920" y="3034440"/>
              <a:ext cx="39240" cy="702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70200"/>
                <a:gd name="textAreaBottom" fmla="*/ 70560 h 70200"/>
                <a:gd name="GluePoint1X" fmla="*/ 13 w 28"/>
                <a:gd name="GluePoint1Y" fmla="*/ 0 h 50"/>
                <a:gd name="GluePoint2X" fmla="*/ 0 w 28"/>
                <a:gd name="GluePoint2Y" fmla="*/ 28 h 50"/>
                <a:gd name="GluePoint3X" fmla="*/ 16 w 28"/>
                <a:gd name="GluePoint3Y" fmla="*/ 28 h 50"/>
                <a:gd name="GluePoint4X" fmla="*/ 6 w 28"/>
                <a:gd name="GluePoint4Y" fmla="*/ 46 h 50"/>
                <a:gd name="GluePoint5X" fmla="*/ 12 w 28"/>
                <a:gd name="GluePoint5Y" fmla="*/ 50 h 50"/>
                <a:gd name="GluePoint6X" fmla="*/ 28 w 28"/>
                <a:gd name="GluePoint6Y" fmla="*/ 21 h 50"/>
                <a:gd name="GluePoint7X" fmla="*/ 10 w 28"/>
                <a:gd name="GluePoint7Y" fmla="*/ 21 h 50"/>
                <a:gd name="GluePoint8X" fmla="*/ 18 w 28"/>
                <a:gd name="GluePoint8Y" fmla="*/ 3 h 50"/>
                <a:gd name="GluePoint9X" fmla="*/ 13 w 28"/>
                <a:gd name="GluePoint9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8" h="50">
                  <a:moveTo>
                    <a:pt x="13" y="0"/>
                  </a:move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2" y="50"/>
                  </a:lnTo>
                  <a:lnTo>
                    <a:pt x="28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05" name="Freeform 124"/>
            <p:cNvSpPr/>
            <p:nvPr/>
          </p:nvSpPr>
          <p:spPr>
            <a:xfrm>
              <a:off x="5392800" y="3034440"/>
              <a:ext cx="37800" cy="702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70200"/>
                <a:gd name="textAreaBottom" fmla="*/ 70560 h 70200"/>
                <a:gd name="GluePoint1X" fmla="*/ 12 w 27"/>
                <a:gd name="GluePoint1Y" fmla="*/ 0 h 50"/>
                <a:gd name="GluePoint2X" fmla="*/ 0 w 27"/>
                <a:gd name="GluePoint2Y" fmla="*/ 28 h 50"/>
                <a:gd name="GluePoint3X" fmla="*/ 16 w 27"/>
                <a:gd name="GluePoint3Y" fmla="*/ 28 h 50"/>
                <a:gd name="GluePoint4X" fmla="*/ 5 w 27"/>
                <a:gd name="GluePoint4Y" fmla="*/ 46 h 50"/>
                <a:gd name="GluePoint5X" fmla="*/ 11 w 27"/>
                <a:gd name="GluePoint5Y" fmla="*/ 50 h 50"/>
                <a:gd name="GluePoint6X" fmla="*/ 27 w 27"/>
                <a:gd name="GluePoint6Y" fmla="*/ 21 h 50"/>
                <a:gd name="GluePoint7X" fmla="*/ 10 w 27"/>
                <a:gd name="GluePoint7Y" fmla="*/ 21 h 50"/>
                <a:gd name="GluePoint8X" fmla="*/ 18 w 27"/>
                <a:gd name="GluePoint8Y" fmla="*/ 3 h 50"/>
                <a:gd name="GluePoint9X" fmla="*/ 12 w 27"/>
                <a:gd name="GluePoint9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7" h="50">
                  <a:moveTo>
                    <a:pt x="12" y="0"/>
                  </a:moveTo>
                  <a:lnTo>
                    <a:pt x="0" y="28"/>
                  </a:lnTo>
                  <a:lnTo>
                    <a:pt x="16" y="28"/>
                  </a:lnTo>
                  <a:lnTo>
                    <a:pt x="5" y="46"/>
                  </a:lnTo>
                  <a:lnTo>
                    <a:pt x="11" y="50"/>
                  </a:lnTo>
                  <a:lnTo>
                    <a:pt x="27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06" name="Freeform 125"/>
            <p:cNvSpPr/>
            <p:nvPr/>
          </p:nvSpPr>
          <p:spPr>
            <a:xfrm>
              <a:off x="5297040" y="3034440"/>
              <a:ext cx="39240" cy="702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70200"/>
                <a:gd name="textAreaBottom" fmla="*/ 70560 h 70200"/>
                <a:gd name="GluePoint1X" fmla="*/ 13 w 28"/>
                <a:gd name="GluePoint1Y" fmla="*/ 0 h 50"/>
                <a:gd name="GluePoint2X" fmla="*/ 0 w 28"/>
                <a:gd name="GluePoint2Y" fmla="*/ 28 h 50"/>
                <a:gd name="GluePoint3X" fmla="*/ 16 w 28"/>
                <a:gd name="GluePoint3Y" fmla="*/ 28 h 50"/>
                <a:gd name="GluePoint4X" fmla="*/ 6 w 28"/>
                <a:gd name="GluePoint4Y" fmla="*/ 46 h 50"/>
                <a:gd name="GluePoint5X" fmla="*/ 12 w 28"/>
                <a:gd name="GluePoint5Y" fmla="*/ 50 h 50"/>
                <a:gd name="GluePoint6X" fmla="*/ 28 w 28"/>
                <a:gd name="GluePoint6Y" fmla="*/ 21 h 50"/>
                <a:gd name="GluePoint7X" fmla="*/ 10 w 28"/>
                <a:gd name="GluePoint7Y" fmla="*/ 21 h 50"/>
                <a:gd name="GluePoint8X" fmla="*/ 19 w 28"/>
                <a:gd name="GluePoint8Y" fmla="*/ 3 h 50"/>
                <a:gd name="GluePoint9X" fmla="*/ 13 w 28"/>
                <a:gd name="GluePoint9Y" fmla="*/ 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8" h="50">
                  <a:moveTo>
                    <a:pt x="13" y="0"/>
                  </a:move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2" y="50"/>
                  </a:lnTo>
                  <a:lnTo>
                    <a:pt x="28" y="21"/>
                  </a:lnTo>
                  <a:lnTo>
                    <a:pt x="10" y="21"/>
                  </a:lnTo>
                  <a:lnTo>
                    <a:pt x="19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807" name="Группа 444"/>
          <p:cNvGrpSpPr/>
          <p:nvPr/>
        </p:nvGrpSpPr>
        <p:grpSpPr>
          <a:xfrm>
            <a:off x="5607000" y="2847240"/>
            <a:ext cx="302400" cy="257400"/>
            <a:chOff x="5607000" y="2847240"/>
            <a:chExt cx="302400" cy="257400"/>
          </a:xfrm>
        </p:grpSpPr>
        <p:sp>
          <p:nvSpPr>
            <p:cNvPr id="3808" name="Freeform 126"/>
            <p:cNvSpPr/>
            <p:nvPr/>
          </p:nvSpPr>
          <p:spPr>
            <a:xfrm>
              <a:off x="5607000" y="284724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2 w 256"/>
                <a:gd name="GluePoint1Y" fmla="*/ 100 h 152"/>
                <a:gd name="GluePoint2X" fmla="*/ 20 w 256"/>
                <a:gd name="GluePoint2Y" fmla="*/ 112 h 152"/>
                <a:gd name="GluePoint3X" fmla="*/ 60 w 256"/>
                <a:gd name="GluePoint3Y" fmla="*/ 152 h 152"/>
                <a:gd name="GluePoint4X" fmla="*/ 224 w 256"/>
                <a:gd name="GluePoint4Y" fmla="*/ 152 h 152"/>
                <a:gd name="GluePoint5X" fmla="*/ 256 w 256"/>
                <a:gd name="GluePoint5Y" fmla="*/ 120 h 152"/>
                <a:gd name="GluePoint6X" fmla="*/ 228 w 256"/>
                <a:gd name="GluePoint6Y" fmla="*/ 80 h 152"/>
                <a:gd name="GluePoint7X" fmla="*/ 144 w 256"/>
                <a:gd name="GluePoint7Y" fmla="*/ 8 h 152"/>
                <a:gd name="GluePoint8X" fmla="*/ 100 w 256"/>
                <a:gd name="GluePoint8Y" fmla="*/ 21 h 152"/>
                <a:gd name="GluePoint9X" fmla="*/ 56 w 256"/>
                <a:gd name="GluePoint9Y" fmla="*/ 0 h 152"/>
                <a:gd name="GluePoint10X" fmla="*/ 0 w 256"/>
                <a:gd name="GluePoint10Y" fmla="*/ 56 h 152"/>
                <a:gd name="GluePoint11X" fmla="*/ 9 w 256"/>
                <a:gd name="GluePoint11Y" fmla="*/ 86 h 152"/>
                <a:gd name="GluePoint12X" fmla="*/ 22 w 256"/>
                <a:gd name="GluePoint12Y" fmla="*/ 100 h 152"/>
                <a:gd name="GluePoint13X" fmla="*/ 220 w 256"/>
                <a:gd name="GluePoint13Y" fmla="*/ 84 h 152"/>
                <a:gd name="GluePoint14X" fmla="*/ 220 w 256"/>
                <a:gd name="GluePoint14Y" fmla="*/ 88 h 152"/>
                <a:gd name="GluePoint15X" fmla="*/ 224 w 256"/>
                <a:gd name="GluePoint15Y" fmla="*/ 88 h 152"/>
                <a:gd name="GluePoint16X" fmla="*/ 248 w 256"/>
                <a:gd name="GluePoint16Y" fmla="*/ 120 h 152"/>
                <a:gd name="GluePoint17X" fmla="*/ 224 w 256"/>
                <a:gd name="GluePoint17Y" fmla="*/ 144 h 152"/>
                <a:gd name="GluePoint18X" fmla="*/ 60 w 256"/>
                <a:gd name="GluePoint18Y" fmla="*/ 144 h 152"/>
                <a:gd name="GluePoint19X" fmla="*/ 28 w 256"/>
                <a:gd name="GluePoint19Y" fmla="*/ 112 h 152"/>
                <a:gd name="GluePoint20X" fmla="*/ 60 w 256"/>
                <a:gd name="GluePoint20Y" fmla="*/ 76 h 152"/>
                <a:gd name="GluePoint21X" fmla="*/ 72 w 256"/>
                <a:gd name="GluePoint21Y" fmla="*/ 76 h 152"/>
                <a:gd name="GluePoint22X" fmla="*/ 72 w 256"/>
                <a:gd name="GluePoint22Y" fmla="*/ 73 h 152"/>
                <a:gd name="GluePoint23X" fmla="*/ 144 w 256"/>
                <a:gd name="GluePoint23Y" fmla="*/ 16 h 152"/>
                <a:gd name="GluePoint24X" fmla="*/ 220 w 256"/>
                <a:gd name="GluePoint24Y" fmla="*/ 84 h 152"/>
                <a:gd name="GluePoint25X" fmla="*/ 56 w 256"/>
                <a:gd name="GluePoint25Y" fmla="*/ 8 h 152"/>
                <a:gd name="GluePoint26X" fmla="*/ 93 w 256"/>
                <a:gd name="GluePoint26Y" fmla="*/ 25 h 152"/>
                <a:gd name="GluePoint27X" fmla="*/ 65 w 256"/>
                <a:gd name="GluePoint27Y" fmla="*/ 68 h 152"/>
                <a:gd name="GluePoint28X" fmla="*/ 60 w 256"/>
                <a:gd name="GluePoint28Y" fmla="*/ 68 h 152"/>
                <a:gd name="GluePoint29X" fmla="*/ 25 w 256"/>
                <a:gd name="GluePoint29Y" fmla="*/ 92 h 152"/>
                <a:gd name="GluePoint30X" fmla="*/ 16 w 256"/>
                <a:gd name="GluePoint30Y" fmla="*/ 82 h 152"/>
                <a:gd name="GluePoint31X" fmla="*/ 8 w 256"/>
                <a:gd name="GluePoint31Y" fmla="*/ 56 h 152"/>
                <a:gd name="GluePoint32X" fmla="*/ 56 w 256"/>
                <a:gd name="GluePoint32Y" fmla="*/ 8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56" h="152">
                  <a:moveTo>
                    <a:pt x="22" y="100"/>
                  </a:move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lose/>
                  <a:moveTo>
                    <a:pt x="220" y="84"/>
                  </a:move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lose/>
                  <a:moveTo>
                    <a:pt x="56" y="8"/>
                  </a:move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ubicBezTo>
                    <a:pt x="11" y="74"/>
                    <a:pt x="8" y="65"/>
                    <a:pt x="8" y="56"/>
                  </a:cubicBezTo>
                  <a:cubicBezTo>
                    <a:pt x="8" y="30"/>
                    <a:pt x="30" y="8"/>
                    <a:pt x="5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09" name="Freeform 127"/>
            <p:cNvSpPr/>
            <p:nvPr/>
          </p:nvSpPr>
          <p:spPr>
            <a:xfrm>
              <a:off x="5738040" y="3034440"/>
              <a:ext cx="37800" cy="702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70200"/>
                <a:gd name="textAreaBottom" fmla="*/ 70560 h 70200"/>
                <a:gd name="GluePoint1X" fmla="*/ 11 w 27"/>
                <a:gd name="GluePoint1Y" fmla="*/ 50 h 50"/>
                <a:gd name="GluePoint2X" fmla="*/ 27 w 27"/>
                <a:gd name="GluePoint2Y" fmla="*/ 21 h 50"/>
                <a:gd name="GluePoint3X" fmla="*/ 10 w 27"/>
                <a:gd name="GluePoint3Y" fmla="*/ 21 h 50"/>
                <a:gd name="GluePoint4X" fmla="*/ 18 w 27"/>
                <a:gd name="GluePoint4Y" fmla="*/ 3 h 50"/>
                <a:gd name="GluePoint5X" fmla="*/ 12 w 27"/>
                <a:gd name="GluePoint5Y" fmla="*/ 0 h 50"/>
                <a:gd name="GluePoint6X" fmla="*/ 0 w 27"/>
                <a:gd name="GluePoint6Y" fmla="*/ 28 h 50"/>
                <a:gd name="GluePoint7X" fmla="*/ 16 w 27"/>
                <a:gd name="GluePoint7Y" fmla="*/ 28 h 50"/>
                <a:gd name="GluePoint8X" fmla="*/ 6 w 27"/>
                <a:gd name="GluePoint8Y" fmla="*/ 46 h 50"/>
                <a:gd name="GluePoint9X" fmla="*/ 11 w 27"/>
                <a:gd name="GluePoint9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7" h="50">
                  <a:moveTo>
                    <a:pt x="11" y="50"/>
                  </a:moveTo>
                  <a:lnTo>
                    <a:pt x="27" y="21"/>
                  </a:lnTo>
                  <a:lnTo>
                    <a:pt x="10" y="21"/>
                  </a:lnTo>
                  <a:lnTo>
                    <a:pt x="18" y="3"/>
                  </a:lnTo>
                  <a:lnTo>
                    <a:pt x="12" y="0"/>
                  </a:ln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1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10" name="Freeform 128"/>
            <p:cNvSpPr/>
            <p:nvPr/>
          </p:nvSpPr>
          <p:spPr>
            <a:xfrm>
              <a:off x="5784480" y="3034440"/>
              <a:ext cx="39240" cy="702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70200"/>
                <a:gd name="textAreaBottom" fmla="*/ 70560 h 70200"/>
                <a:gd name="GluePoint1X" fmla="*/ 12 w 28"/>
                <a:gd name="GluePoint1Y" fmla="*/ 50 h 50"/>
                <a:gd name="GluePoint2X" fmla="*/ 28 w 28"/>
                <a:gd name="GluePoint2Y" fmla="*/ 21 h 50"/>
                <a:gd name="GluePoint3X" fmla="*/ 10 w 28"/>
                <a:gd name="GluePoint3Y" fmla="*/ 21 h 50"/>
                <a:gd name="GluePoint4X" fmla="*/ 19 w 28"/>
                <a:gd name="GluePoint4Y" fmla="*/ 3 h 50"/>
                <a:gd name="GluePoint5X" fmla="*/ 13 w 28"/>
                <a:gd name="GluePoint5Y" fmla="*/ 0 h 50"/>
                <a:gd name="GluePoint6X" fmla="*/ 0 w 28"/>
                <a:gd name="GluePoint6Y" fmla="*/ 28 h 50"/>
                <a:gd name="GluePoint7X" fmla="*/ 16 w 28"/>
                <a:gd name="GluePoint7Y" fmla="*/ 28 h 50"/>
                <a:gd name="GluePoint8X" fmla="*/ 6 w 28"/>
                <a:gd name="GluePoint8Y" fmla="*/ 46 h 50"/>
                <a:gd name="GluePoint9X" fmla="*/ 12 w 28"/>
                <a:gd name="GluePoint9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8" h="50">
                  <a:moveTo>
                    <a:pt x="12" y="50"/>
                  </a:moveTo>
                  <a:lnTo>
                    <a:pt x="28" y="21"/>
                  </a:lnTo>
                  <a:lnTo>
                    <a:pt x="10" y="21"/>
                  </a:lnTo>
                  <a:lnTo>
                    <a:pt x="19" y="3"/>
                  </a:lnTo>
                  <a:lnTo>
                    <a:pt x="13" y="0"/>
                  </a:ln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2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11" name="Freeform 129"/>
            <p:cNvSpPr/>
            <p:nvPr/>
          </p:nvSpPr>
          <p:spPr>
            <a:xfrm>
              <a:off x="5690160" y="3034440"/>
              <a:ext cx="39240" cy="702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70200"/>
                <a:gd name="textAreaBottom" fmla="*/ 70560 h 70200"/>
                <a:gd name="GluePoint1X" fmla="*/ 12 w 28"/>
                <a:gd name="GluePoint1Y" fmla="*/ 50 h 50"/>
                <a:gd name="GluePoint2X" fmla="*/ 28 w 28"/>
                <a:gd name="GluePoint2Y" fmla="*/ 21 h 50"/>
                <a:gd name="GluePoint3X" fmla="*/ 10 w 28"/>
                <a:gd name="GluePoint3Y" fmla="*/ 21 h 50"/>
                <a:gd name="GluePoint4X" fmla="*/ 19 w 28"/>
                <a:gd name="GluePoint4Y" fmla="*/ 3 h 50"/>
                <a:gd name="GluePoint5X" fmla="*/ 13 w 28"/>
                <a:gd name="GluePoint5Y" fmla="*/ 0 h 50"/>
                <a:gd name="GluePoint6X" fmla="*/ 0 w 28"/>
                <a:gd name="GluePoint6Y" fmla="*/ 28 h 50"/>
                <a:gd name="GluePoint7X" fmla="*/ 16 w 28"/>
                <a:gd name="GluePoint7Y" fmla="*/ 28 h 50"/>
                <a:gd name="GluePoint8X" fmla="*/ 6 w 28"/>
                <a:gd name="GluePoint8Y" fmla="*/ 46 h 50"/>
                <a:gd name="GluePoint9X" fmla="*/ 12 w 28"/>
                <a:gd name="GluePoint9Y" fmla="*/ 50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8" h="50">
                  <a:moveTo>
                    <a:pt x="12" y="50"/>
                  </a:moveTo>
                  <a:lnTo>
                    <a:pt x="28" y="21"/>
                  </a:lnTo>
                  <a:lnTo>
                    <a:pt x="10" y="21"/>
                  </a:lnTo>
                  <a:lnTo>
                    <a:pt x="19" y="3"/>
                  </a:lnTo>
                  <a:lnTo>
                    <a:pt x="13" y="0"/>
                  </a:lnTo>
                  <a:lnTo>
                    <a:pt x="0" y="28"/>
                  </a:lnTo>
                  <a:lnTo>
                    <a:pt x="16" y="28"/>
                  </a:lnTo>
                  <a:lnTo>
                    <a:pt x="6" y="46"/>
                  </a:lnTo>
                  <a:lnTo>
                    <a:pt x="12" y="5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812" name="Freeform 130"/>
          <p:cNvSpPr/>
          <p:nvPr/>
        </p:nvSpPr>
        <p:spPr>
          <a:xfrm>
            <a:off x="6781680" y="1638720"/>
            <a:ext cx="311040" cy="315000"/>
          </a:xfrm>
          <a:custGeom>
            <a:avLst/>
            <a:gdLst>
              <a:gd name="textAreaLeft" fmla="*/ 0 w 311040"/>
              <a:gd name="textAreaRight" fmla="*/ 311400 w 311040"/>
              <a:gd name="textAreaTop" fmla="*/ 0 h 315000"/>
              <a:gd name="textAreaBottom" fmla="*/ 315360 h 315000"/>
              <a:gd name="GluePoint1X" fmla="*/ 111 w 221"/>
              <a:gd name="GluePoint1Y" fmla="*/ 0 h 224"/>
              <a:gd name="GluePoint2X" fmla="*/ 82 w 221"/>
              <a:gd name="GluePoint2Y" fmla="*/ 84 h 224"/>
              <a:gd name="GluePoint3X" fmla="*/ 0 w 221"/>
              <a:gd name="GluePoint3Y" fmla="*/ 84 h 224"/>
              <a:gd name="GluePoint4X" fmla="*/ 66 w 221"/>
              <a:gd name="GluePoint4Y" fmla="*/ 136 h 224"/>
              <a:gd name="GluePoint5X" fmla="*/ 37 w 221"/>
              <a:gd name="GluePoint5Y" fmla="*/ 224 h 224"/>
              <a:gd name="GluePoint6X" fmla="*/ 111 w 221"/>
              <a:gd name="GluePoint6Y" fmla="*/ 169 h 224"/>
              <a:gd name="GluePoint7X" fmla="*/ 185 w 221"/>
              <a:gd name="GluePoint7Y" fmla="*/ 224 h 224"/>
              <a:gd name="GluePoint8X" fmla="*/ 155 w 221"/>
              <a:gd name="GluePoint8Y" fmla="*/ 136 h 224"/>
              <a:gd name="GluePoint9X" fmla="*/ 221 w 221"/>
              <a:gd name="GluePoint9Y" fmla="*/ 84 h 224"/>
              <a:gd name="GluePoint10X" fmla="*/ 140 w 221"/>
              <a:gd name="GluePoint10Y" fmla="*/ 84 h 224"/>
              <a:gd name="GluePoint11X" fmla="*/ 111 w 221"/>
              <a:gd name="GluePoint11Y" fmla="*/ 0 h 224"/>
              <a:gd name="GluePoint12X" fmla="*/ 147 w 221"/>
              <a:gd name="GluePoint12Y" fmla="*/ 134 h 224"/>
              <a:gd name="GluePoint13X" fmla="*/ 171 w 221"/>
              <a:gd name="GluePoint13Y" fmla="*/ 206 h 224"/>
              <a:gd name="GluePoint14X" fmla="*/ 111 w 221"/>
              <a:gd name="GluePoint14Y" fmla="*/ 161 h 224"/>
              <a:gd name="GluePoint15X" fmla="*/ 50 w 221"/>
              <a:gd name="GluePoint15Y" fmla="*/ 206 h 224"/>
              <a:gd name="GluePoint16X" fmla="*/ 74 w 221"/>
              <a:gd name="GluePoint16Y" fmla="*/ 134 h 224"/>
              <a:gd name="GluePoint17X" fmla="*/ 19 w 221"/>
              <a:gd name="GluePoint17Y" fmla="*/ 91 h 224"/>
              <a:gd name="GluePoint18X" fmla="*/ 87 w 221"/>
              <a:gd name="GluePoint18Y" fmla="*/ 91 h 224"/>
              <a:gd name="GluePoint19X" fmla="*/ 111 w 221"/>
              <a:gd name="GluePoint19Y" fmla="*/ 21 h 224"/>
              <a:gd name="GluePoint20X" fmla="*/ 135 w 221"/>
              <a:gd name="GluePoint20Y" fmla="*/ 91 h 224"/>
              <a:gd name="GluePoint21X" fmla="*/ 202 w 221"/>
              <a:gd name="GluePoint21Y" fmla="*/ 91 h 224"/>
              <a:gd name="GluePoint22X" fmla="*/ 147 w 221"/>
              <a:gd name="GluePoint22Y" fmla="*/ 134 h 2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221" h="224">
                <a:moveTo>
                  <a:pt x="111" y="0"/>
                </a:moveTo>
                <a:lnTo>
                  <a:pt x="82" y="84"/>
                </a:lnTo>
                <a:lnTo>
                  <a:pt x="0" y="84"/>
                </a:lnTo>
                <a:lnTo>
                  <a:pt x="66" y="136"/>
                </a:lnTo>
                <a:lnTo>
                  <a:pt x="37" y="224"/>
                </a:lnTo>
                <a:lnTo>
                  <a:pt x="111" y="169"/>
                </a:lnTo>
                <a:lnTo>
                  <a:pt x="185" y="224"/>
                </a:lnTo>
                <a:lnTo>
                  <a:pt x="155" y="136"/>
                </a:lnTo>
                <a:lnTo>
                  <a:pt x="221" y="84"/>
                </a:lnTo>
                <a:lnTo>
                  <a:pt x="140" y="84"/>
                </a:lnTo>
                <a:lnTo>
                  <a:pt x="111" y="0"/>
                </a:lnTo>
                <a:close/>
                <a:moveTo>
                  <a:pt x="147" y="134"/>
                </a:moveTo>
                <a:lnTo>
                  <a:pt x="171" y="206"/>
                </a:lnTo>
                <a:lnTo>
                  <a:pt x="111" y="161"/>
                </a:lnTo>
                <a:lnTo>
                  <a:pt x="50" y="206"/>
                </a:lnTo>
                <a:lnTo>
                  <a:pt x="74" y="134"/>
                </a:lnTo>
                <a:lnTo>
                  <a:pt x="19" y="91"/>
                </a:lnTo>
                <a:lnTo>
                  <a:pt x="87" y="91"/>
                </a:lnTo>
                <a:lnTo>
                  <a:pt x="111" y="21"/>
                </a:lnTo>
                <a:lnTo>
                  <a:pt x="135" y="91"/>
                </a:lnTo>
                <a:lnTo>
                  <a:pt x="202" y="91"/>
                </a:lnTo>
                <a:lnTo>
                  <a:pt x="147" y="134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13" name="Freeform 131"/>
          <p:cNvSpPr/>
          <p:nvPr/>
        </p:nvSpPr>
        <p:spPr>
          <a:xfrm>
            <a:off x="2074680" y="2040120"/>
            <a:ext cx="299520" cy="299520"/>
          </a:xfrm>
          <a:custGeom>
            <a:avLst/>
            <a:gdLst>
              <a:gd name="textAreaLeft" fmla="*/ 0 w 299520"/>
              <a:gd name="textAreaRight" fmla="*/ 299880 w 299520"/>
              <a:gd name="textAreaTop" fmla="*/ 0 h 299520"/>
              <a:gd name="textAreaBottom" fmla="*/ 299880 h 299520"/>
              <a:gd name="GluePoint1X" fmla="*/ 37 w 254"/>
              <a:gd name="GluePoint1Y" fmla="*/ 131 h 254"/>
              <a:gd name="GluePoint2X" fmla="*/ 99 w 254"/>
              <a:gd name="GluePoint2Y" fmla="*/ 149 h 254"/>
              <a:gd name="GluePoint3X" fmla="*/ 19 w 254"/>
              <a:gd name="GluePoint3Y" fmla="*/ 191 h 254"/>
              <a:gd name="GluePoint4X" fmla="*/ 55 w 254"/>
              <a:gd name="GluePoint4Y" fmla="*/ 199 h 254"/>
              <a:gd name="GluePoint5X" fmla="*/ 63 w 254"/>
              <a:gd name="GluePoint5Y" fmla="*/ 235 h 254"/>
              <a:gd name="GluePoint6X" fmla="*/ 105 w 254"/>
              <a:gd name="GluePoint6Y" fmla="*/ 155 h 254"/>
              <a:gd name="GluePoint7X" fmla="*/ 123 w 254"/>
              <a:gd name="GluePoint7Y" fmla="*/ 217 h 254"/>
              <a:gd name="GluePoint8X" fmla="*/ 98 w 254"/>
              <a:gd name="GluePoint8Y" fmla="*/ 254 h 254"/>
              <a:gd name="GluePoint9X" fmla="*/ 156 w 254"/>
              <a:gd name="GluePoint9Y" fmla="*/ 254 h 254"/>
              <a:gd name="GluePoint10X" fmla="*/ 131 w 254"/>
              <a:gd name="GluePoint10Y" fmla="*/ 217 h 254"/>
              <a:gd name="GluePoint11X" fmla="*/ 150 w 254"/>
              <a:gd name="GluePoint11Y" fmla="*/ 155 h 254"/>
              <a:gd name="GluePoint12X" fmla="*/ 191 w 254"/>
              <a:gd name="GluePoint12Y" fmla="*/ 235 h 254"/>
              <a:gd name="GluePoint13X" fmla="*/ 199 w 254"/>
              <a:gd name="GluePoint13Y" fmla="*/ 199 h 254"/>
              <a:gd name="GluePoint14X" fmla="*/ 235 w 254"/>
              <a:gd name="GluePoint14Y" fmla="*/ 191 h 254"/>
              <a:gd name="GluePoint15X" fmla="*/ 155 w 254"/>
              <a:gd name="GluePoint15Y" fmla="*/ 149 h 254"/>
              <a:gd name="GluePoint16X" fmla="*/ 218 w 254"/>
              <a:gd name="GluePoint16Y" fmla="*/ 131 h 254"/>
              <a:gd name="GluePoint17X" fmla="*/ 254 w 254"/>
              <a:gd name="GluePoint17Y" fmla="*/ 156 h 254"/>
              <a:gd name="GluePoint18X" fmla="*/ 254 w 254"/>
              <a:gd name="GluePoint18Y" fmla="*/ 98 h 254"/>
              <a:gd name="GluePoint19X" fmla="*/ 218 w 254"/>
              <a:gd name="GluePoint19Y" fmla="*/ 123 h 254"/>
              <a:gd name="GluePoint20X" fmla="*/ 155 w 254"/>
              <a:gd name="GluePoint20Y" fmla="*/ 104 h 254"/>
              <a:gd name="GluePoint21X" fmla="*/ 235 w 254"/>
              <a:gd name="GluePoint21Y" fmla="*/ 63 h 254"/>
              <a:gd name="GluePoint22X" fmla="*/ 199 w 254"/>
              <a:gd name="GluePoint22Y" fmla="*/ 55 h 254"/>
              <a:gd name="GluePoint23X" fmla="*/ 191 w 254"/>
              <a:gd name="GluePoint23Y" fmla="*/ 19 h 254"/>
              <a:gd name="GluePoint24X" fmla="*/ 150 w 254"/>
              <a:gd name="GluePoint24Y" fmla="*/ 99 h 254"/>
              <a:gd name="GluePoint25X" fmla="*/ 131 w 254"/>
              <a:gd name="GluePoint25Y" fmla="*/ 36 h 254"/>
              <a:gd name="GluePoint26X" fmla="*/ 156 w 254"/>
              <a:gd name="GluePoint26Y" fmla="*/ 0 h 254"/>
              <a:gd name="GluePoint27X" fmla="*/ 98 w 254"/>
              <a:gd name="GluePoint27Y" fmla="*/ 0 h 254"/>
              <a:gd name="GluePoint28X" fmla="*/ 123 w 254"/>
              <a:gd name="GluePoint28Y" fmla="*/ 36 h 254"/>
              <a:gd name="GluePoint29X" fmla="*/ 105 w 254"/>
              <a:gd name="GluePoint29Y" fmla="*/ 99 h 254"/>
              <a:gd name="GluePoint30X" fmla="*/ 63 w 254"/>
              <a:gd name="GluePoint30Y" fmla="*/ 19 h 254"/>
              <a:gd name="GluePoint31X" fmla="*/ 55 w 254"/>
              <a:gd name="GluePoint31Y" fmla="*/ 55 h 254"/>
              <a:gd name="GluePoint32X" fmla="*/ 19 w 254"/>
              <a:gd name="GluePoint32Y" fmla="*/ 63 h 254"/>
              <a:gd name="GluePoint33X" fmla="*/ 99 w 254"/>
              <a:gd name="GluePoint33Y" fmla="*/ 104 h 254"/>
              <a:gd name="GluePoint34X" fmla="*/ 37 w 254"/>
              <a:gd name="GluePoint34Y" fmla="*/ 123 h 254"/>
              <a:gd name="GluePoint35X" fmla="*/ 0 w 254"/>
              <a:gd name="GluePoint35Y" fmla="*/ 98 h 254"/>
              <a:gd name="GluePoint36X" fmla="*/ 0 w 254"/>
              <a:gd name="GluePoint36Y" fmla="*/ 156 h 254"/>
              <a:gd name="GluePoint37X" fmla="*/ 127 w 254"/>
              <a:gd name="GluePoint37Y" fmla="*/ 99 h 254"/>
              <a:gd name="GluePoint38X" fmla="*/ 127 w 254"/>
              <a:gd name="GluePoint38Y" fmla="*/ 155 h 254"/>
              <a:gd name="GluePoint39X" fmla="*/ 127 w 254"/>
              <a:gd name="GluePoint39Y" fmla="*/ 99 h 25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</a:cxnLst>
            <a:rect l="textAreaLeft" t="textAreaTop" r="textAreaRight" b="textAreaBottom"/>
            <a:pathLst>
              <a:path w="254" h="254">
                <a:moveTo>
                  <a:pt x="6" y="162"/>
                </a:moveTo>
                <a:cubicBezTo>
                  <a:pt x="37" y="131"/>
                  <a:pt x="37" y="131"/>
                  <a:pt x="37" y="131"/>
                </a:cubicBezTo>
                <a:cubicBezTo>
                  <a:pt x="91" y="131"/>
                  <a:pt x="91" y="131"/>
                  <a:pt x="91" y="131"/>
                </a:cubicBezTo>
                <a:cubicBezTo>
                  <a:pt x="92" y="138"/>
                  <a:pt x="95" y="144"/>
                  <a:pt x="99" y="149"/>
                </a:cubicBezTo>
                <a:cubicBezTo>
                  <a:pt x="58" y="191"/>
                  <a:pt x="58" y="191"/>
                  <a:pt x="58" y="191"/>
                </a:cubicBezTo>
                <a:cubicBezTo>
                  <a:pt x="19" y="191"/>
                  <a:pt x="19" y="191"/>
                  <a:pt x="19" y="191"/>
                </a:cubicBezTo>
                <a:cubicBezTo>
                  <a:pt x="19" y="199"/>
                  <a:pt x="19" y="199"/>
                  <a:pt x="19" y="199"/>
                </a:cubicBezTo>
                <a:cubicBezTo>
                  <a:pt x="55" y="199"/>
                  <a:pt x="55" y="199"/>
                  <a:pt x="55" y="199"/>
                </a:cubicBezTo>
                <a:cubicBezTo>
                  <a:pt x="55" y="235"/>
                  <a:pt x="55" y="235"/>
                  <a:pt x="55" y="235"/>
                </a:cubicBezTo>
                <a:cubicBezTo>
                  <a:pt x="63" y="235"/>
                  <a:pt x="63" y="235"/>
                  <a:pt x="63" y="235"/>
                </a:cubicBezTo>
                <a:cubicBezTo>
                  <a:pt x="63" y="196"/>
                  <a:pt x="63" y="196"/>
                  <a:pt x="63" y="196"/>
                </a:cubicBezTo>
                <a:cubicBezTo>
                  <a:pt x="105" y="155"/>
                  <a:pt x="105" y="155"/>
                  <a:pt x="105" y="155"/>
                </a:cubicBezTo>
                <a:cubicBezTo>
                  <a:pt x="110" y="159"/>
                  <a:pt x="116" y="162"/>
                  <a:pt x="123" y="163"/>
                </a:cubicBezTo>
                <a:cubicBezTo>
                  <a:pt x="123" y="217"/>
                  <a:pt x="123" y="217"/>
                  <a:pt x="123" y="217"/>
                </a:cubicBezTo>
                <a:cubicBezTo>
                  <a:pt x="92" y="248"/>
                  <a:pt x="92" y="248"/>
                  <a:pt x="92" y="248"/>
                </a:cubicBezTo>
                <a:cubicBezTo>
                  <a:pt x="98" y="254"/>
                  <a:pt x="98" y="254"/>
                  <a:pt x="98" y="254"/>
                </a:cubicBezTo>
                <a:cubicBezTo>
                  <a:pt x="127" y="224"/>
                  <a:pt x="127" y="224"/>
                  <a:pt x="127" y="224"/>
                </a:cubicBezTo>
                <a:cubicBezTo>
                  <a:pt x="156" y="254"/>
                  <a:pt x="156" y="254"/>
                  <a:pt x="156" y="254"/>
                </a:cubicBezTo>
                <a:cubicBezTo>
                  <a:pt x="162" y="248"/>
                  <a:pt x="162" y="248"/>
                  <a:pt x="162" y="248"/>
                </a:cubicBezTo>
                <a:cubicBezTo>
                  <a:pt x="131" y="217"/>
                  <a:pt x="131" y="217"/>
                  <a:pt x="131" y="217"/>
                </a:cubicBezTo>
                <a:cubicBezTo>
                  <a:pt x="131" y="163"/>
                  <a:pt x="131" y="163"/>
                  <a:pt x="131" y="163"/>
                </a:cubicBezTo>
                <a:cubicBezTo>
                  <a:pt x="138" y="162"/>
                  <a:pt x="144" y="159"/>
                  <a:pt x="150" y="155"/>
                </a:cubicBezTo>
                <a:cubicBezTo>
                  <a:pt x="191" y="196"/>
                  <a:pt x="191" y="196"/>
                  <a:pt x="191" y="196"/>
                </a:cubicBezTo>
                <a:cubicBezTo>
                  <a:pt x="191" y="235"/>
                  <a:pt x="191" y="235"/>
                  <a:pt x="191" y="235"/>
                </a:cubicBezTo>
                <a:cubicBezTo>
                  <a:pt x="199" y="235"/>
                  <a:pt x="199" y="235"/>
                  <a:pt x="199" y="235"/>
                </a:cubicBezTo>
                <a:cubicBezTo>
                  <a:pt x="199" y="199"/>
                  <a:pt x="199" y="199"/>
                  <a:pt x="199" y="199"/>
                </a:cubicBezTo>
                <a:cubicBezTo>
                  <a:pt x="235" y="199"/>
                  <a:pt x="235" y="199"/>
                  <a:pt x="235" y="199"/>
                </a:cubicBezTo>
                <a:cubicBezTo>
                  <a:pt x="235" y="191"/>
                  <a:pt x="235" y="191"/>
                  <a:pt x="235" y="191"/>
                </a:cubicBezTo>
                <a:cubicBezTo>
                  <a:pt x="197" y="191"/>
                  <a:pt x="197" y="191"/>
                  <a:pt x="197" y="191"/>
                </a:cubicBezTo>
                <a:cubicBezTo>
                  <a:pt x="155" y="149"/>
                  <a:pt x="155" y="149"/>
                  <a:pt x="155" y="149"/>
                </a:cubicBezTo>
                <a:cubicBezTo>
                  <a:pt x="159" y="144"/>
                  <a:pt x="162" y="138"/>
                  <a:pt x="163" y="131"/>
                </a:cubicBezTo>
                <a:cubicBezTo>
                  <a:pt x="218" y="131"/>
                  <a:pt x="218" y="131"/>
                  <a:pt x="218" y="131"/>
                </a:cubicBezTo>
                <a:cubicBezTo>
                  <a:pt x="248" y="162"/>
                  <a:pt x="248" y="162"/>
                  <a:pt x="248" y="162"/>
                </a:cubicBezTo>
                <a:cubicBezTo>
                  <a:pt x="254" y="156"/>
                  <a:pt x="254" y="156"/>
                  <a:pt x="254" y="156"/>
                </a:cubicBezTo>
                <a:cubicBezTo>
                  <a:pt x="225" y="127"/>
                  <a:pt x="225" y="127"/>
                  <a:pt x="225" y="127"/>
                </a:cubicBezTo>
                <a:cubicBezTo>
                  <a:pt x="254" y="98"/>
                  <a:pt x="254" y="98"/>
                  <a:pt x="254" y="98"/>
                </a:cubicBezTo>
                <a:cubicBezTo>
                  <a:pt x="248" y="92"/>
                  <a:pt x="248" y="92"/>
                  <a:pt x="248" y="92"/>
                </a:cubicBezTo>
                <a:cubicBezTo>
                  <a:pt x="218" y="123"/>
                  <a:pt x="218" y="123"/>
                  <a:pt x="218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2" y="116"/>
                  <a:pt x="159" y="110"/>
                  <a:pt x="155" y="104"/>
                </a:cubicBezTo>
                <a:cubicBezTo>
                  <a:pt x="197" y="63"/>
                  <a:pt x="197" y="63"/>
                  <a:pt x="197" y="63"/>
                </a:cubicBezTo>
                <a:cubicBezTo>
                  <a:pt x="235" y="63"/>
                  <a:pt x="235" y="63"/>
                  <a:pt x="235" y="63"/>
                </a:cubicBezTo>
                <a:cubicBezTo>
                  <a:pt x="235" y="55"/>
                  <a:pt x="235" y="55"/>
                  <a:pt x="235" y="55"/>
                </a:cubicBezTo>
                <a:cubicBezTo>
                  <a:pt x="199" y="55"/>
                  <a:pt x="199" y="55"/>
                  <a:pt x="199" y="55"/>
                </a:cubicBezTo>
                <a:cubicBezTo>
                  <a:pt x="199" y="19"/>
                  <a:pt x="199" y="19"/>
                  <a:pt x="199" y="19"/>
                </a:cubicBezTo>
                <a:cubicBezTo>
                  <a:pt x="191" y="19"/>
                  <a:pt x="191" y="19"/>
                  <a:pt x="191" y="19"/>
                </a:cubicBezTo>
                <a:cubicBezTo>
                  <a:pt x="191" y="57"/>
                  <a:pt x="191" y="57"/>
                  <a:pt x="191" y="57"/>
                </a:cubicBezTo>
                <a:cubicBezTo>
                  <a:pt x="150" y="99"/>
                  <a:pt x="150" y="99"/>
                  <a:pt x="150" y="99"/>
                </a:cubicBezTo>
                <a:cubicBezTo>
                  <a:pt x="144" y="95"/>
                  <a:pt x="138" y="92"/>
                  <a:pt x="131" y="91"/>
                </a:cubicBezTo>
                <a:cubicBezTo>
                  <a:pt x="131" y="36"/>
                  <a:pt x="131" y="36"/>
                  <a:pt x="131" y="36"/>
                </a:cubicBezTo>
                <a:cubicBezTo>
                  <a:pt x="162" y="6"/>
                  <a:pt x="162" y="6"/>
                  <a:pt x="162" y="6"/>
                </a:cubicBezTo>
                <a:cubicBezTo>
                  <a:pt x="156" y="0"/>
                  <a:pt x="156" y="0"/>
                  <a:pt x="156" y="0"/>
                </a:cubicBezTo>
                <a:cubicBezTo>
                  <a:pt x="127" y="29"/>
                  <a:pt x="127" y="29"/>
                  <a:pt x="127" y="29"/>
                </a:cubicBezTo>
                <a:cubicBezTo>
                  <a:pt x="98" y="0"/>
                  <a:pt x="98" y="0"/>
                  <a:pt x="98" y="0"/>
                </a:cubicBezTo>
                <a:cubicBezTo>
                  <a:pt x="92" y="6"/>
                  <a:pt x="92" y="6"/>
                  <a:pt x="92" y="6"/>
                </a:cubicBezTo>
                <a:cubicBezTo>
                  <a:pt x="123" y="36"/>
                  <a:pt x="123" y="36"/>
                  <a:pt x="123" y="36"/>
                </a:cubicBezTo>
                <a:cubicBezTo>
                  <a:pt x="123" y="91"/>
                  <a:pt x="123" y="91"/>
                  <a:pt x="123" y="91"/>
                </a:cubicBezTo>
                <a:cubicBezTo>
                  <a:pt x="116" y="92"/>
                  <a:pt x="110" y="95"/>
                  <a:pt x="105" y="99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19"/>
                  <a:pt x="63" y="19"/>
                  <a:pt x="63" y="19"/>
                </a:cubicBezTo>
                <a:cubicBezTo>
                  <a:pt x="55" y="19"/>
                  <a:pt x="55" y="19"/>
                  <a:pt x="55" y="19"/>
                </a:cubicBezTo>
                <a:cubicBezTo>
                  <a:pt x="55" y="55"/>
                  <a:pt x="55" y="55"/>
                  <a:pt x="55" y="55"/>
                </a:cubicBezTo>
                <a:cubicBezTo>
                  <a:pt x="19" y="55"/>
                  <a:pt x="19" y="55"/>
                  <a:pt x="19" y="55"/>
                </a:cubicBezTo>
                <a:cubicBezTo>
                  <a:pt x="19" y="63"/>
                  <a:pt x="19" y="63"/>
                  <a:pt x="19" y="63"/>
                </a:cubicBezTo>
                <a:cubicBezTo>
                  <a:pt x="58" y="63"/>
                  <a:pt x="58" y="63"/>
                  <a:pt x="58" y="63"/>
                </a:cubicBezTo>
                <a:cubicBezTo>
                  <a:pt x="99" y="104"/>
                  <a:pt x="99" y="104"/>
                  <a:pt x="99" y="104"/>
                </a:cubicBezTo>
                <a:cubicBezTo>
                  <a:pt x="95" y="110"/>
                  <a:pt x="92" y="116"/>
                  <a:pt x="91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6" y="92"/>
                  <a:pt x="6" y="92"/>
                  <a:pt x="6" y="92"/>
                </a:cubicBezTo>
                <a:cubicBezTo>
                  <a:pt x="0" y="98"/>
                  <a:pt x="0" y="98"/>
                  <a:pt x="0" y="98"/>
                </a:cubicBezTo>
                <a:cubicBezTo>
                  <a:pt x="30" y="127"/>
                  <a:pt x="30" y="127"/>
                  <a:pt x="30" y="127"/>
                </a:cubicBezTo>
                <a:cubicBezTo>
                  <a:pt x="0" y="156"/>
                  <a:pt x="0" y="156"/>
                  <a:pt x="0" y="156"/>
                </a:cubicBezTo>
                <a:lnTo>
                  <a:pt x="6" y="162"/>
                </a:lnTo>
                <a:close/>
                <a:moveTo>
                  <a:pt x="127" y="99"/>
                </a:moveTo>
                <a:cubicBezTo>
                  <a:pt x="143" y="99"/>
                  <a:pt x="155" y="111"/>
                  <a:pt x="155" y="127"/>
                </a:cubicBezTo>
                <a:cubicBezTo>
                  <a:pt x="155" y="142"/>
                  <a:pt x="143" y="155"/>
                  <a:pt x="127" y="155"/>
                </a:cubicBezTo>
                <a:cubicBezTo>
                  <a:pt x="112" y="155"/>
                  <a:pt x="99" y="142"/>
                  <a:pt x="99" y="127"/>
                </a:cubicBezTo>
                <a:cubicBezTo>
                  <a:pt x="99" y="111"/>
                  <a:pt x="112" y="99"/>
                  <a:pt x="127" y="99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814" name="Группа 416"/>
          <p:cNvGrpSpPr/>
          <p:nvPr/>
        </p:nvGrpSpPr>
        <p:grpSpPr>
          <a:xfrm>
            <a:off x="3252240" y="2043000"/>
            <a:ext cx="302400" cy="294120"/>
            <a:chOff x="3252240" y="2043000"/>
            <a:chExt cx="302400" cy="294120"/>
          </a:xfrm>
        </p:grpSpPr>
        <p:sp>
          <p:nvSpPr>
            <p:cNvPr id="3815" name="Freeform 132"/>
            <p:cNvSpPr/>
            <p:nvPr/>
          </p:nvSpPr>
          <p:spPr>
            <a:xfrm>
              <a:off x="3276000" y="2081160"/>
              <a:ext cx="278640" cy="18000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180000"/>
                <a:gd name="textAreaBottom" fmla="*/ 180360 h 180000"/>
                <a:gd name="GluePoint1X" fmla="*/ 207 w 236"/>
                <a:gd name="GluePoint1Y" fmla="*/ 80 h 152"/>
                <a:gd name="GluePoint2X" fmla="*/ 124 w 236"/>
                <a:gd name="GluePoint2Y" fmla="*/ 8 h 152"/>
                <a:gd name="GluePoint3X" fmla="*/ 101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204 w 236"/>
                <a:gd name="GluePoint9Y" fmla="*/ 152 h 152"/>
                <a:gd name="GluePoint10X" fmla="*/ 236 w 236"/>
                <a:gd name="GluePoint10Y" fmla="*/ 120 h 152"/>
                <a:gd name="GluePoint11X" fmla="*/ 207 w 236"/>
                <a:gd name="GluePoint11Y" fmla="*/ 80 h 152"/>
                <a:gd name="GluePoint12X" fmla="*/ 20 w 236"/>
                <a:gd name="GluePoint12Y" fmla="*/ 56 h 152"/>
                <a:gd name="GluePoint13X" fmla="*/ 68 w 236"/>
                <a:gd name="GluePoint13Y" fmla="*/ 8 h 152"/>
                <a:gd name="GluePoint14X" fmla="*/ 91 w 236"/>
                <a:gd name="GluePoint14Y" fmla="*/ 14 h 152"/>
                <a:gd name="GluePoint15X" fmla="*/ 44 w 236"/>
                <a:gd name="GluePoint15Y" fmla="*/ 68 h 152"/>
                <a:gd name="GluePoint16X" fmla="*/ 40 w 236"/>
                <a:gd name="GluePoint16Y" fmla="*/ 68 h 152"/>
                <a:gd name="GluePoint17X" fmla="*/ 23 w 236"/>
                <a:gd name="GluePoint17Y" fmla="*/ 72 h 152"/>
                <a:gd name="GluePoint18X" fmla="*/ 20 w 236"/>
                <a:gd name="GluePoint18Y" fmla="*/ 56 h 152"/>
                <a:gd name="GluePoint19X" fmla="*/ 204 w 236"/>
                <a:gd name="GluePoint19Y" fmla="*/ 144 h 152"/>
                <a:gd name="GluePoint20X" fmla="*/ 40 w 236"/>
                <a:gd name="GluePoint20Y" fmla="*/ 144 h 152"/>
                <a:gd name="GluePoint21X" fmla="*/ 8 w 236"/>
                <a:gd name="GluePoint21Y" fmla="*/ 112 h 152"/>
                <a:gd name="GluePoint22X" fmla="*/ 40 w 236"/>
                <a:gd name="GluePoint22Y" fmla="*/ 76 h 152"/>
                <a:gd name="GluePoint23X" fmla="*/ 51 w 236"/>
                <a:gd name="GluePoint23Y" fmla="*/ 76 h 152"/>
                <a:gd name="GluePoint24X" fmla="*/ 52 w 236"/>
                <a:gd name="GluePoint24Y" fmla="*/ 73 h 152"/>
                <a:gd name="GluePoint25X" fmla="*/ 124 w 236"/>
                <a:gd name="GluePoint25Y" fmla="*/ 16 h 152"/>
                <a:gd name="GluePoint26X" fmla="*/ 200 w 236"/>
                <a:gd name="GluePoint26Y" fmla="*/ 84 h 152"/>
                <a:gd name="GluePoint27X" fmla="*/ 200 w 236"/>
                <a:gd name="GluePoint27Y" fmla="*/ 88 h 152"/>
                <a:gd name="GluePoint28X" fmla="*/ 204 w 236"/>
                <a:gd name="GluePoint28Y" fmla="*/ 88 h 152"/>
                <a:gd name="GluePoint29X" fmla="*/ 228 w 236"/>
                <a:gd name="GluePoint29Y" fmla="*/ 120 h 152"/>
                <a:gd name="GluePoint30X" fmla="*/ 204 w 236"/>
                <a:gd name="GluePoint30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236" h="152">
                  <a:moveTo>
                    <a:pt x="207" y="80"/>
                  </a:moveTo>
                  <a:cubicBezTo>
                    <a:pt x="205" y="40"/>
                    <a:pt x="169" y="8"/>
                    <a:pt x="124" y="8"/>
                  </a:cubicBezTo>
                  <a:cubicBezTo>
                    <a:pt x="116" y="8"/>
                    <a:pt x="108" y="9"/>
                    <a:pt x="101" y="11"/>
                  </a:cubicBezTo>
                  <a:cubicBezTo>
                    <a:pt x="91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4"/>
                    <a:pt x="14" y="70"/>
                    <a:pt x="17" y="76"/>
                  </a:cubicBezTo>
                  <a:cubicBezTo>
                    <a:pt x="6" y="84"/>
                    <a:pt x="0" y="97"/>
                    <a:pt x="0" y="112"/>
                  </a:cubicBezTo>
                  <a:cubicBezTo>
                    <a:pt x="0" y="135"/>
                    <a:pt x="16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2" y="152"/>
                    <a:pt x="236" y="139"/>
                    <a:pt x="236" y="120"/>
                  </a:cubicBezTo>
                  <a:cubicBezTo>
                    <a:pt x="236" y="102"/>
                    <a:pt x="224" y="83"/>
                    <a:pt x="207" y="80"/>
                  </a:cubicBezTo>
                  <a:close/>
                  <a:moveTo>
                    <a:pt x="20" y="56"/>
                  </a:moveTo>
                  <a:cubicBezTo>
                    <a:pt x="20" y="29"/>
                    <a:pt x="41" y="8"/>
                    <a:pt x="68" y="8"/>
                  </a:cubicBezTo>
                  <a:cubicBezTo>
                    <a:pt x="76" y="8"/>
                    <a:pt x="84" y="10"/>
                    <a:pt x="91" y="14"/>
                  </a:cubicBezTo>
                  <a:cubicBezTo>
                    <a:pt x="68" y="24"/>
                    <a:pt x="50" y="43"/>
                    <a:pt x="44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8" y="69"/>
                    <a:pt x="23" y="72"/>
                  </a:cubicBezTo>
                  <a:cubicBezTo>
                    <a:pt x="21" y="67"/>
                    <a:pt x="20" y="62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5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4"/>
                    <a:pt x="218" y="144"/>
                    <a:pt x="20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16" name="Rectangle 133"/>
            <p:cNvSpPr/>
            <p:nvPr/>
          </p:nvSpPr>
          <p:spPr>
            <a:xfrm>
              <a:off x="3252240" y="214308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17" name="Rectangle 134"/>
            <p:cNvSpPr/>
            <p:nvPr/>
          </p:nvSpPr>
          <p:spPr>
            <a:xfrm>
              <a:off x="3350880" y="2043000"/>
              <a:ext cx="9360" cy="291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18" name="Freeform 135"/>
            <p:cNvSpPr/>
            <p:nvPr/>
          </p:nvSpPr>
          <p:spPr>
            <a:xfrm>
              <a:off x="3267720" y="2058480"/>
              <a:ext cx="33480" cy="34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34920"/>
                <a:gd name="textAreaBottom" fmla="*/ 35280 h 34920"/>
                <a:gd name="GluePoint1X" fmla="*/ 4 w 24"/>
                <a:gd name="GluePoint1Y" fmla="*/ 0 h 25"/>
                <a:gd name="GluePoint2X" fmla="*/ 24 w 24"/>
                <a:gd name="GluePoint2Y" fmla="*/ 20 h 25"/>
                <a:gd name="GluePoint3X" fmla="*/ 20 w 24"/>
                <a:gd name="GluePoint3Y" fmla="*/ 25 h 25"/>
                <a:gd name="GluePoint4X" fmla="*/ 0 w 24"/>
                <a:gd name="GluePoint4Y" fmla="*/ 5 h 25"/>
                <a:gd name="GluePoint5X" fmla="*/ 4 w 24"/>
                <a:gd name="GluePoint5Y" fmla="*/ 0 h 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4" h="25">
                  <a:moveTo>
                    <a:pt x="4" y="0"/>
                  </a:moveTo>
                  <a:lnTo>
                    <a:pt x="24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7640" bIns="17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19" name="Rectangle 136"/>
            <p:cNvSpPr/>
            <p:nvPr/>
          </p:nvSpPr>
          <p:spPr>
            <a:xfrm>
              <a:off x="3360600" y="2271240"/>
              <a:ext cx="9360" cy="18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000" bIns="9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0" name="Rectangle 137"/>
            <p:cNvSpPr/>
            <p:nvPr/>
          </p:nvSpPr>
          <p:spPr>
            <a:xfrm>
              <a:off x="3360600" y="2309040"/>
              <a:ext cx="9360" cy="18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000" bIns="9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1" name="Freeform 138"/>
            <p:cNvSpPr/>
            <p:nvPr/>
          </p:nvSpPr>
          <p:spPr>
            <a:xfrm>
              <a:off x="3371760" y="2276640"/>
              <a:ext cx="15120" cy="1656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6560"/>
                <a:gd name="textAreaBottom" fmla="*/ 16920 h 16560"/>
                <a:gd name="GluePoint1X" fmla="*/ 4 w 11"/>
                <a:gd name="GluePoint1Y" fmla="*/ 12 h 12"/>
                <a:gd name="GluePoint2X" fmla="*/ 0 w 11"/>
                <a:gd name="GluePoint2Y" fmla="*/ 7 h 12"/>
                <a:gd name="GluePoint3X" fmla="*/ 6 w 11"/>
                <a:gd name="GluePoint3Y" fmla="*/ 0 h 12"/>
                <a:gd name="GluePoint4X" fmla="*/ 11 w 11"/>
                <a:gd name="GluePoint4Y" fmla="*/ 5 h 12"/>
                <a:gd name="GluePoint5X" fmla="*/ 4 w 11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2">
                  <a:moveTo>
                    <a:pt x="4" y="12"/>
                  </a:moveTo>
                  <a:lnTo>
                    <a:pt x="0" y="7"/>
                  </a:lnTo>
                  <a:lnTo>
                    <a:pt x="6" y="0"/>
                  </a:lnTo>
                  <a:lnTo>
                    <a:pt x="11" y="5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2" name="Freeform 139"/>
            <p:cNvSpPr/>
            <p:nvPr/>
          </p:nvSpPr>
          <p:spPr>
            <a:xfrm>
              <a:off x="3343680" y="2305080"/>
              <a:ext cx="15120" cy="1656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6560"/>
                <a:gd name="textAreaBottom" fmla="*/ 16920 h 16560"/>
                <a:gd name="GluePoint1X" fmla="*/ 4 w 11"/>
                <a:gd name="GluePoint1Y" fmla="*/ 12 h 12"/>
                <a:gd name="GluePoint2X" fmla="*/ 0 w 11"/>
                <a:gd name="GluePoint2Y" fmla="*/ 7 h 12"/>
                <a:gd name="GluePoint3X" fmla="*/ 6 w 11"/>
                <a:gd name="GluePoint3Y" fmla="*/ 0 h 12"/>
                <a:gd name="GluePoint4X" fmla="*/ 11 w 11"/>
                <a:gd name="GluePoint4Y" fmla="*/ 5 h 12"/>
                <a:gd name="GluePoint5X" fmla="*/ 4 w 11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2">
                  <a:moveTo>
                    <a:pt x="4" y="12"/>
                  </a:moveTo>
                  <a:lnTo>
                    <a:pt x="0" y="7"/>
                  </a:lnTo>
                  <a:lnTo>
                    <a:pt x="6" y="0"/>
                  </a:lnTo>
                  <a:lnTo>
                    <a:pt x="11" y="5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3" name="Freeform 140"/>
            <p:cNvSpPr/>
            <p:nvPr/>
          </p:nvSpPr>
          <p:spPr>
            <a:xfrm>
              <a:off x="3371760" y="2305080"/>
              <a:ext cx="15120" cy="1656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6560"/>
                <a:gd name="textAreaBottom" fmla="*/ 16920 h 16560"/>
                <a:gd name="GluePoint1X" fmla="*/ 11 w 11"/>
                <a:gd name="GluePoint1Y" fmla="*/ 7 h 12"/>
                <a:gd name="GluePoint2X" fmla="*/ 6 w 11"/>
                <a:gd name="GluePoint2Y" fmla="*/ 12 h 12"/>
                <a:gd name="GluePoint3X" fmla="*/ 0 w 11"/>
                <a:gd name="GluePoint3Y" fmla="*/ 5 h 12"/>
                <a:gd name="GluePoint4X" fmla="*/ 4 w 11"/>
                <a:gd name="GluePoint4Y" fmla="*/ 0 h 12"/>
                <a:gd name="GluePoint5X" fmla="*/ 11 w 11"/>
                <a:gd name="GluePoint5Y" fmla="*/ 7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2">
                  <a:moveTo>
                    <a:pt x="11" y="7"/>
                  </a:moveTo>
                  <a:lnTo>
                    <a:pt x="6" y="12"/>
                  </a:lnTo>
                  <a:lnTo>
                    <a:pt x="0" y="5"/>
                  </a:lnTo>
                  <a:lnTo>
                    <a:pt x="4" y="0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4" name="Freeform 141"/>
            <p:cNvSpPr/>
            <p:nvPr/>
          </p:nvSpPr>
          <p:spPr>
            <a:xfrm>
              <a:off x="3343680" y="2276640"/>
              <a:ext cx="15120" cy="1656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6560"/>
                <a:gd name="textAreaBottom" fmla="*/ 16920 h 16560"/>
                <a:gd name="GluePoint1X" fmla="*/ 0 w 11"/>
                <a:gd name="GluePoint1Y" fmla="*/ 5 h 12"/>
                <a:gd name="GluePoint2X" fmla="*/ 4 w 11"/>
                <a:gd name="GluePoint2Y" fmla="*/ 0 h 12"/>
                <a:gd name="GluePoint3X" fmla="*/ 11 w 11"/>
                <a:gd name="GluePoint3Y" fmla="*/ 7 h 12"/>
                <a:gd name="GluePoint4X" fmla="*/ 6 w 11"/>
                <a:gd name="GluePoint4Y" fmla="*/ 12 h 12"/>
                <a:gd name="GluePoint5X" fmla="*/ 0 w 11"/>
                <a:gd name="GluePoint5Y" fmla="*/ 5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2">
                  <a:moveTo>
                    <a:pt x="0" y="5"/>
                  </a:moveTo>
                  <a:lnTo>
                    <a:pt x="4" y="0"/>
                  </a:lnTo>
                  <a:lnTo>
                    <a:pt x="11" y="7"/>
                  </a:lnTo>
                  <a:lnTo>
                    <a:pt x="6" y="12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5" name="Rectangle 142"/>
            <p:cNvSpPr/>
            <p:nvPr/>
          </p:nvSpPr>
          <p:spPr>
            <a:xfrm>
              <a:off x="3374640" y="2293560"/>
              <a:ext cx="194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6" name="Rectangle 143"/>
            <p:cNvSpPr/>
            <p:nvPr/>
          </p:nvSpPr>
          <p:spPr>
            <a:xfrm>
              <a:off x="3336480" y="2293560"/>
              <a:ext cx="194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7" name="Rectangle 144"/>
            <p:cNvSpPr/>
            <p:nvPr/>
          </p:nvSpPr>
          <p:spPr>
            <a:xfrm>
              <a:off x="3454920" y="2279520"/>
              <a:ext cx="9360" cy="194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720" bIns="9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8" name="Rectangle 145"/>
            <p:cNvSpPr/>
            <p:nvPr/>
          </p:nvSpPr>
          <p:spPr>
            <a:xfrm>
              <a:off x="3454920" y="2317680"/>
              <a:ext cx="9360" cy="194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720" bIns="9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29" name="Freeform 146"/>
            <p:cNvSpPr/>
            <p:nvPr/>
          </p:nvSpPr>
          <p:spPr>
            <a:xfrm>
              <a:off x="3466080" y="2286720"/>
              <a:ext cx="15120" cy="1512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5120"/>
                <a:gd name="textAreaBottom" fmla="*/ 15480 h 15120"/>
                <a:gd name="GluePoint1X" fmla="*/ 4 w 11"/>
                <a:gd name="GluePoint1Y" fmla="*/ 11 h 11"/>
                <a:gd name="GluePoint2X" fmla="*/ 0 w 11"/>
                <a:gd name="GluePoint2Y" fmla="*/ 6 h 11"/>
                <a:gd name="GluePoint3X" fmla="*/ 7 w 11"/>
                <a:gd name="GluePoint3Y" fmla="*/ 0 h 11"/>
                <a:gd name="GluePoint4X" fmla="*/ 11 w 11"/>
                <a:gd name="GluePoint4Y" fmla="*/ 5 h 11"/>
                <a:gd name="GluePoint5X" fmla="*/ 4 w 11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1">
                  <a:moveTo>
                    <a:pt x="4" y="11"/>
                  </a:moveTo>
                  <a:lnTo>
                    <a:pt x="0" y="6"/>
                  </a:lnTo>
                  <a:lnTo>
                    <a:pt x="7" y="0"/>
                  </a:lnTo>
                  <a:lnTo>
                    <a:pt x="11" y="5"/>
                  </a:lnTo>
                  <a:lnTo>
                    <a:pt x="4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30" name="Freeform 147"/>
            <p:cNvSpPr/>
            <p:nvPr/>
          </p:nvSpPr>
          <p:spPr>
            <a:xfrm>
              <a:off x="3438000" y="2314800"/>
              <a:ext cx="15120" cy="1512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5120"/>
                <a:gd name="textAreaBottom" fmla="*/ 15480 h 15120"/>
                <a:gd name="GluePoint1X" fmla="*/ 4 w 11"/>
                <a:gd name="GluePoint1Y" fmla="*/ 11 h 11"/>
                <a:gd name="GluePoint2X" fmla="*/ 0 w 11"/>
                <a:gd name="GluePoint2Y" fmla="*/ 6 h 11"/>
                <a:gd name="GluePoint3X" fmla="*/ 6 w 11"/>
                <a:gd name="GluePoint3Y" fmla="*/ 0 h 11"/>
                <a:gd name="GluePoint4X" fmla="*/ 11 w 11"/>
                <a:gd name="GluePoint4Y" fmla="*/ 5 h 11"/>
                <a:gd name="GluePoint5X" fmla="*/ 4 w 11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1">
                  <a:moveTo>
                    <a:pt x="4" y="11"/>
                  </a:moveTo>
                  <a:lnTo>
                    <a:pt x="0" y="6"/>
                  </a:lnTo>
                  <a:lnTo>
                    <a:pt x="6" y="0"/>
                  </a:lnTo>
                  <a:lnTo>
                    <a:pt x="11" y="5"/>
                  </a:lnTo>
                  <a:lnTo>
                    <a:pt x="4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31" name="Freeform 148"/>
            <p:cNvSpPr/>
            <p:nvPr/>
          </p:nvSpPr>
          <p:spPr>
            <a:xfrm>
              <a:off x="3466080" y="2314800"/>
              <a:ext cx="15120" cy="1512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5120"/>
                <a:gd name="textAreaBottom" fmla="*/ 15480 h 15120"/>
                <a:gd name="GluePoint1X" fmla="*/ 11 w 11"/>
                <a:gd name="GluePoint1Y" fmla="*/ 6 h 11"/>
                <a:gd name="GluePoint2X" fmla="*/ 7 w 11"/>
                <a:gd name="GluePoint2Y" fmla="*/ 11 h 11"/>
                <a:gd name="GluePoint3X" fmla="*/ 0 w 11"/>
                <a:gd name="GluePoint3Y" fmla="*/ 5 h 11"/>
                <a:gd name="GluePoint4X" fmla="*/ 4 w 11"/>
                <a:gd name="GluePoint4Y" fmla="*/ 0 h 11"/>
                <a:gd name="GluePoint5X" fmla="*/ 11 w 11"/>
                <a:gd name="GluePoint5Y" fmla="*/ 6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1">
                  <a:moveTo>
                    <a:pt x="11" y="6"/>
                  </a:moveTo>
                  <a:lnTo>
                    <a:pt x="7" y="11"/>
                  </a:lnTo>
                  <a:lnTo>
                    <a:pt x="0" y="5"/>
                  </a:lnTo>
                  <a:lnTo>
                    <a:pt x="4" y="0"/>
                  </a:lnTo>
                  <a:lnTo>
                    <a:pt x="11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32" name="Freeform 149"/>
            <p:cNvSpPr/>
            <p:nvPr/>
          </p:nvSpPr>
          <p:spPr>
            <a:xfrm>
              <a:off x="3438000" y="2286720"/>
              <a:ext cx="15120" cy="1512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5120"/>
                <a:gd name="textAreaBottom" fmla="*/ 15480 h 15120"/>
                <a:gd name="GluePoint1X" fmla="*/ 0 w 11"/>
                <a:gd name="GluePoint1Y" fmla="*/ 5 h 11"/>
                <a:gd name="GluePoint2X" fmla="*/ 4 w 11"/>
                <a:gd name="GluePoint2Y" fmla="*/ 0 h 11"/>
                <a:gd name="GluePoint3X" fmla="*/ 11 w 11"/>
                <a:gd name="GluePoint3Y" fmla="*/ 6 h 11"/>
                <a:gd name="GluePoint4X" fmla="*/ 6 w 11"/>
                <a:gd name="GluePoint4Y" fmla="*/ 11 h 11"/>
                <a:gd name="GluePoint5X" fmla="*/ 0 w 11"/>
                <a:gd name="GluePoint5Y" fmla="*/ 5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1">
                  <a:moveTo>
                    <a:pt x="0" y="5"/>
                  </a:moveTo>
                  <a:lnTo>
                    <a:pt x="4" y="0"/>
                  </a:lnTo>
                  <a:lnTo>
                    <a:pt x="11" y="6"/>
                  </a:lnTo>
                  <a:lnTo>
                    <a:pt x="6" y="11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33" name="Rectangle 150"/>
            <p:cNvSpPr/>
            <p:nvPr/>
          </p:nvSpPr>
          <p:spPr>
            <a:xfrm>
              <a:off x="3468960" y="2303640"/>
              <a:ext cx="194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34" name="Rectangle 151"/>
            <p:cNvSpPr/>
            <p:nvPr/>
          </p:nvSpPr>
          <p:spPr>
            <a:xfrm>
              <a:off x="3432240" y="2303640"/>
              <a:ext cx="180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835" name="Группа 417"/>
          <p:cNvGrpSpPr/>
          <p:nvPr/>
        </p:nvGrpSpPr>
        <p:grpSpPr>
          <a:xfrm>
            <a:off x="3645000" y="2062800"/>
            <a:ext cx="302400" cy="254520"/>
            <a:chOff x="3645000" y="2062800"/>
            <a:chExt cx="302400" cy="254520"/>
          </a:xfrm>
        </p:grpSpPr>
        <p:sp>
          <p:nvSpPr>
            <p:cNvPr id="3836" name="Freeform 152"/>
            <p:cNvSpPr/>
            <p:nvPr/>
          </p:nvSpPr>
          <p:spPr>
            <a:xfrm>
              <a:off x="3645000" y="206280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99 w 256"/>
                <a:gd name="GluePoint3Y" fmla="*/ 20 h 152"/>
                <a:gd name="GluePoint4X" fmla="*/ 56 w 256"/>
                <a:gd name="GluePoint4Y" fmla="*/ 0 h 152"/>
                <a:gd name="GluePoint5X" fmla="*/ 45 w 256"/>
                <a:gd name="GluePoint5Y" fmla="*/ 1 h 152"/>
                <a:gd name="GluePoint6X" fmla="*/ 40 w 256"/>
                <a:gd name="GluePoint6Y" fmla="*/ 2 h 152"/>
                <a:gd name="GluePoint7X" fmla="*/ 43 w 256"/>
                <a:gd name="GluePoint7Y" fmla="*/ 7 h 152"/>
                <a:gd name="GluePoint8X" fmla="*/ 48 w 256"/>
                <a:gd name="GluePoint8Y" fmla="*/ 24 h 152"/>
                <a:gd name="GluePoint9X" fmla="*/ 16 w 256"/>
                <a:gd name="GluePoint9Y" fmla="*/ 56 h 152"/>
                <a:gd name="GluePoint10X" fmla="*/ 5 w 256"/>
                <a:gd name="GluePoint10Y" fmla="*/ 54 h 152"/>
                <a:gd name="GluePoint11X" fmla="*/ 0 w 256"/>
                <a:gd name="GluePoint11Y" fmla="*/ 52 h 152"/>
                <a:gd name="GluePoint12X" fmla="*/ 0 w 256"/>
                <a:gd name="GluePoint12Y" fmla="*/ 58 h 152"/>
                <a:gd name="GluePoint13X" fmla="*/ 9 w 256"/>
                <a:gd name="GluePoint13Y" fmla="*/ 86 h 152"/>
                <a:gd name="GluePoint14X" fmla="*/ 21 w 256"/>
                <a:gd name="GluePoint14Y" fmla="*/ 100 h 152"/>
                <a:gd name="GluePoint15X" fmla="*/ 20 w 256"/>
                <a:gd name="GluePoint15Y" fmla="*/ 112 h 152"/>
                <a:gd name="GluePoint16X" fmla="*/ 60 w 256"/>
                <a:gd name="GluePoint16Y" fmla="*/ 152 h 152"/>
                <a:gd name="GluePoint17X" fmla="*/ 224 w 256"/>
                <a:gd name="GluePoint17Y" fmla="*/ 152 h 152"/>
                <a:gd name="GluePoint18X" fmla="*/ 256 w 256"/>
                <a:gd name="GluePoint18Y" fmla="*/ 120 h 152"/>
                <a:gd name="GluePoint19X" fmla="*/ 228 w 256"/>
                <a:gd name="GluePoint19Y" fmla="*/ 80 h 152"/>
                <a:gd name="GluePoint20X" fmla="*/ 15 w 256"/>
                <a:gd name="GluePoint20Y" fmla="*/ 82 h 152"/>
                <a:gd name="GluePoint21X" fmla="*/ 8 w 256"/>
                <a:gd name="GluePoint21Y" fmla="*/ 63 h 152"/>
                <a:gd name="GluePoint22X" fmla="*/ 16 w 256"/>
                <a:gd name="GluePoint22Y" fmla="*/ 64 h 152"/>
                <a:gd name="GluePoint23X" fmla="*/ 56 w 256"/>
                <a:gd name="GluePoint23Y" fmla="*/ 24 h 152"/>
                <a:gd name="GluePoint24X" fmla="*/ 52 w 256"/>
                <a:gd name="GluePoint24Y" fmla="*/ 8 h 152"/>
                <a:gd name="GluePoint25X" fmla="*/ 56 w 256"/>
                <a:gd name="GluePoint25Y" fmla="*/ 8 h 152"/>
                <a:gd name="GluePoint26X" fmla="*/ 93 w 256"/>
                <a:gd name="GluePoint26Y" fmla="*/ 25 h 152"/>
                <a:gd name="GluePoint27X" fmla="*/ 65 w 256"/>
                <a:gd name="GluePoint27Y" fmla="*/ 68 h 152"/>
                <a:gd name="GluePoint28X" fmla="*/ 60 w 256"/>
                <a:gd name="GluePoint28Y" fmla="*/ 68 h 152"/>
                <a:gd name="GluePoint29X" fmla="*/ 24 w 256"/>
                <a:gd name="GluePoint29Y" fmla="*/ 92 h 152"/>
                <a:gd name="GluePoint30X" fmla="*/ 15 w 256"/>
                <a:gd name="GluePoint30Y" fmla="*/ 82 h 152"/>
                <a:gd name="GluePoint31X" fmla="*/ 224 w 256"/>
                <a:gd name="GluePoint31Y" fmla="*/ 144 h 152"/>
                <a:gd name="GluePoint32X" fmla="*/ 60 w 256"/>
                <a:gd name="GluePoint32Y" fmla="*/ 144 h 152"/>
                <a:gd name="GluePoint33X" fmla="*/ 28 w 256"/>
                <a:gd name="GluePoint33Y" fmla="*/ 112 h 152"/>
                <a:gd name="GluePoint34X" fmla="*/ 60 w 256"/>
                <a:gd name="GluePoint34Y" fmla="*/ 76 h 152"/>
                <a:gd name="GluePoint35X" fmla="*/ 71 w 256"/>
                <a:gd name="GluePoint35Y" fmla="*/ 76 h 152"/>
                <a:gd name="GluePoint36X" fmla="*/ 72 w 256"/>
                <a:gd name="GluePoint36Y" fmla="*/ 73 h 152"/>
                <a:gd name="GluePoint37X" fmla="*/ 144 w 256"/>
                <a:gd name="GluePoint37Y" fmla="*/ 16 h 152"/>
                <a:gd name="GluePoint38X" fmla="*/ 220 w 256"/>
                <a:gd name="GluePoint38Y" fmla="*/ 84 h 152"/>
                <a:gd name="GluePoint39X" fmla="*/ 220 w 256"/>
                <a:gd name="GluePoint39Y" fmla="*/ 88 h 152"/>
                <a:gd name="GluePoint40X" fmla="*/ 224 w 256"/>
                <a:gd name="GluePoint40Y" fmla="*/ 88 h 152"/>
                <a:gd name="GluePoint41X" fmla="*/ 248 w 256"/>
                <a:gd name="GluePoint41Y" fmla="*/ 120 h 152"/>
                <a:gd name="GluePoint42X" fmla="*/ 224 w 256"/>
                <a:gd name="GluePoint4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7" y="8"/>
                    <a:pt x="112" y="12"/>
                    <a:pt x="99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52" y="0"/>
                    <a:pt x="49" y="0"/>
                    <a:pt x="45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6" y="12"/>
                    <a:pt x="48" y="18"/>
                    <a:pt x="48" y="24"/>
                  </a:cubicBezTo>
                  <a:cubicBezTo>
                    <a:pt x="48" y="42"/>
                    <a:pt x="33" y="56"/>
                    <a:pt x="16" y="56"/>
                  </a:cubicBezTo>
                  <a:cubicBezTo>
                    <a:pt x="12" y="56"/>
                    <a:pt x="9" y="55"/>
                    <a:pt x="5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8"/>
                    <a:pt x="3" y="78"/>
                    <a:pt x="9" y="86"/>
                  </a:cubicBezTo>
                  <a:cubicBezTo>
                    <a:pt x="12" y="91"/>
                    <a:pt x="16" y="96"/>
                    <a:pt x="21" y="100"/>
                  </a:cubicBezTo>
                  <a:cubicBezTo>
                    <a:pt x="20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5" y="82"/>
                  </a:moveTo>
                  <a:cubicBezTo>
                    <a:pt x="12" y="76"/>
                    <a:pt x="9" y="70"/>
                    <a:pt x="8" y="63"/>
                  </a:cubicBezTo>
                  <a:cubicBezTo>
                    <a:pt x="11" y="64"/>
                    <a:pt x="13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2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0" y="8"/>
                    <a:pt x="83" y="14"/>
                    <a:pt x="93" y="25"/>
                  </a:cubicBezTo>
                  <a:cubicBezTo>
                    <a:pt x="79" y="36"/>
                    <a:pt x="69" y="50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4" y="68"/>
                    <a:pt x="31" y="78"/>
                    <a:pt x="24" y="92"/>
                  </a:cubicBezTo>
                  <a:cubicBezTo>
                    <a:pt x="21" y="89"/>
                    <a:pt x="18" y="85"/>
                    <a:pt x="15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2" y="76"/>
                    <a:pt x="60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8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4"/>
                    <a:pt x="238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37" name="Rectangle 153"/>
            <p:cNvSpPr/>
            <p:nvPr/>
          </p:nvSpPr>
          <p:spPr>
            <a:xfrm>
              <a:off x="3753720" y="2251440"/>
              <a:ext cx="9360" cy="194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720" bIns="9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38" name="Rectangle 154"/>
            <p:cNvSpPr/>
            <p:nvPr/>
          </p:nvSpPr>
          <p:spPr>
            <a:xfrm>
              <a:off x="3753720" y="2289600"/>
              <a:ext cx="9360" cy="194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720" bIns="9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39" name="Freeform 155"/>
            <p:cNvSpPr/>
            <p:nvPr/>
          </p:nvSpPr>
          <p:spPr>
            <a:xfrm>
              <a:off x="3763440" y="225720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6 w 12"/>
                <a:gd name="GluePoint1Y" fmla="*/ 12 h 12"/>
                <a:gd name="GluePoint2X" fmla="*/ 0 w 12"/>
                <a:gd name="GluePoint2Y" fmla="*/ 7 h 12"/>
                <a:gd name="GluePoint3X" fmla="*/ 7 w 12"/>
                <a:gd name="GluePoint3Y" fmla="*/ 0 h 12"/>
                <a:gd name="GluePoint4X" fmla="*/ 12 w 12"/>
                <a:gd name="GluePoint4Y" fmla="*/ 5 h 12"/>
                <a:gd name="GluePoint5X" fmla="*/ 6 w 12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6" y="12"/>
                  </a:moveTo>
                  <a:lnTo>
                    <a:pt x="0" y="7"/>
                  </a:lnTo>
                  <a:lnTo>
                    <a:pt x="7" y="0"/>
                  </a:lnTo>
                  <a:lnTo>
                    <a:pt x="12" y="5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0" name="Freeform 156"/>
            <p:cNvSpPr/>
            <p:nvPr/>
          </p:nvSpPr>
          <p:spPr>
            <a:xfrm>
              <a:off x="3735360" y="2286720"/>
              <a:ext cx="16560" cy="151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5120"/>
                <a:gd name="textAreaBottom" fmla="*/ 15480 h 15120"/>
                <a:gd name="GluePoint1X" fmla="*/ 5 w 12"/>
                <a:gd name="GluePoint1Y" fmla="*/ 11 h 11"/>
                <a:gd name="GluePoint2X" fmla="*/ 0 w 12"/>
                <a:gd name="GluePoint2Y" fmla="*/ 6 h 11"/>
                <a:gd name="GluePoint3X" fmla="*/ 7 w 12"/>
                <a:gd name="GluePoint3Y" fmla="*/ 0 h 11"/>
                <a:gd name="GluePoint4X" fmla="*/ 12 w 12"/>
                <a:gd name="GluePoint4Y" fmla="*/ 5 h 11"/>
                <a:gd name="GluePoint5X" fmla="*/ 5 w 12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1">
                  <a:moveTo>
                    <a:pt x="5" y="11"/>
                  </a:moveTo>
                  <a:lnTo>
                    <a:pt x="0" y="6"/>
                  </a:lnTo>
                  <a:lnTo>
                    <a:pt x="7" y="0"/>
                  </a:lnTo>
                  <a:lnTo>
                    <a:pt x="12" y="5"/>
                  </a:lnTo>
                  <a:lnTo>
                    <a:pt x="5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1" name="Freeform 157"/>
            <p:cNvSpPr/>
            <p:nvPr/>
          </p:nvSpPr>
          <p:spPr>
            <a:xfrm>
              <a:off x="3763440" y="2286720"/>
              <a:ext cx="16560" cy="151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5120"/>
                <a:gd name="textAreaBottom" fmla="*/ 15480 h 15120"/>
                <a:gd name="GluePoint1X" fmla="*/ 12 w 12"/>
                <a:gd name="GluePoint1Y" fmla="*/ 6 h 11"/>
                <a:gd name="GluePoint2X" fmla="*/ 7 w 12"/>
                <a:gd name="GluePoint2Y" fmla="*/ 11 h 11"/>
                <a:gd name="GluePoint3X" fmla="*/ 0 w 12"/>
                <a:gd name="GluePoint3Y" fmla="*/ 5 h 11"/>
                <a:gd name="GluePoint4X" fmla="*/ 6 w 12"/>
                <a:gd name="GluePoint4Y" fmla="*/ 0 h 11"/>
                <a:gd name="GluePoint5X" fmla="*/ 12 w 12"/>
                <a:gd name="GluePoint5Y" fmla="*/ 6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1">
                  <a:moveTo>
                    <a:pt x="12" y="6"/>
                  </a:moveTo>
                  <a:lnTo>
                    <a:pt x="7" y="11"/>
                  </a:lnTo>
                  <a:lnTo>
                    <a:pt x="0" y="5"/>
                  </a:lnTo>
                  <a:lnTo>
                    <a:pt x="6" y="0"/>
                  </a:lnTo>
                  <a:lnTo>
                    <a:pt x="12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2" name="Freeform 158"/>
            <p:cNvSpPr/>
            <p:nvPr/>
          </p:nvSpPr>
          <p:spPr>
            <a:xfrm>
              <a:off x="3735360" y="225720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0 w 12"/>
                <a:gd name="GluePoint1Y" fmla="*/ 5 h 12"/>
                <a:gd name="GluePoint2X" fmla="*/ 5 w 12"/>
                <a:gd name="GluePoint2Y" fmla="*/ 0 h 12"/>
                <a:gd name="GluePoint3X" fmla="*/ 12 w 12"/>
                <a:gd name="GluePoint3Y" fmla="*/ 7 h 12"/>
                <a:gd name="GluePoint4X" fmla="*/ 7 w 12"/>
                <a:gd name="GluePoint4Y" fmla="*/ 12 h 12"/>
                <a:gd name="GluePoint5X" fmla="*/ 0 w 12"/>
                <a:gd name="GluePoint5Y" fmla="*/ 5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0" y="5"/>
                  </a:moveTo>
                  <a:lnTo>
                    <a:pt x="5" y="0"/>
                  </a:lnTo>
                  <a:lnTo>
                    <a:pt x="12" y="7"/>
                  </a:lnTo>
                  <a:lnTo>
                    <a:pt x="7" y="12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3" name="Rectangle 159"/>
            <p:cNvSpPr/>
            <p:nvPr/>
          </p:nvSpPr>
          <p:spPr>
            <a:xfrm>
              <a:off x="3767760" y="2275200"/>
              <a:ext cx="180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4" name="Rectangle 160"/>
            <p:cNvSpPr/>
            <p:nvPr/>
          </p:nvSpPr>
          <p:spPr>
            <a:xfrm>
              <a:off x="3729600" y="2275200"/>
              <a:ext cx="194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5" name="Rectangle 161"/>
            <p:cNvSpPr/>
            <p:nvPr/>
          </p:nvSpPr>
          <p:spPr>
            <a:xfrm>
              <a:off x="3848040" y="2261160"/>
              <a:ext cx="9360" cy="18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000" bIns="9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6" name="Rectangle 162"/>
            <p:cNvSpPr/>
            <p:nvPr/>
          </p:nvSpPr>
          <p:spPr>
            <a:xfrm>
              <a:off x="3848040" y="2299320"/>
              <a:ext cx="9360" cy="18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000" bIns="9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7" name="Freeform 163"/>
            <p:cNvSpPr/>
            <p:nvPr/>
          </p:nvSpPr>
          <p:spPr>
            <a:xfrm>
              <a:off x="3859200" y="2266920"/>
              <a:ext cx="15120" cy="1656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6560"/>
                <a:gd name="textAreaBottom" fmla="*/ 16920 h 16560"/>
                <a:gd name="GluePoint1X" fmla="*/ 5 w 11"/>
                <a:gd name="GluePoint1Y" fmla="*/ 12 h 12"/>
                <a:gd name="GluePoint2X" fmla="*/ 0 w 11"/>
                <a:gd name="GluePoint2Y" fmla="*/ 7 h 12"/>
                <a:gd name="GluePoint3X" fmla="*/ 6 w 11"/>
                <a:gd name="GluePoint3Y" fmla="*/ 0 h 12"/>
                <a:gd name="GluePoint4X" fmla="*/ 11 w 11"/>
                <a:gd name="GluePoint4Y" fmla="*/ 5 h 12"/>
                <a:gd name="GluePoint5X" fmla="*/ 5 w 11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2">
                  <a:moveTo>
                    <a:pt x="5" y="12"/>
                  </a:moveTo>
                  <a:lnTo>
                    <a:pt x="0" y="7"/>
                  </a:lnTo>
                  <a:lnTo>
                    <a:pt x="6" y="0"/>
                  </a:lnTo>
                  <a:lnTo>
                    <a:pt x="11" y="5"/>
                  </a:lnTo>
                  <a:lnTo>
                    <a:pt x="5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8" name="Freeform 164"/>
            <p:cNvSpPr/>
            <p:nvPr/>
          </p:nvSpPr>
          <p:spPr>
            <a:xfrm>
              <a:off x="3829680" y="229500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6 w 12"/>
                <a:gd name="GluePoint1Y" fmla="*/ 12 h 12"/>
                <a:gd name="GluePoint2X" fmla="*/ 0 w 12"/>
                <a:gd name="GluePoint2Y" fmla="*/ 7 h 12"/>
                <a:gd name="GluePoint3X" fmla="*/ 7 w 12"/>
                <a:gd name="GluePoint3Y" fmla="*/ 0 h 12"/>
                <a:gd name="GluePoint4X" fmla="*/ 12 w 12"/>
                <a:gd name="GluePoint4Y" fmla="*/ 5 h 12"/>
                <a:gd name="GluePoint5X" fmla="*/ 6 w 12"/>
                <a:gd name="GluePoint5Y" fmla="*/ 12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6" y="12"/>
                  </a:moveTo>
                  <a:lnTo>
                    <a:pt x="0" y="7"/>
                  </a:lnTo>
                  <a:lnTo>
                    <a:pt x="7" y="0"/>
                  </a:lnTo>
                  <a:lnTo>
                    <a:pt x="12" y="5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49" name="Freeform 165"/>
            <p:cNvSpPr/>
            <p:nvPr/>
          </p:nvSpPr>
          <p:spPr>
            <a:xfrm>
              <a:off x="3859200" y="2295000"/>
              <a:ext cx="15120" cy="1656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6560"/>
                <a:gd name="textAreaBottom" fmla="*/ 16920 h 16560"/>
                <a:gd name="GluePoint1X" fmla="*/ 11 w 11"/>
                <a:gd name="GluePoint1Y" fmla="*/ 7 h 12"/>
                <a:gd name="GluePoint2X" fmla="*/ 6 w 11"/>
                <a:gd name="GluePoint2Y" fmla="*/ 12 h 12"/>
                <a:gd name="GluePoint3X" fmla="*/ 0 w 11"/>
                <a:gd name="GluePoint3Y" fmla="*/ 5 h 12"/>
                <a:gd name="GluePoint4X" fmla="*/ 5 w 11"/>
                <a:gd name="GluePoint4Y" fmla="*/ 0 h 12"/>
                <a:gd name="GluePoint5X" fmla="*/ 11 w 11"/>
                <a:gd name="GluePoint5Y" fmla="*/ 7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" h="12">
                  <a:moveTo>
                    <a:pt x="11" y="7"/>
                  </a:moveTo>
                  <a:lnTo>
                    <a:pt x="6" y="12"/>
                  </a:lnTo>
                  <a:lnTo>
                    <a:pt x="0" y="5"/>
                  </a:lnTo>
                  <a:lnTo>
                    <a:pt x="5" y="0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50" name="Freeform 166"/>
            <p:cNvSpPr/>
            <p:nvPr/>
          </p:nvSpPr>
          <p:spPr>
            <a:xfrm>
              <a:off x="3829680" y="226692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0 w 12"/>
                <a:gd name="GluePoint1Y" fmla="*/ 5 h 12"/>
                <a:gd name="GluePoint2X" fmla="*/ 6 w 12"/>
                <a:gd name="GluePoint2Y" fmla="*/ 0 h 12"/>
                <a:gd name="GluePoint3X" fmla="*/ 12 w 12"/>
                <a:gd name="GluePoint3Y" fmla="*/ 7 h 12"/>
                <a:gd name="GluePoint4X" fmla="*/ 7 w 12"/>
                <a:gd name="GluePoint4Y" fmla="*/ 12 h 12"/>
                <a:gd name="GluePoint5X" fmla="*/ 0 w 12"/>
                <a:gd name="GluePoint5Y" fmla="*/ 5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0" y="5"/>
                  </a:moveTo>
                  <a:lnTo>
                    <a:pt x="6" y="0"/>
                  </a:lnTo>
                  <a:lnTo>
                    <a:pt x="12" y="7"/>
                  </a:lnTo>
                  <a:lnTo>
                    <a:pt x="7" y="12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51" name="Rectangle 167"/>
            <p:cNvSpPr/>
            <p:nvPr/>
          </p:nvSpPr>
          <p:spPr>
            <a:xfrm>
              <a:off x="3862080" y="2285280"/>
              <a:ext cx="19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52" name="Rectangle 168"/>
            <p:cNvSpPr/>
            <p:nvPr/>
          </p:nvSpPr>
          <p:spPr>
            <a:xfrm>
              <a:off x="3823920" y="2285280"/>
              <a:ext cx="194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853" name="Группа 418"/>
          <p:cNvGrpSpPr/>
          <p:nvPr/>
        </p:nvGrpSpPr>
        <p:grpSpPr>
          <a:xfrm>
            <a:off x="4036680" y="2062800"/>
            <a:ext cx="302400" cy="254520"/>
            <a:chOff x="4036680" y="2062800"/>
            <a:chExt cx="302400" cy="254520"/>
          </a:xfrm>
        </p:grpSpPr>
        <p:sp>
          <p:nvSpPr>
            <p:cNvPr id="3854" name="Freeform 169"/>
            <p:cNvSpPr/>
            <p:nvPr/>
          </p:nvSpPr>
          <p:spPr>
            <a:xfrm>
              <a:off x="4036680" y="206280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1 w 256"/>
                <a:gd name="GluePoint1Y" fmla="*/ 100 h 152"/>
                <a:gd name="GluePoint2X" fmla="*/ 20 w 256"/>
                <a:gd name="GluePoint2Y" fmla="*/ 112 h 152"/>
                <a:gd name="GluePoint3X" fmla="*/ 60 w 256"/>
                <a:gd name="GluePoint3Y" fmla="*/ 152 h 152"/>
                <a:gd name="GluePoint4X" fmla="*/ 224 w 256"/>
                <a:gd name="GluePoint4Y" fmla="*/ 152 h 152"/>
                <a:gd name="GluePoint5X" fmla="*/ 256 w 256"/>
                <a:gd name="GluePoint5Y" fmla="*/ 120 h 152"/>
                <a:gd name="GluePoint6X" fmla="*/ 228 w 256"/>
                <a:gd name="GluePoint6Y" fmla="*/ 80 h 152"/>
                <a:gd name="GluePoint7X" fmla="*/ 144 w 256"/>
                <a:gd name="GluePoint7Y" fmla="*/ 8 h 152"/>
                <a:gd name="GluePoint8X" fmla="*/ 99 w 256"/>
                <a:gd name="GluePoint8Y" fmla="*/ 20 h 152"/>
                <a:gd name="GluePoint9X" fmla="*/ 56 w 256"/>
                <a:gd name="GluePoint9Y" fmla="*/ 0 h 152"/>
                <a:gd name="GluePoint10X" fmla="*/ 0 w 256"/>
                <a:gd name="GluePoint10Y" fmla="*/ 56 h 152"/>
                <a:gd name="GluePoint11X" fmla="*/ 9 w 256"/>
                <a:gd name="GluePoint11Y" fmla="*/ 86 h 152"/>
                <a:gd name="GluePoint12X" fmla="*/ 21 w 256"/>
                <a:gd name="GluePoint12Y" fmla="*/ 100 h 152"/>
                <a:gd name="GluePoint13X" fmla="*/ 220 w 256"/>
                <a:gd name="GluePoint13Y" fmla="*/ 84 h 152"/>
                <a:gd name="GluePoint14X" fmla="*/ 220 w 256"/>
                <a:gd name="GluePoint14Y" fmla="*/ 88 h 152"/>
                <a:gd name="GluePoint15X" fmla="*/ 224 w 256"/>
                <a:gd name="GluePoint15Y" fmla="*/ 88 h 152"/>
                <a:gd name="GluePoint16X" fmla="*/ 248 w 256"/>
                <a:gd name="GluePoint16Y" fmla="*/ 120 h 152"/>
                <a:gd name="GluePoint17X" fmla="*/ 224 w 256"/>
                <a:gd name="GluePoint17Y" fmla="*/ 144 h 152"/>
                <a:gd name="GluePoint18X" fmla="*/ 60 w 256"/>
                <a:gd name="GluePoint18Y" fmla="*/ 144 h 152"/>
                <a:gd name="GluePoint19X" fmla="*/ 28 w 256"/>
                <a:gd name="GluePoint19Y" fmla="*/ 112 h 152"/>
                <a:gd name="GluePoint20X" fmla="*/ 60 w 256"/>
                <a:gd name="GluePoint20Y" fmla="*/ 76 h 152"/>
                <a:gd name="GluePoint21X" fmla="*/ 71 w 256"/>
                <a:gd name="GluePoint21Y" fmla="*/ 76 h 152"/>
                <a:gd name="GluePoint22X" fmla="*/ 72 w 256"/>
                <a:gd name="GluePoint22Y" fmla="*/ 73 h 152"/>
                <a:gd name="GluePoint23X" fmla="*/ 144 w 256"/>
                <a:gd name="GluePoint23Y" fmla="*/ 16 h 152"/>
                <a:gd name="GluePoint24X" fmla="*/ 220 w 256"/>
                <a:gd name="GluePoint24Y" fmla="*/ 84 h 152"/>
                <a:gd name="GluePoint25X" fmla="*/ 56 w 256"/>
                <a:gd name="GluePoint25Y" fmla="*/ 8 h 152"/>
                <a:gd name="GluePoint26X" fmla="*/ 93 w 256"/>
                <a:gd name="GluePoint26Y" fmla="*/ 25 h 152"/>
                <a:gd name="GluePoint27X" fmla="*/ 65 w 256"/>
                <a:gd name="GluePoint27Y" fmla="*/ 68 h 152"/>
                <a:gd name="GluePoint28X" fmla="*/ 60 w 256"/>
                <a:gd name="GluePoint28Y" fmla="*/ 68 h 152"/>
                <a:gd name="GluePoint29X" fmla="*/ 24 w 256"/>
                <a:gd name="GluePoint29Y" fmla="*/ 92 h 152"/>
                <a:gd name="GluePoint30X" fmla="*/ 15 w 256"/>
                <a:gd name="GluePoint30Y" fmla="*/ 82 h 152"/>
                <a:gd name="GluePoint31X" fmla="*/ 8 w 256"/>
                <a:gd name="GluePoint31Y" fmla="*/ 56 h 152"/>
                <a:gd name="GluePoint32X" fmla="*/ 56 w 256"/>
                <a:gd name="GluePoint32Y" fmla="*/ 8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56" h="152">
                  <a:moveTo>
                    <a:pt x="21" y="100"/>
                  </a:moveTo>
                  <a:cubicBezTo>
                    <a:pt x="20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7" y="8"/>
                    <a:pt x="112" y="12"/>
                    <a:pt x="99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2" y="91"/>
                    <a:pt x="16" y="96"/>
                    <a:pt x="21" y="100"/>
                  </a:cubicBezTo>
                  <a:close/>
                  <a:moveTo>
                    <a:pt x="220" y="84"/>
                  </a:move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4"/>
                    <a:pt x="238" y="144"/>
                    <a:pt x="224" y="144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2" y="76"/>
                    <a:pt x="60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8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lose/>
                  <a:moveTo>
                    <a:pt x="56" y="8"/>
                  </a:moveTo>
                  <a:cubicBezTo>
                    <a:pt x="70" y="8"/>
                    <a:pt x="84" y="14"/>
                    <a:pt x="93" y="25"/>
                  </a:cubicBezTo>
                  <a:cubicBezTo>
                    <a:pt x="79" y="36"/>
                    <a:pt x="69" y="50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4" y="68"/>
                    <a:pt x="31" y="78"/>
                    <a:pt x="24" y="92"/>
                  </a:cubicBezTo>
                  <a:cubicBezTo>
                    <a:pt x="21" y="89"/>
                    <a:pt x="18" y="85"/>
                    <a:pt x="15" y="82"/>
                  </a:cubicBezTo>
                  <a:cubicBezTo>
                    <a:pt x="10" y="74"/>
                    <a:pt x="8" y="65"/>
                    <a:pt x="8" y="56"/>
                  </a:cubicBezTo>
                  <a:cubicBezTo>
                    <a:pt x="8" y="29"/>
                    <a:pt x="29" y="8"/>
                    <a:pt x="5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55" name="Rectangle 170"/>
            <p:cNvSpPr/>
            <p:nvPr/>
          </p:nvSpPr>
          <p:spPr>
            <a:xfrm>
              <a:off x="4146480" y="2251440"/>
              <a:ext cx="7920" cy="194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720" bIns="9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56" name="Rectangle 171"/>
            <p:cNvSpPr/>
            <p:nvPr/>
          </p:nvSpPr>
          <p:spPr>
            <a:xfrm>
              <a:off x="4146480" y="2289600"/>
              <a:ext cx="7920" cy="194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720" bIns="97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57" name="Freeform 172"/>
            <p:cNvSpPr/>
            <p:nvPr/>
          </p:nvSpPr>
          <p:spPr>
            <a:xfrm>
              <a:off x="4156200" y="225720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7 w 12"/>
                <a:gd name="GluePoint1Y" fmla="*/ 0 h 12"/>
                <a:gd name="GluePoint2X" fmla="*/ 12 w 12"/>
                <a:gd name="GluePoint2Y" fmla="*/ 5 h 12"/>
                <a:gd name="GluePoint3X" fmla="*/ 5 w 12"/>
                <a:gd name="GluePoint3Y" fmla="*/ 12 h 12"/>
                <a:gd name="GluePoint4X" fmla="*/ 0 w 12"/>
                <a:gd name="GluePoint4Y" fmla="*/ 7 h 12"/>
                <a:gd name="GluePoint5X" fmla="*/ 7 w 12"/>
                <a:gd name="GluePoint5Y" fmla="*/ 0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7" y="0"/>
                  </a:moveTo>
                  <a:lnTo>
                    <a:pt x="12" y="5"/>
                  </a:lnTo>
                  <a:lnTo>
                    <a:pt x="5" y="12"/>
                  </a:lnTo>
                  <a:lnTo>
                    <a:pt x="0" y="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58" name="Freeform 173"/>
            <p:cNvSpPr/>
            <p:nvPr/>
          </p:nvSpPr>
          <p:spPr>
            <a:xfrm>
              <a:off x="4128120" y="2286720"/>
              <a:ext cx="16560" cy="151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5120"/>
                <a:gd name="textAreaBottom" fmla="*/ 15480 h 15120"/>
                <a:gd name="GluePoint1X" fmla="*/ 7 w 12"/>
                <a:gd name="GluePoint1Y" fmla="*/ 0 h 11"/>
                <a:gd name="GluePoint2X" fmla="*/ 12 w 12"/>
                <a:gd name="GluePoint2Y" fmla="*/ 5 h 11"/>
                <a:gd name="GluePoint3X" fmla="*/ 5 w 12"/>
                <a:gd name="GluePoint3Y" fmla="*/ 11 h 11"/>
                <a:gd name="GluePoint4X" fmla="*/ 0 w 12"/>
                <a:gd name="GluePoint4Y" fmla="*/ 6 h 11"/>
                <a:gd name="GluePoint5X" fmla="*/ 7 w 12"/>
                <a:gd name="GluePoint5Y" fmla="*/ 0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1">
                  <a:moveTo>
                    <a:pt x="7" y="0"/>
                  </a:moveTo>
                  <a:lnTo>
                    <a:pt x="12" y="5"/>
                  </a:lnTo>
                  <a:lnTo>
                    <a:pt x="5" y="11"/>
                  </a:lnTo>
                  <a:lnTo>
                    <a:pt x="0" y="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59" name="Freeform 174"/>
            <p:cNvSpPr/>
            <p:nvPr/>
          </p:nvSpPr>
          <p:spPr>
            <a:xfrm>
              <a:off x="4156200" y="2286720"/>
              <a:ext cx="16560" cy="151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5120"/>
                <a:gd name="textAreaBottom" fmla="*/ 15480 h 15120"/>
                <a:gd name="GluePoint1X" fmla="*/ 12 w 12"/>
                <a:gd name="GluePoint1Y" fmla="*/ 6 h 11"/>
                <a:gd name="GluePoint2X" fmla="*/ 7 w 12"/>
                <a:gd name="GluePoint2Y" fmla="*/ 11 h 11"/>
                <a:gd name="GluePoint3X" fmla="*/ 0 w 12"/>
                <a:gd name="GluePoint3Y" fmla="*/ 5 h 11"/>
                <a:gd name="GluePoint4X" fmla="*/ 5 w 12"/>
                <a:gd name="GluePoint4Y" fmla="*/ 0 h 11"/>
                <a:gd name="GluePoint5X" fmla="*/ 12 w 12"/>
                <a:gd name="GluePoint5Y" fmla="*/ 6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1">
                  <a:moveTo>
                    <a:pt x="12" y="6"/>
                  </a:moveTo>
                  <a:lnTo>
                    <a:pt x="7" y="11"/>
                  </a:lnTo>
                  <a:lnTo>
                    <a:pt x="0" y="5"/>
                  </a:lnTo>
                  <a:lnTo>
                    <a:pt x="5" y="0"/>
                  </a:lnTo>
                  <a:lnTo>
                    <a:pt x="12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0" name="Freeform 175"/>
            <p:cNvSpPr/>
            <p:nvPr/>
          </p:nvSpPr>
          <p:spPr>
            <a:xfrm>
              <a:off x="4128120" y="225720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0 w 12"/>
                <a:gd name="GluePoint1Y" fmla="*/ 5 h 12"/>
                <a:gd name="GluePoint2X" fmla="*/ 5 w 12"/>
                <a:gd name="GluePoint2Y" fmla="*/ 0 h 12"/>
                <a:gd name="GluePoint3X" fmla="*/ 12 w 12"/>
                <a:gd name="GluePoint3Y" fmla="*/ 7 h 12"/>
                <a:gd name="GluePoint4X" fmla="*/ 7 w 12"/>
                <a:gd name="GluePoint4Y" fmla="*/ 12 h 12"/>
                <a:gd name="GluePoint5X" fmla="*/ 0 w 12"/>
                <a:gd name="GluePoint5Y" fmla="*/ 5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0" y="5"/>
                  </a:moveTo>
                  <a:lnTo>
                    <a:pt x="5" y="0"/>
                  </a:lnTo>
                  <a:lnTo>
                    <a:pt x="12" y="7"/>
                  </a:lnTo>
                  <a:lnTo>
                    <a:pt x="7" y="12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1" name="Rectangle 176"/>
            <p:cNvSpPr/>
            <p:nvPr/>
          </p:nvSpPr>
          <p:spPr>
            <a:xfrm>
              <a:off x="4160520" y="2275200"/>
              <a:ext cx="180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2" name="Rectangle 177"/>
            <p:cNvSpPr/>
            <p:nvPr/>
          </p:nvSpPr>
          <p:spPr>
            <a:xfrm>
              <a:off x="4122720" y="2275200"/>
              <a:ext cx="1800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3" name="Rectangle 178"/>
            <p:cNvSpPr/>
            <p:nvPr/>
          </p:nvSpPr>
          <p:spPr>
            <a:xfrm>
              <a:off x="4240800" y="2261160"/>
              <a:ext cx="9360" cy="18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000" bIns="9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4" name="Rectangle 179"/>
            <p:cNvSpPr/>
            <p:nvPr/>
          </p:nvSpPr>
          <p:spPr>
            <a:xfrm>
              <a:off x="4240800" y="2299320"/>
              <a:ext cx="9360" cy="180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9000" bIns="9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5" name="Freeform 180"/>
            <p:cNvSpPr/>
            <p:nvPr/>
          </p:nvSpPr>
          <p:spPr>
            <a:xfrm>
              <a:off x="4250880" y="226692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7 w 12"/>
                <a:gd name="GluePoint1Y" fmla="*/ 0 h 12"/>
                <a:gd name="GluePoint2X" fmla="*/ 12 w 12"/>
                <a:gd name="GluePoint2Y" fmla="*/ 5 h 12"/>
                <a:gd name="GluePoint3X" fmla="*/ 5 w 12"/>
                <a:gd name="GluePoint3Y" fmla="*/ 12 h 12"/>
                <a:gd name="GluePoint4X" fmla="*/ 0 w 12"/>
                <a:gd name="GluePoint4Y" fmla="*/ 7 h 12"/>
                <a:gd name="GluePoint5X" fmla="*/ 7 w 12"/>
                <a:gd name="GluePoint5Y" fmla="*/ 0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7" y="0"/>
                  </a:moveTo>
                  <a:lnTo>
                    <a:pt x="12" y="5"/>
                  </a:lnTo>
                  <a:lnTo>
                    <a:pt x="5" y="12"/>
                  </a:lnTo>
                  <a:lnTo>
                    <a:pt x="0" y="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6" name="Freeform 181"/>
            <p:cNvSpPr/>
            <p:nvPr/>
          </p:nvSpPr>
          <p:spPr>
            <a:xfrm>
              <a:off x="4222440" y="229500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7 w 12"/>
                <a:gd name="GluePoint1Y" fmla="*/ 0 h 12"/>
                <a:gd name="GluePoint2X" fmla="*/ 12 w 12"/>
                <a:gd name="GluePoint2Y" fmla="*/ 5 h 12"/>
                <a:gd name="GluePoint3X" fmla="*/ 5 w 12"/>
                <a:gd name="GluePoint3Y" fmla="*/ 12 h 12"/>
                <a:gd name="GluePoint4X" fmla="*/ 0 w 12"/>
                <a:gd name="GluePoint4Y" fmla="*/ 7 h 12"/>
                <a:gd name="GluePoint5X" fmla="*/ 7 w 12"/>
                <a:gd name="GluePoint5Y" fmla="*/ 0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7" y="0"/>
                  </a:moveTo>
                  <a:lnTo>
                    <a:pt x="12" y="5"/>
                  </a:lnTo>
                  <a:lnTo>
                    <a:pt x="5" y="12"/>
                  </a:lnTo>
                  <a:lnTo>
                    <a:pt x="0" y="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7" name="Freeform 182"/>
            <p:cNvSpPr/>
            <p:nvPr/>
          </p:nvSpPr>
          <p:spPr>
            <a:xfrm>
              <a:off x="4250880" y="229500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12 w 12"/>
                <a:gd name="GluePoint1Y" fmla="*/ 7 h 12"/>
                <a:gd name="GluePoint2X" fmla="*/ 7 w 12"/>
                <a:gd name="GluePoint2Y" fmla="*/ 12 h 12"/>
                <a:gd name="GluePoint3X" fmla="*/ 0 w 12"/>
                <a:gd name="GluePoint3Y" fmla="*/ 5 h 12"/>
                <a:gd name="GluePoint4X" fmla="*/ 5 w 12"/>
                <a:gd name="GluePoint4Y" fmla="*/ 0 h 12"/>
                <a:gd name="GluePoint5X" fmla="*/ 12 w 12"/>
                <a:gd name="GluePoint5Y" fmla="*/ 7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12" y="7"/>
                  </a:moveTo>
                  <a:lnTo>
                    <a:pt x="7" y="12"/>
                  </a:lnTo>
                  <a:lnTo>
                    <a:pt x="0" y="5"/>
                  </a:lnTo>
                  <a:lnTo>
                    <a:pt x="5" y="0"/>
                  </a:lnTo>
                  <a:lnTo>
                    <a:pt x="12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8" name="Freeform 183"/>
            <p:cNvSpPr/>
            <p:nvPr/>
          </p:nvSpPr>
          <p:spPr>
            <a:xfrm>
              <a:off x="4222440" y="2266920"/>
              <a:ext cx="16560" cy="165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560"/>
                <a:gd name="textAreaBottom" fmla="*/ 16920 h 16560"/>
                <a:gd name="GluePoint1X" fmla="*/ 0 w 12"/>
                <a:gd name="GluePoint1Y" fmla="*/ 5 h 12"/>
                <a:gd name="GluePoint2X" fmla="*/ 5 w 12"/>
                <a:gd name="GluePoint2Y" fmla="*/ 0 h 12"/>
                <a:gd name="GluePoint3X" fmla="*/ 12 w 12"/>
                <a:gd name="GluePoint3Y" fmla="*/ 7 h 12"/>
                <a:gd name="GluePoint4X" fmla="*/ 7 w 12"/>
                <a:gd name="GluePoint4Y" fmla="*/ 12 h 12"/>
                <a:gd name="GluePoint5X" fmla="*/ 0 w 12"/>
                <a:gd name="GluePoint5Y" fmla="*/ 5 h 1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" h="12">
                  <a:moveTo>
                    <a:pt x="0" y="5"/>
                  </a:moveTo>
                  <a:lnTo>
                    <a:pt x="5" y="0"/>
                  </a:lnTo>
                  <a:lnTo>
                    <a:pt x="12" y="7"/>
                  </a:lnTo>
                  <a:lnTo>
                    <a:pt x="7" y="12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8280" bIns="8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69" name="Rectangle 184"/>
            <p:cNvSpPr/>
            <p:nvPr/>
          </p:nvSpPr>
          <p:spPr>
            <a:xfrm>
              <a:off x="4254840" y="2285280"/>
              <a:ext cx="180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70" name="Rectangle 185"/>
            <p:cNvSpPr/>
            <p:nvPr/>
          </p:nvSpPr>
          <p:spPr>
            <a:xfrm>
              <a:off x="4217040" y="2285280"/>
              <a:ext cx="1800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871" name="Группа 415"/>
          <p:cNvGrpSpPr/>
          <p:nvPr/>
        </p:nvGrpSpPr>
        <p:grpSpPr>
          <a:xfrm>
            <a:off x="2857680" y="2048760"/>
            <a:ext cx="302400" cy="282600"/>
            <a:chOff x="2857680" y="2048760"/>
            <a:chExt cx="302400" cy="282600"/>
          </a:xfrm>
        </p:grpSpPr>
        <p:sp>
          <p:nvSpPr>
            <p:cNvPr id="3872" name="Freeform 186"/>
            <p:cNvSpPr/>
            <p:nvPr/>
          </p:nvSpPr>
          <p:spPr>
            <a:xfrm>
              <a:off x="2857680" y="204876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44 w 256"/>
                <a:gd name="GluePoint1Y" fmla="*/ 156 h 156"/>
                <a:gd name="GluePoint2X" fmla="*/ 220 w 256"/>
                <a:gd name="GluePoint2Y" fmla="*/ 156 h 156"/>
                <a:gd name="GluePoint3X" fmla="*/ 256 w 256"/>
                <a:gd name="GluePoint3Y" fmla="*/ 120 h 156"/>
                <a:gd name="GluePoint4X" fmla="*/ 224 w 256"/>
                <a:gd name="GluePoint4Y" fmla="*/ 80 h 156"/>
                <a:gd name="GluePoint5X" fmla="*/ 136 w 256"/>
                <a:gd name="GluePoint5Y" fmla="*/ 0 h 156"/>
                <a:gd name="GluePoint6X" fmla="*/ 49 w 256"/>
                <a:gd name="GluePoint6Y" fmla="*/ 64 h 156"/>
                <a:gd name="GluePoint7X" fmla="*/ 44 w 256"/>
                <a:gd name="GluePoint7Y" fmla="*/ 64 h 156"/>
                <a:gd name="GluePoint8X" fmla="*/ 0 w 256"/>
                <a:gd name="GluePoint8Y" fmla="*/ 112 h 156"/>
                <a:gd name="GluePoint9X" fmla="*/ 44 w 256"/>
                <a:gd name="GluePoint9Y" fmla="*/ 156 h 156"/>
                <a:gd name="GluePoint10X" fmla="*/ 44 w 256"/>
                <a:gd name="GluePoint10Y" fmla="*/ 72 h 156"/>
                <a:gd name="GluePoint11X" fmla="*/ 56 w 256"/>
                <a:gd name="GluePoint11Y" fmla="*/ 72 h 156"/>
                <a:gd name="GluePoint12X" fmla="*/ 56 w 256"/>
                <a:gd name="GluePoint12Y" fmla="*/ 69 h 156"/>
                <a:gd name="GluePoint13X" fmla="*/ 136 w 256"/>
                <a:gd name="GluePoint13Y" fmla="*/ 8 h 156"/>
                <a:gd name="GluePoint14X" fmla="*/ 216 w 256"/>
                <a:gd name="GluePoint14Y" fmla="*/ 84 h 156"/>
                <a:gd name="GluePoint15X" fmla="*/ 216 w 256"/>
                <a:gd name="GluePoint15Y" fmla="*/ 88 h 156"/>
                <a:gd name="GluePoint16X" fmla="*/ 220 w 256"/>
                <a:gd name="GluePoint16Y" fmla="*/ 88 h 156"/>
                <a:gd name="GluePoint17X" fmla="*/ 248 w 256"/>
                <a:gd name="GluePoint17Y" fmla="*/ 120 h 156"/>
                <a:gd name="GluePoint18X" fmla="*/ 220 w 256"/>
                <a:gd name="GluePoint18Y" fmla="*/ 148 h 156"/>
                <a:gd name="GluePoint19X" fmla="*/ 44 w 256"/>
                <a:gd name="GluePoint19Y" fmla="*/ 148 h 156"/>
                <a:gd name="GluePoint20X" fmla="*/ 8 w 256"/>
                <a:gd name="GluePoint20Y" fmla="*/ 112 h 156"/>
                <a:gd name="GluePoint21X" fmla="*/ 44 w 256"/>
                <a:gd name="GluePoint21Y" fmla="*/ 72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6">
                  <a:moveTo>
                    <a:pt x="44" y="156"/>
                  </a:moveTo>
                  <a:cubicBezTo>
                    <a:pt x="220" y="156"/>
                    <a:pt x="220" y="156"/>
                    <a:pt x="220" y="156"/>
                  </a:cubicBezTo>
                  <a:cubicBezTo>
                    <a:pt x="241" y="156"/>
                    <a:pt x="256" y="140"/>
                    <a:pt x="256" y="120"/>
                  </a:cubicBezTo>
                  <a:cubicBezTo>
                    <a:pt x="256" y="102"/>
                    <a:pt x="244" y="82"/>
                    <a:pt x="224" y="80"/>
                  </a:cubicBezTo>
                  <a:cubicBezTo>
                    <a:pt x="222" y="35"/>
                    <a:pt x="184" y="0"/>
                    <a:pt x="136" y="0"/>
                  </a:cubicBezTo>
                  <a:cubicBezTo>
                    <a:pt x="94" y="0"/>
                    <a:pt x="58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1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lose/>
                  <a:moveTo>
                    <a:pt x="44" y="72"/>
                  </a:move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3"/>
                    <a:pt x="97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7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4" y="148"/>
                    <a:pt x="8" y="132"/>
                    <a:pt x="8" y="112"/>
                  </a:cubicBezTo>
                  <a:cubicBezTo>
                    <a:pt x="8" y="90"/>
                    <a:pt x="25" y="72"/>
                    <a:pt x="44" y="7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73" name="Rectangle 187"/>
            <p:cNvSpPr/>
            <p:nvPr/>
          </p:nvSpPr>
          <p:spPr>
            <a:xfrm>
              <a:off x="2957760" y="2241720"/>
              <a:ext cx="9360" cy="23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880" bIns="11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74" name="Rectangle 188"/>
            <p:cNvSpPr/>
            <p:nvPr/>
          </p:nvSpPr>
          <p:spPr>
            <a:xfrm>
              <a:off x="2957760" y="2285280"/>
              <a:ext cx="9360" cy="23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880" bIns="11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75" name="Freeform 189"/>
            <p:cNvSpPr/>
            <p:nvPr/>
          </p:nvSpPr>
          <p:spPr>
            <a:xfrm>
              <a:off x="2968920" y="2248560"/>
              <a:ext cx="20880" cy="2088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0880"/>
                <a:gd name="textAreaBottom" fmla="*/ 21240 h 20880"/>
                <a:gd name="GluePoint1X" fmla="*/ 10 w 15"/>
                <a:gd name="GluePoint1Y" fmla="*/ 0 h 15"/>
                <a:gd name="GluePoint2X" fmla="*/ 15 w 15"/>
                <a:gd name="GluePoint2Y" fmla="*/ 5 h 15"/>
                <a:gd name="GluePoint3X" fmla="*/ 4 w 15"/>
                <a:gd name="GluePoint3Y" fmla="*/ 15 h 15"/>
                <a:gd name="GluePoint4X" fmla="*/ 0 w 15"/>
                <a:gd name="GluePoint4Y" fmla="*/ 10 h 15"/>
                <a:gd name="GluePoint5X" fmla="*/ 10 w 15"/>
                <a:gd name="GluePoint5Y" fmla="*/ 0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5">
                  <a:moveTo>
                    <a:pt x="10" y="0"/>
                  </a:moveTo>
                  <a:lnTo>
                    <a:pt x="15" y="5"/>
                  </a:lnTo>
                  <a:lnTo>
                    <a:pt x="4" y="15"/>
                  </a:lnTo>
                  <a:lnTo>
                    <a:pt x="0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76" name="Freeform 190"/>
            <p:cNvSpPr/>
            <p:nvPr/>
          </p:nvSpPr>
          <p:spPr>
            <a:xfrm>
              <a:off x="2936520" y="2280960"/>
              <a:ext cx="19440" cy="208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0880"/>
                <a:gd name="textAreaBottom" fmla="*/ 21240 h 20880"/>
                <a:gd name="GluePoint1X" fmla="*/ 10 w 14"/>
                <a:gd name="GluePoint1Y" fmla="*/ 0 h 15"/>
                <a:gd name="GluePoint2X" fmla="*/ 14 w 14"/>
                <a:gd name="GluePoint2Y" fmla="*/ 5 h 15"/>
                <a:gd name="GluePoint3X" fmla="*/ 4 w 14"/>
                <a:gd name="GluePoint3Y" fmla="*/ 15 h 15"/>
                <a:gd name="GluePoint4X" fmla="*/ 0 w 14"/>
                <a:gd name="GluePoint4Y" fmla="*/ 10 h 15"/>
                <a:gd name="GluePoint5X" fmla="*/ 10 w 14"/>
                <a:gd name="GluePoint5Y" fmla="*/ 0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" h="15">
                  <a:moveTo>
                    <a:pt x="10" y="0"/>
                  </a:moveTo>
                  <a:lnTo>
                    <a:pt x="14" y="5"/>
                  </a:lnTo>
                  <a:lnTo>
                    <a:pt x="4" y="15"/>
                  </a:lnTo>
                  <a:lnTo>
                    <a:pt x="0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77" name="Freeform 191"/>
            <p:cNvSpPr/>
            <p:nvPr/>
          </p:nvSpPr>
          <p:spPr>
            <a:xfrm>
              <a:off x="2968920" y="2280960"/>
              <a:ext cx="20880" cy="2088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0880"/>
                <a:gd name="textAreaBottom" fmla="*/ 21240 h 20880"/>
                <a:gd name="GluePoint1X" fmla="*/ 15 w 15"/>
                <a:gd name="GluePoint1Y" fmla="*/ 10 h 15"/>
                <a:gd name="GluePoint2X" fmla="*/ 10 w 15"/>
                <a:gd name="GluePoint2Y" fmla="*/ 15 h 15"/>
                <a:gd name="GluePoint3X" fmla="*/ 0 w 15"/>
                <a:gd name="GluePoint3Y" fmla="*/ 5 h 15"/>
                <a:gd name="GluePoint4X" fmla="*/ 4 w 15"/>
                <a:gd name="GluePoint4Y" fmla="*/ 0 h 15"/>
                <a:gd name="GluePoint5X" fmla="*/ 15 w 15"/>
                <a:gd name="GluePoint5Y" fmla="*/ 10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5">
                  <a:moveTo>
                    <a:pt x="15" y="10"/>
                  </a:moveTo>
                  <a:lnTo>
                    <a:pt x="10" y="15"/>
                  </a:lnTo>
                  <a:lnTo>
                    <a:pt x="0" y="5"/>
                  </a:lnTo>
                  <a:lnTo>
                    <a:pt x="4" y="0"/>
                  </a:lnTo>
                  <a:lnTo>
                    <a:pt x="15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78" name="Freeform 192"/>
            <p:cNvSpPr/>
            <p:nvPr/>
          </p:nvSpPr>
          <p:spPr>
            <a:xfrm>
              <a:off x="2936520" y="2248560"/>
              <a:ext cx="19440" cy="208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0880"/>
                <a:gd name="textAreaBottom" fmla="*/ 21240 h 20880"/>
                <a:gd name="GluePoint1X" fmla="*/ 0 w 14"/>
                <a:gd name="GluePoint1Y" fmla="*/ 5 h 15"/>
                <a:gd name="GluePoint2X" fmla="*/ 4 w 14"/>
                <a:gd name="GluePoint2Y" fmla="*/ 0 h 15"/>
                <a:gd name="GluePoint3X" fmla="*/ 14 w 14"/>
                <a:gd name="GluePoint3Y" fmla="*/ 10 h 15"/>
                <a:gd name="GluePoint4X" fmla="*/ 10 w 14"/>
                <a:gd name="GluePoint4Y" fmla="*/ 15 h 15"/>
                <a:gd name="GluePoint5X" fmla="*/ 0 w 14"/>
                <a:gd name="GluePoint5Y" fmla="*/ 5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" h="15">
                  <a:moveTo>
                    <a:pt x="0" y="5"/>
                  </a:moveTo>
                  <a:lnTo>
                    <a:pt x="4" y="0"/>
                  </a:lnTo>
                  <a:lnTo>
                    <a:pt x="14" y="10"/>
                  </a:lnTo>
                  <a:lnTo>
                    <a:pt x="10" y="1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79" name="Rectangle 193"/>
            <p:cNvSpPr/>
            <p:nvPr/>
          </p:nvSpPr>
          <p:spPr>
            <a:xfrm>
              <a:off x="2971800" y="2271240"/>
              <a:ext cx="23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80" name="Rectangle 194"/>
            <p:cNvSpPr/>
            <p:nvPr/>
          </p:nvSpPr>
          <p:spPr>
            <a:xfrm>
              <a:off x="2929680" y="2271240"/>
              <a:ext cx="2376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81" name="Rectangle 195"/>
            <p:cNvSpPr/>
            <p:nvPr/>
          </p:nvSpPr>
          <p:spPr>
            <a:xfrm>
              <a:off x="3052080" y="2265480"/>
              <a:ext cx="9360" cy="237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880" bIns="11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82" name="Rectangle 196"/>
            <p:cNvSpPr/>
            <p:nvPr/>
          </p:nvSpPr>
          <p:spPr>
            <a:xfrm>
              <a:off x="3052080" y="2309040"/>
              <a:ext cx="9360" cy="22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83" name="Freeform 197"/>
            <p:cNvSpPr/>
            <p:nvPr/>
          </p:nvSpPr>
          <p:spPr>
            <a:xfrm>
              <a:off x="3063240" y="2271240"/>
              <a:ext cx="20880" cy="2232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2320"/>
                <a:gd name="textAreaBottom" fmla="*/ 22680 h 22320"/>
                <a:gd name="GluePoint1X" fmla="*/ 11 w 15"/>
                <a:gd name="GluePoint1Y" fmla="*/ 0 h 16"/>
                <a:gd name="GluePoint2X" fmla="*/ 15 w 15"/>
                <a:gd name="GluePoint2Y" fmla="*/ 6 h 16"/>
                <a:gd name="GluePoint3X" fmla="*/ 5 w 15"/>
                <a:gd name="GluePoint3Y" fmla="*/ 16 h 16"/>
                <a:gd name="GluePoint4X" fmla="*/ 0 w 15"/>
                <a:gd name="GluePoint4Y" fmla="*/ 11 h 16"/>
                <a:gd name="GluePoint5X" fmla="*/ 11 w 15"/>
                <a:gd name="GluePoint5Y" fmla="*/ 0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6">
                  <a:moveTo>
                    <a:pt x="11" y="0"/>
                  </a:moveTo>
                  <a:lnTo>
                    <a:pt x="15" y="6"/>
                  </a:lnTo>
                  <a:lnTo>
                    <a:pt x="5" y="16"/>
                  </a:lnTo>
                  <a:lnTo>
                    <a:pt x="0" y="1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84" name="Freeform 198"/>
            <p:cNvSpPr/>
            <p:nvPr/>
          </p:nvSpPr>
          <p:spPr>
            <a:xfrm>
              <a:off x="3030840" y="2305080"/>
              <a:ext cx="19440" cy="208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0880"/>
                <a:gd name="textAreaBottom" fmla="*/ 21240 h 20880"/>
                <a:gd name="GluePoint1X" fmla="*/ 10 w 14"/>
                <a:gd name="GluePoint1Y" fmla="*/ 0 h 15"/>
                <a:gd name="GluePoint2X" fmla="*/ 14 w 14"/>
                <a:gd name="GluePoint2Y" fmla="*/ 5 h 15"/>
                <a:gd name="GluePoint3X" fmla="*/ 4 w 14"/>
                <a:gd name="GluePoint3Y" fmla="*/ 15 h 15"/>
                <a:gd name="GluePoint4X" fmla="*/ 0 w 14"/>
                <a:gd name="GluePoint4Y" fmla="*/ 10 h 15"/>
                <a:gd name="GluePoint5X" fmla="*/ 10 w 14"/>
                <a:gd name="GluePoint5Y" fmla="*/ 0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" h="15">
                  <a:moveTo>
                    <a:pt x="10" y="0"/>
                  </a:moveTo>
                  <a:lnTo>
                    <a:pt x="14" y="5"/>
                  </a:lnTo>
                  <a:lnTo>
                    <a:pt x="4" y="15"/>
                  </a:lnTo>
                  <a:lnTo>
                    <a:pt x="0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85" name="Freeform 199"/>
            <p:cNvSpPr/>
            <p:nvPr/>
          </p:nvSpPr>
          <p:spPr>
            <a:xfrm>
              <a:off x="3063240" y="2305080"/>
              <a:ext cx="20880" cy="2088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0880"/>
                <a:gd name="textAreaBottom" fmla="*/ 21240 h 20880"/>
                <a:gd name="GluePoint1X" fmla="*/ 15 w 15"/>
                <a:gd name="GluePoint1Y" fmla="*/ 10 h 15"/>
                <a:gd name="GluePoint2X" fmla="*/ 11 w 15"/>
                <a:gd name="GluePoint2Y" fmla="*/ 15 h 15"/>
                <a:gd name="GluePoint3X" fmla="*/ 0 w 15"/>
                <a:gd name="GluePoint3Y" fmla="*/ 5 h 15"/>
                <a:gd name="GluePoint4X" fmla="*/ 5 w 15"/>
                <a:gd name="GluePoint4Y" fmla="*/ 0 h 15"/>
                <a:gd name="GluePoint5X" fmla="*/ 15 w 15"/>
                <a:gd name="GluePoint5Y" fmla="*/ 10 h 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" h="15">
                  <a:moveTo>
                    <a:pt x="15" y="10"/>
                  </a:moveTo>
                  <a:lnTo>
                    <a:pt x="11" y="15"/>
                  </a:lnTo>
                  <a:lnTo>
                    <a:pt x="0" y="5"/>
                  </a:lnTo>
                  <a:lnTo>
                    <a:pt x="5" y="0"/>
                  </a:lnTo>
                  <a:lnTo>
                    <a:pt x="15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0440" bIns="104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86" name="Freeform 200"/>
            <p:cNvSpPr/>
            <p:nvPr/>
          </p:nvSpPr>
          <p:spPr>
            <a:xfrm>
              <a:off x="3030840" y="2271240"/>
              <a:ext cx="19440" cy="223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2320"/>
                <a:gd name="textAreaBottom" fmla="*/ 22680 h 22320"/>
                <a:gd name="GluePoint1X" fmla="*/ 0 w 14"/>
                <a:gd name="GluePoint1Y" fmla="*/ 6 h 16"/>
                <a:gd name="GluePoint2X" fmla="*/ 4 w 14"/>
                <a:gd name="GluePoint2Y" fmla="*/ 0 h 16"/>
                <a:gd name="GluePoint3X" fmla="*/ 14 w 14"/>
                <a:gd name="GluePoint3Y" fmla="*/ 11 h 16"/>
                <a:gd name="GluePoint4X" fmla="*/ 10 w 14"/>
                <a:gd name="GluePoint4Y" fmla="*/ 16 h 16"/>
                <a:gd name="GluePoint5X" fmla="*/ 0 w 14"/>
                <a:gd name="GluePoint5Y" fmla="*/ 6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" h="16">
                  <a:moveTo>
                    <a:pt x="0" y="6"/>
                  </a:moveTo>
                  <a:lnTo>
                    <a:pt x="4" y="0"/>
                  </a:lnTo>
                  <a:lnTo>
                    <a:pt x="14" y="11"/>
                  </a:lnTo>
                  <a:lnTo>
                    <a:pt x="10" y="1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1160" bIns="11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87" name="Rectangle 201"/>
            <p:cNvSpPr/>
            <p:nvPr/>
          </p:nvSpPr>
          <p:spPr>
            <a:xfrm>
              <a:off x="3066120" y="2293560"/>
              <a:ext cx="23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88" name="Rectangle 202"/>
            <p:cNvSpPr/>
            <p:nvPr/>
          </p:nvSpPr>
          <p:spPr>
            <a:xfrm>
              <a:off x="3024000" y="2293560"/>
              <a:ext cx="2376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889" name="Freeform 203"/>
          <p:cNvSpPr/>
          <p:nvPr/>
        </p:nvSpPr>
        <p:spPr>
          <a:xfrm>
            <a:off x="4066200" y="3610440"/>
            <a:ext cx="244800" cy="302400"/>
          </a:xfrm>
          <a:custGeom>
            <a:avLst/>
            <a:gdLst>
              <a:gd name="textAreaLeft" fmla="*/ 0 w 244800"/>
              <a:gd name="textAreaRight" fmla="*/ 245160 w 244800"/>
              <a:gd name="textAreaTop" fmla="*/ 0 h 302400"/>
              <a:gd name="textAreaBottom" fmla="*/ 302760 h 302400"/>
              <a:gd name="GluePoint1X" fmla="*/ 181 w 208"/>
              <a:gd name="GluePoint1Y" fmla="*/ 215 h 255"/>
              <a:gd name="GluePoint2X" fmla="*/ 194 w 208"/>
              <a:gd name="GluePoint2Y" fmla="*/ 228 h 255"/>
              <a:gd name="GluePoint3X" fmla="*/ 184 w 208"/>
              <a:gd name="GluePoint3Y" fmla="*/ 228 h 255"/>
              <a:gd name="GluePoint4X" fmla="*/ 164 w 208"/>
              <a:gd name="GluePoint4Y" fmla="*/ 208 h 255"/>
              <a:gd name="GluePoint5X" fmla="*/ 164 w 208"/>
              <a:gd name="GluePoint5Y" fmla="*/ 48 h 255"/>
              <a:gd name="GluePoint6X" fmla="*/ 128 w 208"/>
              <a:gd name="GluePoint6Y" fmla="*/ 0 h 255"/>
              <a:gd name="GluePoint7X" fmla="*/ 96 w 208"/>
              <a:gd name="GluePoint7Y" fmla="*/ 25 h 255"/>
              <a:gd name="GluePoint8X" fmla="*/ 64 w 208"/>
              <a:gd name="GluePoint8Y" fmla="*/ 0 h 255"/>
              <a:gd name="GluePoint9X" fmla="*/ 32 w 208"/>
              <a:gd name="GluePoint9Y" fmla="*/ 26 h 255"/>
              <a:gd name="GluePoint10X" fmla="*/ 0 w 208"/>
              <a:gd name="GluePoint10Y" fmla="*/ 4 h 255"/>
              <a:gd name="GluePoint11X" fmla="*/ 0 w 208"/>
              <a:gd name="GluePoint11Y" fmla="*/ 12 h 255"/>
              <a:gd name="GluePoint12X" fmla="*/ 28 w 208"/>
              <a:gd name="GluePoint12Y" fmla="*/ 48 h 255"/>
              <a:gd name="GluePoint13X" fmla="*/ 28 w 208"/>
              <a:gd name="GluePoint13Y" fmla="*/ 208 h 255"/>
              <a:gd name="GluePoint14X" fmla="*/ 36 w 208"/>
              <a:gd name="GluePoint14Y" fmla="*/ 208 h 255"/>
              <a:gd name="GluePoint15X" fmla="*/ 36 w 208"/>
              <a:gd name="GluePoint15Y" fmla="*/ 48 h 255"/>
              <a:gd name="GluePoint16X" fmla="*/ 64 w 208"/>
              <a:gd name="GluePoint16Y" fmla="*/ 8 h 255"/>
              <a:gd name="GluePoint17X" fmla="*/ 92 w 208"/>
              <a:gd name="GluePoint17Y" fmla="*/ 48 h 255"/>
              <a:gd name="GluePoint18X" fmla="*/ 92 w 208"/>
              <a:gd name="GluePoint18Y" fmla="*/ 208 h 255"/>
              <a:gd name="GluePoint19X" fmla="*/ 100 w 208"/>
              <a:gd name="GluePoint19Y" fmla="*/ 208 h 255"/>
              <a:gd name="GluePoint20X" fmla="*/ 100 w 208"/>
              <a:gd name="GluePoint20Y" fmla="*/ 48 h 255"/>
              <a:gd name="GluePoint21X" fmla="*/ 128 w 208"/>
              <a:gd name="GluePoint21Y" fmla="*/ 8 h 255"/>
              <a:gd name="GluePoint22X" fmla="*/ 156 w 208"/>
              <a:gd name="GluePoint22Y" fmla="*/ 48 h 255"/>
              <a:gd name="GluePoint23X" fmla="*/ 156 w 208"/>
              <a:gd name="GluePoint23Y" fmla="*/ 208 h 255"/>
              <a:gd name="GluePoint24X" fmla="*/ 184 w 208"/>
              <a:gd name="GluePoint24Y" fmla="*/ 236 h 255"/>
              <a:gd name="GluePoint25X" fmla="*/ 194 w 208"/>
              <a:gd name="GluePoint25Y" fmla="*/ 236 h 255"/>
              <a:gd name="GluePoint26X" fmla="*/ 181 w 208"/>
              <a:gd name="GluePoint26Y" fmla="*/ 249 h 255"/>
              <a:gd name="GluePoint27X" fmla="*/ 187 w 208"/>
              <a:gd name="GluePoint27Y" fmla="*/ 255 h 255"/>
              <a:gd name="GluePoint28X" fmla="*/ 208 w 208"/>
              <a:gd name="GluePoint28Y" fmla="*/ 235 h 255"/>
              <a:gd name="GluePoint29X" fmla="*/ 208 w 208"/>
              <a:gd name="GluePoint29Y" fmla="*/ 229 h 255"/>
              <a:gd name="GluePoint30X" fmla="*/ 187 w 208"/>
              <a:gd name="GluePoint30Y" fmla="*/ 209 h 255"/>
              <a:gd name="GluePoint31X" fmla="*/ 181 w 208"/>
              <a:gd name="GluePoint31Y" fmla="*/ 215 h 25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</a:cxnLst>
            <a:rect l="textAreaLeft" t="textAreaTop" r="textAreaRight" b="textAreaBottom"/>
            <a:pathLst>
              <a:path w="208" h="255">
                <a:moveTo>
                  <a:pt x="181" y="215"/>
                </a:moveTo>
                <a:cubicBezTo>
                  <a:pt x="194" y="228"/>
                  <a:pt x="194" y="228"/>
                  <a:pt x="194" y="228"/>
                </a:cubicBezTo>
                <a:cubicBezTo>
                  <a:pt x="184" y="228"/>
                  <a:pt x="184" y="228"/>
                  <a:pt x="184" y="228"/>
                </a:cubicBezTo>
                <a:cubicBezTo>
                  <a:pt x="165" y="228"/>
                  <a:pt x="164" y="210"/>
                  <a:pt x="164" y="208"/>
                </a:cubicBezTo>
                <a:cubicBezTo>
                  <a:pt x="164" y="48"/>
                  <a:pt x="164" y="48"/>
                  <a:pt x="164" y="48"/>
                </a:cubicBezTo>
                <a:cubicBezTo>
                  <a:pt x="164" y="31"/>
                  <a:pt x="156" y="0"/>
                  <a:pt x="128" y="0"/>
                </a:cubicBezTo>
                <a:cubicBezTo>
                  <a:pt x="110" y="0"/>
                  <a:pt x="100" y="12"/>
                  <a:pt x="96" y="25"/>
                </a:cubicBezTo>
                <a:cubicBezTo>
                  <a:pt x="91" y="12"/>
                  <a:pt x="81" y="0"/>
                  <a:pt x="64" y="0"/>
                </a:cubicBezTo>
                <a:cubicBezTo>
                  <a:pt x="46" y="0"/>
                  <a:pt x="36" y="13"/>
                  <a:pt x="32" y="26"/>
                </a:cubicBezTo>
                <a:cubicBezTo>
                  <a:pt x="27" y="15"/>
                  <a:pt x="17" y="4"/>
                  <a:pt x="0" y="4"/>
                </a:cubicBezTo>
                <a:cubicBezTo>
                  <a:pt x="0" y="12"/>
                  <a:pt x="0" y="12"/>
                  <a:pt x="0" y="12"/>
                </a:cubicBezTo>
                <a:cubicBezTo>
                  <a:pt x="27" y="12"/>
                  <a:pt x="28" y="46"/>
                  <a:pt x="28" y="48"/>
                </a:cubicBezTo>
                <a:cubicBezTo>
                  <a:pt x="28" y="208"/>
                  <a:pt x="28" y="208"/>
                  <a:pt x="28" y="208"/>
                </a:cubicBezTo>
                <a:cubicBezTo>
                  <a:pt x="36" y="208"/>
                  <a:pt x="36" y="208"/>
                  <a:pt x="36" y="208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6"/>
                  <a:pt x="37" y="8"/>
                  <a:pt x="64" y="8"/>
                </a:cubicBezTo>
                <a:cubicBezTo>
                  <a:pt x="91" y="8"/>
                  <a:pt x="92" y="46"/>
                  <a:pt x="92" y="48"/>
                </a:cubicBezTo>
                <a:cubicBezTo>
                  <a:pt x="92" y="208"/>
                  <a:pt x="92" y="208"/>
                  <a:pt x="92" y="208"/>
                </a:cubicBezTo>
                <a:cubicBezTo>
                  <a:pt x="100" y="208"/>
                  <a:pt x="100" y="208"/>
                  <a:pt x="100" y="208"/>
                </a:cubicBezTo>
                <a:cubicBezTo>
                  <a:pt x="100" y="48"/>
                  <a:pt x="100" y="48"/>
                  <a:pt x="100" y="48"/>
                </a:cubicBezTo>
                <a:cubicBezTo>
                  <a:pt x="100" y="46"/>
                  <a:pt x="100" y="8"/>
                  <a:pt x="128" y="8"/>
                </a:cubicBezTo>
                <a:cubicBezTo>
                  <a:pt x="155" y="8"/>
                  <a:pt x="156" y="46"/>
                  <a:pt x="156" y="48"/>
                </a:cubicBezTo>
                <a:cubicBezTo>
                  <a:pt x="156" y="208"/>
                  <a:pt x="156" y="208"/>
                  <a:pt x="156" y="208"/>
                </a:cubicBezTo>
                <a:cubicBezTo>
                  <a:pt x="156" y="218"/>
                  <a:pt x="162" y="236"/>
                  <a:pt x="184" y="236"/>
                </a:cubicBezTo>
                <a:cubicBezTo>
                  <a:pt x="194" y="236"/>
                  <a:pt x="194" y="236"/>
                  <a:pt x="194" y="236"/>
                </a:cubicBezTo>
                <a:cubicBezTo>
                  <a:pt x="181" y="249"/>
                  <a:pt x="181" y="249"/>
                  <a:pt x="181" y="249"/>
                </a:cubicBezTo>
                <a:cubicBezTo>
                  <a:pt x="187" y="255"/>
                  <a:pt x="187" y="255"/>
                  <a:pt x="187" y="255"/>
                </a:cubicBezTo>
                <a:cubicBezTo>
                  <a:pt x="208" y="235"/>
                  <a:pt x="208" y="235"/>
                  <a:pt x="208" y="235"/>
                </a:cubicBezTo>
                <a:cubicBezTo>
                  <a:pt x="208" y="229"/>
                  <a:pt x="208" y="229"/>
                  <a:pt x="208" y="229"/>
                </a:cubicBezTo>
                <a:cubicBezTo>
                  <a:pt x="187" y="209"/>
                  <a:pt x="187" y="209"/>
                  <a:pt x="187" y="209"/>
                </a:cubicBezTo>
                <a:lnTo>
                  <a:pt x="181" y="215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90" name="Freeform 204"/>
          <p:cNvSpPr/>
          <p:nvPr/>
        </p:nvSpPr>
        <p:spPr>
          <a:xfrm>
            <a:off x="4428360" y="3609000"/>
            <a:ext cx="305280" cy="305280"/>
          </a:xfrm>
          <a:custGeom>
            <a:avLst/>
            <a:gdLst>
              <a:gd name="textAreaLeft" fmla="*/ 0 w 305280"/>
              <a:gd name="textAreaRight" fmla="*/ 305640 w 305280"/>
              <a:gd name="textAreaTop" fmla="*/ 0 h 305280"/>
              <a:gd name="textAreaBottom" fmla="*/ 305640 h 305280"/>
              <a:gd name="GluePoint1X" fmla="*/ 123 w 217"/>
              <a:gd name="GluePoint1Y" fmla="*/ 6 h 217"/>
              <a:gd name="GluePoint2X" fmla="*/ 206 w 217"/>
              <a:gd name="GluePoint2Y" fmla="*/ 6 h 217"/>
              <a:gd name="GluePoint3X" fmla="*/ 64 w 217"/>
              <a:gd name="GluePoint3Y" fmla="*/ 148 h 217"/>
              <a:gd name="GluePoint4X" fmla="*/ 8 w 217"/>
              <a:gd name="GluePoint4Y" fmla="*/ 91 h 217"/>
              <a:gd name="GluePoint5X" fmla="*/ 4 w 217"/>
              <a:gd name="GluePoint5Y" fmla="*/ 96 h 217"/>
              <a:gd name="GluePoint6X" fmla="*/ 60 w 217"/>
              <a:gd name="GluePoint6Y" fmla="*/ 153 h 217"/>
              <a:gd name="GluePoint7X" fmla="*/ 0 w 217"/>
              <a:gd name="GluePoint7Y" fmla="*/ 212 h 217"/>
              <a:gd name="GluePoint8X" fmla="*/ 5 w 217"/>
              <a:gd name="GluePoint8Y" fmla="*/ 217 h 217"/>
              <a:gd name="GluePoint9X" fmla="*/ 64 w 217"/>
              <a:gd name="GluePoint9Y" fmla="*/ 158 h 217"/>
              <a:gd name="GluePoint10X" fmla="*/ 121 w 217"/>
              <a:gd name="GluePoint10Y" fmla="*/ 214 h 217"/>
              <a:gd name="GluePoint11X" fmla="*/ 125 w 217"/>
              <a:gd name="GluePoint11Y" fmla="*/ 209 h 217"/>
              <a:gd name="GluePoint12X" fmla="*/ 69 w 217"/>
              <a:gd name="GluePoint12Y" fmla="*/ 153 h 217"/>
              <a:gd name="GluePoint13X" fmla="*/ 210 w 217"/>
              <a:gd name="GluePoint13Y" fmla="*/ 11 h 217"/>
              <a:gd name="GluePoint14X" fmla="*/ 210 w 217"/>
              <a:gd name="GluePoint14Y" fmla="*/ 94 h 217"/>
              <a:gd name="GluePoint15X" fmla="*/ 217 w 217"/>
              <a:gd name="GluePoint15Y" fmla="*/ 94 h 217"/>
              <a:gd name="GluePoint16X" fmla="*/ 217 w 217"/>
              <a:gd name="GluePoint16Y" fmla="*/ 0 h 217"/>
              <a:gd name="GluePoint17X" fmla="*/ 123 w 217"/>
              <a:gd name="GluePoint17Y" fmla="*/ 0 h 217"/>
              <a:gd name="GluePoint18X" fmla="*/ 123 w 217"/>
              <a:gd name="GluePoint18Y" fmla="*/ 6 h 21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217" h="217">
                <a:moveTo>
                  <a:pt x="123" y="6"/>
                </a:moveTo>
                <a:lnTo>
                  <a:pt x="206" y="6"/>
                </a:lnTo>
                <a:lnTo>
                  <a:pt x="64" y="148"/>
                </a:lnTo>
                <a:lnTo>
                  <a:pt x="8" y="91"/>
                </a:lnTo>
                <a:lnTo>
                  <a:pt x="4" y="96"/>
                </a:lnTo>
                <a:lnTo>
                  <a:pt x="60" y="153"/>
                </a:lnTo>
                <a:lnTo>
                  <a:pt x="0" y="212"/>
                </a:lnTo>
                <a:lnTo>
                  <a:pt x="5" y="217"/>
                </a:lnTo>
                <a:lnTo>
                  <a:pt x="64" y="158"/>
                </a:lnTo>
                <a:lnTo>
                  <a:pt x="121" y="214"/>
                </a:lnTo>
                <a:lnTo>
                  <a:pt x="125" y="209"/>
                </a:lnTo>
                <a:lnTo>
                  <a:pt x="69" y="153"/>
                </a:lnTo>
                <a:lnTo>
                  <a:pt x="210" y="11"/>
                </a:lnTo>
                <a:lnTo>
                  <a:pt x="210" y="94"/>
                </a:lnTo>
                <a:lnTo>
                  <a:pt x="217" y="94"/>
                </a:lnTo>
                <a:lnTo>
                  <a:pt x="217" y="0"/>
                </a:lnTo>
                <a:lnTo>
                  <a:pt x="123" y="0"/>
                </a:lnTo>
                <a:lnTo>
                  <a:pt x="123" y="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891" name="Rectangle 208"/>
          <p:cNvSpPr/>
          <p:nvPr/>
        </p:nvSpPr>
        <p:spPr>
          <a:xfrm>
            <a:off x="2171880" y="2435760"/>
            <a:ext cx="9360" cy="2772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14040" bIns="1404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892" name="Группа 425"/>
          <p:cNvGrpSpPr/>
          <p:nvPr/>
        </p:nvGrpSpPr>
        <p:grpSpPr>
          <a:xfrm>
            <a:off x="2073240" y="2451240"/>
            <a:ext cx="302760" cy="278640"/>
            <a:chOff x="2073240" y="2451240"/>
            <a:chExt cx="302760" cy="278640"/>
          </a:xfrm>
        </p:grpSpPr>
        <p:sp>
          <p:nvSpPr>
            <p:cNvPr id="3893" name="Freeform 206"/>
            <p:cNvSpPr/>
            <p:nvPr/>
          </p:nvSpPr>
          <p:spPr>
            <a:xfrm>
              <a:off x="2097360" y="2473920"/>
              <a:ext cx="278640" cy="18000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180000"/>
                <a:gd name="textAreaBottom" fmla="*/ 180360 h 180000"/>
                <a:gd name="GluePoint1X" fmla="*/ 208 w 236"/>
                <a:gd name="GluePoint1Y" fmla="*/ 80 h 152"/>
                <a:gd name="GluePoint2X" fmla="*/ 124 w 236"/>
                <a:gd name="GluePoint2Y" fmla="*/ 8 h 152"/>
                <a:gd name="GluePoint3X" fmla="*/ 102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204 w 236"/>
                <a:gd name="GluePoint9Y" fmla="*/ 152 h 152"/>
                <a:gd name="GluePoint10X" fmla="*/ 236 w 236"/>
                <a:gd name="GluePoint10Y" fmla="*/ 120 h 152"/>
                <a:gd name="GluePoint11X" fmla="*/ 208 w 236"/>
                <a:gd name="GluePoint11Y" fmla="*/ 80 h 152"/>
                <a:gd name="GluePoint12X" fmla="*/ 20 w 236"/>
                <a:gd name="GluePoint12Y" fmla="*/ 56 h 152"/>
                <a:gd name="GluePoint13X" fmla="*/ 68 w 236"/>
                <a:gd name="GluePoint13Y" fmla="*/ 8 h 152"/>
                <a:gd name="GluePoint14X" fmla="*/ 92 w 236"/>
                <a:gd name="GluePoint14Y" fmla="*/ 14 h 152"/>
                <a:gd name="GluePoint15X" fmla="*/ 45 w 236"/>
                <a:gd name="GluePoint15Y" fmla="*/ 68 h 152"/>
                <a:gd name="GluePoint16X" fmla="*/ 40 w 236"/>
                <a:gd name="GluePoint16Y" fmla="*/ 68 h 152"/>
                <a:gd name="GluePoint17X" fmla="*/ 24 w 236"/>
                <a:gd name="GluePoint17Y" fmla="*/ 72 h 152"/>
                <a:gd name="GluePoint18X" fmla="*/ 20 w 236"/>
                <a:gd name="GluePoint18Y" fmla="*/ 56 h 152"/>
                <a:gd name="GluePoint19X" fmla="*/ 204 w 236"/>
                <a:gd name="GluePoint19Y" fmla="*/ 144 h 152"/>
                <a:gd name="GluePoint20X" fmla="*/ 40 w 236"/>
                <a:gd name="GluePoint20Y" fmla="*/ 144 h 152"/>
                <a:gd name="GluePoint21X" fmla="*/ 8 w 236"/>
                <a:gd name="GluePoint21Y" fmla="*/ 112 h 152"/>
                <a:gd name="GluePoint22X" fmla="*/ 40 w 236"/>
                <a:gd name="GluePoint22Y" fmla="*/ 76 h 152"/>
                <a:gd name="GluePoint23X" fmla="*/ 52 w 236"/>
                <a:gd name="GluePoint23Y" fmla="*/ 76 h 152"/>
                <a:gd name="GluePoint24X" fmla="*/ 52 w 236"/>
                <a:gd name="GluePoint24Y" fmla="*/ 73 h 152"/>
                <a:gd name="GluePoint25X" fmla="*/ 124 w 236"/>
                <a:gd name="GluePoint25Y" fmla="*/ 16 h 152"/>
                <a:gd name="GluePoint26X" fmla="*/ 200 w 236"/>
                <a:gd name="GluePoint26Y" fmla="*/ 84 h 152"/>
                <a:gd name="GluePoint27X" fmla="*/ 200 w 236"/>
                <a:gd name="GluePoint27Y" fmla="*/ 88 h 152"/>
                <a:gd name="GluePoint28X" fmla="*/ 204 w 236"/>
                <a:gd name="GluePoint28Y" fmla="*/ 88 h 152"/>
                <a:gd name="GluePoint29X" fmla="*/ 228 w 236"/>
                <a:gd name="GluePoint29Y" fmla="*/ 120 h 152"/>
                <a:gd name="GluePoint30X" fmla="*/ 204 w 236"/>
                <a:gd name="GluePoint30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2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0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29"/>
                    <a:pt x="42" y="8"/>
                    <a:pt x="68" y="8"/>
                  </a:cubicBezTo>
                  <a:cubicBezTo>
                    <a:pt x="77" y="8"/>
                    <a:pt x="85" y="10"/>
                    <a:pt x="92" y="14"/>
                  </a:cubicBezTo>
                  <a:cubicBezTo>
                    <a:pt x="69" y="24"/>
                    <a:pt x="51" y="43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2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3" y="76"/>
                    <a:pt x="40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9" y="16"/>
                    <a:pt x="124" y="16"/>
                  </a:cubicBezTo>
                  <a:cubicBezTo>
                    <a:pt x="166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94" name="Rectangle 207"/>
            <p:cNvSpPr/>
            <p:nvPr/>
          </p:nvSpPr>
          <p:spPr>
            <a:xfrm>
              <a:off x="2073240" y="253584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95" name="Freeform 209"/>
            <p:cNvSpPr/>
            <p:nvPr/>
          </p:nvSpPr>
          <p:spPr>
            <a:xfrm>
              <a:off x="2088720" y="2451240"/>
              <a:ext cx="34920" cy="349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4920"/>
                <a:gd name="textAreaBottom" fmla="*/ 35280 h 34920"/>
                <a:gd name="GluePoint1X" fmla="*/ 5 w 25"/>
                <a:gd name="GluePoint1Y" fmla="*/ 0 h 25"/>
                <a:gd name="GluePoint2X" fmla="*/ 25 w 25"/>
                <a:gd name="GluePoint2Y" fmla="*/ 20 h 25"/>
                <a:gd name="GluePoint3X" fmla="*/ 20 w 25"/>
                <a:gd name="GluePoint3Y" fmla="*/ 25 h 25"/>
                <a:gd name="GluePoint4X" fmla="*/ 0 w 25"/>
                <a:gd name="GluePoint4Y" fmla="*/ 5 h 25"/>
                <a:gd name="GluePoint5X" fmla="*/ 5 w 25"/>
                <a:gd name="GluePoint5Y" fmla="*/ 0 h 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7640" bIns="17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96" name="Rectangle 210"/>
            <p:cNvSpPr/>
            <p:nvPr/>
          </p:nvSpPr>
          <p:spPr>
            <a:xfrm>
              <a:off x="2163240" y="2664000"/>
              <a:ext cx="792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97" name="Rectangle 211"/>
            <p:cNvSpPr/>
            <p:nvPr/>
          </p:nvSpPr>
          <p:spPr>
            <a:xfrm>
              <a:off x="2210040" y="266400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98" name="Rectangle 212"/>
            <p:cNvSpPr/>
            <p:nvPr/>
          </p:nvSpPr>
          <p:spPr>
            <a:xfrm>
              <a:off x="2257920" y="266400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899" name="Rectangle 213"/>
            <p:cNvSpPr/>
            <p:nvPr/>
          </p:nvSpPr>
          <p:spPr>
            <a:xfrm>
              <a:off x="2304360" y="266400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900" name="Группа 426"/>
          <p:cNvGrpSpPr/>
          <p:nvPr/>
        </p:nvGrpSpPr>
        <p:grpSpPr>
          <a:xfrm>
            <a:off x="2466360" y="2455560"/>
            <a:ext cx="302400" cy="254520"/>
            <a:chOff x="2466360" y="2455560"/>
            <a:chExt cx="302400" cy="254520"/>
          </a:xfrm>
        </p:grpSpPr>
        <p:sp>
          <p:nvSpPr>
            <p:cNvPr id="3901" name="Freeform 214"/>
            <p:cNvSpPr/>
            <p:nvPr/>
          </p:nvSpPr>
          <p:spPr>
            <a:xfrm>
              <a:off x="2466360" y="245556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1 h 152"/>
                <a:gd name="GluePoint4X" fmla="*/ 56 w 256"/>
                <a:gd name="GluePoint4Y" fmla="*/ 0 h 152"/>
                <a:gd name="GluePoint5X" fmla="*/ 46 w 256"/>
                <a:gd name="GluePoint5Y" fmla="*/ 1 h 152"/>
                <a:gd name="GluePoint6X" fmla="*/ 40 w 256"/>
                <a:gd name="GluePoint6Y" fmla="*/ 2 h 152"/>
                <a:gd name="GluePoint7X" fmla="*/ 43 w 256"/>
                <a:gd name="GluePoint7Y" fmla="*/ 7 h 152"/>
                <a:gd name="GluePoint8X" fmla="*/ 48 w 256"/>
                <a:gd name="GluePoint8Y" fmla="*/ 24 h 152"/>
                <a:gd name="GluePoint9X" fmla="*/ 16 w 256"/>
                <a:gd name="GluePoint9Y" fmla="*/ 56 h 152"/>
                <a:gd name="GluePoint10X" fmla="*/ 6 w 256"/>
                <a:gd name="GluePoint10Y" fmla="*/ 54 h 152"/>
                <a:gd name="GluePoint11X" fmla="*/ 0 w 256"/>
                <a:gd name="GluePoint11Y" fmla="*/ 52 h 152"/>
                <a:gd name="GluePoint12X" fmla="*/ 1 w 256"/>
                <a:gd name="GluePoint12Y" fmla="*/ 58 h 152"/>
                <a:gd name="GluePoint13X" fmla="*/ 9 w 256"/>
                <a:gd name="GluePoint13Y" fmla="*/ 86 h 152"/>
                <a:gd name="GluePoint14X" fmla="*/ 22 w 256"/>
                <a:gd name="GluePoint14Y" fmla="*/ 100 h 152"/>
                <a:gd name="GluePoint15X" fmla="*/ 20 w 256"/>
                <a:gd name="GluePoint15Y" fmla="*/ 112 h 152"/>
                <a:gd name="GluePoint16X" fmla="*/ 60 w 256"/>
                <a:gd name="GluePoint16Y" fmla="*/ 152 h 152"/>
                <a:gd name="GluePoint17X" fmla="*/ 224 w 256"/>
                <a:gd name="GluePoint17Y" fmla="*/ 152 h 152"/>
                <a:gd name="GluePoint18X" fmla="*/ 256 w 256"/>
                <a:gd name="GluePoint18Y" fmla="*/ 120 h 152"/>
                <a:gd name="GluePoint19X" fmla="*/ 228 w 256"/>
                <a:gd name="GluePoint19Y" fmla="*/ 80 h 152"/>
                <a:gd name="GluePoint20X" fmla="*/ 16 w 256"/>
                <a:gd name="GluePoint20Y" fmla="*/ 82 h 152"/>
                <a:gd name="GluePoint21X" fmla="*/ 9 w 256"/>
                <a:gd name="GluePoint21Y" fmla="*/ 64 h 152"/>
                <a:gd name="GluePoint22X" fmla="*/ 16 w 256"/>
                <a:gd name="GluePoint22Y" fmla="*/ 64 h 152"/>
                <a:gd name="GluePoint23X" fmla="*/ 56 w 256"/>
                <a:gd name="GluePoint23Y" fmla="*/ 24 h 152"/>
                <a:gd name="GluePoint24X" fmla="*/ 53 w 256"/>
                <a:gd name="GluePoint24Y" fmla="*/ 8 h 152"/>
                <a:gd name="GluePoint25X" fmla="*/ 56 w 256"/>
                <a:gd name="GluePoint25Y" fmla="*/ 8 h 152"/>
                <a:gd name="GluePoint26X" fmla="*/ 93 w 256"/>
                <a:gd name="GluePoint26Y" fmla="*/ 25 h 152"/>
                <a:gd name="GluePoint27X" fmla="*/ 65 w 256"/>
                <a:gd name="GluePoint27Y" fmla="*/ 68 h 152"/>
                <a:gd name="GluePoint28X" fmla="*/ 60 w 256"/>
                <a:gd name="GluePoint28Y" fmla="*/ 68 h 152"/>
                <a:gd name="GluePoint29X" fmla="*/ 25 w 256"/>
                <a:gd name="GluePoint29Y" fmla="*/ 92 h 152"/>
                <a:gd name="GluePoint30X" fmla="*/ 16 w 256"/>
                <a:gd name="GluePoint30Y" fmla="*/ 82 h 152"/>
                <a:gd name="GluePoint31X" fmla="*/ 224 w 256"/>
                <a:gd name="GluePoint31Y" fmla="*/ 144 h 152"/>
                <a:gd name="GluePoint32X" fmla="*/ 60 w 256"/>
                <a:gd name="GluePoint32Y" fmla="*/ 144 h 152"/>
                <a:gd name="GluePoint33X" fmla="*/ 28 w 256"/>
                <a:gd name="GluePoint33Y" fmla="*/ 112 h 152"/>
                <a:gd name="GluePoint34X" fmla="*/ 60 w 256"/>
                <a:gd name="GluePoint34Y" fmla="*/ 76 h 152"/>
                <a:gd name="GluePoint35X" fmla="*/ 72 w 256"/>
                <a:gd name="GluePoint35Y" fmla="*/ 76 h 152"/>
                <a:gd name="GluePoint36X" fmla="*/ 72 w 256"/>
                <a:gd name="GluePoint36Y" fmla="*/ 73 h 152"/>
                <a:gd name="GluePoint37X" fmla="*/ 144 w 256"/>
                <a:gd name="GluePoint37Y" fmla="*/ 16 h 152"/>
                <a:gd name="GluePoint38X" fmla="*/ 220 w 256"/>
                <a:gd name="GluePoint38Y" fmla="*/ 84 h 152"/>
                <a:gd name="GluePoint39X" fmla="*/ 220 w 256"/>
                <a:gd name="GluePoint39Y" fmla="*/ 88 h 152"/>
                <a:gd name="GluePoint40X" fmla="*/ 224 w 256"/>
                <a:gd name="GluePoint40Y" fmla="*/ 88 h 152"/>
                <a:gd name="GluePoint41X" fmla="*/ 248 w 256"/>
                <a:gd name="GluePoint41Y" fmla="*/ 120 h 152"/>
                <a:gd name="GluePoint42X" fmla="*/ 224 w 256"/>
                <a:gd name="GluePoint4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50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02" name="Rectangle 215"/>
            <p:cNvSpPr/>
            <p:nvPr/>
          </p:nvSpPr>
          <p:spPr>
            <a:xfrm>
              <a:off x="2554920" y="264420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03" name="Rectangle 216"/>
            <p:cNvSpPr/>
            <p:nvPr/>
          </p:nvSpPr>
          <p:spPr>
            <a:xfrm>
              <a:off x="2602800" y="264420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04" name="Rectangle 217"/>
            <p:cNvSpPr/>
            <p:nvPr/>
          </p:nvSpPr>
          <p:spPr>
            <a:xfrm>
              <a:off x="2650680" y="2644200"/>
              <a:ext cx="792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05" name="Rectangle 218"/>
            <p:cNvSpPr/>
            <p:nvPr/>
          </p:nvSpPr>
          <p:spPr>
            <a:xfrm>
              <a:off x="2697120" y="264420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906" name="Группа 427"/>
          <p:cNvGrpSpPr/>
          <p:nvPr/>
        </p:nvGrpSpPr>
        <p:grpSpPr>
          <a:xfrm>
            <a:off x="2857680" y="2455560"/>
            <a:ext cx="302400" cy="254520"/>
            <a:chOff x="2857680" y="2455560"/>
            <a:chExt cx="302400" cy="254520"/>
          </a:xfrm>
        </p:grpSpPr>
        <p:sp>
          <p:nvSpPr>
            <p:cNvPr id="3907" name="Freeform 219"/>
            <p:cNvSpPr/>
            <p:nvPr/>
          </p:nvSpPr>
          <p:spPr>
            <a:xfrm>
              <a:off x="2857680" y="245556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2 w 256"/>
                <a:gd name="GluePoint1Y" fmla="*/ 100 h 152"/>
                <a:gd name="GluePoint2X" fmla="*/ 20 w 256"/>
                <a:gd name="GluePoint2Y" fmla="*/ 112 h 152"/>
                <a:gd name="GluePoint3X" fmla="*/ 60 w 256"/>
                <a:gd name="GluePoint3Y" fmla="*/ 152 h 152"/>
                <a:gd name="GluePoint4X" fmla="*/ 224 w 256"/>
                <a:gd name="GluePoint4Y" fmla="*/ 152 h 152"/>
                <a:gd name="GluePoint5X" fmla="*/ 256 w 256"/>
                <a:gd name="GluePoint5Y" fmla="*/ 120 h 152"/>
                <a:gd name="GluePoint6X" fmla="*/ 228 w 256"/>
                <a:gd name="GluePoint6Y" fmla="*/ 80 h 152"/>
                <a:gd name="GluePoint7X" fmla="*/ 144 w 256"/>
                <a:gd name="GluePoint7Y" fmla="*/ 8 h 152"/>
                <a:gd name="GluePoint8X" fmla="*/ 100 w 256"/>
                <a:gd name="GluePoint8Y" fmla="*/ 21 h 152"/>
                <a:gd name="GluePoint9X" fmla="*/ 56 w 256"/>
                <a:gd name="GluePoint9Y" fmla="*/ 0 h 152"/>
                <a:gd name="GluePoint10X" fmla="*/ 0 w 256"/>
                <a:gd name="GluePoint10Y" fmla="*/ 56 h 152"/>
                <a:gd name="GluePoint11X" fmla="*/ 9 w 256"/>
                <a:gd name="GluePoint11Y" fmla="*/ 86 h 152"/>
                <a:gd name="GluePoint12X" fmla="*/ 22 w 256"/>
                <a:gd name="GluePoint12Y" fmla="*/ 100 h 152"/>
                <a:gd name="GluePoint13X" fmla="*/ 220 w 256"/>
                <a:gd name="GluePoint13Y" fmla="*/ 84 h 152"/>
                <a:gd name="GluePoint14X" fmla="*/ 220 w 256"/>
                <a:gd name="GluePoint14Y" fmla="*/ 88 h 152"/>
                <a:gd name="GluePoint15X" fmla="*/ 224 w 256"/>
                <a:gd name="GluePoint15Y" fmla="*/ 88 h 152"/>
                <a:gd name="GluePoint16X" fmla="*/ 248 w 256"/>
                <a:gd name="GluePoint16Y" fmla="*/ 120 h 152"/>
                <a:gd name="GluePoint17X" fmla="*/ 224 w 256"/>
                <a:gd name="GluePoint17Y" fmla="*/ 144 h 152"/>
                <a:gd name="GluePoint18X" fmla="*/ 60 w 256"/>
                <a:gd name="GluePoint18Y" fmla="*/ 144 h 152"/>
                <a:gd name="GluePoint19X" fmla="*/ 28 w 256"/>
                <a:gd name="GluePoint19Y" fmla="*/ 112 h 152"/>
                <a:gd name="GluePoint20X" fmla="*/ 60 w 256"/>
                <a:gd name="GluePoint20Y" fmla="*/ 76 h 152"/>
                <a:gd name="GluePoint21X" fmla="*/ 72 w 256"/>
                <a:gd name="GluePoint21Y" fmla="*/ 76 h 152"/>
                <a:gd name="GluePoint22X" fmla="*/ 72 w 256"/>
                <a:gd name="GluePoint22Y" fmla="*/ 73 h 152"/>
                <a:gd name="GluePoint23X" fmla="*/ 144 w 256"/>
                <a:gd name="GluePoint23Y" fmla="*/ 16 h 152"/>
                <a:gd name="GluePoint24X" fmla="*/ 220 w 256"/>
                <a:gd name="GluePoint24Y" fmla="*/ 84 h 152"/>
                <a:gd name="GluePoint25X" fmla="*/ 56 w 256"/>
                <a:gd name="GluePoint25Y" fmla="*/ 8 h 152"/>
                <a:gd name="GluePoint26X" fmla="*/ 93 w 256"/>
                <a:gd name="GluePoint26Y" fmla="*/ 25 h 152"/>
                <a:gd name="GluePoint27X" fmla="*/ 65 w 256"/>
                <a:gd name="GluePoint27Y" fmla="*/ 68 h 152"/>
                <a:gd name="GluePoint28X" fmla="*/ 60 w 256"/>
                <a:gd name="GluePoint28Y" fmla="*/ 68 h 152"/>
                <a:gd name="GluePoint29X" fmla="*/ 25 w 256"/>
                <a:gd name="GluePoint29Y" fmla="*/ 92 h 152"/>
                <a:gd name="GluePoint30X" fmla="*/ 16 w 256"/>
                <a:gd name="GluePoint30Y" fmla="*/ 82 h 152"/>
                <a:gd name="GluePoint31X" fmla="*/ 8 w 256"/>
                <a:gd name="GluePoint31Y" fmla="*/ 56 h 152"/>
                <a:gd name="GluePoint32X" fmla="*/ 56 w 256"/>
                <a:gd name="GluePoint32Y" fmla="*/ 8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56" h="152">
                  <a:moveTo>
                    <a:pt x="22" y="100"/>
                  </a:move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7"/>
                    <a:pt x="4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lose/>
                  <a:moveTo>
                    <a:pt x="220" y="84"/>
                  </a:move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lose/>
                  <a:moveTo>
                    <a:pt x="56" y="8"/>
                  </a:move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ubicBezTo>
                    <a:pt x="11" y="74"/>
                    <a:pt x="8" y="65"/>
                    <a:pt x="8" y="56"/>
                  </a:cubicBezTo>
                  <a:cubicBezTo>
                    <a:pt x="8" y="29"/>
                    <a:pt x="30" y="8"/>
                    <a:pt x="5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08" name="Rectangle 220"/>
            <p:cNvSpPr/>
            <p:nvPr/>
          </p:nvSpPr>
          <p:spPr>
            <a:xfrm>
              <a:off x="2948040" y="264420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09" name="Rectangle 221"/>
            <p:cNvSpPr/>
            <p:nvPr/>
          </p:nvSpPr>
          <p:spPr>
            <a:xfrm>
              <a:off x="2995920" y="2644200"/>
              <a:ext cx="792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10" name="Rectangle 222"/>
            <p:cNvSpPr/>
            <p:nvPr/>
          </p:nvSpPr>
          <p:spPr>
            <a:xfrm>
              <a:off x="3042360" y="264420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11" name="Rectangle 223"/>
            <p:cNvSpPr/>
            <p:nvPr/>
          </p:nvSpPr>
          <p:spPr>
            <a:xfrm>
              <a:off x="3090240" y="264420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912" name="Группа 428"/>
          <p:cNvGrpSpPr/>
          <p:nvPr/>
        </p:nvGrpSpPr>
        <p:grpSpPr>
          <a:xfrm>
            <a:off x="3252240" y="2445840"/>
            <a:ext cx="302400" cy="274320"/>
            <a:chOff x="3252240" y="2445840"/>
            <a:chExt cx="302400" cy="274320"/>
          </a:xfrm>
        </p:grpSpPr>
        <p:sp>
          <p:nvSpPr>
            <p:cNvPr id="3913" name="Freeform 224"/>
            <p:cNvSpPr/>
            <p:nvPr/>
          </p:nvSpPr>
          <p:spPr>
            <a:xfrm>
              <a:off x="3252240" y="244584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44 w 256"/>
                <a:gd name="GluePoint1Y" fmla="*/ 156 h 156"/>
                <a:gd name="GluePoint2X" fmla="*/ 220 w 256"/>
                <a:gd name="GluePoint2Y" fmla="*/ 156 h 156"/>
                <a:gd name="GluePoint3X" fmla="*/ 256 w 256"/>
                <a:gd name="GluePoint3Y" fmla="*/ 120 h 156"/>
                <a:gd name="GluePoint4X" fmla="*/ 223 w 256"/>
                <a:gd name="GluePoint4Y" fmla="*/ 80 h 156"/>
                <a:gd name="GluePoint5X" fmla="*/ 136 w 256"/>
                <a:gd name="GluePoint5Y" fmla="*/ 0 h 156"/>
                <a:gd name="GluePoint6X" fmla="*/ 48 w 256"/>
                <a:gd name="GluePoint6Y" fmla="*/ 64 h 156"/>
                <a:gd name="GluePoint7X" fmla="*/ 44 w 256"/>
                <a:gd name="GluePoint7Y" fmla="*/ 64 h 156"/>
                <a:gd name="GluePoint8X" fmla="*/ 0 w 256"/>
                <a:gd name="GluePoint8Y" fmla="*/ 112 h 156"/>
                <a:gd name="GluePoint9X" fmla="*/ 44 w 256"/>
                <a:gd name="GluePoint9Y" fmla="*/ 156 h 156"/>
                <a:gd name="GluePoint10X" fmla="*/ 44 w 256"/>
                <a:gd name="GluePoint10Y" fmla="*/ 72 h 156"/>
                <a:gd name="GluePoint11X" fmla="*/ 55 w 256"/>
                <a:gd name="GluePoint11Y" fmla="*/ 72 h 156"/>
                <a:gd name="GluePoint12X" fmla="*/ 56 w 256"/>
                <a:gd name="GluePoint12Y" fmla="*/ 69 h 156"/>
                <a:gd name="GluePoint13X" fmla="*/ 136 w 256"/>
                <a:gd name="GluePoint13Y" fmla="*/ 8 h 156"/>
                <a:gd name="GluePoint14X" fmla="*/ 216 w 256"/>
                <a:gd name="GluePoint14Y" fmla="*/ 84 h 156"/>
                <a:gd name="GluePoint15X" fmla="*/ 216 w 256"/>
                <a:gd name="GluePoint15Y" fmla="*/ 88 h 156"/>
                <a:gd name="GluePoint16X" fmla="*/ 220 w 256"/>
                <a:gd name="GluePoint16Y" fmla="*/ 88 h 156"/>
                <a:gd name="GluePoint17X" fmla="*/ 248 w 256"/>
                <a:gd name="GluePoint17Y" fmla="*/ 120 h 156"/>
                <a:gd name="GluePoint18X" fmla="*/ 220 w 256"/>
                <a:gd name="GluePoint18Y" fmla="*/ 148 h 156"/>
                <a:gd name="GluePoint19X" fmla="*/ 44 w 256"/>
                <a:gd name="GluePoint19Y" fmla="*/ 148 h 156"/>
                <a:gd name="GluePoint20X" fmla="*/ 8 w 256"/>
                <a:gd name="GluePoint20Y" fmla="*/ 112 h 156"/>
                <a:gd name="GluePoint21X" fmla="*/ 44 w 256"/>
                <a:gd name="GluePoint21Y" fmla="*/ 72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6">
                  <a:moveTo>
                    <a:pt x="44" y="156"/>
                  </a:move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0"/>
                    <a:pt x="256" y="120"/>
                  </a:cubicBezTo>
                  <a:cubicBezTo>
                    <a:pt x="256" y="102"/>
                    <a:pt x="243" y="83"/>
                    <a:pt x="223" y="80"/>
                  </a:cubicBez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lose/>
                  <a:moveTo>
                    <a:pt x="44" y="72"/>
                  </a:move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0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2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14" name="Rectangle 225"/>
            <p:cNvSpPr/>
            <p:nvPr/>
          </p:nvSpPr>
          <p:spPr>
            <a:xfrm>
              <a:off x="3350880" y="265428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15" name="Rectangle 226"/>
            <p:cNvSpPr/>
            <p:nvPr/>
          </p:nvSpPr>
          <p:spPr>
            <a:xfrm>
              <a:off x="3304080" y="265428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16" name="Rectangle 227"/>
            <p:cNvSpPr/>
            <p:nvPr/>
          </p:nvSpPr>
          <p:spPr>
            <a:xfrm>
              <a:off x="3398760" y="265428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17" name="Rectangle 228"/>
            <p:cNvSpPr/>
            <p:nvPr/>
          </p:nvSpPr>
          <p:spPr>
            <a:xfrm>
              <a:off x="3446640" y="2654280"/>
              <a:ext cx="792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18" name="Rectangle 229"/>
            <p:cNvSpPr/>
            <p:nvPr/>
          </p:nvSpPr>
          <p:spPr>
            <a:xfrm>
              <a:off x="3493080" y="2654280"/>
              <a:ext cx="9360" cy="65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3120" bIns="331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919" name="Freeform 230"/>
          <p:cNvSpPr/>
          <p:nvPr/>
        </p:nvSpPr>
        <p:spPr>
          <a:xfrm>
            <a:off x="3284640" y="3607560"/>
            <a:ext cx="236160" cy="306720"/>
          </a:xfrm>
          <a:custGeom>
            <a:avLst/>
            <a:gdLst>
              <a:gd name="textAreaLeft" fmla="*/ 0 w 236160"/>
              <a:gd name="textAreaRight" fmla="*/ 236520 w 236160"/>
              <a:gd name="textAreaTop" fmla="*/ 0 h 306720"/>
              <a:gd name="textAreaBottom" fmla="*/ 307080 h 306720"/>
              <a:gd name="GluePoint1X" fmla="*/ 191 w 200"/>
              <a:gd name="GluePoint1Y" fmla="*/ 4 h 260"/>
              <a:gd name="GluePoint2X" fmla="*/ 184 w 200"/>
              <a:gd name="GluePoint2Y" fmla="*/ 0 h 260"/>
              <a:gd name="GluePoint3X" fmla="*/ 144 w 200"/>
              <a:gd name="GluePoint3Y" fmla="*/ 126 h 260"/>
              <a:gd name="GluePoint4X" fmla="*/ 55 w 200"/>
              <a:gd name="GluePoint4Y" fmla="*/ 126 h 260"/>
              <a:gd name="GluePoint5X" fmla="*/ 15 w 200"/>
              <a:gd name="GluePoint5Y" fmla="*/ 0 h 260"/>
              <a:gd name="GluePoint6X" fmla="*/ 8 w 200"/>
              <a:gd name="GluePoint6Y" fmla="*/ 4 h 260"/>
              <a:gd name="GluePoint7X" fmla="*/ 47 w 200"/>
              <a:gd name="GluePoint7Y" fmla="*/ 126 h 260"/>
              <a:gd name="GluePoint8X" fmla="*/ 0 w 200"/>
              <a:gd name="GluePoint8Y" fmla="*/ 126 h 260"/>
              <a:gd name="GluePoint9X" fmla="*/ 0 w 200"/>
              <a:gd name="GluePoint9Y" fmla="*/ 134 h 260"/>
              <a:gd name="GluePoint10X" fmla="*/ 47 w 200"/>
              <a:gd name="GluePoint10Y" fmla="*/ 134 h 260"/>
              <a:gd name="GluePoint11X" fmla="*/ 8 w 200"/>
              <a:gd name="GluePoint11Y" fmla="*/ 256 h 260"/>
              <a:gd name="GluePoint12X" fmla="*/ 15 w 200"/>
              <a:gd name="GluePoint12Y" fmla="*/ 260 h 260"/>
              <a:gd name="GluePoint13X" fmla="*/ 55 w 200"/>
              <a:gd name="GluePoint13Y" fmla="*/ 134 h 260"/>
              <a:gd name="GluePoint14X" fmla="*/ 144 w 200"/>
              <a:gd name="GluePoint14Y" fmla="*/ 134 h 260"/>
              <a:gd name="GluePoint15X" fmla="*/ 184 w 200"/>
              <a:gd name="GluePoint15Y" fmla="*/ 260 h 260"/>
              <a:gd name="GluePoint16X" fmla="*/ 191 w 200"/>
              <a:gd name="GluePoint16Y" fmla="*/ 256 h 260"/>
              <a:gd name="GluePoint17X" fmla="*/ 152 w 200"/>
              <a:gd name="GluePoint17Y" fmla="*/ 134 h 260"/>
              <a:gd name="GluePoint18X" fmla="*/ 200 w 200"/>
              <a:gd name="GluePoint18Y" fmla="*/ 134 h 260"/>
              <a:gd name="GluePoint19X" fmla="*/ 200 w 200"/>
              <a:gd name="GluePoint19Y" fmla="*/ 126 h 260"/>
              <a:gd name="GluePoint20X" fmla="*/ 152 w 200"/>
              <a:gd name="GluePoint20Y" fmla="*/ 126 h 260"/>
              <a:gd name="GluePoint21X" fmla="*/ 191 w 200"/>
              <a:gd name="GluePoint21Y" fmla="*/ 4 h 2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</a:cxnLst>
            <a:rect l="textAreaLeft" t="textAreaTop" r="textAreaRight" b="textAreaBottom"/>
            <a:pathLst>
              <a:path w="200" h="260">
                <a:moveTo>
                  <a:pt x="191" y="4"/>
                </a:moveTo>
                <a:cubicBezTo>
                  <a:pt x="184" y="0"/>
                  <a:pt x="184" y="0"/>
                  <a:pt x="184" y="0"/>
                </a:cubicBezTo>
                <a:cubicBezTo>
                  <a:pt x="183" y="3"/>
                  <a:pt x="145" y="63"/>
                  <a:pt x="144" y="126"/>
                </a:cubicBezTo>
                <a:cubicBezTo>
                  <a:pt x="55" y="126"/>
                  <a:pt x="55" y="126"/>
                  <a:pt x="55" y="126"/>
                </a:cubicBezTo>
                <a:cubicBezTo>
                  <a:pt x="54" y="63"/>
                  <a:pt x="17" y="3"/>
                  <a:pt x="15" y="0"/>
                </a:cubicBezTo>
                <a:cubicBezTo>
                  <a:pt x="8" y="4"/>
                  <a:pt x="8" y="4"/>
                  <a:pt x="8" y="4"/>
                </a:cubicBezTo>
                <a:cubicBezTo>
                  <a:pt x="9" y="5"/>
                  <a:pt x="46" y="66"/>
                  <a:pt x="47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4"/>
                  <a:pt x="0" y="134"/>
                  <a:pt x="0" y="134"/>
                </a:cubicBezTo>
                <a:cubicBezTo>
                  <a:pt x="47" y="134"/>
                  <a:pt x="47" y="134"/>
                  <a:pt x="47" y="134"/>
                </a:cubicBezTo>
                <a:cubicBezTo>
                  <a:pt x="46" y="195"/>
                  <a:pt x="9" y="256"/>
                  <a:pt x="8" y="256"/>
                </a:cubicBezTo>
                <a:cubicBezTo>
                  <a:pt x="15" y="260"/>
                  <a:pt x="15" y="260"/>
                  <a:pt x="15" y="260"/>
                </a:cubicBezTo>
                <a:cubicBezTo>
                  <a:pt x="17" y="258"/>
                  <a:pt x="54" y="197"/>
                  <a:pt x="55" y="134"/>
                </a:cubicBezTo>
                <a:cubicBezTo>
                  <a:pt x="144" y="134"/>
                  <a:pt x="144" y="134"/>
                  <a:pt x="144" y="134"/>
                </a:cubicBezTo>
                <a:cubicBezTo>
                  <a:pt x="145" y="197"/>
                  <a:pt x="183" y="258"/>
                  <a:pt x="184" y="260"/>
                </a:cubicBezTo>
                <a:cubicBezTo>
                  <a:pt x="191" y="256"/>
                  <a:pt x="191" y="256"/>
                  <a:pt x="191" y="256"/>
                </a:cubicBezTo>
                <a:cubicBezTo>
                  <a:pt x="191" y="256"/>
                  <a:pt x="153" y="195"/>
                  <a:pt x="152" y="134"/>
                </a:cubicBezTo>
                <a:cubicBezTo>
                  <a:pt x="200" y="134"/>
                  <a:pt x="200" y="134"/>
                  <a:pt x="200" y="134"/>
                </a:cubicBezTo>
                <a:cubicBezTo>
                  <a:pt x="200" y="126"/>
                  <a:pt x="200" y="126"/>
                  <a:pt x="200" y="126"/>
                </a:cubicBezTo>
                <a:cubicBezTo>
                  <a:pt x="152" y="126"/>
                  <a:pt x="152" y="126"/>
                  <a:pt x="152" y="126"/>
                </a:cubicBezTo>
                <a:cubicBezTo>
                  <a:pt x="153" y="66"/>
                  <a:pt x="191" y="5"/>
                  <a:pt x="191" y="4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20" name="Freeform 231"/>
          <p:cNvSpPr/>
          <p:nvPr/>
        </p:nvSpPr>
        <p:spPr>
          <a:xfrm>
            <a:off x="4036680" y="1645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28 w 256"/>
              <a:gd name="GluePoint1Y" fmla="*/ 0 h 256"/>
              <a:gd name="GluePoint2X" fmla="*/ 0 w 256"/>
              <a:gd name="GluePoint2Y" fmla="*/ 128 h 256"/>
              <a:gd name="GluePoint3X" fmla="*/ 128 w 256"/>
              <a:gd name="GluePoint3Y" fmla="*/ 256 h 256"/>
              <a:gd name="GluePoint4X" fmla="*/ 256 w 256"/>
              <a:gd name="GluePoint4Y" fmla="*/ 128 h 256"/>
              <a:gd name="GluePoint5X" fmla="*/ 128 w 256"/>
              <a:gd name="GluePoint5Y" fmla="*/ 0 h 256"/>
              <a:gd name="GluePoint6X" fmla="*/ 248 w 256"/>
              <a:gd name="GluePoint6Y" fmla="*/ 128 h 256"/>
              <a:gd name="GluePoint7X" fmla="*/ 248 w 256"/>
              <a:gd name="GluePoint7Y" fmla="*/ 136 h 256"/>
              <a:gd name="GluePoint8X" fmla="*/ 8 w 256"/>
              <a:gd name="GluePoint8Y" fmla="*/ 136 h 256"/>
              <a:gd name="GluePoint9X" fmla="*/ 8 w 256"/>
              <a:gd name="GluePoint9Y" fmla="*/ 128 h 256"/>
              <a:gd name="GluePoint10X" fmla="*/ 8 w 256"/>
              <a:gd name="GluePoint10Y" fmla="*/ 120 h 256"/>
              <a:gd name="GluePoint11X" fmla="*/ 248 w 256"/>
              <a:gd name="GluePoint11Y" fmla="*/ 120 h 256"/>
              <a:gd name="GluePoint12X" fmla="*/ 248 w 256"/>
              <a:gd name="GluePoint12Y" fmla="*/ 128 h 256"/>
              <a:gd name="GluePoint13X" fmla="*/ 46 w 256"/>
              <a:gd name="GluePoint13Y" fmla="*/ 216 h 256"/>
              <a:gd name="GluePoint14X" fmla="*/ 209 w 256"/>
              <a:gd name="GluePoint14Y" fmla="*/ 216 h 256"/>
              <a:gd name="GluePoint15X" fmla="*/ 188 w 256"/>
              <a:gd name="GluePoint15Y" fmla="*/ 232 h 256"/>
              <a:gd name="GluePoint16X" fmla="*/ 68 w 256"/>
              <a:gd name="GluePoint16Y" fmla="*/ 232 h 256"/>
              <a:gd name="GluePoint17X" fmla="*/ 46 w 256"/>
              <a:gd name="GluePoint17Y" fmla="*/ 216 h 256"/>
              <a:gd name="GluePoint18X" fmla="*/ 38 w 256"/>
              <a:gd name="GluePoint18Y" fmla="*/ 208 h 256"/>
              <a:gd name="GluePoint19X" fmla="*/ 26 w 256"/>
              <a:gd name="GluePoint19Y" fmla="*/ 192 h 256"/>
              <a:gd name="GluePoint20X" fmla="*/ 229 w 256"/>
              <a:gd name="GluePoint20Y" fmla="*/ 192 h 256"/>
              <a:gd name="GluePoint21X" fmla="*/ 217 w 256"/>
              <a:gd name="GluePoint21Y" fmla="*/ 208 h 256"/>
              <a:gd name="GluePoint22X" fmla="*/ 38 w 256"/>
              <a:gd name="GluePoint22Y" fmla="*/ 208 h 256"/>
              <a:gd name="GluePoint23X" fmla="*/ 22 w 256"/>
              <a:gd name="GluePoint23Y" fmla="*/ 184 h 256"/>
              <a:gd name="GluePoint24X" fmla="*/ 15 w 256"/>
              <a:gd name="GluePoint24Y" fmla="*/ 168 h 256"/>
              <a:gd name="GluePoint25X" fmla="*/ 241 w 256"/>
              <a:gd name="GluePoint25Y" fmla="*/ 168 h 256"/>
              <a:gd name="GluePoint26X" fmla="*/ 234 w 256"/>
              <a:gd name="GluePoint26Y" fmla="*/ 184 h 256"/>
              <a:gd name="GluePoint27X" fmla="*/ 22 w 256"/>
              <a:gd name="GluePoint27Y" fmla="*/ 184 h 256"/>
              <a:gd name="GluePoint28X" fmla="*/ 12 w 256"/>
              <a:gd name="GluePoint28Y" fmla="*/ 160 h 256"/>
              <a:gd name="GluePoint29X" fmla="*/ 9 w 256"/>
              <a:gd name="GluePoint29Y" fmla="*/ 144 h 256"/>
              <a:gd name="GluePoint30X" fmla="*/ 247 w 256"/>
              <a:gd name="GluePoint30Y" fmla="*/ 144 h 256"/>
              <a:gd name="GluePoint31X" fmla="*/ 243 w 256"/>
              <a:gd name="GluePoint31Y" fmla="*/ 160 h 256"/>
              <a:gd name="GluePoint32X" fmla="*/ 12 w 256"/>
              <a:gd name="GluePoint32Y" fmla="*/ 160 h 256"/>
              <a:gd name="GluePoint33X" fmla="*/ 9 w 256"/>
              <a:gd name="GluePoint33Y" fmla="*/ 112 h 256"/>
              <a:gd name="GluePoint34X" fmla="*/ 12 w 256"/>
              <a:gd name="GluePoint34Y" fmla="*/ 96 h 256"/>
              <a:gd name="GluePoint35X" fmla="*/ 243 w 256"/>
              <a:gd name="GluePoint35Y" fmla="*/ 96 h 256"/>
              <a:gd name="GluePoint36X" fmla="*/ 247 w 256"/>
              <a:gd name="GluePoint36Y" fmla="*/ 112 h 256"/>
              <a:gd name="GluePoint37X" fmla="*/ 9 w 256"/>
              <a:gd name="GluePoint37Y" fmla="*/ 112 h 256"/>
              <a:gd name="GluePoint38X" fmla="*/ 15 w 256"/>
              <a:gd name="GluePoint38Y" fmla="*/ 88 h 256"/>
              <a:gd name="GluePoint39X" fmla="*/ 22 w 256"/>
              <a:gd name="GluePoint39Y" fmla="*/ 72 h 256"/>
              <a:gd name="GluePoint40X" fmla="*/ 234 w 256"/>
              <a:gd name="GluePoint40Y" fmla="*/ 72 h 256"/>
              <a:gd name="GluePoint41X" fmla="*/ 241 w 256"/>
              <a:gd name="GluePoint41Y" fmla="*/ 88 h 256"/>
              <a:gd name="GluePoint42X" fmla="*/ 15 w 256"/>
              <a:gd name="GluePoint42Y" fmla="*/ 88 h 256"/>
              <a:gd name="GluePoint43X" fmla="*/ 26 w 256"/>
              <a:gd name="GluePoint43Y" fmla="*/ 64 h 256"/>
              <a:gd name="GluePoint44X" fmla="*/ 38 w 256"/>
              <a:gd name="GluePoint44Y" fmla="*/ 48 h 256"/>
              <a:gd name="GluePoint45X" fmla="*/ 217 w 256"/>
              <a:gd name="GluePoint45Y" fmla="*/ 48 h 256"/>
              <a:gd name="GluePoint46X" fmla="*/ 229 w 256"/>
              <a:gd name="GluePoint46Y" fmla="*/ 64 h 256"/>
              <a:gd name="GluePoint47X" fmla="*/ 26 w 256"/>
              <a:gd name="GluePoint47Y" fmla="*/ 64 h 256"/>
              <a:gd name="GluePoint48X" fmla="*/ 46 w 256"/>
              <a:gd name="GluePoint48Y" fmla="*/ 40 h 256"/>
              <a:gd name="GluePoint49X" fmla="*/ 68 w 256"/>
              <a:gd name="GluePoint49Y" fmla="*/ 24 h 256"/>
              <a:gd name="GluePoint50X" fmla="*/ 188 w 256"/>
              <a:gd name="GluePoint50Y" fmla="*/ 24 h 256"/>
              <a:gd name="GluePoint51X" fmla="*/ 209 w 256"/>
              <a:gd name="GluePoint51Y" fmla="*/ 40 h 256"/>
              <a:gd name="GluePoint52X" fmla="*/ 46 w 256"/>
              <a:gd name="GluePoint52Y" fmla="*/ 40 h 256"/>
              <a:gd name="GluePoint53X" fmla="*/ 171 w 256"/>
              <a:gd name="GluePoint53Y" fmla="*/ 16 h 256"/>
              <a:gd name="GluePoint54X" fmla="*/ 85 w 256"/>
              <a:gd name="GluePoint54Y" fmla="*/ 16 h 256"/>
              <a:gd name="GluePoint55X" fmla="*/ 128 w 256"/>
              <a:gd name="GluePoint55Y" fmla="*/ 8 h 256"/>
              <a:gd name="GluePoint56X" fmla="*/ 171 w 256"/>
              <a:gd name="GluePoint56Y" fmla="*/ 16 h 256"/>
              <a:gd name="GluePoint57X" fmla="*/ 85 w 256"/>
              <a:gd name="GluePoint57Y" fmla="*/ 240 h 256"/>
              <a:gd name="GluePoint58X" fmla="*/ 171 w 256"/>
              <a:gd name="GluePoint58Y" fmla="*/ 240 h 256"/>
              <a:gd name="GluePoint59X" fmla="*/ 128 w 256"/>
              <a:gd name="GluePoint59Y" fmla="*/ 248 h 256"/>
              <a:gd name="GluePoint60X" fmla="*/ 85 w 256"/>
              <a:gd name="GluePoint60Y" fmla="*/ 240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</a:cxnLst>
            <a:rect l="textAreaLeft" t="textAreaTop" r="textAreaRight" b="textAreaBottom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98" y="256"/>
                  <a:pt x="256" y="198"/>
                  <a:pt x="256" y="128"/>
                </a:cubicBezTo>
                <a:cubicBezTo>
                  <a:pt x="256" y="57"/>
                  <a:pt x="198" y="0"/>
                  <a:pt x="128" y="0"/>
                </a:cubicBezTo>
                <a:close/>
                <a:moveTo>
                  <a:pt x="248" y="128"/>
                </a:moveTo>
                <a:cubicBezTo>
                  <a:pt x="248" y="130"/>
                  <a:pt x="248" y="133"/>
                  <a:pt x="248" y="136"/>
                </a:cubicBezTo>
                <a:cubicBezTo>
                  <a:pt x="8" y="136"/>
                  <a:pt x="8" y="136"/>
                  <a:pt x="8" y="136"/>
                </a:cubicBezTo>
                <a:cubicBezTo>
                  <a:pt x="8" y="133"/>
                  <a:pt x="8" y="130"/>
                  <a:pt x="8" y="128"/>
                </a:cubicBezTo>
                <a:cubicBezTo>
                  <a:pt x="8" y="125"/>
                  <a:pt x="8" y="122"/>
                  <a:pt x="8" y="120"/>
                </a:cubicBezTo>
                <a:cubicBezTo>
                  <a:pt x="248" y="120"/>
                  <a:pt x="248" y="120"/>
                  <a:pt x="248" y="120"/>
                </a:cubicBezTo>
                <a:cubicBezTo>
                  <a:pt x="248" y="122"/>
                  <a:pt x="248" y="125"/>
                  <a:pt x="248" y="128"/>
                </a:cubicBezTo>
                <a:close/>
                <a:moveTo>
                  <a:pt x="46" y="216"/>
                </a:moveTo>
                <a:cubicBezTo>
                  <a:pt x="209" y="216"/>
                  <a:pt x="209" y="216"/>
                  <a:pt x="209" y="216"/>
                </a:cubicBezTo>
                <a:cubicBezTo>
                  <a:pt x="203" y="222"/>
                  <a:pt x="195" y="227"/>
                  <a:pt x="188" y="232"/>
                </a:cubicBezTo>
                <a:cubicBezTo>
                  <a:pt x="68" y="232"/>
                  <a:pt x="68" y="232"/>
                  <a:pt x="68" y="232"/>
                </a:cubicBezTo>
                <a:cubicBezTo>
                  <a:pt x="60" y="227"/>
                  <a:pt x="53" y="222"/>
                  <a:pt x="46" y="216"/>
                </a:cubicBezTo>
                <a:close/>
                <a:moveTo>
                  <a:pt x="38" y="208"/>
                </a:moveTo>
                <a:cubicBezTo>
                  <a:pt x="34" y="203"/>
                  <a:pt x="30" y="197"/>
                  <a:pt x="26" y="192"/>
                </a:cubicBezTo>
                <a:cubicBezTo>
                  <a:pt x="229" y="192"/>
                  <a:pt x="229" y="192"/>
                  <a:pt x="229" y="192"/>
                </a:cubicBezTo>
                <a:cubicBezTo>
                  <a:pt x="226" y="197"/>
                  <a:pt x="222" y="203"/>
                  <a:pt x="217" y="208"/>
                </a:cubicBezTo>
                <a:lnTo>
                  <a:pt x="38" y="208"/>
                </a:lnTo>
                <a:close/>
                <a:moveTo>
                  <a:pt x="22" y="184"/>
                </a:moveTo>
                <a:cubicBezTo>
                  <a:pt x="19" y="179"/>
                  <a:pt x="17" y="173"/>
                  <a:pt x="15" y="168"/>
                </a:cubicBezTo>
                <a:cubicBezTo>
                  <a:pt x="241" y="168"/>
                  <a:pt x="241" y="168"/>
                  <a:pt x="241" y="168"/>
                </a:cubicBezTo>
                <a:cubicBezTo>
                  <a:pt x="239" y="173"/>
                  <a:pt x="237" y="179"/>
                  <a:pt x="234" y="184"/>
                </a:cubicBezTo>
                <a:lnTo>
                  <a:pt x="22" y="184"/>
                </a:lnTo>
                <a:close/>
                <a:moveTo>
                  <a:pt x="12" y="160"/>
                </a:moveTo>
                <a:cubicBezTo>
                  <a:pt x="11" y="155"/>
                  <a:pt x="10" y="149"/>
                  <a:pt x="9" y="144"/>
                </a:cubicBezTo>
                <a:cubicBezTo>
                  <a:pt x="247" y="144"/>
                  <a:pt x="247" y="144"/>
                  <a:pt x="247" y="144"/>
                </a:cubicBezTo>
                <a:cubicBezTo>
                  <a:pt x="246" y="149"/>
                  <a:pt x="245" y="155"/>
                  <a:pt x="243" y="160"/>
                </a:cubicBezTo>
                <a:lnTo>
                  <a:pt x="12" y="160"/>
                </a:lnTo>
                <a:close/>
                <a:moveTo>
                  <a:pt x="9" y="112"/>
                </a:moveTo>
                <a:cubicBezTo>
                  <a:pt x="10" y="106"/>
                  <a:pt x="11" y="101"/>
                  <a:pt x="12" y="96"/>
                </a:cubicBezTo>
                <a:cubicBezTo>
                  <a:pt x="243" y="96"/>
                  <a:pt x="243" y="96"/>
                  <a:pt x="243" y="96"/>
                </a:cubicBezTo>
                <a:cubicBezTo>
                  <a:pt x="245" y="101"/>
                  <a:pt x="246" y="106"/>
                  <a:pt x="247" y="112"/>
                </a:cubicBezTo>
                <a:lnTo>
                  <a:pt x="9" y="112"/>
                </a:lnTo>
                <a:close/>
                <a:moveTo>
                  <a:pt x="15" y="88"/>
                </a:moveTo>
                <a:cubicBezTo>
                  <a:pt x="17" y="82"/>
                  <a:pt x="19" y="77"/>
                  <a:pt x="22" y="72"/>
                </a:cubicBezTo>
                <a:cubicBezTo>
                  <a:pt x="234" y="72"/>
                  <a:pt x="234" y="72"/>
                  <a:pt x="234" y="72"/>
                </a:cubicBezTo>
                <a:cubicBezTo>
                  <a:pt x="237" y="77"/>
                  <a:pt x="239" y="82"/>
                  <a:pt x="241" y="88"/>
                </a:cubicBezTo>
                <a:lnTo>
                  <a:pt x="15" y="88"/>
                </a:lnTo>
                <a:close/>
                <a:moveTo>
                  <a:pt x="26" y="64"/>
                </a:moveTo>
                <a:cubicBezTo>
                  <a:pt x="30" y="58"/>
                  <a:pt x="34" y="53"/>
                  <a:pt x="38" y="48"/>
                </a:cubicBezTo>
                <a:cubicBezTo>
                  <a:pt x="217" y="48"/>
                  <a:pt x="217" y="48"/>
                  <a:pt x="217" y="48"/>
                </a:cubicBezTo>
                <a:cubicBezTo>
                  <a:pt x="222" y="53"/>
                  <a:pt x="226" y="58"/>
                  <a:pt x="229" y="64"/>
                </a:cubicBezTo>
                <a:lnTo>
                  <a:pt x="26" y="64"/>
                </a:lnTo>
                <a:close/>
                <a:moveTo>
                  <a:pt x="46" y="40"/>
                </a:moveTo>
                <a:cubicBezTo>
                  <a:pt x="53" y="34"/>
                  <a:pt x="60" y="28"/>
                  <a:pt x="68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8"/>
                  <a:pt x="203" y="34"/>
                  <a:pt x="209" y="40"/>
                </a:cubicBezTo>
                <a:lnTo>
                  <a:pt x="46" y="40"/>
                </a:lnTo>
                <a:close/>
                <a:moveTo>
                  <a:pt x="171" y="16"/>
                </a:moveTo>
                <a:cubicBezTo>
                  <a:pt x="85" y="16"/>
                  <a:pt x="85" y="16"/>
                  <a:pt x="85" y="16"/>
                </a:cubicBezTo>
                <a:cubicBezTo>
                  <a:pt x="98" y="11"/>
                  <a:pt x="113" y="8"/>
                  <a:pt x="128" y="8"/>
                </a:cubicBezTo>
                <a:cubicBezTo>
                  <a:pt x="143" y="8"/>
                  <a:pt x="157" y="11"/>
                  <a:pt x="171" y="16"/>
                </a:cubicBezTo>
                <a:close/>
                <a:moveTo>
                  <a:pt x="85" y="240"/>
                </a:moveTo>
                <a:cubicBezTo>
                  <a:pt x="171" y="240"/>
                  <a:pt x="171" y="240"/>
                  <a:pt x="171" y="240"/>
                </a:cubicBezTo>
                <a:cubicBezTo>
                  <a:pt x="157" y="245"/>
                  <a:pt x="143" y="248"/>
                  <a:pt x="128" y="248"/>
                </a:cubicBezTo>
                <a:cubicBezTo>
                  <a:pt x="113" y="248"/>
                  <a:pt x="98" y="245"/>
                  <a:pt x="85" y="24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3921" name="Freeform 232"/>
          <p:cNvSpPr/>
          <p:nvPr/>
        </p:nvSpPr>
        <p:spPr>
          <a:xfrm>
            <a:off x="4429440" y="1645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28 w 256"/>
              <a:gd name="GluePoint1Y" fmla="*/ 256 h 256"/>
              <a:gd name="GluePoint2X" fmla="*/ 256 w 256"/>
              <a:gd name="GluePoint2Y" fmla="*/ 128 h 256"/>
              <a:gd name="GluePoint3X" fmla="*/ 128 w 256"/>
              <a:gd name="GluePoint3Y" fmla="*/ 0 h 256"/>
              <a:gd name="GluePoint4X" fmla="*/ 0 w 256"/>
              <a:gd name="GluePoint4Y" fmla="*/ 128 h 256"/>
              <a:gd name="GluePoint5X" fmla="*/ 128 w 256"/>
              <a:gd name="GluePoint5Y" fmla="*/ 256 h 256"/>
              <a:gd name="GluePoint6X" fmla="*/ 8 w 256"/>
              <a:gd name="GluePoint6Y" fmla="*/ 128 h 256"/>
              <a:gd name="GluePoint7X" fmla="*/ 8 w 256"/>
              <a:gd name="GluePoint7Y" fmla="*/ 120 h 256"/>
              <a:gd name="GluePoint8X" fmla="*/ 124 w 256"/>
              <a:gd name="GluePoint8Y" fmla="*/ 120 h 256"/>
              <a:gd name="GluePoint9X" fmla="*/ 124 w 256"/>
              <a:gd name="GluePoint9Y" fmla="*/ 136 h 256"/>
              <a:gd name="GluePoint10X" fmla="*/ 8 w 256"/>
              <a:gd name="GluePoint10Y" fmla="*/ 136 h 256"/>
              <a:gd name="GluePoint11X" fmla="*/ 8 w 256"/>
              <a:gd name="GluePoint11Y" fmla="*/ 128 h 256"/>
              <a:gd name="GluePoint12X" fmla="*/ 124 w 256"/>
              <a:gd name="GluePoint12Y" fmla="*/ 248 h 256"/>
              <a:gd name="GluePoint13X" fmla="*/ 85 w 256"/>
              <a:gd name="GluePoint13Y" fmla="*/ 240 h 256"/>
              <a:gd name="GluePoint14X" fmla="*/ 124 w 256"/>
              <a:gd name="GluePoint14Y" fmla="*/ 240 h 256"/>
              <a:gd name="GluePoint15X" fmla="*/ 124 w 256"/>
              <a:gd name="GluePoint15Y" fmla="*/ 248 h 256"/>
              <a:gd name="GluePoint16X" fmla="*/ 124 w 256"/>
              <a:gd name="GluePoint16Y" fmla="*/ 16 h 256"/>
              <a:gd name="GluePoint17X" fmla="*/ 85 w 256"/>
              <a:gd name="GluePoint17Y" fmla="*/ 16 h 256"/>
              <a:gd name="GluePoint18X" fmla="*/ 124 w 256"/>
              <a:gd name="GluePoint18Y" fmla="*/ 8 h 256"/>
              <a:gd name="GluePoint19X" fmla="*/ 124 w 256"/>
              <a:gd name="GluePoint19Y" fmla="*/ 16 h 256"/>
              <a:gd name="GluePoint20X" fmla="*/ 124 w 256"/>
              <a:gd name="GluePoint20Y" fmla="*/ 24 h 256"/>
              <a:gd name="GluePoint21X" fmla="*/ 124 w 256"/>
              <a:gd name="GluePoint21Y" fmla="*/ 40 h 256"/>
              <a:gd name="GluePoint22X" fmla="*/ 46 w 256"/>
              <a:gd name="GluePoint22Y" fmla="*/ 40 h 256"/>
              <a:gd name="GluePoint23X" fmla="*/ 68 w 256"/>
              <a:gd name="GluePoint23Y" fmla="*/ 24 h 256"/>
              <a:gd name="GluePoint24X" fmla="*/ 124 w 256"/>
              <a:gd name="GluePoint24Y" fmla="*/ 24 h 256"/>
              <a:gd name="GluePoint25X" fmla="*/ 124 w 256"/>
              <a:gd name="GluePoint25Y" fmla="*/ 48 h 256"/>
              <a:gd name="GluePoint26X" fmla="*/ 124 w 256"/>
              <a:gd name="GluePoint26Y" fmla="*/ 64 h 256"/>
              <a:gd name="GluePoint27X" fmla="*/ 27 w 256"/>
              <a:gd name="GluePoint27Y" fmla="*/ 64 h 256"/>
              <a:gd name="GluePoint28X" fmla="*/ 39 w 256"/>
              <a:gd name="GluePoint28Y" fmla="*/ 48 h 256"/>
              <a:gd name="GluePoint29X" fmla="*/ 124 w 256"/>
              <a:gd name="GluePoint29Y" fmla="*/ 48 h 256"/>
              <a:gd name="GluePoint30X" fmla="*/ 124 w 256"/>
              <a:gd name="GluePoint30Y" fmla="*/ 72 h 256"/>
              <a:gd name="GluePoint31X" fmla="*/ 124 w 256"/>
              <a:gd name="GluePoint31Y" fmla="*/ 88 h 256"/>
              <a:gd name="GluePoint32X" fmla="*/ 15 w 256"/>
              <a:gd name="GluePoint32Y" fmla="*/ 88 h 256"/>
              <a:gd name="GluePoint33X" fmla="*/ 22 w 256"/>
              <a:gd name="GluePoint33Y" fmla="*/ 72 h 256"/>
              <a:gd name="GluePoint34X" fmla="*/ 124 w 256"/>
              <a:gd name="GluePoint34Y" fmla="*/ 72 h 256"/>
              <a:gd name="GluePoint35X" fmla="*/ 124 w 256"/>
              <a:gd name="GluePoint35Y" fmla="*/ 96 h 256"/>
              <a:gd name="GluePoint36X" fmla="*/ 124 w 256"/>
              <a:gd name="GluePoint36Y" fmla="*/ 112 h 256"/>
              <a:gd name="GluePoint37X" fmla="*/ 9 w 256"/>
              <a:gd name="GluePoint37Y" fmla="*/ 112 h 256"/>
              <a:gd name="GluePoint38X" fmla="*/ 12 w 256"/>
              <a:gd name="GluePoint38Y" fmla="*/ 96 h 256"/>
              <a:gd name="GluePoint39X" fmla="*/ 124 w 256"/>
              <a:gd name="GluePoint39Y" fmla="*/ 96 h 256"/>
              <a:gd name="GluePoint40X" fmla="*/ 124 w 256"/>
              <a:gd name="GluePoint40Y" fmla="*/ 144 h 256"/>
              <a:gd name="GluePoint41X" fmla="*/ 124 w 256"/>
              <a:gd name="GluePoint41Y" fmla="*/ 160 h 256"/>
              <a:gd name="GluePoint42X" fmla="*/ 12 w 256"/>
              <a:gd name="GluePoint42Y" fmla="*/ 160 h 256"/>
              <a:gd name="GluePoint43X" fmla="*/ 9 w 256"/>
              <a:gd name="GluePoint43Y" fmla="*/ 144 h 256"/>
              <a:gd name="GluePoint44X" fmla="*/ 124 w 256"/>
              <a:gd name="GluePoint44Y" fmla="*/ 144 h 256"/>
              <a:gd name="GluePoint45X" fmla="*/ 124 w 256"/>
              <a:gd name="GluePoint45Y" fmla="*/ 168 h 256"/>
              <a:gd name="GluePoint46X" fmla="*/ 124 w 256"/>
              <a:gd name="GluePoint46Y" fmla="*/ 184 h 256"/>
              <a:gd name="GluePoint47X" fmla="*/ 22 w 256"/>
              <a:gd name="GluePoint47Y" fmla="*/ 184 h 256"/>
              <a:gd name="GluePoint48X" fmla="*/ 15 w 256"/>
              <a:gd name="GluePoint48Y" fmla="*/ 168 h 256"/>
              <a:gd name="GluePoint49X" fmla="*/ 124 w 256"/>
              <a:gd name="GluePoint49Y" fmla="*/ 168 h 256"/>
              <a:gd name="GluePoint50X" fmla="*/ 124 w 256"/>
              <a:gd name="GluePoint50Y" fmla="*/ 192 h 256"/>
              <a:gd name="GluePoint51X" fmla="*/ 124 w 256"/>
              <a:gd name="GluePoint51Y" fmla="*/ 208 h 256"/>
              <a:gd name="GluePoint52X" fmla="*/ 39 w 256"/>
              <a:gd name="GluePoint52Y" fmla="*/ 208 h 256"/>
              <a:gd name="GluePoint53X" fmla="*/ 27 w 256"/>
              <a:gd name="GluePoint53Y" fmla="*/ 192 h 256"/>
              <a:gd name="GluePoint54X" fmla="*/ 124 w 256"/>
              <a:gd name="GluePoint54Y" fmla="*/ 192 h 256"/>
              <a:gd name="GluePoint55X" fmla="*/ 124 w 256"/>
              <a:gd name="GluePoint55Y" fmla="*/ 216 h 256"/>
              <a:gd name="GluePoint56X" fmla="*/ 124 w 256"/>
              <a:gd name="GluePoint56Y" fmla="*/ 232 h 256"/>
              <a:gd name="GluePoint57X" fmla="*/ 68 w 256"/>
              <a:gd name="GluePoint57Y" fmla="*/ 232 h 256"/>
              <a:gd name="GluePoint58X" fmla="*/ 46 w 256"/>
              <a:gd name="GluePoint58Y" fmla="*/ 216 h 256"/>
              <a:gd name="GluePoint59X" fmla="*/ 124 w 256"/>
              <a:gd name="GluePoint59Y" fmla="*/ 216 h 256"/>
              <a:gd name="GluePoint60X" fmla="*/ 248 w 256"/>
              <a:gd name="GluePoint60Y" fmla="*/ 128 h 256"/>
              <a:gd name="GluePoint61X" fmla="*/ 132 w 256"/>
              <a:gd name="GluePoint61Y" fmla="*/ 248 h 256"/>
              <a:gd name="GluePoint62X" fmla="*/ 132 w 256"/>
              <a:gd name="GluePoint62Y" fmla="*/ 8 h 256"/>
              <a:gd name="GluePoint63X" fmla="*/ 248 w 256"/>
              <a:gd name="GluePoint63Y" fmla="*/ 12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textAreaLeft" t="textAreaTop" r="textAreaRight" b="textAreaBottom"/>
            <a:pathLst>
              <a:path w="256" h="256">
                <a:moveTo>
                  <a:pt x="128" y="256"/>
                </a:move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lose/>
                <a:moveTo>
                  <a:pt x="8" y="128"/>
                </a:moveTo>
                <a:cubicBezTo>
                  <a:pt x="8" y="125"/>
                  <a:pt x="8" y="122"/>
                  <a:pt x="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136"/>
                  <a:pt x="124" y="136"/>
                  <a:pt x="124" y="136"/>
                </a:cubicBezTo>
                <a:cubicBezTo>
                  <a:pt x="8" y="136"/>
                  <a:pt x="8" y="136"/>
                  <a:pt x="8" y="136"/>
                </a:cubicBezTo>
                <a:cubicBezTo>
                  <a:pt x="8" y="133"/>
                  <a:pt x="8" y="130"/>
                  <a:pt x="8" y="128"/>
                </a:cubicBezTo>
                <a:close/>
                <a:moveTo>
                  <a:pt x="124" y="248"/>
                </a:moveTo>
                <a:cubicBezTo>
                  <a:pt x="110" y="247"/>
                  <a:pt x="97" y="244"/>
                  <a:pt x="85" y="240"/>
                </a:cubicBezTo>
                <a:cubicBezTo>
                  <a:pt x="124" y="240"/>
                  <a:pt x="124" y="240"/>
                  <a:pt x="124" y="240"/>
                </a:cubicBezTo>
                <a:lnTo>
                  <a:pt x="124" y="248"/>
                </a:lnTo>
                <a:close/>
                <a:moveTo>
                  <a:pt x="124" y="16"/>
                </a:moveTo>
                <a:cubicBezTo>
                  <a:pt x="85" y="16"/>
                  <a:pt x="85" y="16"/>
                  <a:pt x="85" y="16"/>
                </a:cubicBezTo>
                <a:cubicBezTo>
                  <a:pt x="97" y="11"/>
                  <a:pt x="110" y="8"/>
                  <a:pt x="124" y="8"/>
                </a:cubicBezTo>
                <a:lnTo>
                  <a:pt x="124" y="16"/>
                </a:lnTo>
                <a:close/>
                <a:moveTo>
                  <a:pt x="124" y="24"/>
                </a:moveTo>
                <a:cubicBezTo>
                  <a:pt x="124" y="40"/>
                  <a:pt x="124" y="40"/>
                  <a:pt x="124" y="40"/>
                </a:cubicBezTo>
                <a:cubicBezTo>
                  <a:pt x="46" y="40"/>
                  <a:pt x="46" y="40"/>
                  <a:pt x="46" y="40"/>
                </a:cubicBezTo>
                <a:cubicBezTo>
                  <a:pt x="53" y="34"/>
                  <a:pt x="60" y="28"/>
                  <a:pt x="68" y="24"/>
                </a:cubicBezTo>
                <a:lnTo>
                  <a:pt x="124" y="24"/>
                </a:lnTo>
                <a:close/>
                <a:moveTo>
                  <a:pt x="124" y="48"/>
                </a:moveTo>
                <a:cubicBezTo>
                  <a:pt x="124" y="64"/>
                  <a:pt x="124" y="64"/>
                  <a:pt x="124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30" y="58"/>
                  <a:pt x="34" y="53"/>
                  <a:pt x="39" y="48"/>
                </a:cubicBezTo>
                <a:lnTo>
                  <a:pt x="124" y="48"/>
                </a:lnTo>
                <a:close/>
                <a:moveTo>
                  <a:pt x="124" y="72"/>
                </a:moveTo>
                <a:cubicBezTo>
                  <a:pt x="124" y="88"/>
                  <a:pt x="124" y="88"/>
                  <a:pt x="124" y="88"/>
                </a:cubicBezTo>
                <a:cubicBezTo>
                  <a:pt x="15" y="88"/>
                  <a:pt x="15" y="88"/>
                  <a:pt x="15" y="88"/>
                </a:cubicBezTo>
                <a:cubicBezTo>
                  <a:pt x="17" y="82"/>
                  <a:pt x="19" y="77"/>
                  <a:pt x="22" y="72"/>
                </a:cubicBezTo>
                <a:lnTo>
                  <a:pt x="124" y="72"/>
                </a:lnTo>
                <a:close/>
                <a:moveTo>
                  <a:pt x="124" y="96"/>
                </a:moveTo>
                <a:cubicBezTo>
                  <a:pt x="124" y="112"/>
                  <a:pt x="124" y="112"/>
                  <a:pt x="124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0" y="106"/>
                  <a:pt x="11" y="101"/>
                  <a:pt x="12" y="96"/>
                </a:cubicBezTo>
                <a:lnTo>
                  <a:pt x="124" y="96"/>
                </a:lnTo>
                <a:close/>
                <a:moveTo>
                  <a:pt x="124" y="144"/>
                </a:moveTo>
                <a:cubicBezTo>
                  <a:pt x="124" y="160"/>
                  <a:pt x="124" y="160"/>
                  <a:pt x="124" y="160"/>
                </a:cubicBezTo>
                <a:cubicBezTo>
                  <a:pt x="12" y="160"/>
                  <a:pt x="12" y="160"/>
                  <a:pt x="12" y="160"/>
                </a:cubicBezTo>
                <a:cubicBezTo>
                  <a:pt x="11" y="155"/>
                  <a:pt x="10" y="149"/>
                  <a:pt x="9" y="144"/>
                </a:cubicBezTo>
                <a:lnTo>
                  <a:pt x="124" y="144"/>
                </a:lnTo>
                <a:close/>
                <a:moveTo>
                  <a:pt x="124" y="168"/>
                </a:moveTo>
                <a:cubicBezTo>
                  <a:pt x="124" y="184"/>
                  <a:pt x="124" y="184"/>
                  <a:pt x="124" y="184"/>
                </a:cubicBezTo>
                <a:cubicBezTo>
                  <a:pt x="22" y="184"/>
                  <a:pt x="22" y="184"/>
                  <a:pt x="22" y="184"/>
                </a:cubicBezTo>
                <a:cubicBezTo>
                  <a:pt x="19" y="179"/>
                  <a:pt x="17" y="173"/>
                  <a:pt x="15" y="168"/>
                </a:cubicBezTo>
                <a:lnTo>
                  <a:pt x="124" y="168"/>
                </a:lnTo>
                <a:close/>
                <a:moveTo>
                  <a:pt x="124" y="192"/>
                </a:moveTo>
                <a:cubicBezTo>
                  <a:pt x="124" y="208"/>
                  <a:pt x="124" y="208"/>
                  <a:pt x="124" y="208"/>
                </a:cubicBezTo>
                <a:cubicBezTo>
                  <a:pt x="39" y="208"/>
                  <a:pt x="39" y="208"/>
                  <a:pt x="39" y="208"/>
                </a:cubicBezTo>
                <a:cubicBezTo>
                  <a:pt x="34" y="203"/>
                  <a:pt x="30" y="197"/>
                  <a:pt x="27" y="192"/>
                </a:cubicBezTo>
                <a:lnTo>
                  <a:pt x="124" y="192"/>
                </a:lnTo>
                <a:close/>
                <a:moveTo>
                  <a:pt x="124" y="216"/>
                </a:moveTo>
                <a:cubicBezTo>
                  <a:pt x="124" y="232"/>
                  <a:pt x="124" y="232"/>
                  <a:pt x="124" y="232"/>
                </a:cubicBezTo>
                <a:cubicBezTo>
                  <a:pt x="68" y="232"/>
                  <a:pt x="68" y="232"/>
                  <a:pt x="68" y="232"/>
                </a:cubicBezTo>
                <a:cubicBezTo>
                  <a:pt x="60" y="227"/>
                  <a:pt x="53" y="222"/>
                  <a:pt x="46" y="216"/>
                </a:cubicBezTo>
                <a:lnTo>
                  <a:pt x="124" y="216"/>
                </a:lnTo>
                <a:close/>
                <a:moveTo>
                  <a:pt x="248" y="128"/>
                </a:moveTo>
                <a:cubicBezTo>
                  <a:pt x="248" y="193"/>
                  <a:pt x="196" y="245"/>
                  <a:pt x="132" y="248"/>
                </a:cubicBezTo>
                <a:cubicBezTo>
                  <a:pt x="132" y="8"/>
                  <a:pt x="132" y="8"/>
                  <a:pt x="132" y="8"/>
                </a:cubicBezTo>
                <a:cubicBezTo>
                  <a:pt x="196" y="10"/>
                  <a:pt x="248" y="63"/>
                  <a:pt x="248" y="12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922" name="Группа 411"/>
          <p:cNvGrpSpPr/>
          <p:nvPr/>
        </p:nvGrpSpPr>
        <p:grpSpPr>
          <a:xfrm>
            <a:off x="6000120" y="1693800"/>
            <a:ext cx="302400" cy="206280"/>
            <a:chOff x="6000120" y="1693800"/>
            <a:chExt cx="302400" cy="206280"/>
          </a:xfrm>
        </p:grpSpPr>
        <p:sp>
          <p:nvSpPr>
            <p:cNvPr id="3923" name="Freeform 233"/>
            <p:cNvSpPr/>
            <p:nvPr/>
          </p:nvSpPr>
          <p:spPr>
            <a:xfrm>
              <a:off x="6000120" y="1693800"/>
              <a:ext cx="302400" cy="1461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46160"/>
                <a:gd name="textAreaBottom" fmla="*/ 146520 h 146160"/>
                <a:gd name="GluePoint1X" fmla="*/ 208 w 256"/>
                <a:gd name="GluePoint1Y" fmla="*/ 80 h 124"/>
                <a:gd name="GluePoint2X" fmla="*/ 128 w 256"/>
                <a:gd name="GluePoint2Y" fmla="*/ 0 h 124"/>
                <a:gd name="GluePoint3X" fmla="*/ 128 w 256"/>
                <a:gd name="GluePoint3Y" fmla="*/ 0 h 124"/>
                <a:gd name="GluePoint4X" fmla="*/ 122 w 256"/>
                <a:gd name="GluePoint4Y" fmla="*/ 0 h 124"/>
                <a:gd name="GluePoint5X" fmla="*/ 124 w 256"/>
                <a:gd name="GluePoint5Y" fmla="*/ 6 h 124"/>
                <a:gd name="GluePoint6X" fmla="*/ 128 w 256"/>
                <a:gd name="GluePoint6Y" fmla="*/ 26 h 124"/>
                <a:gd name="GluePoint7X" fmla="*/ 78 w 256"/>
                <a:gd name="GluePoint7Y" fmla="*/ 76 h 124"/>
                <a:gd name="GluePoint8X" fmla="*/ 55 w 256"/>
                <a:gd name="GluePoint8Y" fmla="*/ 70 h 124"/>
                <a:gd name="GluePoint9X" fmla="*/ 49 w 256"/>
                <a:gd name="GluePoint9Y" fmla="*/ 67 h 124"/>
                <a:gd name="GluePoint10X" fmla="*/ 49 w 256"/>
                <a:gd name="GluePoint10Y" fmla="*/ 73 h 124"/>
                <a:gd name="GluePoint11X" fmla="*/ 48 w 256"/>
                <a:gd name="GluePoint11Y" fmla="*/ 80 h 124"/>
                <a:gd name="GluePoint12X" fmla="*/ 57 w 256"/>
                <a:gd name="GluePoint12Y" fmla="*/ 116 h 124"/>
                <a:gd name="GluePoint13X" fmla="*/ 0 w 256"/>
                <a:gd name="GluePoint13Y" fmla="*/ 116 h 124"/>
                <a:gd name="GluePoint14X" fmla="*/ 0 w 256"/>
                <a:gd name="GluePoint14Y" fmla="*/ 124 h 124"/>
                <a:gd name="GluePoint15X" fmla="*/ 256 w 256"/>
                <a:gd name="GluePoint15Y" fmla="*/ 124 h 124"/>
                <a:gd name="GluePoint16X" fmla="*/ 256 w 256"/>
                <a:gd name="GluePoint16Y" fmla="*/ 116 h 124"/>
                <a:gd name="GluePoint17X" fmla="*/ 200 w 256"/>
                <a:gd name="GluePoint17Y" fmla="*/ 116 h 124"/>
                <a:gd name="GluePoint18X" fmla="*/ 208 w 256"/>
                <a:gd name="GluePoint18Y" fmla="*/ 80 h 124"/>
                <a:gd name="GluePoint19X" fmla="*/ 56 w 256"/>
                <a:gd name="GluePoint19Y" fmla="*/ 80 h 124"/>
                <a:gd name="GluePoint20X" fmla="*/ 56 w 256"/>
                <a:gd name="GluePoint20Y" fmla="*/ 80 h 124"/>
                <a:gd name="GluePoint21X" fmla="*/ 78 w 256"/>
                <a:gd name="GluePoint21Y" fmla="*/ 84 h 124"/>
                <a:gd name="GluePoint22X" fmla="*/ 136 w 256"/>
                <a:gd name="GluePoint22Y" fmla="*/ 26 h 124"/>
                <a:gd name="GluePoint23X" fmla="*/ 134 w 256"/>
                <a:gd name="GluePoint23Y" fmla="*/ 8 h 124"/>
                <a:gd name="GluePoint24X" fmla="*/ 200 w 256"/>
                <a:gd name="GluePoint24Y" fmla="*/ 80 h 124"/>
                <a:gd name="GluePoint25X" fmla="*/ 191 w 256"/>
                <a:gd name="GluePoint25Y" fmla="*/ 116 h 124"/>
                <a:gd name="GluePoint26X" fmla="*/ 66 w 256"/>
                <a:gd name="GluePoint26Y" fmla="*/ 116 h 124"/>
                <a:gd name="GluePoint27X" fmla="*/ 56 w 256"/>
                <a:gd name="GluePoint27Y" fmla="*/ 80 h 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56" h="124">
                  <a:moveTo>
                    <a:pt x="208" y="80"/>
                  </a:moveTo>
                  <a:cubicBezTo>
                    <a:pt x="208" y="36"/>
                    <a:pt x="173" y="0"/>
                    <a:pt x="12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7" y="12"/>
                    <a:pt x="128" y="19"/>
                    <a:pt x="128" y="26"/>
                  </a:cubicBezTo>
                  <a:cubicBezTo>
                    <a:pt x="128" y="54"/>
                    <a:pt x="106" y="76"/>
                    <a:pt x="78" y="76"/>
                  </a:cubicBezTo>
                  <a:cubicBezTo>
                    <a:pt x="70" y="76"/>
                    <a:pt x="62" y="74"/>
                    <a:pt x="55" y="70"/>
                  </a:cubicBezTo>
                  <a:cubicBezTo>
                    <a:pt x="49" y="67"/>
                    <a:pt x="49" y="67"/>
                    <a:pt x="49" y="67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9" y="75"/>
                    <a:pt x="48" y="78"/>
                    <a:pt x="48" y="80"/>
                  </a:cubicBezTo>
                  <a:cubicBezTo>
                    <a:pt x="48" y="93"/>
                    <a:pt x="51" y="105"/>
                    <a:pt x="57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cubicBezTo>
                    <a:pt x="256" y="116"/>
                    <a:pt x="256" y="116"/>
                    <a:pt x="256" y="116"/>
                  </a:cubicBezTo>
                  <a:cubicBezTo>
                    <a:pt x="200" y="116"/>
                    <a:pt x="200" y="116"/>
                    <a:pt x="200" y="116"/>
                  </a:cubicBezTo>
                  <a:cubicBezTo>
                    <a:pt x="205" y="105"/>
                    <a:pt x="208" y="93"/>
                    <a:pt x="208" y="80"/>
                  </a:cubicBezTo>
                  <a:close/>
                  <a:moveTo>
                    <a:pt x="56" y="80"/>
                  </a:moveTo>
                  <a:cubicBezTo>
                    <a:pt x="56" y="80"/>
                    <a:pt x="56" y="80"/>
                    <a:pt x="56" y="80"/>
                  </a:cubicBezTo>
                  <a:cubicBezTo>
                    <a:pt x="63" y="83"/>
                    <a:pt x="71" y="84"/>
                    <a:pt x="78" y="84"/>
                  </a:cubicBezTo>
                  <a:cubicBezTo>
                    <a:pt x="110" y="84"/>
                    <a:pt x="136" y="58"/>
                    <a:pt x="136" y="26"/>
                  </a:cubicBezTo>
                  <a:cubicBezTo>
                    <a:pt x="136" y="20"/>
                    <a:pt x="135" y="14"/>
                    <a:pt x="134" y="8"/>
                  </a:cubicBezTo>
                  <a:cubicBezTo>
                    <a:pt x="171" y="11"/>
                    <a:pt x="200" y="42"/>
                    <a:pt x="200" y="80"/>
                  </a:cubicBezTo>
                  <a:cubicBezTo>
                    <a:pt x="200" y="93"/>
                    <a:pt x="197" y="105"/>
                    <a:pt x="191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0" y="105"/>
                    <a:pt x="56" y="93"/>
                    <a:pt x="56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24" name="Freeform 234"/>
            <p:cNvSpPr/>
            <p:nvPr/>
          </p:nvSpPr>
          <p:spPr>
            <a:xfrm>
              <a:off x="6115320" y="1858320"/>
              <a:ext cx="72720" cy="417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41760"/>
                <a:gd name="textAreaBottom" fmla="*/ 42120 h 41760"/>
                <a:gd name="GluePoint1X" fmla="*/ 47 w 52"/>
                <a:gd name="GluePoint1Y" fmla="*/ 30 h 30"/>
                <a:gd name="GluePoint2X" fmla="*/ 52 w 52"/>
                <a:gd name="GluePoint2Y" fmla="*/ 25 h 30"/>
                <a:gd name="GluePoint3X" fmla="*/ 28 w 52"/>
                <a:gd name="GluePoint3Y" fmla="*/ 0 h 30"/>
                <a:gd name="GluePoint4X" fmla="*/ 24 w 52"/>
                <a:gd name="GluePoint4Y" fmla="*/ 0 h 30"/>
                <a:gd name="GluePoint5X" fmla="*/ 0 w 52"/>
                <a:gd name="GluePoint5Y" fmla="*/ 25 h 30"/>
                <a:gd name="GluePoint6X" fmla="*/ 5 w 52"/>
                <a:gd name="GluePoint6Y" fmla="*/ 30 h 30"/>
                <a:gd name="GluePoint7X" fmla="*/ 26 w 52"/>
                <a:gd name="GluePoint7Y" fmla="*/ 9 h 30"/>
                <a:gd name="GluePoint8X" fmla="*/ 47 w 52"/>
                <a:gd name="GluePoint8Y" fmla="*/ 30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2" h="30">
                  <a:moveTo>
                    <a:pt x="47" y="30"/>
                  </a:moveTo>
                  <a:lnTo>
                    <a:pt x="52" y="2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0" y="25"/>
                  </a:lnTo>
                  <a:lnTo>
                    <a:pt x="5" y="30"/>
                  </a:lnTo>
                  <a:lnTo>
                    <a:pt x="26" y="9"/>
                  </a:lnTo>
                  <a:lnTo>
                    <a:pt x="47" y="3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880" bIns="20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925" name="Группа 423"/>
          <p:cNvGrpSpPr/>
          <p:nvPr/>
        </p:nvGrpSpPr>
        <p:grpSpPr>
          <a:xfrm>
            <a:off x="6394320" y="2086560"/>
            <a:ext cx="302400" cy="206640"/>
            <a:chOff x="6394320" y="2086560"/>
            <a:chExt cx="302400" cy="206640"/>
          </a:xfrm>
        </p:grpSpPr>
        <p:sp>
          <p:nvSpPr>
            <p:cNvPr id="3926" name="Freeform 235"/>
            <p:cNvSpPr/>
            <p:nvPr/>
          </p:nvSpPr>
          <p:spPr>
            <a:xfrm>
              <a:off x="6394320" y="2086560"/>
              <a:ext cx="302400" cy="1461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46160"/>
                <a:gd name="textAreaBottom" fmla="*/ 146520 h 146160"/>
                <a:gd name="GluePoint1X" fmla="*/ 256 w 256"/>
                <a:gd name="GluePoint1Y" fmla="*/ 116 h 124"/>
                <a:gd name="GluePoint2X" fmla="*/ 199 w 256"/>
                <a:gd name="GluePoint2Y" fmla="*/ 116 h 124"/>
                <a:gd name="GluePoint3X" fmla="*/ 208 w 256"/>
                <a:gd name="GluePoint3Y" fmla="*/ 80 h 124"/>
                <a:gd name="GluePoint4X" fmla="*/ 128 w 256"/>
                <a:gd name="GluePoint4Y" fmla="*/ 0 h 124"/>
                <a:gd name="GluePoint5X" fmla="*/ 48 w 256"/>
                <a:gd name="GluePoint5Y" fmla="*/ 80 h 124"/>
                <a:gd name="GluePoint6X" fmla="*/ 56 w 256"/>
                <a:gd name="GluePoint6Y" fmla="*/ 116 h 124"/>
                <a:gd name="GluePoint7X" fmla="*/ 0 w 256"/>
                <a:gd name="GluePoint7Y" fmla="*/ 116 h 124"/>
                <a:gd name="GluePoint8X" fmla="*/ 0 w 256"/>
                <a:gd name="GluePoint8Y" fmla="*/ 124 h 124"/>
                <a:gd name="GluePoint9X" fmla="*/ 256 w 256"/>
                <a:gd name="GluePoint9Y" fmla="*/ 124 h 124"/>
                <a:gd name="GluePoint10X" fmla="*/ 256 w 256"/>
                <a:gd name="GluePoint10Y" fmla="*/ 116 h 124"/>
                <a:gd name="GluePoint11X" fmla="*/ 56 w 256"/>
                <a:gd name="GluePoint11Y" fmla="*/ 80 h 124"/>
                <a:gd name="GluePoint12X" fmla="*/ 128 w 256"/>
                <a:gd name="GluePoint12Y" fmla="*/ 8 h 124"/>
                <a:gd name="GluePoint13X" fmla="*/ 200 w 256"/>
                <a:gd name="GluePoint13Y" fmla="*/ 80 h 124"/>
                <a:gd name="GluePoint14X" fmla="*/ 190 w 256"/>
                <a:gd name="GluePoint14Y" fmla="*/ 116 h 124"/>
                <a:gd name="GluePoint15X" fmla="*/ 65 w 256"/>
                <a:gd name="GluePoint15Y" fmla="*/ 116 h 124"/>
                <a:gd name="GluePoint16X" fmla="*/ 56 w 256"/>
                <a:gd name="GluePoint16Y" fmla="*/ 80 h 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56" h="124">
                  <a:moveTo>
                    <a:pt x="256" y="116"/>
                  </a:move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3"/>
                    <a:pt x="208" y="80"/>
                  </a:cubicBezTo>
                  <a:cubicBezTo>
                    <a:pt x="208" y="36"/>
                    <a:pt x="172" y="0"/>
                    <a:pt x="128" y="0"/>
                  </a:cubicBezTo>
                  <a:cubicBezTo>
                    <a:pt x="83" y="0"/>
                    <a:pt x="48" y="36"/>
                    <a:pt x="48" y="80"/>
                  </a:cubicBezTo>
                  <a:cubicBezTo>
                    <a:pt x="48" y="93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lnTo>
                    <a:pt x="256" y="116"/>
                  </a:lnTo>
                  <a:close/>
                  <a:moveTo>
                    <a:pt x="56" y="80"/>
                  </a:moveTo>
                  <a:cubicBezTo>
                    <a:pt x="56" y="41"/>
                    <a:pt x="88" y="8"/>
                    <a:pt x="128" y="8"/>
                  </a:cubicBezTo>
                  <a:cubicBezTo>
                    <a:pt x="167" y="8"/>
                    <a:pt x="200" y="41"/>
                    <a:pt x="200" y="80"/>
                  </a:cubicBezTo>
                  <a:cubicBezTo>
                    <a:pt x="200" y="93"/>
                    <a:pt x="196" y="106"/>
                    <a:pt x="190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59" y="106"/>
                    <a:pt x="56" y="93"/>
                    <a:pt x="56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27" name="Freeform 236"/>
            <p:cNvSpPr/>
            <p:nvPr/>
          </p:nvSpPr>
          <p:spPr>
            <a:xfrm>
              <a:off x="6508440" y="2251440"/>
              <a:ext cx="71640" cy="4176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41760"/>
                <a:gd name="textAreaBottom" fmla="*/ 42120 h 41760"/>
                <a:gd name="GluePoint1X" fmla="*/ 0 w 51"/>
                <a:gd name="GluePoint1Y" fmla="*/ 25 h 30"/>
                <a:gd name="GluePoint2X" fmla="*/ 4 w 51"/>
                <a:gd name="GluePoint2Y" fmla="*/ 30 h 30"/>
                <a:gd name="GluePoint3X" fmla="*/ 26 w 51"/>
                <a:gd name="GluePoint3Y" fmla="*/ 9 h 30"/>
                <a:gd name="GluePoint4X" fmla="*/ 47 w 51"/>
                <a:gd name="GluePoint4Y" fmla="*/ 30 h 30"/>
                <a:gd name="GluePoint5X" fmla="*/ 51 w 51"/>
                <a:gd name="GluePoint5Y" fmla="*/ 25 h 30"/>
                <a:gd name="GluePoint6X" fmla="*/ 28 w 51"/>
                <a:gd name="GluePoint6Y" fmla="*/ 0 h 30"/>
                <a:gd name="GluePoint7X" fmla="*/ 24 w 51"/>
                <a:gd name="GluePoint7Y" fmla="*/ 0 h 30"/>
                <a:gd name="GluePoint8X" fmla="*/ 0 w 51"/>
                <a:gd name="GluePoint8Y" fmla="*/ 25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1" h="30">
                  <a:moveTo>
                    <a:pt x="0" y="25"/>
                  </a:moveTo>
                  <a:lnTo>
                    <a:pt x="4" y="30"/>
                  </a:lnTo>
                  <a:lnTo>
                    <a:pt x="26" y="9"/>
                  </a:lnTo>
                  <a:lnTo>
                    <a:pt x="47" y="30"/>
                  </a:lnTo>
                  <a:lnTo>
                    <a:pt x="51" y="2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880" bIns="20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928" name="Группа 412"/>
          <p:cNvGrpSpPr/>
          <p:nvPr/>
        </p:nvGrpSpPr>
        <p:grpSpPr>
          <a:xfrm>
            <a:off x="6394320" y="1693800"/>
            <a:ext cx="302400" cy="207720"/>
            <a:chOff x="6394320" y="1693800"/>
            <a:chExt cx="302400" cy="207720"/>
          </a:xfrm>
        </p:grpSpPr>
        <p:sp>
          <p:nvSpPr>
            <p:cNvPr id="3929" name="Freeform 237"/>
            <p:cNvSpPr/>
            <p:nvPr/>
          </p:nvSpPr>
          <p:spPr>
            <a:xfrm>
              <a:off x="6394320" y="1693800"/>
              <a:ext cx="302400" cy="1461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46160"/>
                <a:gd name="textAreaBottom" fmla="*/ 146520 h 146160"/>
                <a:gd name="GluePoint1X" fmla="*/ 256 w 256"/>
                <a:gd name="GluePoint1Y" fmla="*/ 116 h 124"/>
                <a:gd name="GluePoint2X" fmla="*/ 199 w 256"/>
                <a:gd name="GluePoint2Y" fmla="*/ 116 h 124"/>
                <a:gd name="GluePoint3X" fmla="*/ 208 w 256"/>
                <a:gd name="GluePoint3Y" fmla="*/ 80 h 124"/>
                <a:gd name="GluePoint4X" fmla="*/ 128 w 256"/>
                <a:gd name="GluePoint4Y" fmla="*/ 0 h 124"/>
                <a:gd name="GluePoint5X" fmla="*/ 127 w 256"/>
                <a:gd name="GluePoint5Y" fmla="*/ 0 h 124"/>
                <a:gd name="GluePoint6X" fmla="*/ 121 w 256"/>
                <a:gd name="GluePoint6Y" fmla="*/ 0 h 124"/>
                <a:gd name="GluePoint7X" fmla="*/ 123 w 256"/>
                <a:gd name="GluePoint7Y" fmla="*/ 5 h 124"/>
                <a:gd name="GluePoint8X" fmla="*/ 128 w 256"/>
                <a:gd name="GluePoint8Y" fmla="*/ 26 h 124"/>
                <a:gd name="GluePoint9X" fmla="*/ 78 w 256"/>
                <a:gd name="GluePoint9Y" fmla="*/ 76 h 124"/>
                <a:gd name="GluePoint10X" fmla="*/ 54 w 256"/>
                <a:gd name="GluePoint10Y" fmla="*/ 70 h 124"/>
                <a:gd name="GluePoint11X" fmla="*/ 48 w 256"/>
                <a:gd name="GluePoint11Y" fmla="*/ 67 h 124"/>
                <a:gd name="GluePoint12X" fmla="*/ 48 w 256"/>
                <a:gd name="GluePoint12Y" fmla="*/ 73 h 124"/>
                <a:gd name="GluePoint13X" fmla="*/ 48 w 256"/>
                <a:gd name="GluePoint13Y" fmla="*/ 80 h 124"/>
                <a:gd name="GluePoint14X" fmla="*/ 56 w 256"/>
                <a:gd name="GluePoint14Y" fmla="*/ 116 h 124"/>
                <a:gd name="GluePoint15X" fmla="*/ 0 w 256"/>
                <a:gd name="GluePoint15Y" fmla="*/ 116 h 124"/>
                <a:gd name="GluePoint16X" fmla="*/ 0 w 256"/>
                <a:gd name="GluePoint16Y" fmla="*/ 124 h 124"/>
                <a:gd name="GluePoint17X" fmla="*/ 256 w 256"/>
                <a:gd name="GluePoint17Y" fmla="*/ 124 h 124"/>
                <a:gd name="GluePoint18X" fmla="*/ 256 w 256"/>
                <a:gd name="GluePoint18Y" fmla="*/ 116 h 124"/>
                <a:gd name="GluePoint19X" fmla="*/ 56 w 256"/>
                <a:gd name="GluePoint19Y" fmla="*/ 80 h 124"/>
                <a:gd name="GluePoint20X" fmla="*/ 56 w 256"/>
                <a:gd name="GluePoint20Y" fmla="*/ 79 h 124"/>
                <a:gd name="GluePoint21X" fmla="*/ 78 w 256"/>
                <a:gd name="GluePoint21Y" fmla="*/ 84 h 124"/>
                <a:gd name="GluePoint22X" fmla="*/ 136 w 256"/>
                <a:gd name="GluePoint22Y" fmla="*/ 26 h 124"/>
                <a:gd name="GluePoint23X" fmla="*/ 133 w 256"/>
                <a:gd name="GluePoint23Y" fmla="*/ 8 h 124"/>
                <a:gd name="GluePoint24X" fmla="*/ 200 w 256"/>
                <a:gd name="GluePoint24Y" fmla="*/ 80 h 124"/>
                <a:gd name="GluePoint25X" fmla="*/ 190 w 256"/>
                <a:gd name="GluePoint25Y" fmla="*/ 116 h 124"/>
                <a:gd name="GluePoint26X" fmla="*/ 65 w 256"/>
                <a:gd name="GluePoint26Y" fmla="*/ 116 h 124"/>
                <a:gd name="GluePoint27X" fmla="*/ 56 w 256"/>
                <a:gd name="GluePoint27Y" fmla="*/ 80 h 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56" h="124">
                  <a:moveTo>
                    <a:pt x="256" y="116"/>
                  </a:move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2"/>
                    <a:pt x="208" y="80"/>
                  </a:cubicBezTo>
                  <a:cubicBezTo>
                    <a:pt x="208" y="36"/>
                    <a:pt x="172" y="0"/>
                    <a:pt x="128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26" y="12"/>
                    <a:pt x="128" y="19"/>
                    <a:pt x="128" y="26"/>
                  </a:cubicBezTo>
                  <a:cubicBezTo>
                    <a:pt x="128" y="53"/>
                    <a:pt x="105" y="76"/>
                    <a:pt x="78" y="76"/>
                  </a:cubicBezTo>
                  <a:cubicBezTo>
                    <a:pt x="69" y="76"/>
                    <a:pt x="61" y="74"/>
                    <a:pt x="54" y="70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48" y="73"/>
                    <a:pt x="48" y="73"/>
                    <a:pt x="48" y="73"/>
                  </a:cubicBezTo>
                  <a:cubicBezTo>
                    <a:pt x="48" y="75"/>
                    <a:pt x="48" y="77"/>
                    <a:pt x="48" y="80"/>
                  </a:cubicBezTo>
                  <a:cubicBezTo>
                    <a:pt x="48" y="92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256" y="124"/>
                    <a:pt x="256" y="124"/>
                    <a:pt x="256" y="124"/>
                  </a:cubicBezTo>
                  <a:lnTo>
                    <a:pt x="256" y="116"/>
                  </a:lnTo>
                  <a:close/>
                  <a:moveTo>
                    <a:pt x="56" y="80"/>
                  </a:moveTo>
                  <a:cubicBezTo>
                    <a:pt x="56" y="80"/>
                    <a:pt x="56" y="79"/>
                    <a:pt x="56" y="79"/>
                  </a:cubicBezTo>
                  <a:cubicBezTo>
                    <a:pt x="62" y="82"/>
                    <a:pt x="70" y="84"/>
                    <a:pt x="78" y="84"/>
                  </a:cubicBezTo>
                  <a:cubicBezTo>
                    <a:pt x="110" y="84"/>
                    <a:pt x="136" y="58"/>
                    <a:pt x="136" y="26"/>
                  </a:cubicBezTo>
                  <a:cubicBezTo>
                    <a:pt x="136" y="20"/>
                    <a:pt x="135" y="14"/>
                    <a:pt x="133" y="8"/>
                  </a:cubicBezTo>
                  <a:cubicBezTo>
                    <a:pt x="170" y="11"/>
                    <a:pt x="200" y="42"/>
                    <a:pt x="200" y="80"/>
                  </a:cubicBezTo>
                  <a:cubicBezTo>
                    <a:pt x="200" y="92"/>
                    <a:pt x="196" y="105"/>
                    <a:pt x="190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59" y="105"/>
                    <a:pt x="56" y="92"/>
                    <a:pt x="56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30" name="Freeform 238"/>
            <p:cNvSpPr/>
            <p:nvPr/>
          </p:nvSpPr>
          <p:spPr>
            <a:xfrm>
              <a:off x="6508440" y="1859760"/>
              <a:ext cx="71640" cy="4176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41760"/>
                <a:gd name="textAreaBottom" fmla="*/ 42120 h 41760"/>
                <a:gd name="GluePoint1X" fmla="*/ 4 w 51"/>
                <a:gd name="GluePoint1Y" fmla="*/ 0 h 30"/>
                <a:gd name="GluePoint2X" fmla="*/ 0 w 51"/>
                <a:gd name="GluePoint2Y" fmla="*/ 5 h 30"/>
                <a:gd name="GluePoint3X" fmla="*/ 24 w 51"/>
                <a:gd name="GluePoint3Y" fmla="*/ 30 h 30"/>
                <a:gd name="GluePoint4X" fmla="*/ 28 w 51"/>
                <a:gd name="GluePoint4Y" fmla="*/ 30 h 30"/>
                <a:gd name="GluePoint5X" fmla="*/ 51 w 51"/>
                <a:gd name="GluePoint5Y" fmla="*/ 5 h 30"/>
                <a:gd name="GluePoint6X" fmla="*/ 47 w 51"/>
                <a:gd name="GluePoint6Y" fmla="*/ 0 h 30"/>
                <a:gd name="GluePoint7X" fmla="*/ 26 w 51"/>
                <a:gd name="GluePoint7Y" fmla="*/ 21 h 30"/>
                <a:gd name="GluePoint8X" fmla="*/ 4 w 51"/>
                <a:gd name="GluePoint8Y" fmla="*/ 0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1" h="30">
                  <a:moveTo>
                    <a:pt x="4" y="0"/>
                  </a:moveTo>
                  <a:lnTo>
                    <a:pt x="0" y="5"/>
                  </a:lnTo>
                  <a:lnTo>
                    <a:pt x="24" y="30"/>
                  </a:lnTo>
                  <a:lnTo>
                    <a:pt x="28" y="30"/>
                  </a:lnTo>
                  <a:lnTo>
                    <a:pt x="51" y="5"/>
                  </a:lnTo>
                  <a:lnTo>
                    <a:pt x="47" y="0"/>
                  </a:lnTo>
                  <a:lnTo>
                    <a:pt x="26" y="2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880" bIns="208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931" name="Группа 424"/>
          <p:cNvGrpSpPr/>
          <p:nvPr/>
        </p:nvGrpSpPr>
        <p:grpSpPr>
          <a:xfrm>
            <a:off x="6786000" y="2086560"/>
            <a:ext cx="302400" cy="206640"/>
            <a:chOff x="6786000" y="2086560"/>
            <a:chExt cx="302400" cy="206640"/>
          </a:xfrm>
        </p:grpSpPr>
        <p:sp>
          <p:nvSpPr>
            <p:cNvPr id="3932" name="Freeform 239"/>
            <p:cNvSpPr/>
            <p:nvPr/>
          </p:nvSpPr>
          <p:spPr>
            <a:xfrm>
              <a:off x="6786000" y="2086560"/>
              <a:ext cx="302400" cy="1461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46160"/>
                <a:gd name="textAreaBottom" fmla="*/ 146520 h 146160"/>
                <a:gd name="GluePoint1X" fmla="*/ 0 w 256"/>
                <a:gd name="GluePoint1Y" fmla="*/ 124 h 124"/>
                <a:gd name="GluePoint2X" fmla="*/ 256 w 256"/>
                <a:gd name="GluePoint2Y" fmla="*/ 124 h 124"/>
                <a:gd name="GluePoint3X" fmla="*/ 256 w 256"/>
                <a:gd name="GluePoint3Y" fmla="*/ 116 h 124"/>
                <a:gd name="GluePoint4X" fmla="*/ 199 w 256"/>
                <a:gd name="GluePoint4Y" fmla="*/ 116 h 124"/>
                <a:gd name="GluePoint5X" fmla="*/ 208 w 256"/>
                <a:gd name="GluePoint5Y" fmla="*/ 80 h 124"/>
                <a:gd name="GluePoint6X" fmla="*/ 128 w 256"/>
                <a:gd name="GluePoint6Y" fmla="*/ 0 h 124"/>
                <a:gd name="GluePoint7X" fmla="*/ 48 w 256"/>
                <a:gd name="GluePoint7Y" fmla="*/ 80 h 124"/>
                <a:gd name="GluePoint8X" fmla="*/ 56 w 256"/>
                <a:gd name="GluePoint8Y" fmla="*/ 116 h 124"/>
                <a:gd name="GluePoint9X" fmla="*/ 0 w 256"/>
                <a:gd name="GluePoint9Y" fmla="*/ 116 h 124"/>
                <a:gd name="GluePoint10X" fmla="*/ 0 w 256"/>
                <a:gd name="GluePoint10Y" fmla="*/ 124 h 124"/>
                <a:gd name="GluePoint11X" fmla="*/ 56 w 256"/>
                <a:gd name="GluePoint11Y" fmla="*/ 80 h 124"/>
                <a:gd name="GluePoint12X" fmla="*/ 128 w 256"/>
                <a:gd name="GluePoint12Y" fmla="*/ 8 h 124"/>
                <a:gd name="GluePoint13X" fmla="*/ 200 w 256"/>
                <a:gd name="GluePoint13Y" fmla="*/ 80 h 124"/>
                <a:gd name="GluePoint14X" fmla="*/ 190 w 256"/>
                <a:gd name="GluePoint14Y" fmla="*/ 116 h 124"/>
                <a:gd name="GluePoint15X" fmla="*/ 65 w 256"/>
                <a:gd name="GluePoint15Y" fmla="*/ 116 h 124"/>
                <a:gd name="GluePoint16X" fmla="*/ 56 w 256"/>
                <a:gd name="GluePoint16Y" fmla="*/ 80 h 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56" h="124">
                  <a:moveTo>
                    <a:pt x="0" y="124"/>
                  </a:moveTo>
                  <a:cubicBezTo>
                    <a:pt x="256" y="124"/>
                    <a:pt x="256" y="124"/>
                    <a:pt x="256" y="124"/>
                  </a:cubicBezTo>
                  <a:cubicBezTo>
                    <a:pt x="256" y="116"/>
                    <a:pt x="256" y="116"/>
                    <a:pt x="256" y="116"/>
                  </a:cubicBezTo>
                  <a:cubicBezTo>
                    <a:pt x="199" y="116"/>
                    <a:pt x="199" y="116"/>
                    <a:pt x="199" y="116"/>
                  </a:cubicBezTo>
                  <a:cubicBezTo>
                    <a:pt x="205" y="105"/>
                    <a:pt x="208" y="92"/>
                    <a:pt x="208" y="80"/>
                  </a:cubicBezTo>
                  <a:cubicBezTo>
                    <a:pt x="208" y="36"/>
                    <a:pt x="172" y="0"/>
                    <a:pt x="128" y="0"/>
                  </a:cubicBezTo>
                  <a:cubicBezTo>
                    <a:pt x="84" y="0"/>
                    <a:pt x="48" y="36"/>
                    <a:pt x="48" y="80"/>
                  </a:cubicBezTo>
                  <a:cubicBezTo>
                    <a:pt x="48" y="92"/>
                    <a:pt x="51" y="105"/>
                    <a:pt x="56" y="116"/>
                  </a:cubicBezTo>
                  <a:cubicBezTo>
                    <a:pt x="0" y="116"/>
                    <a:pt x="0" y="116"/>
                    <a:pt x="0" y="116"/>
                  </a:cubicBezTo>
                  <a:lnTo>
                    <a:pt x="0" y="124"/>
                  </a:lnTo>
                  <a:close/>
                  <a:moveTo>
                    <a:pt x="56" y="80"/>
                  </a:moveTo>
                  <a:cubicBezTo>
                    <a:pt x="56" y="40"/>
                    <a:pt x="88" y="8"/>
                    <a:pt x="128" y="8"/>
                  </a:cubicBezTo>
                  <a:cubicBezTo>
                    <a:pt x="167" y="8"/>
                    <a:pt x="200" y="40"/>
                    <a:pt x="200" y="80"/>
                  </a:cubicBezTo>
                  <a:cubicBezTo>
                    <a:pt x="200" y="93"/>
                    <a:pt x="196" y="105"/>
                    <a:pt x="190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59" y="105"/>
                    <a:pt x="56" y="93"/>
                    <a:pt x="56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33" name="Freeform 240"/>
            <p:cNvSpPr/>
            <p:nvPr/>
          </p:nvSpPr>
          <p:spPr>
            <a:xfrm>
              <a:off x="6901560" y="2252880"/>
              <a:ext cx="71640" cy="4032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40320"/>
                <a:gd name="textAreaBottom" fmla="*/ 40680 h 40320"/>
                <a:gd name="GluePoint1X" fmla="*/ 4 w 51"/>
                <a:gd name="GluePoint1Y" fmla="*/ 0 h 29"/>
                <a:gd name="GluePoint2X" fmla="*/ 0 w 51"/>
                <a:gd name="GluePoint2Y" fmla="*/ 5 h 29"/>
                <a:gd name="GluePoint3X" fmla="*/ 23 w 51"/>
                <a:gd name="GluePoint3Y" fmla="*/ 29 h 29"/>
                <a:gd name="GluePoint4X" fmla="*/ 28 w 51"/>
                <a:gd name="GluePoint4Y" fmla="*/ 29 h 29"/>
                <a:gd name="GluePoint5X" fmla="*/ 51 w 51"/>
                <a:gd name="GluePoint5Y" fmla="*/ 5 h 29"/>
                <a:gd name="GluePoint6X" fmla="*/ 47 w 51"/>
                <a:gd name="GluePoint6Y" fmla="*/ 0 h 29"/>
                <a:gd name="GluePoint7X" fmla="*/ 26 w 51"/>
                <a:gd name="GluePoint7Y" fmla="*/ 21 h 29"/>
                <a:gd name="GluePoint8X" fmla="*/ 4 w 51"/>
                <a:gd name="GluePoint8Y" fmla="*/ 0 h 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1" h="29">
                  <a:moveTo>
                    <a:pt x="4" y="0"/>
                  </a:moveTo>
                  <a:lnTo>
                    <a:pt x="0" y="5"/>
                  </a:lnTo>
                  <a:lnTo>
                    <a:pt x="23" y="29"/>
                  </a:lnTo>
                  <a:lnTo>
                    <a:pt x="28" y="29"/>
                  </a:lnTo>
                  <a:lnTo>
                    <a:pt x="51" y="5"/>
                  </a:lnTo>
                  <a:lnTo>
                    <a:pt x="47" y="0"/>
                  </a:lnTo>
                  <a:lnTo>
                    <a:pt x="26" y="2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160" bIns="20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934" name="Freeform 241"/>
          <p:cNvSpPr/>
          <p:nvPr/>
        </p:nvSpPr>
        <p:spPr>
          <a:xfrm>
            <a:off x="5621040" y="1645920"/>
            <a:ext cx="275760" cy="302400"/>
          </a:xfrm>
          <a:custGeom>
            <a:avLst/>
            <a:gdLst>
              <a:gd name="textAreaLeft" fmla="*/ 0 w 275760"/>
              <a:gd name="textAreaRight" fmla="*/ 276120 w 275760"/>
              <a:gd name="textAreaTop" fmla="*/ 0 h 302400"/>
              <a:gd name="textAreaBottom" fmla="*/ 302760 h 302400"/>
              <a:gd name="GluePoint1X" fmla="*/ 105 w 233"/>
              <a:gd name="GluePoint1Y" fmla="*/ 256 h 256"/>
              <a:gd name="GluePoint2X" fmla="*/ 233 w 233"/>
              <a:gd name="GluePoint2Y" fmla="*/ 128 h 256"/>
              <a:gd name="GluePoint3X" fmla="*/ 105 w 233"/>
              <a:gd name="GluePoint3Y" fmla="*/ 0 h 256"/>
              <a:gd name="GluePoint4X" fmla="*/ 55 w 233"/>
              <a:gd name="GluePoint4Y" fmla="*/ 8 h 256"/>
              <a:gd name="GluePoint5X" fmla="*/ 47 w 233"/>
              <a:gd name="GluePoint5Y" fmla="*/ 11 h 256"/>
              <a:gd name="GluePoint6X" fmla="*/ 55 w 233"/>
              <a:gd name="GluePoint6Y" fmla="*/ 15 h 256"/>
              <a:gd name="GluePoint7X" fmla="*/ 113 w 233"/>
              <a:gd name="GluePoint7Y" fmla="*/ 104 h 256"/>
              <a:gd name="GluePoint8X" fmla="*/ 13 w 233"/>
              <a:gd name="GluePoint8Y" fmla="*/ 204 h 256"/>
              <a:gd name="GluePoint9X" fmla="*/ 10 w 233"/>
              <a:gd name="GluePoint9Y" fmla="*/ 204 h 256"/>
              <a:gd name="GluePoint10X" fmla="*/ 0 w 233"/>
              <a:gd name="GluePoint10Y" fmla="*/ 203 h 256"/>
              <a:gd name="GluePoint11X" fmla="*/ 6 w 233"/>
              <a:gd name="GluePoint11Y" fmla="*/ 210 h 256"/>
              <a:gd name="GluePoint12X" fmla="*/ 105 w 233"/>
              <a:gd name="GluePoint12Y" fmla="*/ 256 h 256"/>
              <a:gd name="GluePoint13X" fmla="*/ 121 w 233"/>
              <a:gd name="GluePoint13Y" fmla="*/ 104 h 256"/>
              <a:gd name="GluePoint14X" fmla="*/ 67 w 233"/>
              <a:gd name="GluePoint14Y" fmla="*/ 13 h 256"/>
              <a:gd name="GluePoint15X" fmla="*/ 105 w 233"/>
              <a:gd name="GluePoint15Y" fmla="*/ 8 h 256"/>
              <a:gd name="GluePoint16X" fmla="*/ 225 w 233"/>
              <a:gd name="GluePoint16Y" fmla="*/ 128 h 256"/>
              <a:gd name="GluePoint17X" fmla="*/ 105 w 233"/>
              <a:gd name="GluePoint17Y" fmla="*/ 248 h 256"/>
              <a:gd name="GluePoint18X" fmla="*/ 18 w 233"/>
              <a:gd name="GluePoint18Y" fmla="*/ 212 h 256"/>
              <a:gd name="GluePoint19X" fmla="*/ 121 w 233"/>
              <a:gd name="GluePoint19Y" fmla="*/ 104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233" h="256">
                <a:moveTo>
                  <a:pt x="105" y="256"/>
                </a:moveTo>
                <a:cubicBezTo>
                  <a:pt x="175" y="256"/>
                  <a:pt x="233" y="198"/>
                  <a:pt x="233" y="128"/>
                </a:cubicBezTo>
                <a:cubicBezTo>
                  <a:pt x="233" y="57"/>
                  <a:pt x="175" y="0"/>
                  <a:pt x="105" y="0"/>
                </a:cubicBezTo>
                <a:cubicBezTo>
                  <a:pt x="88" y="0"/>
                  <a:pt x="69" y="3"/>
                  <a:pt x="55" y="8"/>
                </a:cubicBezTo>
                <a:cubicBezTo>
                  <a:pt x="47" y="11"/>
                  <a:pt x="47" y="11"/>
                  <a:pt x="47" y="11"/>
                </a:cubicBezTo>
                <a:cubicBezTo>
                  <a:pt x="55" y="15"/>
                  <a:pt x="55" y="15"/>
                  <a:pt x="55" y="15"/>
                </a:cubicBezTo>
                <a:cubicBezTo>
                  <a:pt x="90" y="34"/>
                  <a:pt x="113" y="68"/>
                  <a:pt x="113" y="104"/>
                </a:cubicBezTo>
                <a:cubicBezTo>
                  <a:pt x="113" y="159"/>
                  <a:pt x="68" y="204"/>
                  <a:pt x="13" y="204"/>
                </a:cubicBezTo>
                <a:cubicBezTo>
                  <a:pt x="10" y="204"/>
                  <a:pt x="10" y="204"/>
                  <a:pt x="10" y="204"/>
                </a:cubicBezTo>
                <a:cubicBezTo>
                  <a:pt x="0" y="203"/>
                  <a:pt x="0" y="203"/>
                  <a:pt x="0" y="203"/>
                </a:cubicBezTo>
                <a:cubicBezTo>
                  <a:pt x="6" y="210"/>
                  <a:pt x="6" y="210"/>
                  <a:pt x="6" y="210"/>
                </a:cubicBezTo>
                <a:cubicBezTo>
                  <a:pt x="30" y="239"/>
                  <a:pt x="67" y="256"/>
                  <a:pt x="105" y="256"/>
                </a:cubicBezTo>
                <a:close/>
                <a:moveTo>
                  <a:pt x="121" y="104"/>
                </a:moveTo>
                <a:cubicBezTo>
                  <a:pt x="121" y="68"/>
                  <a:pt x="100" y="33"/>
                  <a:pt x="67" y="13"/>
                </a:cubicBezTo>
                <a:cubicBezTo>
                  <a:pt x="78" y="10"/>
                  <a:pt x="92" y="8"/>
                  <a:pt x="105" y="8"/>
                </a:cubicBezTo>
                <a:cubicBezTo>
                  <a:pt x="171" y="8"/>
                  <a:pt x="225" y="62"/>
                  <a:pt x="225" y="128"/>
                </a:cubicBezTo>
                <a:cubicBezTo>
                  <a:pt x="225" y="194"/>
                  <a:pt x="171" y="248"/>
                  <a:pt x="105" y="248"/>
                </a:cubicBezTo>
                <a:cubicBezTo>
                  <a:pt x="72" y="248"/>
                  <a:pt x="40" y="234"/>
                  <a:pt x="18" y="212"/>
                </a:cubicBezTo>
                <a:cubicBezTo>
                  <a:pt x="75" y="209"/>
                  <a:pt x="121" y="162"/>
                  <a:pt x="121" y="104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935" name="Группа 437"/>
          <p:cNvGrpSpPr/>
          <p:nvPr/>
        </p:nvGrpSpPr>
        <p:grpSpPr>
          <a:xfrm>
            <a:off x="2073240" y="2827440"/>
            <a:ext cx="302760" cy="295560"/>
            <a:chOff x="2073240" y="2827440"/>
            <a:chExt cx="302760" cy="295560"/>
          </a:xfrm>
        </p:grpSpPr>
        <p:sp>
          <p:nvSpPr>
            <p:cNvPr id="3936" name="Freeform 242"/>
            <p:cNvSpPr/>
            <p:nvPr/>
          </p:nvSpPr>
          <p:spPr>
            <a:xfrm>
              <a:off x="2097360" y="2865600"/>
              <a:ext cx="278640" cy="18000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180000"/>
                <a:gd name="textAreaBottom" fmla="*/ 180360 h 180000"/>
                <a:gd name="GluePoint1X" fmla="*/ 208 w 236"/>
                <a:gd name="GluePoint1Y" fmla="*/ 80 h 152"/>
                <a:gd name="GluePoint2X" fmla="*/ 124 w 236"/>
                <a:gd name="GluePoint2Y" fmla="*/ 8 h 152"/>
                <a:gd name="GluePoint3X" fmla="*/ 102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204 w 236"/>
                <a:gd name="GluePoint9Y" fmla="*/ 152 h 152"/>
                <a:gd name="GluePoint10X" fmla="*/ 236 w 236"/>
                <a:gd name="GluePoint10Y" fmla="*/ 120 h 152"/>
                <a:gd name="GluePoint11X" fmla="*/ 208 w 236"/>
                <a:gd name="GluePoint11Y" fmla="*/ 80 h 152"/>
                <a:gd name="GluePoint12X" fmla="*/ 20 w 236"/>
                <a:gd name="GluePoint12Y" fmla="*/ 56 h 152"/>
                <a:gd name="GluePoint13X" fmla="*/ 68 w 236"/>
                <a:gd name="GluePoint13Y" fmla="*/ 8 h 152"/>
                <a:gd name="GluePoint14X" fmla="*/ 92 w 236"/>
                <a:gd name="GluePoint14Y" fmla="*/ 15 h 152"/>
                <a:gd name="GluePoint15X" fmla="*/ 45 w 236"/>
                <a:gd name="GluePoint15Y" fmla="*/ 68 h 152"/>
                <a:gd name="GluePoint16X" fmla="*/ 40 w 236"/>
                <a:gd name="GluePoint16Y" fmla="*/ 68 h 152"/>
                <a:gd name="GluePoint17X" fmla="*/ 24 w 236"/>
                <a:gd name="GluePoint17Y" fmla="*/ 72 h 152"/>
                <a:gd name="GluePoint18X" fmla="*/ 20 w 236"/>
                <a:gd name="GluePoint18Y" fmla="*/ 56 h 152"/>
                <a:gd name="GluePoint19X" fmla="*/ 204 w 236"/>
                <a:gd name="GluePoint19Y" fmla="*/ 144 h 152"/>
                <a:gd name="GluePoint20X" fmla="*/ 40 w 236"/>
                <a:gd name="GluePoint20Y" fmla="*/ 144 h 152"/>
                <a:gd name="GluePoint21X" fmla="*/ 8 w 236"/>
                <a:gd name="GluePoint21Y" fmla="*/ 112 h 152"/>
                <a:gd name="GluePoint22X" fmla="*/ 40 w 236"/>
                <a:gd name="GluePoint22Y" fmla="*/ 76 h 152"/>
                <a:gd name="GluePoint23X" fmla="*/ 52 w 236"/>
                <a:gd name="GluePoint23Y" fmla="*/ 76 h 152"/>
                <a:gd name="GluePoint24X" fmla="*/ 52 w 236"/>
                <a:gd name="GluePoint24Y" fmla="*/ 73 h 152"/>
                <a:gd name="GluePoint25X" fmla="*/ 124 w 236"/>
                <a:gd name="GluePoint25Y" fmla="*/ 16 h 152"/>
                <a:gd name="GluePoint26X" fmla="*/ 200 w 236"/>
                <a:gd name="GluePoint26Y" fmla="*/ 84 h 152"/>
                <a:gd name="GluePoint27X" fmla="*/ 200 w 236"/>
                <a:gd name="GluePoint27Y" fmla="*/ 88 h 152"/>
                <a:gd name="GluePoint28X" fmla="*/ 204 w 236"/>
                <a:gd name="GluePoint28Y" fmla="*/ 88 h 152"/>
                <a:gd name="GluePoint29X" fmla="*/ 228 w 236"/>
                <a:gd name="GluePoint29Y" fmla="*/ 120 h 152"/>
                <a:gd name="GluePoint30X" fmla="*/ 204 w 236"/>
                <a:gd name="GluePoint30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2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30"/>
                    <a:pt x="42" y="8"/>
                    <a:pt x="68" y="8"/>
                  </a:cubicBezTo>
                  <a:cubicBezTo>
                    <a:pt x="77" y="8"/>
                    <a:pt x="85" y="10"/>
                    <a:pt x="92" y="15"/>
                  </a:cubicBezTo>
                  <a:cubicBezTo>
                    <a:pt x="69" y="24"/>
                    <a:pt x="51" y="44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70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3" y="76"/>
                    <a:pt x="40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9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37" name="Rectangle 243"/>
            <p:cNvSpPr/>
            <p:nvPr/>
          </p:nvSpPr>
          <p:spPr>
            <a:xfrm>
              <a:off x="2073240" y="292752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38" name="Rectangle 244"/>
            <p:cNvSpPr/>
            <p:nvPr/>
          </p:nvSpPr>
          <p:spPr>
            <a:xfrm>
              <a:off x="2171880" y="2827440"/>
              <a:ext cx="9360" cy="27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39" name="Freeform 245"/>
            <p:cNvSpPr/>
            <p:nvPr/>
          </p:nvSpPr>
          <p:spPr>
            <a:xfrm>
              <a:off x="2088720" y="2842920"/>
              <a:ext cx="34920" cy="349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4920"/>
                <a:gd name="textAreaBottom" fmla="*/ 35280 h 34920"/>
                <a:gd name="GluePoint1X" fmla="*/ 5 w 25"/>
                <a:gd name="GluePoint1Y" fmla="*/ 0 h 25"/>
                <a:gd name="GluePoint2X" fmla="*/ 25 w 25"/>
                <a:gd name="GluePoint2Y" fmla="*/ 20 h 25"/>
                <a:gd name="GluePoint3X" fmla="*/ 20 w 25"/>
                <a:gd name="GluePoint3Y" fmla="*/ 25 h 25"/>
                <a:gd name="GluePoint4X" fmla="*/ 0 w 25"/>
                <a:gd name="GluePoint4Y" fmla="*/ 5 h 25"/>
                <a:gd name="GluePoint5X" fmla="*/ 5 w 25"/>
                <a:gd name="GluePoint5Y" fmla="*/ 0 h 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7640" bIns="17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0" name="Freeform 246"/>
            <p:cNvSpPr/>
            <p:nvPr/>
          </p:nvSpPr>
          <p:spPr>
            <a:xfrm>
              <a:off x="2135160" y="310932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0 w 10"/>
                <a:gd name="GluePoint1Y" fmla="*/ 7 h 10"/>
                <a:gd name="GluePoint2X" fmla="*/ 4 w 10"/>
                <a:gd name="GluePoint2Y" fmla="*/ 0 h 10"/>
                <a:gd name="GluePoint3X" fmla="*/ 10 w 10"/>
                <a:gd name="GluePoint3Y" fmla="*/ 4 h 10"/>
                <a:gd name="GluePoint4X" fmla="*/ 6 w 10"/>
                <a:gd name="GluePoint4Y" fmla="*/ 10 h 10"/>
                <a:gd name="GluePoint5X" fmla="*/ 0 w 10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0" y="7"/>
                  </a:moveTo>
                  <a:lnTo>
                    <a:pt x="4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1" name="Freeform 247"/>
            <p:cNvSpPr/>
            <p:nvPr/>
          </p:nvSpPr>
          <p:spPr>
            <a:xfrm>
              <a:off x="2183040" y="31093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7 h 10"/>
                <a:gd name="GluePoint2X" fmla="*/ 3 w 9"/>
                <a:gd name="GluePoint2Y" fmla="*/ 0 h 10"/>
                <a:gd name="GluePoint3X" fmla="*/ 9 w 9"/>
                <a:gd name="GluePoint3Y" fmla="*/ 4 h 10"/>
                <a:gd name="GluePoint4X" fmla="*/ 6 w 9"/>
                <a:gd name="GluePoint4Y" fmla="*/ 10 h 10"/>
                <a:gd name="GluePoint5X" fmla="*/ 0 w 9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2" name="Freeform 248"/>
            <p:cNvSpPr/>
            <p:nvPr/>
          </p:nvSpPr>
          <p:spPr>
            <a:xfrm>
              <a:off x="2230920" y="31093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7 h 10"/>
                <a:gd name="GluePoint2X" fmla="*/ 3 w 9"/>
                <a:gd name="GluePoint2Y" fmla="*/ 0 h 10"/>
                <a:gd name="GluePoint3X" fmla="*/ 9 w 9"/>
                <a:gd name="GluePoint3Y" fmla="*/ 4 h 10"/>
                <a:gd name="GluePoint4X" fmla="*/ 5 w 9"/>
                <a:gd name="GluePoint4Y" fmla="*/ 10 h 10"/>
                <a:gd name="GluePoint5X" fmla="*/ 0 w 9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5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3" name="Freeform 249"/>
            <p:cNvSpPr/>
            <p:nvPr/>
          </p:nvSpPr>
          <p:spPr>
            <a:xfrm>
              <a:off x="2277360" y="31093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7 h 10"/>
                <a:gd name="GluePoint2X" fmla="*/ 4 w 9"/>
                <a:gd name="GluePoint2Y" fmla="*/ 0 h 10"/>
                <a:gd name="GluePoint3X" fmla="*/ 9 w 9"/>
                <a:gd name="GluePoint3Y" fmla="*/ 4 h 10"/>
                <a:gd name="GluePoint4X" fmla="*/ 6 w 9"/>
                <a:gd name="GluePoint4Y" fmla="*/ 10 h 10"/>
                <a:gd name="GluePoint5X" fmla="*/ 0 w 9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7"/>
                  </a:moveTo>
                  <a:lnTo>
                    <a:pt x="4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4" name="Freeform 250"/>
            <p:cNvSpPr/>
            <p:nvPr/>
          </p:nvSpPr>
          <p:spPr>
            <a:xfrm>
              <a:off x="2154960" y="305280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6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3 h 10"/>
                <a:gd name="GluePoint5X" fmla="*/ 6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5" name="Freeform 251"/>
            <p:cNvSpPr/>
            <p:nvPr/>
          </p:nvSpPr>
          <p:spPr>
            <a:xfrm>
              <a:off x="2201400" y="305280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6 w 10"/>
                <a:gd name="GluePoint1Y" fmla="*/ 10 h 10"/>
                <a:gd name="GluePoint2X" fmla="*/ 0 w 10"/>
                <a:gd name="GluePoint2Y" fmla="*/ 7 h 10"/>
                <a:gd name="GluePoint3X" fmla="*/ 4 w 10"/>
                <a:gd name="GluePoint3Y" fmla="*/ 0 h 10"/>
                <a:gd name="GluePoint4X" fmla="*/ 10 w 10"/>
                <a:gd name="GluePoint4Y" fmla="*/ 3 h 10"/>
                <a:gd name="GluePoint5X" fmla="*/ 6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6" name="Freeform 252"/>
            <p:cNvSpPr/>
            <p:nvPr/>
          </p:nvSpPr>
          <p:spPr>
            <a:xfrm>
              <a:off x="2249280" y="305280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6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3 h 10"/>
                <a:gd name="GluePoint5X" fmla="*/ 6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7" name="Freeform 253"/>
            <p:cNvSpPr/>
            <p:nvPr/>
          </p:nvSpPr>
          <p:spPr>
            <a:xfrm>
              <a:off x="2297160" y="305280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7 h 10"/>
                <a:gd name="GluePoint2X" fmla="*/ 3 w 9"/>
                <a:gd name="GluePoint2Y" fmla="*/ 0 h 10"/>
                <a:gd name="GluePoint3X" fmla="*/ 9 w 9"/>
                <a:gd name="GluePoint3Y" fmla="*/ 3 h 10"/>
                <a:gd name="GluePoint4X" fmla="*/ 5 w 9"/>
                <a:gd name="GluePoint4Y" fmla="*/ 10 h 10"/>
                <a:gd name="GluePoint5X" fmla="*/ 0 w 9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8" name="Freeform 254"/>
            <p:cNvSpPr/>
            <p:nvPr/>
          </p:nvSpPr>
          <p:spPr>
            <a:xfrm>
              <a:off x="2116800" y="308088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7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49" name="Freeform 255"/>
            <p:cNvSpPr/>
            <p:nvPr/>
          </p:nvSpPr>
          <p:spPr>
            <a:xfrm>
              <a:off x="2164680" y="308088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5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3 h 10"/>
                <a:gd name="GluePoint5X" fmla="*/ 5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5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50" name="Freeform 256"/>
            <p:cNvSpPr/>
            <p:nvPr/>
          </p:nvSpPr>
          <p:spPr>
            <a:xfrm>
              <a:off x="2211480" y="308088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7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51" name="Freeform 257"/>
            <p:cNvSpPr/>
            <p:nvPr/>
          </p:nvSpPr>
          <p:spPr>
            <a:xfrm>
              <a:off x="2259360" y="308088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7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952" name="Группа 438"/>
          <p:cNvGrpSpPr/>
          <p:nvPr/>
        </p:nvGrpSpPr>
        <p:grpSpPr>
          <a:xfrm>
            <a:off x="2466360" y="2847240"/>
            <a:ext cx="302400" cy="257400"/>
            <a:chOff x="2466360" y="2847240"/>
            <a:chExt cx="302400" cy="257400"/>
          </a:xfrm>
        </p:grpSpPr>
        <p:sp>
          <p:nvSpPr>
            <p:cNvPr id="3953" name="Freeform 258"/>
            <p:cNvSpPr/>
            <p:nvPr/>
          </p:nvSpPr>
          <p:spPr>
            <a:xfrm>
              <a:off x="2466360" y="284724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1 h 152"/>
                <a:gd name="GluePoint4X" fmla="*/ 56 w 256"/>
                <a:gd name="GluePoint4Y" fmla="*/ 0 h 152"/>
                <a:gd name="GluePoint5X" fmla="*/ 46 w 256"/>
                <a:gd name="GluePoint5Y" fmla="*/ 1 h 152"/>
                <a:gd name="GluePoint6X" fmla="*/ 40 w 256"/>
                <a:gd name="GluePoint6Y" fmla="*/ 2 h 152"/>
                <a:gd name="GluePoint7X" fmla="*/ 43 w 256"/>
                <a:gd name="GluePoint7Y" fmla="*/ 7 h 152"/>
                <a:gd name="GluePoint8X" fmla="*/ 48 w 256"/>
                <a:gd name="GluePoint8Y" fmla="*/ 24 h 152"/>
                <a:gd name="GluePoint9X" fmla="*/ 16 w 256"/>
                <a:gd name="GluePoint9Y" fmla="*/ 56 h 152"/>
                <a:gd name="GluePoint10X" fmla="*/ 6 w 256"/>
                <a:gd name="GluePoint10Y" fmla="*/ 55 h 152"/>
                <a:gd name="GluePoint11X" fmla="*/ 0 w 256"/>
                <a:gd name="GluePoint11Y" fmla="*/ 53 h 152"/>
                <a:gd name="GluePoint12X" fmla="*/ 1 w 256"/>
                <a:gd name="GluePoint12Y" fmla="*/ 59 h 152"/>
                <a:gd name="GluePoint13X" fmla="*/ 9 w 256"/>
                <a:gd name="GluePoint13Y" fmla="*/ 86 h 152"/>
                <a:gd name="GluePoint14X" fmla="*/ 22 w 256"/>
                <a:gd name="GluePoint14Y" fmla="*/ 100 h 152"/>
                <a:gd name="GluePoint15X" fmla="*/ 20 w 256"/>
                <a:gd name="GluePoint15Y" fmla="*/ 112 h 152"/>
                <a:gd name="GluePoint16X" fmla="*/ 60 w 256"/>
                <a:gd name="GluePoint16Y" fmla="*/ 152 h 152"/>
                <a:gd name="GluePoint17X" fmla="*/ 224 w 256"/>
                <a:gd name="GluePoint17Y" fmla="*/ 152 h 152"/>
                <a:gd name="GluePoint18X" fmla="*/ 256 w 256"/>
                <a:gd name="GluePoint18Y" fmla="*/ 120 h 152"/>
                <a:gd name="GluePoint19X" fmla="*/ 228 w 256"/>
                <a:gd name="GluePoint19Y" fmla="*/ 80 h 152"/>
                <a:gd name="GluePoint20X" fmla="*/ 16 w 256"/>
                <a:gd name="GluePoint20Y" fmla="*/ 82 h 152"/>
                <a:gd name="GluePoint21X" fmla="*/ 9 w 256"/>
                <a:gd name="GluePoint21Y" fmla="*/ 64 h 152"/>
                <a:gd name="GluePoint22X" fmla="*/ 16 w 256"/>
                <a:gd name="GluePoint22Y" fmla="*/ 64 h 152"/>
                <a:gd name="GluePoint23X" fmla="*/ 56 w 256"/>
                <a:gd name="GluePoint23Y" fmla="*/ 24 h 152"/>
                <a:gd name="GluePoint24X" fmla="*/ 53 w 256"/>
                <a:gd name="GluePoint24Y" fmla="*/ 8 h 152"/>
                <a:gd name="GluePoint25X" fmla="*/ 56 w 256"/>
                <a:gd name="GluePoint25Y" fmla="*/ 8 h 152"/>
                <a:gd name="GluePoint26X" fmla="*/ 93 w 256"/>
                <a:gd name="GluePoint26Y" fmla="*/ 25 h 152"/>
                <a:gd name="GluePoint27X" fmla="*/ 65 w 256"/>
                <a:gd name="GluePoint27Y" fmla="*/ 68 h 152"/>
                <a:gd name="GluePoint28X" fmla="*/ 60 w 256"/>
                <a:gd name="GluePoint28Y" fmla="*/ 68 h 152"/>
                <a:gd name="GluePoint29X" fmla="*/ 25 w 256"/>
                <a:gd name="GluePoint29Y" fmla="*/ 92 h 152"/>
                <a:gd name="GluePoint30X" fmla="*/ 16 w 256"/>
                <a:gd name="GluePoint30Y" fmla="*/ 82 h 152"/>
                <a:gd name="GluePoint31X" fmla="*/ 224 w 256"/>
                <a:gd name="GluePoint31Y" fmla="*/ 144 h 152"/>
                <a:gd name="GluePoint32X" fmla="*/ 60 w 256"/>
                <a:gd name="GluePoint32Y" fmla="*/ 144 h 152"/>
                <a:gd name="GluePoint33X" fmla="*/ 28 w 256"/>
                <a:gd name="GluePoint33Y" fmla="*/ 112 h 152"/>
                <a:gd name="GluePoint34X" fmla="*/ 60 w 256"/>
                <a:gd name="GluePoint34Y" fmla="*/ 76 h 152"/>
                <a:gd name="GluePoint35X" fmla="*/ 72 w 256"/>
                <a:gd name="GluePoint35Y" fmla="*/ 76 h 152"/>
                <a:gd name="GluePoint36X" fmla="*/ 72 w 256"/>
                <a:gd name="GluePoint36Y" fmla="*/ 73 h 152"/>
                <a:gd name="GluePoint37X" fmla="*/ 144 w 256"/>
                <a:gd name="GluePoint37Y" fmla="*/ 16 h 152"/>
                <a:gd name="GluePoint38X" fmla="*/ 220 w 256"/>
                <a:gd name="GluePoint38Y" fmla="*/ 84 h 152"/>
                <a:gd name="GluePoint39X" fmla="*/ 220 w 256"/>
                <a:gd name="GluePoint39Y" fmla="*/ 88 h 152"/>
                <a:gd name="GluePoint40X" fmla="*/ 224 w 256"/>
                <a:gd name="GluePoint40Y" fmla="*/ 88 h 152"/>
                <a:gd name="GluePoint41X" fmla="*/ 248 w 256"/>
                <a:gd name="GluePoint41Y" fmla="*/ 120 h 152"/>
                <a:gd name="GluePoint42X" fmla="*/ 224 w 256"/>
                <a:gd name="GluePoint4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50" y="1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5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5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54" name="Freeform 259"/>
            <p:cNvSpPr/>
            <p:nvPr/>
          </p:nvSpPr>
          <p:spPr>
            <a:xfrm>
              <a:off x="2528280" y="30909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55" name="Freeform 260"/>
            <p:cNvSpPr/>
            <p:nvPr/>
          </p:nvSpPr>
          <p:spPr>
            <a:xfrm>
              <a:off x="2576160" y="30909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56" name="Freeform 261"/>
            <p:cNvSpPr/>
            <p:nvPr/>
          </p:nvSpPr>
          <p:spPr>
            <a:xfrm>
              <a:off x="2622600" y="309096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0 w 10"/>
                <a:gd name="GluePoint1Y" fmla="*/ 6 h 10"/>
                <a:gd name="GluePoint2X" fmla="*/ 4 w 10"/>
                <a:gd name="GluePoint2Y" fmla="*/ 0 h 10"/>
                <a:gd name="GluePoint3X" fmla="*/ 10 w 10"/>
                <a:gd name="GluePoint3Y" fmla="*/ 3 h 10"/>
                <a:gd name="GluePoint4X" fmla="*/ 6 w 10"/>
                <a:gd name="GluePoint4Y" fmla="*/ 10 h 10"/>
                <a:gd name="GluePoint5X" fmla="*/ 0 w 10"/>
                <a:gd name="GluePoint5Y" fmla="*/ 6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0" y="6"/>
                  </a:move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57" name="Freeform 262"/>
            <p:cNvSpPr/>
            <p:nvPr/>
          </p:nvSpPr>
          <p:spPr>
            <a:xfrm>
              <a:off x="2670480" y="30909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6 h 10"/>
                <a:gd name="GluePoint2X" fmla="*/ 3 w 9"/>
                <a:gd name="GluePoint2Y" fmla="*/ 0 h 10"/>
                <a:gd name="GluePoint3X" fmla="*/ 9 w 9"/>
                <a:gd name="GluePoint3Y" fmla="*/ 3 h 10"/>
                <a:gd name="GluePoint4X" fmla="*/ 6 w 9"/>
                <a:gd name="GluePoint4Y" fmla="*/ 10 h 10"/>
                <a:gd name="GluePoint5X" fmla="*/ 0 w 9"/>
                <a:gd name="GluePoint5Y" fmla="*/ 6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58" name="Freeform 263"/>
            <p:cNvSpPr/>
            <p:nvPr/>
          </p:nvSpPr>
          <p:spPr>
            <a:xfrm>
              <a:off x="2548080" y="3033000"/>
              <a:ext cx="12240" cy="15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120"/>
                <a:gd name="textAreaBottom" fmla="*/ 15480 h 15120"/>
                <a:gd name="GluePoint1X" fmla="*/ 5 w 9"/>
                <a:gd name="GluePoint1Y" fmla="*/ 11 h 11"/>
                <a:gd name="GluePoint2X" fmla="*/ 0 w 9"/>
                <a:gd name="GluePoint2Y" fmla="*/ 7 h 11"/>
                <a:gd name="GluePoint3X" fmla="*/ 3 w 9"/>
                <a:gd name="GluePoint3Y" fmla="*/ 0 h 11"/>
                <a:gd name="GluePoint4X" fmla="*/ 9 w 9"/>
                <a:gd name="GluePoint4Y" fmla="*/ 4 h 11"/>
                <a:gd name="GluePoint5X" fmla="*/ 5 w 9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1">
                  <a:moveTo>
                    <a:pt x="5" y="11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5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59" name="Freeform 264"/>
            <p:cNvSpPr/>
            <p:nvPr/>
          </p:nvSpPr>
          <p:spPr>
            <a:xfrm>
              <a:off x="2594520" y="3033000"/>
              <a:ext cx="12240" cy="15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120"/>
                <a:gd name="textAreaBottom" fmla="*/ 15480 h 15120"/>
                <a:gd name="GluePoint1X" fmla="*/ 6 w 9"/>
                <a:gd name="GluePoint1Y" fmla="*/ 11 h 11"/>
                <a:gd name="GluePoint2X" fmla="*/ 0 w 9"/>
                <a:gd name="GluePoint2Y" fmla="*/ 7 h 11"/>
                <a:gd name="GluePoint3X" fmla="*/ 4 w 9"/>
                <a:gd name="GluePoint3Y" fmla="*/ 0 h 11"/>
                <a:gd name="GluePoint4X" fmla="*/ 9 w 9"/>
                <a:gd name="GluePoint4Y" fmla="*/ 4 h 11"/>
                <a:gd name="GluePoint5X" fmla="*/ 6 w 9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1">
                  <a:moveTo>
                    <a:pt x="6" y="11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9" y="4"/>
                  </a:lnTo>
                  <a:lnTo>
                    <a:pt x="6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60" name="Freeform 265"/>
            <p:cNvSpPr/>
            <p:nvPr/>
          </p:nvSpPr>
          <p:spPr>
            <a:xfrm>
              <a:off x="2642400" y="3033000"/>
              <a:ext cx="12240" cy="15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120"/>
                <a:gd name="textAreaBottom" fmla="*/ 15480 h 15120"/>
                <a:gd name="GluePoint1X" fmla="*/ 6 w 9"/>
                <a:gd name="GluePoint1Y" fmla="*/ 11 h 11"/>
                <a:gd name="GluePoint2X" fmla="*/ 0 w 9"/>
                <a:gd name="GluePoint2Y" fmla="*/ 7 h 11"/>
                <a:gd name="GluePoint3X" fmla="*/ 3 w 9"/>
                <a:gd name="GluePoint3Y" fmla="*/ 0 h 11"/>
                <a:gd name="GluePoint4X" fmla="*/ 9 w 9"/>
                <a:gd name="GluePoint4Y" fmla="*/ 4 h 11"/>
                <a:gd name="GluePoint5X" fmla="*/ 6 w 9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1">
                  <a:moveTo>
                    <a:pt x="6" y="11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61" name="Freeform 266"/>
            <p:cNvSpPr/>
            <p:nvPr/>
          </p:nvSpPr>
          <p:spPr>
            <a:xfrm>
              <a:off x="2688840" y="3033000"/>
              <a:ext cx="13680" cy="1512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5120"/>
                <a:gd name="textAreaBottom" fmla="*/ 15480 h 15120"/>
                <a:gd name="GluePoint1X" fmla="*/ 0 w 10"/>
                <a:gd name="GluePoint1Y" fmla="*/ 7 h 11"/>
                <a:gd name="GluePoint2X" fmla="*/ 4 w 10"/>
                <a:gd name="GluePoint2Y" fmla="*/ 0 h 11"/>
                <a:gd name="GluePoint3X" fmla="*/ 10 w 10"/>
                <a:gd name="GluePoint3Y" fmla="*/ 4 h 11"/>
                <a:gd name="GluePoint4X" fmla="*/ 6 w 10"/>
                <a:gd name="GluePoint4Y" fmla="*/ 11 h 11"/>
                <a:gd name="GluePoint5X" fmla="*/ 0 w 10"/>
                <a:gd name="GluePoint5Y" fmla="*/ 7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1">
                  <a:moveTo>
                    <a:pt x="0" y="7"/>
                  </a:moveTo>
                  <a:lnTo>
                    <a:pt x="4" y="0"/>
                  </a:lnTo>
                  <a:lnTo>
                    <a:pt x="10" y="4"/>
                  </a:lnTo>
                  <a:lnTo>
                    <a:pt x="6" y="11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62" name="Freeform 267"/>
            <p:cNvSpPr/>
            <p:nvPr/>
          </p:nvSpPr>
          <p:spPr>
            <a:xfrm>
              <a:off x="2509920" y="30625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63" name="Freeform 268"/>
            <p:cNvSpPr/>
            <p:nvPr/>
          </p:nvSpPr>
          <p:spPr>
            <a:xfrm>
              <a:off x="2556360" y="306252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4 w 10"/>
                <a:gd name="GluePoint1Y" fmla="*/ 0 h 10"/>
                <a:gd name="GluePoint2X" fmla="*/ 10 w 10"/>
                <a:gd name="GluePoint2Y" fmla="*/ 3 h 10"/>
                <a:gd name="GluePoint3X" fmla="*/ 6 w 10"/>
                <a:gd name="GluePoint3Y" fmla="*/ 10 h 10"/>
                <a:gd name="GluePoint4X" fmla="*/ 0 w 10"/>
                <a:gd name="GluePoint4Y" fmla="*/ 6 h 10"/>
                <a:gd name="GluePoint5X" fmla="*/ 4 w 10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4" y="0"/>
                  </a:move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64" name="Freeform 269"/>
            <p:cNvSpPr/>
            <p:nvPr/>
          </p:nvSpPr>
          <p:spPr>
            <a:xfrm>
              <a:off x="2604240" y="30625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65" name="Freeform 270"/>
            <p:cNvSpPr/>
            <p:nvPr/>
          </p:nvSpPr>
          <p:spPr>
            <a:xfrm>
              <a:off x="2650680" y="306252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4 w 10"/>
                <a:gd name="GluePoint1Y" fmla="*/ 0 h 10"/>
                <a:gd name="GluePoint2X" fmla="*/ 10 w 10"/>
                <a:gd name="GluePoint2Y" fmla="*/ 3 h 10"/>
                <a:gd name="GluePoint3X" fmla="*/ 6 w 10"/>
                <a:gd name="GluePoint3Y" fmla="*/ 10 h 10"/>
                <a:gd name="GluePoint4X" fmla="*/ 0 w 10"/>
                <a:gd name="GluePoint4Y" fmla="*/ 6 h 10"/>
                <a:gd name="GluePoint5X" fmla="*/ 4 w 10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4" y="0"/>
                  </a:move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966" name="Группа 439"/>
          <p:cNvGrpSpPr/>
          <p:nvPr/>
        </p:nvGrpSpPr>
        <p:grpSpPr>
          <a:xfrm>
            <a:off x="2857680" y="2847240"/>
            <a:ext cx="302400" cy="257400"/>
            <a:chOff x="2857680" y="2847240"/>
            <a:chExt cx="302400" cy="257400"/>
          </a:xfrm>
        </p:grpSpPr>
        <p:sp>
          <p:nvSpPr>
            <p:cNvPr id="3967" name="Freeform 271"/>
            <p:cNvSpPr/>
            <p:nvPr/>
          </p:nvSpPr>
          <p:spPr>
            <a:xfrm>
              <a:off x="2857680" y="2847240"/>
              <a:ext cx="302400" cy="17856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78560"/>
                <a:gd name="textAreaBottom" fmla="*/ 178920 h 17856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1 h 152"/>
                <a:gd name="GluePoint4X" fmla="*/ 56 w 256"/>
                <a:gd name="GluePoint4Y" fmla="*/ 0 h 152"/>
                <a:gd name="GluePoint5X" fmla="*/ 0 w 256"/>
                <a:gd name="GluePoint5Y" fmla="*/ 56 h 152"/>
                <a:gd name="GluePoint6X" fmla="*/ 9 w 256"/>
                <a:gd name="GluePoint6Y" fmla="*/ 86 h 152"/>
                <a:gd name="GluePoint7X" fmla="*/ 22 w 256"/>
                <a:gd name="GluePoint7Y" fmla="*/ 100 h 152"/>
                <a:gd name="GluePoint8X" fmla="*/ 20 w 256"/>
                <a:gd name="GluePoint8Y" fmla="*/ 112 h 152"/>
                <a:gd name="GluePoint9X" fmla="*/ 60 w 256"/>
                <a:gd name="GluePoint9Y" fmla="*/ 152 h 152"/>
                <a:gd name="GluePoint10X" fmla="*/ 224 w 256"/>
                <a:gd name="GluePoint10Y" fmla="*/ 152 h 152"/>
                <a:gd name="GluePoint11X" fmla="*/ 256 w 256"/>
                <a:gd name="GluePoint11Y" fmla="*/ 120 h 152"/>
                <a:gd name="GluePoint12X" fmla="*/ 228 w 256"/>
                <a:gd name="GluePoint12Y" fmla="*/ 80 h 152"/>
                <a:gd name="GluePoint13X" fmla="*/ 16 w 256"/>
                <a:gd name="GluePoint13Y" fmla="*/ 82 h 152"/>
                <a:gd name="GluePoint14X" fmla="*/ 8 w 256"/>
                <a:gd name="GluePoint14Y" fmla="*/ 56 h 152"/>
                <a:gd name="GluePoint15X" fmla="*/ 56 w 256"/>
                <a:gd name="GluePoint15Y" fmla="*/ 8 h 152"/>
                <a:gd name="GluePoint16X" fmla="*/ 93 w 256"/>
                <a:gd name="GluePoint16Y" fmla="*/ 25 h 152"/>
                <a:gd name="GluePoint17X" fmla="*/ 65 w 256"/>
                <a:gd name="GluePoint17Y" fmla="*/ 68 h 152"/>
                <a:gd name="GluePoint18X" fmla="*/ 60 w 256"/>
                <a:gd name="GluePoint18Y" fmla="*/ 68 h 152"/>
                <a:gd name="GluePoint19X" fmla="*/ 25 w 256"/>
                <a:gd name="GluePoint19Y" fmla="*/ 92 h 152"/>
                <a:gd name="GluePoint20X" fmla="*/ 16 w 256"/>
                <a:gd name="GluePoint20Y" fmla="*/ 82 h 152"/>
                <a:gd name="GluePoint21X" fmla="*/ 224 w 256"/>
                <a:gd name="GluePoint21Y" fmla="*/ 144 h 152"/>
                <a:gd name="GluePoint22X" fmla="*/ 60 w 256"/>
                <a:gd name="GluePoint22Y" fmla="*/ 144 h 152"/>
                <a:gd name="GluePoint23X" fmla="*/ 28 w 256"/>
                <a:gd name="GluePoint23Y" fmla="*/ 112 h 152"/>
                <a:gd name="GluePoint24X" fmla="*/ 60 w 256"/>
                <a:gd name="GluePoint24Y" fmla="*/ 76 h 152"/>
                <a:gd name="GluePoint25X" fmla="*/ 72 w 256"/>
                <a:gd name="GluePoint25Y" fmla="*/ 76 h 152"/>
                <a:gd name="GluePoint26X" fmla="*/ 72 w 256"/>
                <a:gd name="GluePoint26Y" fmla="*/ 73 h 152"/>
                <a:gd name="GluePoint27X" fmla="*/ 144 w 256"/>
                <a:gd name="GluePoint27Y" fmla="*/ 16 h 152"/>
                <a:gd name="GluePoint28X" fmla="*/ 220 w 256"/>
                <a:gd name="GluePoint28Y" fmla="*/ 84 h 152"/>
                <a:gd name="GluePoint29X" fmla="*/ 220 w 256"/>
                <a:gd name="GluePoint29Y" fmla="*/ 88 h 152"/>
                <a:gd name="GluePoint30X" fmla="*/ 224 w 256"/>
                <a:gd name="GluePoint30Y" fmla="*/ 88 h 152"/>
                <a:gd name="GluePoint31X" fmla="*/ 248 w 256"/>
                <a:gd name="GluePoint31Y" fmla="*/ 120 h 152"/>
                <a:gd name="GluePoint32X" fmla="*/ 224 w 256"/>
                <a:gd name="GluePoint3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7"/>
                    <a:pt x="4" y="77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1" y="74"/>
                    <a:pt x="8" y="65"/>
                    <a:pt x="8" y="56"/>
                  </a:cubicBezTo>
                  <a:cubicBezTo>
                    <a:pt x="8" y="30"/>
                    <a:pt x="30" y="8"/>
                    <a:pt x="56" y="8"/>
                  </a:cubicBezTo>
                  <a:cubicBezTo>
                    <a:pt x="71" y="8"/>
                    <a:pt x="84" y="15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68" name="Freeform 272"/>
            <p:cNvSpPr/>
            <p:nvPr/>
          </p:nvSpPr>
          <p:spPr>
            <a:xfrm>
              <a:off x="2921040" y="30909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69" name="Freeform 273"/>
            <p:cNvSpPr/>
            <p:nvPr/>
          </p:nvSpPr>
          <p:spPr>
            <a:xfrm>
              <a:off x="2967480" y="309096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4 w 10"/>
                <a:gd name="GluePoint1Y" fmla="*/ 0 h 10"/>
                <a:gd name="GluePoint2X" fmla="*/ 10 w 10"/>
                <a:gd name="GluePoint2Y" fmla="*/ 3 h 10"/>
                <a:gd name="GluePoint3X" fmla="*/ 6 w 10"/>
                <a:gd name="GluePoint3Y" fmla="*/ 10 h 10"/>
                <a:gd name="GluePoint4X" fmla="*/ 0 w 10"/>
                <a:gd name="GluePoint4Y" fmla="*/ 6 h 10"/>
                <a:gd name="GluePoint5X" fmla="*/ 4 w 10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4" y="0"/>
                  </a:move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0" name="Freeform 274"/>
            <p:cNvSpPr/>
            <p:nvPr/>
          </p:nvSpPr>
          <p:spPr>
            <a:xfrm>
              <a:off x="3015360" y="30909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6 h 10"/>
                <a:gd name="GluePoint2X" fmla="*/ 3 w 9"/>
                <a:gd name="GluePoint2Y" fmla="*/ 0 h 10"/>
                <a:gd name="GluePoint3X" fmla="*/ 9 w 9"/>
                <a:gd name="GluePoint3Y" fmla="*/ 3 h 10"/>
                <a:gd name="GluePoint4X" fmla="*/ 6 w 9"/>
                <a:gd name="GluePoint4Y" fmla="*/ 10 h 10"/>
                <a:gd name="GluePoint5X" fmla="*/ 0 w 9"/>
                <a:gd name="GluePoint5Y" fmla="*/ 6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1" name="Freeform 275"/>
            <p:cNvSpPr/>
            <p:nvPr/>
          </p:nvSpPr>
          <p:spPr>
            <a:xfrm>
              <a:off x="3063240" y="30909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6 h 10"/>
                <a:gd name="GluePoint2X" fmla="*/ 3 w 9"/>
                <a:gd name="GluePoint2Y" fmla="*/ 0 h 10"/>
                <a:gd name="GluePoint3X" fmla="*/ 9 w 9"/>
                <a:gd name="GluePoint3Y" fmla="*/ 3 h 10"/>
                <a:gd name="GluePoint4X" fmla="*/ 5 w 9"/>
                <a:gd name="GluePoint4Y" fmla="*/ 10 h 10"/>
                <a:gd name="GluePoint5X" fmla="*/ 0 w 9"/>
                <a:gd name="GluePoint5Y" fmla="*/ 6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2" name="Freeform 276"/>
            <p:cNvSpPr/>
            <p:nvPr/>
          </p:nvSpPr>
          <p:spPr>
            <a:xfrm>
              <a:off x="2939400" y="3033000"/>
              <a:ext cx="13680" cy="1512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5120"/>
                <a:gd name="textAreaBottom" fmla="*/ 15480 h 15120"/>
                <a:gd name="GluePoint1X" fmla="*/ 6 w 10"/>
                <a:gd name="GluePoint1Y" fmla="*/ 11 h 11"/>
                <a:gd name="GluePoint2X" fmla="*/ 0 w 10"/>
                <a:gd name="GluePoint2Y" fmla="*/ 7 h 11"/>
                <a:gd name="GluePoint3X" fmla="*/ 4 w 10"/>
                <a:gd name="GluePoint3Y" fmla="*/ 0 h 11"/>
                <a:gd name="GluePoint4X" fmla="*/ 10 w 10"/>
                <a:gd name="GluePoint4Y" fmla="*/ 4 h 11"/>
                <a:gd name="GluePoint5X" fmla="*/ 6 w 10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1">
                  <a:moveTo>
                    <a:pt x="6" y="11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6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3" name="Freeform 277"/>
            <p:cNvSpPr/>
            <p:nvPr/>
          </p:nvSpPr>
          <p:spPr>
            <a:xfrm>
              <a:off x="2987280" y="3033000"/>
              <a:ext cx="12240" cy="15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120"/>
                <a:gd name="textAreaBottom" fmla="*/ 15480 h 15120"/>
                <a:gd name="GluePoint1X" fmla="*/ 6 w 9"/>
                <a:gd name="GluePoint1Y" fmla="*/ 11 h 11"/>
                <a:gd name="GluePoint2X" fmla="*/ 0 w 9"/>
                <a:gd name="GluePoint2Y" fmla="*/ 7 h 11"/>
                <a:gd name="GluePoint3X" fmla="*/ 3 w 9"/>
                <a:gd name="GluePoint3Y" fmla="*/ 0 h 11"/>
                <a:gd name="GluePoint4X" fmla="*/ 9 w 9"/>
                <a:gd name="GluePoint4Y" fmla="*/ 4 h 11"/>
                <a:gd name="GluePoint5X" fmla="*/ 6 w 9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1">
                  <a:moveTo>
                    <a:pt x="6" y="11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4" name="Freeform 278"/>
            <p:cNvSpPr/>
            <p:nvPr/>
          </p:nvSpPr>
          <p:spPr>
            <a:xfrm>
              <a:off x="3033720" y="3033000"/>
              <a:ext cx="13680" cy="1512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5120"/>
                <a:gd name="textAreaBottom" fmla="*/ 15480 h 15120"/>
                <a:gd name="GluePoint1X" fmla="*/ 6 w 10"/>
                <a:gd name="GluePoint1Y" fmla="*/ 11 h 11"/>
                <a:gd name="GluePoint2X" fmla="*/ 0 w 10"/>
                <a:gd name="GluePoint2Y" fmla="*/ 7 h 11"/>
                <a:gd name="GluePoint3X" fmla="*/ 4 w 10"/>
                <a:gd name="GluePoint3Y" fmla="*/ 0 h 11"/>
                <a:gd name="GluePoint4X" fmla="*/ 10 w 10"/>
                <a:gd name="GluePoint4Y" fmla="*/ 4 h 11"/>
                <a:gd name="GluePoint5X" fmla="*/ 6 w 10"/>
                <a:gd name="GluePoint5Y" fmla="*/ 11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1">
                  <a:moveTo>
                    <a:pt x="6" y="11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6" y="1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5" name="Freeform 279"/>
            <p:cNvSpPr/>
            <p:nvPr/>
          </p:nvSpPr>
          <p:spPr>
            <a:xfrm>
              <a:off x="3081600" y="3033000"/>
              <a:ext cx="12240" cy="15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120"/>
                <a:gd name="textAreaBottom" fmla="*/ 15480 h 15120"/>
                <a:gd name="GluePoint1X" fmla="*/ 0 w 9"/>
                <a:gd name="GluePoint1Y" fmla="*/ 7 h 11"/>
                <a:gd name="GluePoint2X" fmla="*/ 3 w 9"/>
                <a:gd name="GluePoint2Y" fmla="*/ 0 h 11"/>
                <a:gd name="GluePoint3X" fmla="*/ 9 w 9"/>
                <a:gd name="GluePoint3Y" fmla="*/ 4 h 11"/>
                <a:gd name="GluePoint4X" fmla="*/ 6 w 9"/>
                <a:gd name="GluePoint4Y" fmla="*/ 11 h 11"/>
                <a:gd name="GluePoint5X" fmla="*/ 0 w 9"/>
                <a:gd name="GluePoint5Y" fmla="*/ 7 h 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1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6" y="11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7560" bIns="75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6" name="Freeform 280"/>
            <p:cNvSpPr/>
            <p:nvPr/>
          </p:nvSpPr>
          <p:spPr>
            <a:xfrm>
              <a:off x="2901600" y="306252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0 w 10"/>
                <a:gd name="GluePoint1Y" fmla="*/ 6 h 10"/>
                <a:gd name="GluePoint2X" fmla="*/ 4 w 10"/>
                <a:gd name="GluePoint2Y" fmla="*/ 0 h 10"/>
                <a:gd name="GluePoint3X" fmla="*/ 10 w 10"/>
                <a:gd name="GluePoint3Y" fmla="*/ 3 h 10"/>
                <a:gd name="GluePoint4X" fmla="*/ 6 w 10"/>
                <a:gd name="GluePoint4Y" fmla="*/ 10 h 10"/>
                <a:gd name="GluePoint5X" fmla="*/ 0 w 10"/>
                <a:gd name="GluePoint5Y" fmla="*/ 6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0" y="6"/>
                  </a:move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7" name="Freeform 281"/>
            <p:cNvSpPr/>
            <p:nvPr/>
          </p:nvSpPr>
          <p:spPr>
            <a:xfrm>
              <a:off x="2949480" y="30625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8" name="Freeform 282"/>
            <p:cNvSpPr/>
            <p:nvPr/>
          </p:nvSpPr>
          <p:spPr>
            <a:xfrm>
              <a:off x="2997360" y="30625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5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5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79" name="Freeform 283"/>
            <p:cNvSpPr/>
            <p:nvPr/>
          </p:nvSpPr>
          <p:spPr>
            <a:xfrm>
              <a:off x="3043800" y="30625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4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4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4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3980" name="Группа 440"/>
          <p:cNvGrpSpPr/>
          <p:nvPr/>
        </p:nvGrpSpPr>
        <p:grpSpPr>
          <a:xfrm>
            <a:off x="3252240" y="2834640"/>
            <a:ext cx="302400" cy="281160"/>
            <a:chOff x="3252240" y="2834640"/>
            <a:chExt cx="302400" cy="281160"/>
          </a:xfrm>
        </p:grpSpPr>
        <p:sp>
          <p:nvSpPr>
            <p:cNvPr id="3981" name="Freeform 284"/>
            <p:cNvSpPr/>
            <p:nvPr/>
          </p:nvSpPr>
          <p:spPr>
            <a:xfrm>
              <a:off x="3252240" y="283464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223 w 256"/>
                <a:gd name="GluePoint1Y" fmla="*/ 80 h 156"/>
                <a:gd name="GluePoint2X" fmla="*/ 136 w 256"/>
                <a:gd name="GluePoint2Y" fmla="*/ 0 h 156"/>
                <a:gd name="GluePoint3X" fmla="*/ 48 w 256"/>
                <a:gd name="GluePoint3Y" fmla="*/ 64 h 156"/>
                <a:gd name="GluePoint4X" fmla="*/ 44 w 256"/>
                <a:gd name="GluePoint4Y" fmla="*/ 64 h 156"/>
                <a:gd name="GluePoint5X" fmla="*/ 0 w 256"/>
                <a:gd name="GluePoint5Y" fmla="*/ 112 h 156"/>
                <a:gd name="GluePoint6X" fmla="*/ 44 w 256"/>
                <a:gd name="GluePoint6Y" fmla="*/ 156 h 156"/>
                <a:gd name="GluePoint7X" fmla="*/ 220 w 256"/>
                <a:gd name="GluePoint7Y" fmla="*/ 156 h 156"/>
                <a:gd name="GluePoint8X" fmla="*/ 256 w 256"/>
                <a:gd name="GluePoint8Y" fmla="*/ 120 h 156"/>
                <a:gd name="GluePoint9X" fmla="*/ 223 w 256"/>
                <a:gd name="GluePoint9Y" fmla="*/ 80 h 156"/>
                <a:gd name="GluePoint10X" fmla="*/ 220 w 256"/>
                <a:gd name="GluePoint10Y" fmla="*/ 148 h 156"/>
                <a:gd name="GluePoint11X" fmla="*/ 44 w 256"/>
                <a:gd name="GluePoint11Y" fmla="*/ 148 h 156"/>
                <a:gd name="GluePoint12X" fmla="*/ 8 w 256"/>
                <a:gd name="GluePoint12Y" fmla="*/ 112 h 156"/>
                <a:gd name="GluePoint13X" fmla="*/ 44 w 256"/>
                <a:gd name="GluePoint13Y" fmla="*/ 72 h 156"/>
                <a:gd name="GluePoint14X" fmla="*/ 55 w 256"/>
                <a:gd name="GluePoint14Y" fmla="*/ 72 h 156"/>
                <a:gd name="GluePoint15X" fmla="*/ 56 w 256"/>
                <a:gd name="GluePoint15Y" fmla="*/ 69 h 156"/>
                <a:gd name="GluePoint16X" fmla="*/ 136 w 256"/>
                <a:gd name="GluePoint16Y" fmla="*/ 8 h 156"/>
                <a:gd name="GluePoint17X" fmla="*/ 216 w 256"/>
                <a:gd name="GluePoint17Y" fmla="*/ 84 h 156"/>
                <a:gd name="GluePoint18X" fmla="*/ 216 w 256"/>
                <a:gd name="GluePoint18Y" fmla="*/ 88 h 156"/>
                <a:gd name="GluePoint19X" fmla="*/ 220 w 256"/>
                <a:gd name="GluePoint19Y" fmla="*/ 88 h 156"/>
                <a:gd name="GluePoint20X" fmla="*/ 248 w 256"/>
                <a:gd name="GluePoint20Y" fmla="*/ 120 h 156"/>
                <a:gd name="GluePoint21X" fmla="*/ 220 w 256"/>
                <a:gd name="GluePoint21Y" fmla="*/ 148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6">
                  <a:moveTo>
                    <a:pt x="223" y="80"/>
                  </a:move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1"/>
                    <a:pt x="256" y="120"/>
                  </a:cubicBezTo>
                  <a:cubicBezTo>
                    <a:pt x="256" y="102"/>
                    <a:pt x="243" y="83"/>
                    <a:pt x="223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3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82" name="Freeform 285"/>
            <p:cNvSpPr/>
            <p:nvPr/>
          </p:nvSpPr>
          <p:spPr>
            <a:xfrm>
              <a:off x="3322440" y="310212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6 w 10"/>
                <a:gd name="GluePoint1Y" fmla="*/ 10 h 10"/>
                <a:gd name="GluePoint2X" fmla="*/ 0 w 10"/>
                <a:gd name="GluePoint2Y" fmla="*/ 7 h 10"/>
                <a:gd name="GluePoint3X" fmla="*/ 4 w 10"/>
                <a:gd name="GluePoint3Y" fmla="*/ 0 h 10"/>
                <a:gd name="GluePoint4X" fmla="*/ 10 w 10"/>
                <a:gd name="GluePoint4Y" fmla="*/ 4 h 10"/>
                <a:gd name="GluePoint5X" fmla="*/ 6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83" name="Freeform 286"/>
            <p:cNvSpPr/>
            <p:nvPr/>
          </p:nvSpPr>
          <p:spPr>
            <a:xfrm>
              <a:off x="3276000" y="31021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6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4 h 10"/>
                <a:gd name="GluePoint5X" fmla="*/ 6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84" name="Freeform 287"/>
            <p:cNvSpPr/>
            <p:nvPr/>
          </p:nvSpPr>
          <p:spPr>
            <a:xfrm>
              <a:off x="3370320" y="31021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6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4 h 10"/>
                <a:gd name="GluePoint5X" fmla="*/ 6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85" name="Freeform 288"/>
            <p:cNvSpPr/>
            <p:nvPr/>
          </p:nvSpPr>
          <p:spPr>
            <a:xfrm>
              <a:off x="3416760" y="310212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6 w 10"/>
                <a:gd name="GluePoint1Y" fmla="*/ 10 h 10"/>
                <a:gd name="GluePoint2X" fmla="*/ 0 w 10"/>
                <a:gd name="GluePoint2Y" fmla="*/ 7 h 10"/>
                <a:gd name="GluePoint3X" fmla="*/ 4 w 10"/>
                <a:gd name="GluePoint3Y" fmla="*/ 0 h 10"/>
                <a:gd name="GluePoint4X" fmla="*/ 10 w 10"/>
                <a:gd name="GluePoint4Y" fmla="*/ 4 h 10"/>
                <a:gd name="GluePoint5X" fmla="*/ 6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86" name="Freeform 289"/>
            <p:cNvSpPr/>
            <p:nvPr/>
          </p:nvSpPr>
          <p:spPr>
            <a:xfrm>
              <a:off x="3464640" y="31021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6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4 h 10"/>
                <a:gd name="GluePoint5X" fmla="*/ 6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87" name="Freeform 290"/>
            <p:cNvSpPr/>
            <p:nvPr/>
          </p:nvSpPr>
          <p:spPr>
            <a:xfrm>
              <a:off x="3356280" y="30697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6 h 10"/>
                <a:gd name="GluePoint2X" fmla="*/ 3 w 9"/>
                <a:gd name="GluePoint2Y" fmla="*/ 0 h 10"/>
                <a:gd name="GluePoint3X" fmla="*/ 9 w 9"/>
                <a:gd name="GluePoint3Y" fmla="*/ 3 h 10"/>
                <a:gd name="GluePoint4X" fmla="*/ 6 w 9"/>
                <a:gd name="GluePoint4Y" fmla="*/ 10 h 10"/>
                <a:gd name="GluePoint5X" fmla="*/ 0 w 9"/>
                <a:gd name="GluePoint5Y" fmla="*/ 6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88" name="Freeform 291"/>
            <p:cNvSpPr/>
            <p:nvPr/>
          </p:nvSpPr>
          <p:spPr>
            <a:xfrm>
              <a:off x="3308400" y="30697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4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4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4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89" name="Freeform 292"/>
            <p:cNvSpPr/>
            <p:nvPr/>
          </p:nvSpPr>
          <p:spPr>
            <a:xfrm>
              <a:off x="3402720" y="306972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0 w 10"/>
                <a:gd name="GluePoint1Y" fmla="*/ 6 h 10"/>
                <a:gd name="GluePoint2X" fmla="*/ 4 w 10"/>
                <a:gd name="GluePoint2Y" fmla="*/ 0 h 10"/>
                <a:gd name="GluePoint3X" fmla="*/ 10 w 10"/>
                <a:gd name="GluePoint3Y" fmla="*/ 3 h 10"/>
                <a:gd name="GluePoint4X" fmla="*/ 6 w 10"/>
                <a:gd name="GluePoint4Y" fmla="*/ 10 h 10"/>
                <a:gd name="GluePoint5X" fmla="*/ 0 w 10"/>
                <a:gd name="GluePoint5Y" fmla="*/ 6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0" y="6"/>
                  </a:move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90" name="Freeform 293"/>
            <p:cNvSpPr/>
            <p:nvPr/>
          </p:nvSpPr>
          <p:spPr>
            <a:xfrm>
              <a:off x="3450600" y="30697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6 h 10"/>
                <a:gd name="GluePoint2X" fmla="*/ 3 w 9"/>
                <a:gd name="GluePoint2Y" fmla="*/ 0 h 10"/>
                <a:gd name="GluePoint3X" fmla="*/ 9 w 9"/>
                <a:gd name="GluePoint3Y" fmla="*/ 3 h 10"/>
                <a:gd name="GluePoint4X" fmla="*/ 6 w 9"/>
                <a:gd name="GluePoint4Y" fmla="*/ 10 h 10"/>
                <a:gd name="GluePoint5X" fmla="*/ 0 w 9"/>
                <a:gd name="GluePoint5Y" fmla="*/ 6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91" name="Freeform 294"/>
            <p:cNvSpPr/>
            <p:nvPr/>
          </p:nvSpPr>
          <p:spPr>
            <a:xfrm>
              <a:off x="3498480" y="306972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6 h 10"/>
                <a:gd name="GluePoint2X" fmla="*/ 3 w 9"/>
                <a:gd name="GluePoint2Y" fmla="*/ 0 h 10"/>
                <a:gd name="GluePoint3X" fmla="*/ 9 w 9"/>
                <a:gd name="GluePoint3Y" fmla="*/ 3 h 10"/>
                <a:gd name="GluePoint4X" fmla="*/ 5 w 9"/>
                <a:gd name="GluePoint4Y" fmla="*/ 10 h 10"/>
                <a:gd name="GluePoint5X" fmla="*/ 0 w 9"/>
                <a:gd name="GluePoint5Y" fmla="*/ 6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6"/>
                  </a:move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92" name="Freeform 295"/>
            <p:cNvSpPr/>
            <p:nvPr/>
          </p:nvSpPr>
          <p:spPr>
            <a:xfrm>
              <a:off x="3332520" y="30315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93" name="Freeform 296"/>
            <p:cNvSpPr/>
            <p:nvPr/>
          </p:nvSpPr>
          <p:spPr>
            <a:xfrm>
              <a:off x="3284640" y="303156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4 w 10"/>
                <a:gd name="GluePoint1Y" fmla="*/ 0 h 10"/>
                <a:gd name="GluePoint2X" fmla="*/ 10 w 10"/>
                <a:gd name="GluePoint2Y" fmla="*/ 3 h 10"/>
                <a:gd name="GluePoint3X" fmla="*/ 6 w 10"/>
                <a:gd name="GluePoint3Y" fmla="*/ 10 h 10"/>
                <a:gd name="GluePoint4X" fmla="*/ 0 w 10"/>
                <a:gd name="GluePoint4Y" fmla="*/ 6 h 10"/>
                <a:gd name="GluePoint5X" fmla="*/ 4 w 10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4" y="0"/>
                  </a:moveTo>
                  <a:lnTo>
                    <a:pt x="10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94" name="Freeform 297"/>
            <p:cNvSpPr/>
            <p:nvPr/>
          </p:nvSpPr>
          <p:spPr>
            <a:xfrm>
              <a:off x="3380400" y="30315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95" name="Freeform 298"/>
            <p:cNvSpPr/>
            <p:nvPr/>
          </p:nvSpPr>
          <p:spPr>
            <a:xfrm>
              <a:off x="3426840" y="30315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4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4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4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3996" name="Freeform 299"/>
            <p:cNvSpPr/>
            <p:nvPr/>
          </p:nvSpPr>
          <p:spPr>
            <a:xfrm>
              <a:off x="3474720" y="303156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3 w 9"/>
                <a:gd name="GluePoint1Y" fmla="*/ 0 h 10"/>
                <a:gd name="GluePoint2X" fmla="*/ 9 w 9"/>
                <a:gd name="GluePoint2Y" fmla="*/ 3 h 10"/>
                <a:gd name="GluePoint3X" fmla="*/ 6 w 9"/>
                <a:gd name="GluePoint3Y" fmla="*/ 10 h 10"/>
                <a:gd name="GluePoint4X" fmla="*/ 0 w 9"/>
                <a:gd name="GluePoint4Y" fmla="*/ 6 h 10"/>
                <a:gd name="GluePoint5X" fmla="*/ 3 w 9"/>
                <a:gd name="GluePoint5Y" fmla="*/ 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3" y="0"/>
                  </a:moveTo>
                  <a:lnTo>
                    <a:pt x="9" y="3"/>
                  </a:lnTo>
                  <a:lnTo>
                    <a:pt x="6" y="10"/>
                  </a:lnTo>
                  <a:lnTo>
                    <a:pt x="0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3997" name="Freeform 300"/>
          <p:cNvSpPr/>
          <p:nvPr/>
        </p:nvSpPr>
        <p:spPr>
          <a:xfrm>
            <a:off x="6854760" y="2434680"/>
            <a:ext cx="164520" cy="297000"/>
          </a:xfrm>
          <a:custGeom>
            <a:avLst/>
            <a:gdLst>
              <a:gd name="textAreaLeft" fmla="*/ 0 w 164520"/>
              <a:gd name="textAreaRight" fmla="*/ 164880 w 164520"/>
              <a:gd name="textAreaTop" fmla="*/ 0 h 297000"/>
              <a:gd name="textAreaBottom" fmla="*/ 297360 h 297000"/>
              <a:gd name="GluePoint1X" fmla="*/ 46 w 117"/>
              <a:gd name="GluePoint1Y" fmla="*/ 126 h 211"/>
              <a:gd name="GluePoint2X" fmla="*/ 24 w 117"/>
              <a:gd name="GluePoint2Y" fmla="*/ 209 h 211"/>
              <a:gd name="GluePoint3X" fmla="*/ 30 w 117"/>
              <a:gd name="GluePoint3Y" fmla="*/ 211 h 211"/>
              <a:gd name="GluePoint4X" fmla="*/ 117 w 117"/>
              <a:gd name="GluePoint4Y" fmla="*/ 90 h 211"/>
              <a:gd name="GluePoint5X" fmla="*/ 114 w 117"/>
              <a:gd name="GluePoint5Y" fmla="*/ 85 h 211"/>
              <a:gd name="GluePoint6X" fmla="*/ 71 w 117"/>
              <a:gd name="GluePoint6Y" fmla="*/ 85 h 211"/>
              <a:gd name="GluePoint7X" fmla="*/ 84 w 117"/>
              <a:gd name="GluePoint7Y" fmla="*/ 1 h 211"/>
              <a:gd name="GluePoint8X" fmla="*/ 77 w 117"/>
              <a:gd name="GluePoint8Y" fmla="*/ 0 h 211"/>
              <a:gd name="GluePoint9X" fmla="*/ 0 w 117"/>
              <a:gd name="GluePoint9Y" fmla="*/ 121 h 211"/>
              <a:gd name="GluePoint10X" fmla="*/ 3 w 117"/>
              <a:gd name="GluePoint10Y" fmla="*/ 126 h 211"/>
              <a:gd name="GluePoint11X" fmla="*/ 46 w 117"/>
              <a:gd name="GluePoint11Y" fmla="*/ 126 h 211"/>
              <a:gd name="GluePoint12X" fmla="*/ 75 w 117"/>
              <a:gd name="GluePoint12Y" fmla="*/ 16 h 211"/>
              <a:gd name="GluePoint13X" fmla="*/ 64 w 117"/>
              <a:gd name="GluePoint13Y" fmla="*/ 88 h 211"/>
              <a:gd name="GluePoint14X" fmla="*/ 67 w 117"/>
              <a:gd name="GluePoint14Y" fmla="*/ 92 h 211"/>
              <a:gd name="GluePoint15X" fmla="*/ 108 w 117"/>
              <a:gd name="GluePoint15Y" fmla="*/ 92 h 211"/>
              <a:gd name="GluePoint16X" fmla="*/ 35 w 117"/>
              <a:gd name="GluePoint16Y" fmla="*/ 193 h 211"/>
              <a:gd name="GluePoint17X" fmla="*/ 54 w 117"/>
              <a:gd name="GluePoint17Y" fmla="*/ 123 h 211"/>
              <a:gd name="GluePoint18X" fmla="*/ 50 w 117"/>
              <a:gd name="GluePoint18Y" fmla="*/ 119 h 211"/>
              <a:gd name="GluePoint19X" fmla="*/ 9 w 117"/>
              <a:gd name="GluePoint19Y" fmla="*/ 119 h 211"/>
              <a:gd name="GluePoint20X" fmla="*/ 75 w 117"/>
              <a:gd name="GluePoint20Y" fmla="*/ 16 h 21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</a:cxnLst>
            <a:rect l="textAreaLeft" t="textAreaTop" r="textAreaRight" b="textAreaBottom"/>
            <a:pathLst>
              <a:path w="117" h="211">
                <a:moveTo>
                  <a:pt x="46" y="126"/>
                </a:moveTo>
                <a:lnTo>
                  <a:pt x="24" y="209"/>
                </a:lnTo>
                <a:lnTo>
                  <a:pt x="30" y="211"/>
                </a:lnTo>
                <a:lnTo>
                  <a:pt x="117" y="90"/>
                </a:lnTo>
                <a:lnTo>
                  <a:pt x="114" y="85"/>
                </a:lnTo>
                <a:lnTo>
                  <a:pt x="71" y="85"/>
                </a:lnTo>
                <a:lnTo>
                  <a:pt x="84" y="1"/>
                </a:lnTo>
                <a:lnTo>
                  <a:pt x="77" y="0"/>
                </a:lnTo>
                <a:lnTo>
                  <a:pt x="0" y="121"/>
                </a:lnTo>
                <a:lnTo>
                  <a:pt x="3" y="126"/>
                </a:lnTo>
                <a:lnTo>
                  <a:pt x="46" y="126"/>
                </a:lnTo>
                <a:close/>
                <a:moveTo>
                  <a:pt x="75" y="16"/>
                </a:moveTo>
                <a:lnTo>
                  <a:pt x="64" y="88"/>
                </a:lnTo>
                <a:lnTo>
                  <a:pt x="67" y="92"/>
                </a:lnTo>
                <a:lnTo>
                  <a:pt x="108" y="92"/>
                </a:lnTo>
                <a:lnTo>
                  <a:pt x="35" y="193"/>
                </a:lnTo>
                <a:lnTo>
                  <a:pt x="54" y="123"/>
                </a:lnTo>
                <a:lnTo>
                  <a:pt x="50" y="119"/>
                </a:lnTo>
                <a:lnTo>
                  <a:pt x="9" y="119"/>
                </a:lnTo>
                <a:lnTo>
                  <a:pt x="75" y="16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3998" name="Группа 455"/>
          <p:cNvGrpSpPr/>
          <p:nvPr/>
        </p:nvGrpSpPr>
        <p:grpSpPr>
          <a:xfrm>
            <a:off x="2466360" y="3647160"/>
            <a:ext cx="302400" cy="228960"/>
            <a:chOff x="2466360" y="3647160"/>
            <a:chExt cx="302400" cy="228960"/>
          </a:xfrm>
        </p:grpSpPr>
        <p:sp>
          <p:nvSpPr>
            <p:cNvPr id="3999" name="Freeform 301"/>
            <p:cNvSpPr/>
            <p:nvPr/>
          </p:nvSpPr>
          <p:spPr>
            <a:xfrm>
              <a:off x="2466360" y="3647160"/>
              <a:ext cx="302400" cy="1476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47600"/>
                <a:gd name="textAreaBottom" fmla="*/ 147960 h 147600"/>
                <a:gd name="GluePoint1X" fmla="*/ 197 w 256"/>
                <a:gd name="GluePoint1Y" fmla="*/ 69 h 125"/>
                <a:gd name="GluePoint2X" fmla="*/ 129 w 256"/>
                <a:gd name="GluePoint2Y" fmla="*/ 0 h 125"/>
                <a:gd name="GluePoint3X" fmla="*/ 60 w 256"/>
                <a:gd name="GluePoint3Y" fmla="*/ 68 h 125"/>
                <a:gd name="GluePoint4X" fmla="*/ 79 w 256"/>
                <a:gd name="GluePoint4Y" fmla="*/ 116 h 125"/>
                <a:gd name="GluePoint5X" fmla="*/ 0 w 256"/>
                <a:gd name="GluePoint5Y" fmla="*/ 116 h 125"/>
                <a:gd name="GluePoint6X" fmla="*/ 0 w 256"/>
                <a:gd name="GluePoint6Y" fmla="*/ 124 h 125"/>
                <a:gd name="GluePoint7X" fmla="*/ 92 w 256"/>
                <a:gd name="GluePoint7Y" fmla="*/ 124 h 125"/>
                <a:gd name="GluePoint8X" fmla="*/ 92 w 256"/>
                <a:gd name="GluePoint8Y" fmla="*/ 116 h 125"/>
                <a:gd name="GluePoint9X" fmla="*/ 91 w 256"/>
                <a:gd name="GluePoint9Y" fmla="*/ 116 h 125"/>
                <a:gd name="GluePoint10X" fmla="*/ 68 w 256"/>
                <a:gd name="GluePoint10Y" fmla="*/ 68 h 125"/>
                <a:gd name="GluePoint11X" fmla="*/ 129 w 256"/>
                <a:gd name="GluePoint11Y" fmla="*/ 8 h 125"/>
                <a:gd name="GluePoint12X" fmla="*/ 189 w 256"/>
                <a:gd name="GluePoint12Y" fmla="*/ 69 h 125"/>
                <a:gd name="GluePoint13X" fmla="*/ 166 w 256"/>
                <a:gd name="GluePoint13Y" fmla="*/ 116 h 125"/>
                <a:gd name="GluePoint14X" fmla="*/ 164 w 256"/>
                <a:gd name="GluePoint14Y" fmla="*/ 116 h 125"/>
                <a:gd name="GluePoint15X" fmla="*/ 164 w 256"/>
                <a:gd name="GluePoint15Y" fmla="*/ 124 h 125"/>
                <a:gd name="GluePoint16X" fmla="*/ 256 w 256"/>
                <a:gd name="GluePoint16Y" fmla="*/ 125 h 125"/>
                <a:gd name="GluePoint17X" fmla="*/ 256 w 256"/>
                <a:gd name="GluePoint17Y" fmla="*/ 117 h 125"/>
                <a:gd name="GluePoint18X" fmla="*/ 178 w 256"/>
                <a:gd name="GluePoint18Y" fmla="*/ 116 h 125"/>
                <a:gd name="GluePoint19X" fmla="*/ 197 w 256"/>
                <a:gd name="GluePoint19Y" fmla="*/ 69 h 1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256" h="125">
                  <a:moveTo>
                    <a:pt x="197" y="69"/>
                  </a:moveTo>
                  <a:cubicBezTo>
                    <a:pt x="197" y="31"/>
                    <a:pt x="167" y="0"/>
                    <a:pt x="129" y="0"/>
                  </a:cubicBezTo>
                  <a:cubicBezTo>
                    <a:pt x="91" y="0"/>
                    <a:pt x="60" y="31"/>
                    <a:pt x="60" y="68"/>
                  </a:cubicBezTo>
                  <a:cubicBezTo>
                    <a:pt x="60" y="86"/>
                    <a:pt x="67" y="103"/>
                    <a:pt x="79" y="11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91" y="116"/>
                    <a:pt x="91" y="116"/>
                    <a:pt x="91" y="116"/>
                  </a:cubicBezTo>
                  <a:cubicBezTo>
                    <a:pt x="77" y="104"/>
                    <a:pt x="68" y="87"/>
                    <a:pt x="68" y="68"/>
                  </a:cubicBezTo>
                  <a:cubicBezTo>
                    <a:pt x="68" y="35"/>
                    <a:pt x="96" y="8"/>
                    <a:pt x="129" y="8"/>
                  </a:cubicBezTo>
                  <a:cubicBezTo>
                    <a:pt x="162" y="8"/>
                    <a:pt x="189" y="35"/>
                    <a:pt x="189" y="69"/>
                  </a:cubicBezTo>
                  <a:cubicBezTo>
                    <a:pt x="189" y="88"/>
                    <a:pt x="180" y="105"/>
                    <a:pt x="166" y="116"/>
                  </a:cubicBezTo>
                  <a:cubicBezTo>
                    <a:pt x="164" y="116"/>
                    <a:pt x="164" y="116"/>
                    <a:pt x="164" y="116"/>
                  </a:cubicBezTo>
                  <a:cubicBezTo>
                    <a:pt x="164" y="124"/>
                    <a:pt x="164" y="124"/>
                    <a:pt x="164" y="124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17"/>
                    <a:pt x="256" y="117"/>
                    <a:pt x="256" y="117"/>
                  </a:cubicBezTo>
                  <a:cubicBezTo>
                    <a:pt x="178" y="116"/>
                    <a:pt x="178" y="116"/>
                    <a:pt x="178" y="116"/>
                  </a:cubicBezTo>
                  <a:cubicBezTo>
                    <a:pt x="190" y="104"/>
                    <a:pt x="197" y="87"/>
                    <a:pt x="197" y="6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00" name="Freeform 302"/>
            <p:cNvSpPr/>
            <p:nvPr/>
          </p:nvSpPr>
          <p:spPr>
            <a:xfrm>
              <a:off x="2466360" y="3865320"/>
              <a:ext cx="302400" cy="108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0800"/>
                <a:gd name="textAreaBottom" fmla="*/ 11160 h 10800"/>
                <a:gd name="GluePoint1X" fmla="*/ 0 w 215"/>
                <a:gd name="GluePoint1Y" fmla="*/ 0 h 8"/>
                <a:gd name="GluePoint2X" fmla="*/ 215 w 215"/>
                <a:gd name="GluePoint2Y" fmla="*/ 1 h 8"/>
                <a:gd name="GluePoint3X" fmla="*/ 215 w 215"/>
                <a:gd name="GluePoint3Y" fmla="*/ 8 h 8"/>
                <a:gd name="GluePoint4X" fmla="*/ 0 w 215"/>
                <a:gd name="GluePoint4Y" fmla="*/ 7 h 8"/>
                <a:gd name="GluePoint5X" fmla="*/ 0 w 215"/>
                <a:gd name="GluePoint5Y" fmla="*/ 0 h 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5" h="8">
                  <a:moveTo>
                    <a:pt x="0" y="0"/>
                  </a:moveTo>
                  <a:lnTo>
                    <a:pt x="215" y="1"/>
                  </a:lnTo>
                  <a:lnTo>
                    <a:pt x="215" y="8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5400" bIns="54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4001" name="Freeform 303"/>
          <p:cNvSpPr/>
          <p:nvPr/>
        </p:nvSpPr>
        <p:spPr>
          <a:xfrm>
            <a:off x="2904120" y="3607560"/>
            <a:ext cx="210960" cy="305280"/>
          </a:xfrm>
          <a:custGeom>
            <a:avLst/>
            <a:gdLst>
              <a:gd name="textAreaLeft" fmla="*/ 0 w 210960"/>
              <a:gd name="textAreaRight" fmla="*/ 211320 w 210960"/>
              <a:gd name="textAreaTop" fmla="*/ 0 h 305280"/>
              <a:gd name="textAreaBottom" fmla="*/ 305640 h 305280"/>
              <a:gd name="GluePoint1X" fmla="*/ 144 w 179"/>
              <a:gd name="GluePoint1Y" fmla="*/ 250 h 258"/>
              <a:gd name="GluePoint2X" fmla="*/ 112 w 179"/>
              <a:gd name="GluePoint2Y" fmla="*/ 218 h 258"/>
              <a:gd name="GluePoint3X" fmla="*/ 153 w 179"/>
              <a:gd name="GluePoint3Y" fmla="*/ 114 h 258"/>
              <a:gd name="GluePoint4X" fmla="*/ 127 w 179"/>
              <a:gd name="GluePoint4Y" fmla="*/ 12 h 258"/>
              <a:gd name="GluePoint5X" fmla="*/ 71 w 179"/>
              <a:gd name="GluePoint5Y" fmla="*/ 5 h 258"/>
              <a:gd name="GluePoint6X" fmla="*/ 26 w 179"/>
              <a:gd name="GluePoint6Y" fmla="*/ 39 h 258"/>
              <a:gd name="GluePoint7X" fmla="*/ 39 w 179"/>
              <a:gd name="GluePoint7Y" fmla="*/ 130 h 258"/>
              <a:gd name="GluePoint8X" fmla="*/ 0 w 179"/>
              <a:gd name="GluePoint8Y" fmla="*/ 170 h 258"/>
              <a:gd name="GluePoint9X" fmla="*/ 40 w 179"/>
              <a:gd name="GluePoint9Y" fmla="*/ 210 h 258"/>
              <a:gd name="GluePoint10X" fmla="*/ 80 w 179"/>
              <a:gd name="GluePoint10Y" fmla="*/ 170 h 258"/>
              <a:gd name="GluePoint11X" fmla="*/ 56 w 179"/>
              <a:gd name="GluePoint11Y" fmla="*/ 134 h 258"/>
              <a:gd name="GluePoint12X" fmla="*/ 56 w 179"/>
              <a:gd name="GluePoint12Y" fmla="*/ 133 h 258"/>
              <a:gd name="GluePoint13X" fmla="*/ 33 w 179"/>
              <a:gd name="GluePoint13Y" fmla="*/ 43 h 258"/>
              <a:gd name="GluePoint14X" fmla="*/ 73 w 179"/>
              <a:gd name="GluePoint14Y" fmla="*/ 12 h 258"/>
              <a:gd name="GluePoint15X" fmla="*/ 123 w 179"/>
              <a:gd name="GluePoint15Y" fmla="*/ 19 h 258"/>
              <a:gd name="GluePoint16X" fmla="*/ 146 w 179"/>
              <a:gd name="GluePoint16Y" fmla="*/ 110 h 258"/>
              <a:gd name="GluePoint17X" fmla="*/ 104 w 179"/>
              <a:gd name="GluePoint17Y" fmla="*/ 218 h 258"/>
              <a:gd name="GluePoint18X" fmla="*/ 144 w 179"/>
              <a:gd name="GluePoint18Y" fmla="*/ 258 h 258"/>
              <a:gd name="GluePoint19X" fmla="*/ 179 w 179"/>
              <a:gd name="GluePoint19Y" fmla="*/ 236 h 258"/>
              <a:gd name="GluePoint20X" fmla="*/ 172 w 179"/>
              <a:gd name="GluePoint20Y" fmla="*/ 233 h 258"/>
              <a:gd name="GluePoint21X" fmla="*/ 144 w 179"/>
              <a:gd name="GluePoint21Y" fmla="*/ 250 h 258"/>
              <a:gd name="GluePoint22X" fmla="*/ 72 w 179"/>
              <a:gd name="GluePoint22Y" fmla="*/ 170 h 258"/>
              <a:gd name="GluePoint23X" fmla="*/ 40 w 179"/>
              <a:gd name="GluePoint23Y" fmla="*/ 202 h 258"/>
              <a:gd name="GluePoint24X" fmla="*/ 8 w 179"/>
              <a:gd name="GluePoint24Y" fmla="*/ 170 h 258"/>
              <a:gd name="GluePoint25X" fmla="*/ 40 w 179"/>
              <a:gd name="GluePoint25Y" fmla="*/ 138 h 258"/>
              <a:gd name="GluePoint26X" fmla="*/ 72 w 179"/>
              <a:gd name="GluePoint26Y" fmla="*/ 170 h 2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</a:cxnLst>
            <a:rect l="textAreaLeft" t="textAreaTop" r="textAreaRight" b="textAreaBottom"/>
            <a:pathLst>
              <a:path w="179" h="258">
                <a:moveTo>
                  <a:pt x="144" y="250"/>
                </a:moveTo>
                <a:cubicBezTo>
                  <a:pt x="126" y="250"/>
                  <a:pt x="112" y="236"/>
                  <a:pt x="112" y="218"/>
                </a:cubicBezTo>
                <a:cubicBezTo>
                  <a:pt x="112" y="188"/>
                  <a:pt x="153" y="114"/>
                  <a:pt x="153" y="114"/>
                </a:cubicBezTo>
                <a:cubicBezTo>
                  <a:pt x="174" y="79"/>
                  <a:pt x="162" y="33"/>
                  <a:pt x="127" y="12"/>
                </a:cubicBezTo>
                <a:cubicBezTo>
                  <a:pt x="110" y="2"/>
                  <a:pt x="90" y="0"/>
                  <a:pt x="71" y="5"/>
                </a:cubicBezTo>
                <a:cubicBezTo>
                  <a:pt x="52" y="10"/>
                  <a:pt x="36" y="22"/>
                  <a:pt x="26" y="39"/>
                </a:cubicBezTo>
                <a:cubicBezTo>
                  <a:pt x="8" y="69"/>
                  <a:pt x="14" y="107"/>
                  <a:pt x="39" y="130"/>
                </a:cubicBezTo>
                <a:cubicBezTo>
                  <a:pt x="17" y="131"/>
                  <a:pt x="0" y="148"/>
                  <a:pt x="0" y="170"/>
                </a:cubicBezTo>
                <a:cubicBezTo>
                  <a:pt x="0" y="192"/>
                  <a:pt x="17" y="210"/>
                  <a:pt x="40" y="210"/>
                </a:cubicBezTo>
                <a:cubicBezTo>
                  <a:pt x="62" y="210"/>
                  <a:pt x="80" y="192"/>
                  <a:pt x="80" y="170"/>
                </a:cubicBezTo>
                <a:cubicBezTo>
                  <a:pt x="80" y="154"/>
                  <a:pt x="70" y="140"/>
                  <a:pt x="56" y="134"/>
                </a:cubicBezTo>
                <a:cubicBezTo>
                  <a:pt x="56" y="133"/>
                  <a:pt x="56" y="133"/>
                  <a:pt x="56" y="133"/>
                </a:cubicBezTo>
                <a:cubicBezTo>
                  <a:pt x="25" y="115"/>
                  <a:pt x="14" y="74"/>
                  <a:pt x="33" y="43"/>
                </a:cubicBezTo>
                <a:cubicBezTo>
                  <a:pt x="42" y="28"/>
                  <a:pt x="56" y="17"/>
                  <a:pt x="73" y="12"/>
                </a:cubicBezTo>
                <a:cubicBezTo>
                  <a:pt x="90" y="8"/>
                  <a:pt x="108" y="10"/>
                  <a:pt x="123" y="19"/>
                </a:cubicBezTo>
                <a:cubicBezTo>
                  <a:pt x="154" y="38"/>
                  <a:pt x="165" y="78"/>
                  <a:pt x="146" y="110"/>
                </a:cubicBezTo>
                <a:cubicBezTo>
                  <a:pt x="145" y="113"/>
                  <a:pt x="104" y="186"/>
                  <a:pt x="104" y="218"/>
                </a:cubicBezTo>
                <a:cubicBezTo>
                  <a:pt x="104" y="240"/>
                  <a:pt x="121" y="258"/>
                  <a:pt x="144" y="258"/>
                </a:cubicBezTo>
                <a:cubicBezTo>
                  <a:pt x="159" y="258"/>
                  <a:pt x="173" y="250"/>
                  <a:pt x="179" y="236"/>
                </a:cubicBezTo>
                <a:cubicBezTo>
                  <a:pt x="172" y="233"/>
                  <a:pt x="172" y="233"/>
                  <a:pt x="172" y="233"/>
                </a:cubicBezTo>
                <a:cubicBezTo>
                  <a:pt x="167" y="244"/>
                  <a:pt x="156" y="250"/>
                  <a:pt x="144" y="250"/>
                </a:cubicBezTo>
                <a:close/>
                <a:moveTo>
                  <a:pt x="72" y="170"/>
                </a:moveTo>
                <a:cubicBezTo>
                  <a:pt x="72" y="188"/>
                  <a:pt x="57" y="202"/>
                  <a:pt x="40" y="202"/>
                </a:cubicBezTo>
                <a:cubicBezTo>
                  <a:pt x="22" y="202"/>
                  <a:pt x="8" y="188"/>
                  <a:pt x="8" y="170"/>
                </a:cubicBezTo>
                <a:cubicBezTo>
                  <a:pt x="8" y="153"/>
                  <a:pt x="22" y="138"/>
                  <a:pt x="40" y="138"/>
                </a:cubicBezTo>
                <a:cubicBezTo>
                  <a:pt x="57" y="138"/>
                  <a:pt x="72" y="153"/>
                  <a:pt x="72" y="17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02" name="Freeform 304"/>
          <p:cNvSpPr/>
          <p:nvPr/>
        </p:nvSpPr>
        <p:spPr>
          <a:xfrm>
            <a:off x="3645000" y="1645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28 w 256"/>
              <a:gd name="GluePoint1Y" fmla="*/ 0 h 256"/>
              <a:gd name="GluePoint2X" fmla="*/ 0 w 256"/>
              <a:gd name="GluePoint2Y" fmla="*/ 128 h 256"/>
              <a:gd name="GluePoint3X" fmla="*/ 128 w 256"/>
              <a:gd name="GluePoint3Y" fmla="*/ 256 h 256"/>
              <a:gd name="GluePoint4X" fmla="*/ 256 w 256"/>
              <a:gd name="GluePoint4Y" fmla="*/ 128 h 256"/>
              <a:gd name="GluePoint5X" fmla="*/ 128 w 256"/>
              <a:gd name="GluePoint5Y" fmla="*/ 0 h 256"/>
              <a:gd name="GluePoint6X" fmla="*/ 248 w 256"/>
              <a:gd name="GluePoint6Y" fmla="*/ 128 h 256"/>
              <a:gd name="GluePoint7X" fmla="*/ 247 w 256"/>
              <a:gd name="GluePoint7Y" fmla="*/ 136 h 256"/>
              <a:gd name="GluePoint8X" fmla="*/ 132 w 256"/>
              <a:gd name="GluePoint8Y" fmla="*/ 136 h 256"/>
              <a:gd name="GluePoint9X" fmla="*/ 132 w 256"/>
              <a:gd name="GluePoint9Y" fmla="*/ 120 h 256"/>
              <a:gd name="GluePoint10X" fmla="*/ 247 w 256"/>
              <a:gd name="GluePoint10Y" fmla="*/ 120 h 256"/>
              <a:gd name="GluePoint11X" fmla="*/ 248 w 256"/>
              <a:gd name="GluePoint11Y" fmla="*/ 128 h 256"/>
              <a:gd name="GluePoint12X" fmla="*/ 132 w 256"/>
              <a:gd name="GluePoint12Y" fmla="*/ 8 h 256"/>
              <a:gd name="GluePoint13X" fmla="*/ 171 w 256"/>
              <a:gd name="GluePoint13Y" fmla="*/ 16 h 256"/>
              <a:gd name="GluePoint14X" fmla="*/ 132 w 256"/>
              <a:gd name="GluePoint14Y" fmla="*/ 16 h 256"/>
              <a:gd name="GluePoint15X" fmla="*/ 132 w 256"/>
              <a:gd name="GluePoint15Y" fmla="*/ 8 h 256"/>
              <a:gd name="GluePoint16X" fmla="*/ 132 w 256"/>
              <a:gd name="GluePoint16Y" fmla="*/ 240 h 256"/>
              <a:gd name="GluePoint17X" fmla="*/ 171 w 256"/>
              <a:gd name="GluePoint17Y" fmla="*/ 240 h 256"/>
              <a:gd name="GluePoint18X" fmla="*/ 132 w 256"/>
              <a:gd name="GluePoint18Y" fmla="*/ 248 h 256"/>
              <a:gd name="GluePoint19X" fmla="*/ 132 w 256"/>
              <a:gd name="GluePoint19Y" fmla="*/ 240 h 256"/>
              <a:gd name="GluePoint20X" fmla="*/ 132 w 256"/>
              <a:gd name="GluePoint20Y" fmla="*/ 232 h 256"/>
              <a:gd name="GluePoint21X" fmla="*/ 132 w 256"/>
              <a:gd name="GluePoint21Y" fmla="*/ 216 h 256"/>
              <a:gd name="GluePoint22X" fmla="*/ 209 w 256"/>
              <a:gd name="GluePoint22Y" fmla="*/ 216 h 256"/>
              <a:gd name="GluePoint23X" fmla="*/ 187 w 256"/>
              <a:gd name="GluePoint23Y" fmla="*/ 232 h 256"/>
              <a:gd name="GluePoint24X" fmla="*/ 132 w 256"/>
              <a:gd name="GluePoint24Y" fmla="*/ 232 h 256"/>
              <a:gd name="GluePoint25X" fmla="*/ 132 w 256"/>
              <a:gd name="GluePoint25Y" fmla="*/ 208 h 256"/>
              <a:gd name="GluePoint26X" fmla="*/ 132 w 256"/>
              <a:gd name="GluePoint26Y" fmla="*/ 192 h 256"/>
              <a:gd name="GluePoint27X" fmla="*/ 229 w 256"/>
              <a:gd name="GluePoint27Y" fmla="*/ 192 h 256"/>
              <a:gd name="GluePoint28X" fmla="*/ 217 w 256"/>
              <a:gd name="GluePoint28Y" fmla="*/ 208 h 256"/>
              <a:gd name="GluePoint29X" fmla="*/ 132 w 256"/>
              <a:gd name="GluePoint29Y" fmla="*/ 208 h 256"/>
              <a:gd name="GluePoint30X" fmla="*/ 132 w 256"/>
              <a:gd name="GluePoint30Y" fmla="*/ 184 h 256"/>
              <a:gd name="GluePoint31X" fmla="*/ 132 w 256"/>
              <a:gd name="GluePoint31Y" fmla="*/ 168 h 256"/>
              <a:gd name="GluePoint32X" fmla="*/ 241 w 256"/>
              <a:gd name="GluePoint32Y" fmla="*/ 168 h 256"/>
              <a:gd name="GluePoint33X" fmla="*/ 234 w 256"/>
              <a:gd name="GluePoint33Y" fmla="*/ 184 h 256"/>
              <a:gd name="GluePoint34X" fmla="*/ 132 w 256"/>
              <a:gd name="GluePoint34Y" fmla="*/ 184 h 256"/>
              <a:gd name="GluePoint35X" fmla="*/ 132 w 256"/>
              <a:gd name="GluePoint35Y" fmla="*/ 160 h 256"/>
              <a:gd name="GluePoint36X" fmla="*/ 132 w 256"/>
              <a:gd name="GluePoint36Y" fmla="*/ 144 h 256"/>
              <a:gd name="GluePoint37X" fmla="*/ 247 w 256"/>
              <a:gd name="GluePoint37Y" fmla="*/ 144 h 256"/>
              <a:gd name="GluePoint38X" fmla="*/ 243 w 256"/>
              <a:gd name="GluePoint38Y" fmla="*/ 160 h 256"/>
              <a:gd name="GluePoint39X" fmla="*/ 132 w 256"/>
              <a:gd name="GluePoint39Y" fmla="*/ 160 h 256"/>
              <a:gd name="GluePoint40X" fmla="*/ 132 w 256"/>
              <a:gd name="GluePoint40Y" fmla="*/ 112 h 256"/>
              <a:gd name="GluePoint41X" fmla="*/ 132 w 256"/>
              <a:gd name="GluePoint41Y" fmla="*/ 96 h 256"/>
              <a:gd name="GluePoint42X" fmla="*/ 243 w 256"/>
              <a:gd name="GluePoint42Y" fmla="*/ 96 h 256"/>
              <a:gd name="GluePoint43X" fmla="*/ 247 w 256"/>
              <a:gd name="GluePoint43Y" fmla="*/ 112 h 256"/>
              <a:gd name="GluePoint44X" fmla="*/ 132 w 256"/>
              <a:gd name="GluePoint44Y" fmla="*/ 112 h 256"/>
              <a:gd name="GluePoint45X" fmla="*/ 132 w 256"/>
              <a:gd name="GluePoint45Y" fmla="*/ 88 h 256"/>
              <a:gd name="GluePoint46X" fmla="*/ 132 w 256"/>
              <a:gd name="GluePoint46Y" fmla="*/ 72 h 256"/>
              <a:gd name="GluePoint47X" fmla="*/ 234 w 256"/>
              <a:gd name="GluePoint47Y" fmla="*/ 72 h 256"/>
              <a:gd name="GluePoint48X" fmla="*/ 241 w 256"/>
              <a:gd name="GluePoint48Y" fmla="*/ 88 h 256"/>
              <a:gd name="GluePoint49X" fmla="*/ 132 w 256"/>
              <a:gd name="GluePoint49Y" fmla="*/ 88 h 256"/>
              <a:gd name="GluePoint50X" fmla="*/ 132 w 256"/>
              <a:gd name="GluePoint50Y" fmla="*/ 64 h 256"/>
              <a:gd name="GluePoint51X" fmla="*/ 132 w 256"/>
              <a:gd name="GluePoint51Y" fmla="*/ 48 h 256"/>
              <a:gd name="GluePoint52X" fmla="*/ 217 w 256"/>
              <a:gd name="GluePoint52Y" fmla="*/ 48 h 256"/>
              <a:gd name="GluePoint53X" fmla="*/ 229 w 256"/>
              <a:gd name="GluePoint53Y" fmla="*/ 64 h 256"/>
              <a:gd name="GluePoint54X" fmla="*/ 132 w 256"/>
              <a:gd name="GluePoint54Y" fmla="*/ 64 h 256"/>
              <a:gd name="GluePoint55X" fmla="*/ 132 w 256"/>
              <a:gd name="GluePoint55Y" fmla="*/ 40 h 256"/>
              <a:gd name="GluePoint56X" fmla="*/ 132 w 256"/>
              <a:gd name="GluePoint56Y" fmla="*/ 24 h 256"/>
              <a:gd name="GluePoint57X" fmla="*/ 187 w 256"/>
              <a:gd name="GluePoint57Y" fmla="*/ 24 h 256"/>
              <a:gd name="GluePoint58X" fmla="*/ 209 w 256"/>
              <a:gd name="GluePoint58Y" fmla="*/ 40 h 256"/>
              <a:gd name="GluePoint59X" fmla="*/ 132 w 256"/>
              <a:gd name="GluePoint59Y" fmla="*/ 40 h 256"/>
              <a:gd name="GluePoint60X" fmla="*/ 8 w 256"/>
              <a:gd name="GluePoint60Y" fmla="*/ 128 h 256"/>
              <a:gd name="GluePoint61X" fmla="*/ 124 w 256"/>
              <a:gd name="GluePoint61Y" fmla="*/ 8 h 256"/>
              <a:gd name="GluePoint62X" fmla="*/ 124 w 256"/>
              <a:gd name="GluePoint62Y" fmla="*/ 248 h 256"/>
              <a:gd name="GluePoint63X" fmla="*/ 8 w 256"/>
              <a:gd name="GluePoint63Y" fmla="*/ 12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textAreaLeft" t="textAreaTop" r="textAreaRight" b="textAreaBottom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98" y="256"/>
                  <a:pt x="256" y="198"/>
                  <a:pt x="256" y="128"/>
                </a:cubicBezTo>
                <a:cubicBezTo>
                  <a:pt x="256" y="57"/>
                  <a:pt x="198" y="0"/>
                  <a:pt x="128" y="0"/>
                </a:cubicBezTo>
                <a:close/>
                <a:moveTo>
                  <a:pt x="248" y="128"/>
                </a:moveTo>
                <a:cubicBezTo>
                  <a:pt x="248" y="130"/>
                  <a:pt x="248" y="133"/>
                  <a:pt x="247" y="136"/>
                </a:cubicBezTo>
                <a:cubicBezTo>
                  <a:pt x="132" y="136"/>
                  <a:pt x="132" y="136"/>
                  <a:pt x="132" y="136"/>
                </a:cubicBezTo>
                <a:cubicBezTo>
                  <a:pt x="132" y="120"/>
                  <a:pt x="132" y="120"/>
                  <a:pt x="132" y="120"/>
                </a:cubicBezTo>
                <a:cubicBezTo>
                  <a:pt x="247" y="120"/>
                  <a:pt x="247" y="120"/>
                  <a:pt x="247" y="120"/>
                </a:cubicBezTo>
                <a:cubicBezTo>
                  <a:pt x="248" y="122"/>
                  <a:pt x="248" y="125"/>
                  <a:pt x="248" y="128"/>
                </a:cubicBezTo>
                <a:close/>
                <a:moveTo>
                  <a:pt x="132" y="8"/>
                </a:moveTo>
                <a:cubicBezTo>
                  <a:pt x="145" y="8"/>
                  <a:pt x="159" y="11"/>
                  <a:pt x="171" y="16"/>
                </a:cubicBezTo>
                <a:cubicBezTo>
                  <a:pt x="132" y="16"/>
                  <a:pt x="132" y="16"/>
                  <a:pt x="132" y="16"/>
                </a:cubicBezTo>
                <a:lnTo>
                  <a:pt x="132" y="8"/>
                </a:lnTo>
                <a:close/>
                <a:moveTo>
                  <a:pt x="132" y="240"/>
                </a:moveTo>
                <a:cubicBezTo>
                  <a:pt x="171" y="240"/>
                  <a:pt x="171" y="240"/>
                  <a:pt x="171" y="240"/>
                </a:cubicBezTo>
                <a:cubicBezTo>
                  <a:pt x="159" y="244"/>
                  <a:pt x="145" y="247"/>
                  <a:pt x="132" y="248"/>
                </a:cubicBezTo>
                <a:lnTo>
                  <a:pt x="132" y="240"/>
                </a:lnTo>
                <a:close/>
                <a:moveTo>
                  <a:pt x="132" y="232"/>
                </a:moveTo>
                <a:cubicBezTo>
                  <a:pt x="132" y="216"/>
                  <a:pt x="132" y="216"/>
                  <a:pt x="132" y="216"/>
                </a:cubicBezTo>
                <a:cubicBezTo>
                  <a:pt x="209" y="216"/>
                  <a:pt x="209" y="216"/>
                  <a:pt x="209" y="216"/>
                </a:cubicBezTo>
                <a:cubicBezTo>
                  <a:pt x="203" y="222"/>
                  <a:pt x="195" y="227"/>
                  <a:pt x="187" y="232"/>
                </a:cubicBezTo>
                <a:lnTo>
                  <a:pt x="132" y="232"/>
                </a:lnTo>
                <a:close/>
                <a:moveTo>
                  <a:pt x="132" y="208"/>
                </a:moveTo>
                <a:cubicBezTo>
                  <a:pt x="132" y="192"/>
                  <a:pt x="132" y="192"/>
                  <a:pt x="132" y="192"/>
                </a:cubicBezTo>
                <a:cubicBezTo>
                  <a:pt x="229" y="192"/>
                  <a:pt x="229" y="192"/>
                  <a:pt x="229" y="192"/>
                </a:cubicBezTo>
                <a:cubicBezTo>
                  <a:pt x="226" y="197"/>
                  <a:pt x="222" y="203"/>
                  <a:pt x="217" y="208"/>
                </a:cubicBezTo>
                <a:lnTo>
                  <a:pt x="132" y="208"/>
                </a:lnTo>
                <a:close/>
                <a:moveTo>
                  <a:pt x="132" y="184"/>
                </a:moveTo>
                <a:cubicBezTo>
                  <a:pt x="132" y="168"/>
                  <a:pt x="132" y="168"/>
                  <a:pt x="132" y="168"/>
                </a:cubicBezTo>
                <a:cubicBezTo>
                  <a:pt x="241" y="168"/>
                  <a:pt x="241" y="168"/>
                  <a:pt x="241" y="168"/>
                </a:cubicBezTo>
                <a:cubicBezTo>
                  <a:pt x="239" y="173"/>
                  <a:pt x="237" y="179"/>
                  <a:pt x="234" y="184"/>
                </a:cubicBezTo>
                <a:lnTo>
                  <a:pt x="132" y="184"/>
                </a:lnTo>
                <a:close/>
                <a:moveTo>
                  <a:pt x="132" y="160"/>
                </a:moveTo>
                <a:cubicBezTo>
                  <a:pt x="132" y="144"/>
                  <a:pt x="132" y="144"/>
                  <a:pt x="132" y="144"/>
                </a:cubicBezTo>
                <a:cubicBezTo>
                  <a:pt x="247" y="144"/>
                  <a:pt x="247" y="144"/>
                  <a:pt x="247" y="144"/>
                </a:cubicBezTo>
                <a:cubicBezTo>
                  <a:pt x="246" y="149"/>
                  <a:pt x="245" y="155"/>
                  <a:pt x="243" y="160"/>
                </a:cubicBezTo>
                <a:lnTo>
                  <a:pt x="132" y="160"/>
                </a:lnTo>
                <a:close/>
                <a:moveTo>
                  <a:pt x="132" y="112"/>
                </a:moveTo>
                <a:cubicBezTo>
                  <a:pt x="132" y="96"/>
                  <a:pt x="132" y="96"/>
                  <a:pt x="132" y="96"/>
                </a:cubicBezTo>
                <a:cubicBezTo>
                  <a:pt x="243" y="96"/>
                  <a:pt x="243" y="96"/>
                  <a:pt x="243" y="96"/>
                </a:cubicBezTo>
                <a:cubicBezTo>
                  <a:pt x="245" y="101"/>
                  <a:pt x="246" y="106"/>
                  <a:pt x="247" y="112"/>
                </a:cubicBezTo>
                <a:lnTo>
                  <a:pt x="132" y="112"/>
                </a:lnTo>
                <a:close/>
                <a:moveTo>
                  <a:pt x="132" y="88"/>
                </a:moveTo>
                <a:cubicBezTo>
                  <a:pt x="132" y="72"/>
                  <a:pt x="132" y="72"/>
                  <a:pt x="132" y="72"/>
                </a:cubicBezTo>
                <a:cubicBezTo>
                  <a:pt x="234" y="72"/>
                  <a:pt x="234" y="72"/>
                  <a:pt x="234" y="72"/>
                </a:cubicBezTo>
                <a:cubicBezTo>
                  <a:pt x="237" y="77"/>
                  <a:pt x="239" y="82"/>
                  <a:pt x="241" y="88"/>
                </a:cubicBezTo>
                <a:lnTo>
                  <a:pt x="132" y="88"/>
                </a:lnTo>
                <a:close/>
                <a:moveTo>
                  <a:pt x="132" y="64"/>
                </a:moveTo>
                <a:cubicBezTo>
                  <a:pt x="132" y="48"/>
                  <a:pt x="132" y="48"/>
                  <a:pt x="132" y="48"/>
                </a:cubicBezTo>
                <a:cubicBezTo>
                  <a:pt x="217" y="48"/>
                  <a:pt x="217" y="48"/>
                  <a:pt x="217" y="48"/>
                </a:cubicBezTo>
                <a:cubicBezTo>
                  <a:pt x="222" y="53"/>
                  <a:pt x="226" y="58"/>
                  <a:pt x="229" y="64"/>
                </a:cubicBezTo>
                <a:lnTo>
                  <a:pt x="132" y="64"/>
                </a:lnTo>
                <a:close/>
                <a:moveTo>
                  <a:pt x="132" y="40"/>
                </a:moveTo>
                <a:cubicBezTo>
                  <a:pt x="132" y="24"/>
                  <a:pt x="132" y="24"/>
                  <a:pt x="132" y="24"/>
                </a:cubicBezTo>
                <a:cubicBezTo>
                  <a:pt x="187" y="24"/>
                  <a:pt x="187" y="24"/>
                  <a:pt x="187" y="24"/>
                </a:cubicBezTo>
                <a:cubicBezTo>
                  <a:pt x="195" y="28"/>
                  <a:pt x="203" y="34"/>
                  <a:pt x="209" y="40"/>
                </a:cubicBezTo>
                <a:lnTo>
                  <a:pt x="132" y="40"/>
                </a:lnTo>
                <a:close/>
                <a:moveTo>
                  <a:pt x="8" y="128"/>
                </a:moveTo>
                <a:cubicBezTo>
                  <a:pt x="8" y="63"/>
                  <a:pt x="59" y="10"/>
                  <a:pt x="124" y="8"/>
                </a:cubicBezTo>
                <a:cubicBezTo>
                  <a:pt x="124" y="248"/>
                  <a:pt x="124" y="248"/>
                  <a:pt x="124" y="248"/>
                </a:cubicBezTo>
                <a:cubicBezTo>
                  <a:pt x="59" y="245"/>
                  <a:pt x="8" y="193"/>
                  <a:pt x="8" y="12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4003" name="Группа 431"/>
          <p:cNvGrpSpPr/>
          <p:nvPr/>
        </p:nvGrpSpPr>
        <p:grpSpPr>
          <a:xfrm>
            <a:off x="4429440" y="2434680"/>
            <a:ext cx="302760" cy="295200"/>
            <a:chOff x="4429440" y="2434680"/>
            <a:chExt cx="302760" cy="295200"/>
          </a:xfrm>
        </p:grpSpPr>
        <p:sp>
          <p:nvSpPr>
            <p:cNvPr id="4004" name="Freeform 305"/>
            <p:cNvSpPr/>
            <p:nvPr/>
          </p:nvSpPr>
          <p:spPr>
            <a:xfrm>
              <a:off x="4453560" y="2472480"/>
              <a:ext cx="278640" cy="18000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180000"/>
                <a:gd name="textAreaBottom" fmla="*/ 180360 h 180000"/>
                <a:gd name="GluePoint1X" fmla="*/ 208 w 236"/>
                <a:gd name="GluePoint1Y" fmla="*/ 80 h 152"/>
                <a:gd name="GluePoint2X" fmla="*/ 124 w 236"/>
                <a:gd name="GluePoint2Y" fmla="*/ 8 h 152"/>
                <a:gd name="GluePoint3X" fmla="*/ 101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204 w 236"/>
                <a:gd name="GluePoint9Y" fmla="*/ 152 h 152"/>
                <a:gd name="GluePoint10X" fmla="*/ 236 w 236"/>
                <a:gd name="GluePoint10Y" fmla="*/ 120 h 152"/>
                <a:gd name="GluePoint11X" fmla="*/ 208 w 236"/>
                <a:gd name="GluePoint11Y" fmla="*/ 80 h 152"/>
                <a:gd name="GluePoint12X" fmla="*/ 20 w 236"/>
                <a:gd name="GluePoint12Y" fmla="*/ 56 h 152"/>
                <a:gd name="GluePoint13X" fmla="*/ 68 w 236"/>
                <a:gd name="GluePoint13Y" fmla="*/ 8 h 152"/>
                <a:gd name="GluePoint14X" fmla="*/ 92 w 236"/>
                <a:gd name="GluePoint14Y" fmla="*/ 14 h 152"/>
                <a:gd name="GluePoint15X" fmla="*/ 45 w 236"/>
                <a:gd name="GluePoint15Y" fmla="*/ 68 h 152"/>
                <a:gd name="GluePoint16X" fmla="*/ 40 w 236"/>
                <a:gd name="GluePoint16Y" fmla="*/ 68 h 152"/>
                <a:gd name="GluePoint17X" fmla="*/ 24 w 236"/>
                <a:gd name="GluePoint17Y" fmla="*/ 72 h 152"/>
                <a:gd name="GluePoint18X" fmla="*/ 20 w 236"/>
                <a:gd name="GluePoint18Y" fmla="*/ 56 h 152"/>
                <a:gd name="GluePoint19X" fmla="*/ 204 w 236"/>
                <a:gd name="GluePoint19Y" fmla="*/ 144 h 152"/>
                <a:gd name="GluePoint20X" fmla="*/ 40 w 236"/>
                <a:gd name="GluePoint20Y" fmla="*/ 144 h 152"/>
                <a:gd name="GluePoint21X" fmla="*/ 8 w 236"/>
                <a:gd name="GluePoint21Y" fmla="*/ 112 h 152"/>
                <a:gd name="GluePoint22X" fmla="*/ 40 w 236"/>
                <a:gd name="GluePoint22Y" fmla="*/ 76 h 152"/>
                <a:gd name="GluePoint23X" fmla="*/ 51 w 236"/>
                <a:gd name="GluePoint23Y" fmla="*/ 76 h 152"/>
                <a:gd name="GluePoint24X" fmla="*/ 52 w 236"/>
                <a:gd name="GluePoint24Y" fmla="*/ 73 h 152"/>
                <a:gd name="GluePoint25X" fmla="*/ 124 w 236"/>
                <a:gd name="GluePoint25Y" fmla="*/ 16 h 152"/>
                <a:gd name="GluePoint26X" fmla="*/ 200 w 236"/>
                <a:gd name="GluePoint26Y" fmla="*/ 84 h 152"/>
                <a:gd name="GluePoint27X" fmla="*/ 200 w 236"/>
                <a:gd name="GluePoint27Y" fmla="*/ 88 h 152"/>
                <a:gd name="GluePoint28X" fmla="*/ 204 w 236"/>
                <a:gd name="GluePoint28Y" fmla="*/ 88 h 152"/>
                <a:gd name="GluePoint29X" fmla="*/ 228 w 236"/>
                <a:gd name="GluePoint29Y" fmla="*/ 120 h 152"/>
                <a:gd name="GluePoint30X" fmla="*/ 204 w 236"/>
                <a:gd name="GluePoint30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1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30"/>
                    <a:pt x="41" y="8"/>
                    <a:pt x="68" y="8"/>
                  </a:cubicBezTo>
                  <a:cubicBezTo>
                    <a:pt x="76" y="8"/>
                    <a:pt x="85" y="10"/>
                    <a:pt x="92" y="14"/>
                  </a:cubicBezTo>
                  <a:cubicBezTo>
                    <a:pt x="68" y="24"/>
                    <a:pt x="50" y="44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05" name="Rectangle 306"/>
            <p:cNvSpPr/>
            <p:nvPr/>
          </p:nvSpPr>
          <p:spPr>
            <a:xfrm>
              <a:off x="4429440" y="253440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06" name="Rectangle 307"/>
            <p:cNvSpPr/>
            <p:nvPr/>
          </p:nvSpPr>
          <p:spPr>
            <a:xfrm>
              <a:off x="4529520" y="2434680"/>
              <a:ext cx="7920" cy="291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760" bIns="14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07" name="Freeform 308"/>
            <p:cNvSpPr/>
            <p:nvPr/>
          </p:nvSpPr>
          <p:spPr>
            <a:xfrm>
              <a:off x="4444920" y="2450160"/>
              <a:ext cx="34920" cy="3636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6360"/>
                <a:gd name="textAreaBottom" fmla="*/ 36720 h 36360"/>
                <a:gd name="GluePoint1X" fmla="*/ 5 w 25"/>
                <a:gd name="GluePoint1Y" fmla="*/ 0 h 26"/>
                <a:gd name="GluePoint2X" fmla="*/ 25 w 25"/>
                <a:gd name="GluePoint2Y" fmla="*/ 20 h 26"/>
                <a:gd name="GluePoint3X" fmla="*/ 20 w 25"/>
                <a:gd name="GluePoint3Y" fmla="*/ 26 h 26"/>
                <a:gd name="GluePoint4X" fmla="*/ 0 w 25"/>
                <a:gd name="GluePoint4Y" fmla="*/ 5 h 26"/>
                <a:gd name="GluePoint5X" fmla="*/ 5 w 25"/>
                <a:gd name="GluePoint5Y" fmla="*/ 0 h 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" h="26">
                  <a:moveTo>
                    <a:pt x="5" y="0"/>
                  </a:moveTo>
                  <a:lnTo>
                    <a:pt x="25" y="20"/>
                  </a:lnTo>
                  <a:lnTo>
                    <a:pt x="20" y="26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360" bIns="18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08" name="Freeform 309"/>
            <p:cNvSpPr/>
            <p:nvPr/>
          </p:nvSpPr>
          <p:spPr>
            <a:xfrm>
              <a:off x="4501440" y="2659680"/>
              <a:ext cx="27720" cy="475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47520"/>
                <a:gd name="textAreaBottom" fmla="*/ 47880 h 47520"/>
                <a:gd name="GluePoint1X" fmla="*/ 13 w 20"/>
                <a:gd name="GluePoint1Y" fmla="*/ 0 h 34"/>
                <a:gd name="GluePoint2X" fmla="*/ 20 w 20"/>
                <a:gd name="GluePoint2Y" fmla="*/ 3 h 34"/>
                <a:gd name="GluePoint3X" fmla="*/ 6 w 20"/>
                <a:gd name="GluePoint3Y" fmla="*/ 34 h 34"/>
                <a:gd name="GluePoint4X" fmla="*/ 0 w 20"/>
                <a:gd name="GluePoint4Y" fmla="*/ 30 h 34"/>
                <a:gd name="GluePoint5X" fmla="*/ 13 w 20"/>
                <a:gd name="GluePoint5Y" fmla="*/ 0 h 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0" h="34">
                  <a:moveTo>
                    <a:pt x="13" y="0"/>
                  </a:moveTo>
                  <a:lnTo>
                    <a:pt x="20" y="3"/>
                  </a:lnTo>
                  <a:lnTo>
                    <a:pt x="6" y="34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09" name="Freeform 310"/>
            <p:cNvSpPr/>
            <p:nvPr/>
          </p:nvSpPr>
          <p:spPr>
            <a:xfrm>
              <a:off x="4547880" y="2659680"/>
              <a:ext cx="27720" cy="475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47520"/>
                <a:gd name="textAreaBottom" fmla="*/ 47880 h 47520"/>
                <a:gd name="GluePoint1X" fmla="*/ 14 w 20"/>
                <a:gd name="GluePoint1Y" fmla="*/ 0 h 34"/>
                <a:gd name="GluePoint2X" fmla="*/ 20 w 20"/>
                <a:gd name="GluePoint2Y" fmla="*/ 3 h 34"/>
                <a:gd name="GluePoint3X" fmla="*/ 7 w 20"/>
                <a:gd name="GluePoint3Y" fmla="*/ 34 h 34"/>
                <a:gd name="GluePoint4X" fmla="*/ 0 w 20"/>
                <a:gd name="GluePoint4Y" fmla="*/ 30 h 34"/>
                <a:gd name="GluePoint5X" fmla="*/ 14 w 20"/>
                <a:gd name="GluePoint5Y" fmla="*/ 0 h 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0" h="34">
                  <a:moveTo>
                    <a:pt x="14" y="0"/>
                  </a:moveTo>
                  <a:lnTo>
                    <a:pt x="20" y="3"/>
                  </a:lnTo>
                  <a:lnTo>
                    <a:pt x="7" y="34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10" name="Freeform 311"/>
            <p:cNvSpPr/>
            <p:nvPr/>
          </p:nvSpPr>
          <p:spPr>
            <a:xfrm>
              <a:off x="4595760" y="2659680"/>
              <a:ext cx="27720" cy="475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47520"/>
                <a:gd name="textAreaBottom" fmla="*/ 47880 h 47520"/>
                <a:gd name="GluePoint1X" fmla="*/ 13 w 20"/>
                <a:gd name="GluePoint1Y" fmla="*/ 0 h 34"/>
                <a:gd name="GluePoint2X" fmla="*/ 20 w 20"/>
                <a:gd name="GluePoint2Y" fmla="*/ 3 h 34"/>
                <a:gd name="GluePoint3X" fmla="*/ 6 w 20"/>
                <a:gd name="GluePoint3Y" fmla="*/ 34 h 34"/>
                <a:gd name="GluePoint4X" fmla="*/ 0 w 20"/>
                <a:gd name="GluePoint4Y" fmla="*/ 30 h 34"/>
                <a:gd name="GluePoint5X" fmla="*/ 13 w 20"/>
                <a:gd name="GluePoint5Y" fmla="*/ 0 h 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0" h="34">
                  <a:moveTo>
                    <a:pt x="13" y="0"/>
                  </a:moveTo>
                  <a:lnTo>
                    <a:pt x="20" y="3"/>
                  </a:lnTo>
                  <a:lnTo>
                    <a:pt x="6" y="34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11" name="Freeform 312"/>
            <p:cNvSpPr/>
            <p:nvPr/>
          </p:nvSpPr>
          <p:spPr>
            <a:xfrm>
              <a:off x="4642200" y="2659680"/>
              <a:ext cx="27720" cy="475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47520"/>
                <a:gd name="textAreaBottom" fmla="*/ 47880 h 47520"/>
                <a:gd name="GluePoint1X" fmla="*/ 14 w 20"/>
                <a:gd name="GluePoint1Y" fmla="*/ 0 h 34"/>
                <a:gd name="GluePoint2X" fmla="*/ 20 w 20"/>
                <a:gd name="GluePoint2Y" fmla="*/ 3 h 34"/>
                <a:gd name="GluePoint3X" fmla="*/ 7 w 20"/>
                <a:gd name="GluePoint3Y" fmla="*/ 34 h 34"/>
                <a:gd name="GluePoint4X" fmla="*/ 0 w 20"/>
                <a:gd name="GluePoint4Y" fmla="*/ 30 h 34"/>
                <a:gd name="GluePoint5X" fmla="*/ 14 w 20"/>
                <a:gd name="GluePoint5Y" fmla="*/ 0 h 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0" h="34">
                  <a:moveTo>
                    <a:pt x="14" y="0"/>
                  </a:moveTo>
                  <a:lnTo>
                    <a:pt x="20" y="3"/>
                  </a:lnTo>
                  <a:lnTo>
                    <a:pt x="7" y="34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760" bIns="237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12" name="Freeform 313"/>
            <p:cNvSpPr/>
            <p:nvPr/>
          </p:nvSpPr>
          <p:spPr>
            <a:xfrm>
              <a:off x="4491720" y="271620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7 w 10"/>
                <a:gd name="GluePoint1Y" fmla="*/ 10 h 10"/>
                <a:gd name="GluePoint2X" fmla="*/ 0 w 10"/>
                <a:gd name="GluePoint2Y" fmla="*/ 7 h 10"/>
                <a:gd name="GluePoint3X" fmla="*/ 3 w 10"/>
                <a:gd name="GluePoint3Y" fmla="*/ 0 h 10"/>
                <a:gd name="GluePoint4X" fmla="*/ 10 w 10"/>
                <a:gd name="GluePoint4Y" fmla="*/ 4 h 10"/>
                <a:gd name="GluePoint5X" fmla="*/ 7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7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10" y="4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13" name="Freeform 314"/>
            <p:cNvSpPr/>
            <p:nvPr/>
          </p:nvSpPr>
          <p:spPr>
            <a:xfrm>
              <a:off x="4538160" y="271620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7 w 10"/>
                <a:gd name="GluePoint1Y" fmla="*/ 10 h 10"/>
                <a:gd name="GluePoint2X" fmla="*/ 0 w 10"/>
                <a:gd name="GluePoint2Y" fmla="*/ 7 h 10"/>
                <a:gd name="GluePoint3X" fmla="*/ 4 w 10"/>
                <a:gd name="GluePoint3Y" fmla="*/ 0 h 10"/>
                <a:gd name="GluePoint4X" fmla="*/ 10 w 10"/>
                <a:gd name="GluePoint4Y" fmla="*/ 4 h 10"/>
                <a:gd name="GluePoint5X" fmla="*/ 7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7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4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14" name="Freeform 315"/>
            <p:cNvSpPr/>
            <p:nvPr/>
          </p:nvSpPr>
          <p:spPr>
            <a:xfrm>
              <a:off x="4586040" y="271620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7 w 10"/>
                <a:gd name="GluePoint1Y" fmla="*/ 10 h 10"/>
                <a:gd name="GluePoint2X" fmla="*/ 0 w 10"/>
                <a:gd name="GluePoint2Y" fmla="*/ 7 h 10"/>
                <a:gd name="GluePoint3X" fmla="*/ 3 w 10"/>
                <a:gd name="GluePoint3Y" fmla="*/ 0 h 10"/>
                <a:gd name="GluePoint4X" fmla="*/ 10 w 10"/>
                <a:gd name="GluePoint4Y" fmla="*/ 4 h 10"/>
                <a:gd name="GluePoint5X" fmla="*/ 7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7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10" y="4"/>
                  </a:lnTo>
                  <a:lnTo>
                    <a:pt x="7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15" name="Freeform 316"/>
            <p:cNvSpPr/>
            <p:nvPr/>
          </p:nvSpPr>
          <p:spPr>
            <a:xfrm>
              <a:off x="4633920" y="271620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6 w 10"/>
                <a:gd name="GluePoint1Y" fmla="*/ 10 h 10"/>
                <a:gd name="GluePoint2X" fmla="*/ 0 w 10"/>
                <a:gd name="GluePoint2Y" fmla="*/ 7 h 10"/>
                <a:gd name="GluePoint3X" fmla="*/ 3 w 10"/>
                <a:gd name="GluePoint3Y" fmla="*/ 0 h 10"/>
                <a:gd name="GluePoint4X" fmla="*/ 10 w 10"/>
                <a:gd name="GluePoint4Y" fmla="*/ 4 h 10"/>
                <a:gd name="GluePoint5X" fmla="*/ 6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10" y="4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016" name="Группа 432"/>
          <p:cNvGrpSpPr/>
          <p:nvPr/>
        </p:nvGrpSpPr>
        <p:grpSpPr>
          <a:xfrm>
            <a:off x="4822560" y="2454120"/>
            <a:ext cx="302400" cy="257400"/>
            <a:chOff x="4822560" y="2454120"/>
            <a:chExt cx="302400" cy="257400"/>
          </a:xfrm>
        </p:grpSpPr>
        <p:sp>
          <p:nvSpPr>
            <p:cNvPr id="4017" name="Freeform 317"/>
            <p:cNvSpPr/>
            <p:nvPr/>
          </p:nvSpPr>
          <p:spPr>
            <a:xfrm>
              <a:off x="4822560" y="2454120"/>
              <a:ext cx="302400" cy="1800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0000"/>
                <a:gd name="textAreaBottom" fmla="*/ 180360 h 18000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1 h 152"/>
                <a:gd name="GluePoint4X" fmla="*/ 56 w 256"/>
                <a:gd name="GluePoint4Y" fmla="*/ 0 h 152"/>
                <a:gd name="GluePoint5X" fmla="*/ 46 w 256"/>
                <a:gd name="GluePoint5Y" fmla="*/ 1 h 152"/>
                <a:gd name="GluePoint6X" fmla="*/ 40 w 256"/>
                <a:gd name="GluePoint6Y" fmla="*/ 2 h 152"/>
                <a:gd name="GluePoint7X" fmla="*/ 43 w 256"/>
                <a:gd name="GluePoint7Y" fmla="*/ 7 h 152"/>
                <a:gd name="GluePoint8X" fmla="*/ 48 w 256"/>
                <a:gd name="GluePoint8Y" fmla="*/ 24 h 152"/>
                <a:gd name="GluePoint9X" fmla="*/ 16 w 256"/>
                <a:gd name="GluePoint9Y" fmla="*/ 56 h 152"/>
                <a:gd name="GluePoint10X" fmla="*/ 6 w 256"/>
                <a:gd name="GluePoint10Y" fmla="*/ 54 h 152"/>
                <a:gd name="GluePoint11X" fmla="*/ 0 w 256"/>
                <a:gd name="GluePoint11Y" fmla="*/ 53 h 152"/>
                <a:gd name="GluePoint12X" fmla="*/ 0 w 256"/>
                <a:gd name="GluePoint12Y" fmla="*/ 58 h 152"/>
                <a:gd name="GluePoint13X" fmla="*/ 9 w 256"/>
                <a:gd name="GluePoint13Y" fmla="*/ 86 h 152"/>
                <a:gd name="GluePoint14X" fmla="*/ 22 w 256"/>
                <a:gd name="GluePoint14Y" fmla="*/ 100 h 152"/>
                <a:gd name="GluePoint15X" fmla="*/ 20 w 256"/>
                <a:gd name="GluePoint15Y" fmla="*/ 112 h 152"/>
                <a:gd name="GluePoint16X" fmla="*/ 60 w 256"/>
                <a:gd name="GluePoint16Y" fmla="*/ 152 h 152"/>
                <a:gd name="GluePoint17X" fmla="*/ 224 w 256"/>
                <a:gd name="GluePoint17Y" fmla="*/ 152 h 152"/>
                <a:gd name="GluePoint18X" fmla="*/ 256 w 256"/>
                <a:gd name="GluePoint18Y" fmla="*/ 120 h 152"/>
                <a:gd name="GluePoint19X" fmla="*/ 228 w 256"/>
                <a:gd name="GluePoint19Y" fmla="*/ 80 h 152"/>
                <a:gd name="GluePoint20X" fmla="*/ 16 w 256"/>
                <a:gd name="GluePoint20Y" fmla="*/ 82 h 152"/>
                <a:gd name="GluePoint21X" fmla="*/ 9 w 256"/>
                <a:gd name="GluePoint21Y" fmla="*/ 64 h 152"/>
                <a:gd name="GluePoint22X" fmla="*/ 16 w 256"/>
                <a:gd name="GluePoint22Y" fmla="*/ 64 h 152"/>
                <a:gd name="GluePoint23X" fmla="*/ 56 w 256"/>
                <a:gd name="GluePoint23Y" fmla="*/ 24 h 152"/>
                <a:gd name="GluePoint24X" fmla="*/ 53 w 256"/>
                <a:gd name="GluePoint24Y" fmla="*/ 8 h 152"/>
                <a:gd name="GluePoint25X" fmla="*/ 56 w 256"/>
                <a:gd name="GluePoint25Y" fmla="*/ 8 h 152"/>
                <a:gd name="GluePoint26X" fmla="*/ 93 w 256"/>
                <a:gd name="GluePoint26Y" fmla="*/ 25 h 152"/>
                <a:gd name="GluePoint27X" fmla="*/ 65 w 256"/>
                <a:gd name="GluePoint27Y" fmla="*/ 68 h 152"/>
                <a:gd name="GluePoint28X" fmla="*/ 60 w 256"/>
                <a:gd name="GluePoint28Y" fmla="*/ 68 h 152"/>
                <a:gd name="GluePoint29X" fmla="*/ 25 w 256"/>
                <a:gd name="GluePoint29Y" fmla="*/ 92 h 152"/>
                <a:gd name="GluePoint30X" fmla="*/ 16 w 256"/>
                <a:gd name="GluePoint30Y" fmla="*/ 82 h 152"/>
                <a:gd name="GluePoint31X" fmla="*/ 224 w 256"/>
                <a:gd name="GluePoint31Y" fmla="*/ 144 h 152"/>
                <a:gd name="GluePoint32X" fmla="*/ 60 w 256"/>
                <a:gd name="GluePoint32Y" fmla="*/ 144 h 152"/>
                <a:gd name="GluePoint33X" fmla="*/ 28 w 256"/>
                <a:gd name="GluePoint33Y" fmla="*/ 112 h 152"/>
                <a:gd name="GluePoint34X" fmla="*/ 60 w 256"/>
                <a:gd name="GluePoint34Y" fmla="*/ 76 h 152"/>
                <a:gd name="GluePoint35X" fmla="*/ 71 w 256"/>
                <a:gd name="GluePoint35Y" fmla="*/ 76 h 152"/>
                <a:gd name="GluePoint36X" fmla="*/ 72 w 256"/>
                <a:gd name="GluePoint36Y" fmla="*/ 73 h 152"/>
                <a:gd name="GluePoint37X" fmla="*/ 144 w 256"/>
                <a:gd name="GluePoint37Y" fmla="*/ 16 h 152"/>
                <a:gd name="GluePoint38X" fmla="*/ 220 w 256"/>
                <a:gd name="GluePoint38Y" fmla="*/ 84 h 152"/>
                <a:gd name="GluePoint39X" fmla="*/ 220 w 256"/>
                <a:gd name="GluePoint39Y" fmla="*/ 88 h 152"/>
                <a:gd name="GluePoint40X" fmla="*/ 224 w 256"/>
                <a:gd name="GluePoint40Y" fmla="*/ 88 h 152"/>
                <a:gd name="GluePoint41X" fmla="*/ 248 w 256"/>
                <a:gd name="GluePoint41Y" fmla="*/ 120 h 152"/>
                <a:gd name="GluePoint42X" fmla="*/ 224 w 256"/>
                <a:gd name="GluePoint4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2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49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6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2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2" y="76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18" name="Freeform 318"/>
            <p:cNvSpPr/>
            <p:nvPr/>
          </p:nvSpPr>
          <p:spPr>
            <a:xfrm>
              <a:off x="4893120" y="2641680"/>
              <a:ext cx="27720" cy="4608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46080"/>
                <a:gd name="textAreaBottom" fmla="*/ 46440 h 46080"/>
                <a:gd name="GluePoint1X" fmla="*/ 14 w 20"/>
                <a:gd name="GluePoint1Y" fmla="*/ 0 h 33"/>
                <a:gd name="GluePoint2X" fmla="*/ 20 w 20"/>
                <a:gd name="GluePoint2Y" fmla="*/ 3 h 33"/>
                <a:gd name="GluePoint3X" fmla="*/ 7 w 20"/>
                <a:gd name="GluePoint3Y" fmla="*/ 33 h 33"/>
                <a:gd name="GluePoint4X" fmla="*/ 0 w 20"/>
                <a:gd name="GluePoint4Y" fmla="*/ 30 h 33"/>
                <a:gd name="GluePoint5X" fmla="*/ 14 w 20"/>
                <a:gd name="GluePoint5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0" h="33">
                  <a:moveTo>
                    <a:pt x="14" y="0"/>
                  </a:moveTo>
                  <a:lnTo>
                    <a:pt x="20" y="3"/>
                  </a:lnTo>
                  <a:lnTo>
                    <a:pt x="7" y="33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19" name="Freeform 319"/>
            <p:cNvSpPr/>
            <p:nvPr/>
          </p:nvSpPr>
          <p:spPr>
            <a:xfrm>
              <a:off x="4941000" y="2641680"/>
              <a:ext cx="27720" cy="4608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46080"/>
                <a:gd name="textAreaBottom" fmla="*/ 46440 h 46080"/>
                <a:gd name="GluePoint1X" fmla="*/ 13 w 20"/>
                <a:gd name="GluePoint1Y" fmla="*/ 0 h 33"/>
                <a:gd name="GluePoint2X" fmla="*/ 20 w 20"/>
                <a:gd name="GluePoint2Y" fmla="*/ 3 h 33"/>
                <a:gd name="GluePoint3X" fmla="*/ 7 w 20"/>
                <a:gd name="GluePoint3Y" fmla="*/ 33 h 33"/>
                <a:gd name="GluePoint4X" fmla="*/ 0 w 20"/>
                <a:gd name="GluePoint4Y" fmla="*/ 30 h 33"/>
                <a:gd name="GluePoint5X" fmla="*/ 13 w 20"/>
                <a:gd name="GluePoint5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0" h="33">
                  <a:moveTo>
                    <a:pt x="13" y="0"/>
                  </a:moveTo>
                  <a:lnTo>
                    <a:pt x="20" y="3"/>
                  </a:lnTo>
                  <a:lnTo>
                    <a:pt x="7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20" name="Freeform 320"/>
            <p:cNvSpPr/>
            <p:nvPr/>
          </p:nvSpPr>
          <p:spPr>
            <a:xfrm>
              <a:off x="4987440" y="2641680"/>
              <a:ext cx="29160" cy="4608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46080"/>
                <a:gd name="textAreaBottom" fmla="*/ 46440 h 46080"/>
                <a:gd name="GluePoint1X" fmla="*/ 14 w 21"/>
                <a:gd name="GluePoint1Y" fmla="*/ 0 h 33"/>
                <a:gd name="GluePoint2X" fmla="*/ 21 w 21"/>
                <a:gd name="GluePoint2Y" fmla="*/ 3 h 33"/>
                <a:gd name="GluePoint3X" fmla="*/ 7 w 21"/>
                <a:gd name="GluePoint3Y" fmla="*/ 33 h 33"/>
                <a:gd name="GluePoint4X" fmla="*/ 0 w 21"/>
                <a:gd name="GluePoint4Y" fmla="*/ 30 h 33"/>
                <a:gd name="GluePoint5X" fmla="*/ 14 w 21"/>
                <a:gd name="GluePoint5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" h="33">
                  <a:moveTo>
                    <a:pt x="14" y="0"/>
                  </a:moveTo>
                  <a:lnTo>
                    <a:pt x="21" y="3"/>
                  </a:lnTo>
                  <a:lnTo>
                    <a:pt x="7" y="33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21" name="Freeform 321"/>
            <p:cNvSpPr/>
            <p:nvPr/>
          </p:nvSpPr>
          <p:spPr>
            <a:xfrm>
              <a:off x="5035320" y="2641680"/>
              <a:ext cx="27720" cy="4608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46080"/>
                <a:gd name="textAreaBottom" fmla="*/ 46440 h 46080"/>
                <a:gd name="GluePoint1X" fmla="*/ 13 w 20"/>
                <a:gd name="GluePoint1Y" fmla="*/ 0 h 33"/>
                <a:gd name="GluePoint2X" fmla="*/ 20 w 20"/>
                <a:gd name="GluePoint2Y" fmla="*/ 3 h 33"/>
                <a:gd name="GluePoint3X" fmla="*/ 7 w 20"/>
                <a:gd name="GluePoint3Y" fmla="*/ 33 h 33"/>
                <a:gd name="GluePoint4X" fmla="*/ 0 w 20"/>
                <a:gd name="GluePoint4Y" fmla="*/ 30 h 33"/>
                <a:gd name="GluePoint5X" fmla="*/ 13 w 20"/>
                <a:gd name="GluePoint5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0" h="33">
                  <a:moveTo>
                    <a:pt x="13" y="0"/>
                  </a:moveTo>
                  <a:lnTo>
                    <a:pt x="20" y="3"/>
                  </a:lnTo>
                  <a:lnTo>
                    <a:pt x="7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22" name="Freeform 322"/>
            <p:cNvSpPr/>
            <p:nvPr/>
          </p:nvSpPr>
          <p:spPr>
            <a:xfrm>
              <a:off x="4884480" y="269784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6 w 10"/>
                <a:gd name="GluePoint1Y" fmla="*/ 10 h 10"/>
                <a:gd name="GluePoint2X" fmla="*/ 0 w 10"/>
                <a:gd name="GluePoint2Y" fmla="*/ 7 h 10"/>
                <a:gd name="GluePoint3X" fmla="*/ 4 w 10"/>
                <a:gd name="GluePoint3Y" fmla="*/ 0 h 10"/>
                <a:gd name="GluePoint4X" fmla="*/ 10 w 10"/>
                <a:gd name="GluePoint4Y" fmla="*/ 3 h 10"/>
                <a:gd name="GluePoint5X" fmla="*/ 6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23" name="Freeform 323"/>
            <p:cNvSpPr/>
            <p:nvPr/>
          </p:nvSpPr>
          <p:spPr>
            <a:xfrm>
              <a:off x="4932360" y="269784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6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3 h 10"/>
                <a:gd name="GluePoint5X" fmla="*/ 6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24" name="Freeform 324"/>
            <p:cNvSpPr/>
            <p:nvPr/>
          </p:nvSpPr>
          <p:spPr>
            <a:xfrm>
              <a:off x="4980240" y="269784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5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3 h 10"/>
                <a:gd name="GluePoint5X" fmla="*/ 5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5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25" name="Freeform 325"/>
            <p:cNvSpPr/>
            <p:nvPr/>
          </p:nvSpPr>
          <p:spPr>
            <a:xfrm>
              <a:off x="5026680" y="269784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6 w 9"/>
                <a:gd name="GluePoint1Y" fmla="*/ 10 h 10"/>
                <a:gd name="GluePoint2X" fmla="*/ 0 w 9"/>
                <a:gd name="GluePoint2Y" fmla="*/ 7 h 10"/>
                <a:gd name="GluePoint3X" fmla="*/ 4 w 9"/>
                <a:gd name="GluePoint3Y" fmla="*/ 0 h 10"/>
                <a:gd name="GluePoint4X" fmla="*/ 9 w 9"/>
                <a:gd name="GluePoint4Y" fmla="*/ 3 h 10"/>
                <a:gd name="GluePoint5X" fmla="*/ 6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026" name="Группа 429"/>
          <p:cNvGrpSpPr/>
          <p:nvPr/>
        </p:nvGrpSpPr>
        <p:grpSpPr>
          <a:xfrm>
            <a:off x="3645000" y="2454120"/>
            <a:ext cx="302400" cy="257400"/>
            <a:chOff x="3645000" y="2454120"/>
            <a:chExt cx="302400" cy="257400"/>
          </a:xfrm>
        </p:grpSpPr>
        <p:sp>
          <p:nvSpPr>
            <p:cNvPr id="4027" name="Freeform 326"/>
            <p:cNvSpPr/>
            <p:nvPr/>
          </p:nvSpPr>
          <p:spPr>
            <a:xfrm>
              <a:off x="3645000" y="2454120"/>
              <a:ext cx="302400" cy="1800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0000"/>
                <a:gd name="textAreaBottom" fmla="*/ 180360 h 18000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99 w 256"/>
                <a:gd name="GluePoint3Y" fmla="*/ 21 h 152"/>
                <a:gd name="GluePoint4X" fmla="*/ 56 w 256"/>
                <a:gd name="GluePoint4Y" fmla="*/ 0 h 152"/>
                <a:gd name="GluePoint5X" fmla="*/ 0 w 256"/>
                <a:gd name="GluePoint5Y" fmla="*/ 56 h 152"/>
                <a:gd name="GluePoint6X" fmla="*/ 9 w 256"/>
                <a:gd name="GluePoint6Y" fmla="*/ 86 h 152"/>
                <a:gd name="GluePoint7X" fmla="*/ 21 w 256"/>
                <a:gd name="GluePoint7Y" fmla="*/ 100 h 152"/>
                <a:gd name="GluePoint8X" fmla="*/ 20 w 256"/>
                <a:gd name="GluePoint8Y" fmla="*/ 112 h 152"/>
                <a:gd name="GluePoint9X" fmla="*/ 60 w 256"/>
                <a:gd name="GluePoint9Y" fmla="*/ 152 h 152"/>
                <a:gd name="GluePoint10X" fmla="*/ 224 w 256"/>
                <a:gd name="GluePoint10Y" fmla="*/ 152 h 152"/>
                <a:gd name="GluePoint11X" fmla="*/ 256 w 256"/>
                <a:gd name="GluePoint11Y" fmla="*/ 120 h 152"/>
                <a:gd name="GluePoint12X" fmla="*/ 228 w 256"/>
                <a:gd name="GluePoint12Y" fmla="*/ 80 h 152"/>
                <a:gd name="GluePoint13X" fmla="*/ 15 w 256"/>
                <a:gd name="GluePoint13Y" fmla="*/ 82 h 152"/>
                <a:gd name="GluePoint14X" fmla="*/ 8 w 256"/>
                <a:gd name="GluePoint14Y" fmla="*/ 56 h 152"/>
                <a:gd name="GluePoint15X" fmla="*/ 56 w 256"/>
                <a:gd name="GluePoint15Y" fmla="*/ 8 h 152"/>
                <a:gd name="GluePoint16X" fmla="*/ 92 w 256"/>
                <a:gd name="GluePoint16Y" fmla="*/ 25 h 152"/>
                <a:gd name="GluePoint17X" fmla="*/ 64 w 256"/>
                <a:gd name="GluePoint17Y" fmla="*/ 68 h 152"/>
                <a:gd name="GluePoint18X" fmla="*/ 60 w 256"/>
                <a:gd name="GluePoint18Y" fmla="*/ 68 h 152"/>
                <a:gd name="GluePoint19X" fmla="*/ 24 w 256"/>
                <a:gd name="GluePoint19Y" fmla="*/ 92 h 152"/>
                <a:gd name="GluePoint20X" fmla="*/ 15 w 256"/>
                <a:gd name="GluePoint20Y" fmla="*/ 82 h 152"/>
                <a:gd name="GluePoint21X" fmla="*/ 224 w 256"/>
                <a:gd name="GluePoint21Y" fmla="*/ 144 h 152"/>
                <a:gd name="GluePoint22X" fmla="*/ 60 w 256"/>
                <a:gd name="GluePoint22Y" fmla="*/ 144 h 152"/>
                <a:gd name="GluePoint23X" fmla="*/ 28 w 256"/>
                <a:gd name="GluePoint23Y" fmla="*/ 112 h 152"/>
                <a:gd name="GluePoint24X" fmla="*/ 60 w 256"/>
                <a:gd name="GluePoint24Y" fmla="*/ 76 h 152"/>
                <a:gd name="GluePoint25X" fmla="*/ 71 w 256"/>
                <a:gd name="GluePoint25Y" fmla="*/ 76 h 152"/>
                <a:gd name="GluePoint26X" fmla="*/ 72 w 256"/>
                <a:gd name="GluePoint26Y" fmla="*/ 73 h 152"/>
                <a:gd name="GluePoint27X" fmla="*/ 144 w 256"/>
                <a:gd name="GluePoint27Y" fmla="*/ 16 h 152"/>
                <a:gd name="GluePoint28X" fmla="*/ 220 w 256"/>
                <a:gd name="GluePoint28Y" fmla="*/ 84 h 152"/>
                <a:gd name="GluePoint29X" fmla="*/ 220 w 256"/>
                <a:gd name="GluePoint29Y" fmla="*/ 88 h 152"/>
                <a:gd name="GluePoint30X" fmla="*/ 224 w 256"/>
                <a:gd name="GluePoint30Y" fmla="*/ 88 h 152"/>
                <a:gd name="GluePoint31X" fmla="*/ 248 w 256"/>
                <a:gd name="GluePoint31Y" fmla="*/ 120 h 152"/>
                <a:gd name="GluePoint32X" fmla="*/ 224 w 256"/>
                <a:gd name="GluePoint3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5" y="40"/>
                    <a:pt x="189" y="8"/>
                    <a:pt x="144" y="8"/>
                  </a:cubicBezTo>
                  <a:cubicBezTo>
                    <a:pt x="127" y="8"/>
                    <a:pt x="112" y="13"/>
                    <a:pt x="99" y="21"/>
                  </a:cubicBezTo>
                  <a:cubicBezTo>
                    <a:pt x="88" y="8"/>
                    <a:pt x="73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2" y="92"/>
                    <a:pt x="16" y="96"/>
                    <a:pt x="21" y="100"/>
                  </a:cubicBezTo>
                  <a:cubicBezTo>
                    <a:pt x="20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5" y="82"/>
                  </a:moveTo>
                  <a:cubicBezTo>
                    <a:pt x="10" y="74"/>
                    <a:pt x="8" y="65"/>
                    <a:pt x="8" y="56"/>
                  </a:cubicBezTo>
                  <a:cubicBezTo>
                    <a:pt x="8" y="30"/>
                    <a:pt x="29" y="8"/>
                    <a:pt x="56" y="8"/>
                  </a:cubicBezTo>
                  <a:cubicBezTo>
                    <a:pt x="70" y="8"/>
                    <a:pt x="83" y="14"/>
                    <a:pt x="92" y="25"/>
                  </a:cubicBezTo>
                  <a:cubicBezTo>
                    <a:pt x="79" y="36"/>
                    <a:pt x="69" y="51"/>
                    <a:pt x="64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4" y="68"/>
                    <a:pt x="31" y="78"/>
                    <a:pt x="24" y="92"/>
                  </a:cubicBezTo>
                  <a:cubicBezTo>
                    <a:pt x="21" y="89"/>
                    <a:pt x="18" y="86"/>
                    <a:pt x="15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2" y="76"/>
                    <a:pt x="60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8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5"/>
                    <a:pt x="238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28" name="Freeform 327"/>
            <p:cNvSpPr/>
            <p:nvPr/>
          </p:nvSpPr>
          <p:spPr>
            <a:xfrm>
              <a:off x="3715560" y="2641680"/>
              <a:ext cx="26280" cy="4608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46080"/>
                <a:gd name="textAreaBottom" fmla="*/ 46440 h 46080"/>
                <a:gd name="GluePoint1X" fmla="*/ 13 w 19"/>
                <a:gd name="GluePoint1Y" fmla="*/ 0 h 33"/>
                <a:gd name="GluePoint2X" fmla="*/ 19 w 19"/>
                <a:gd name="GluePoint2Y" fmla="*/ 3 h 33"/>
                <a:gd name="GluePoint3X" fmla="*/ 6 w 19"/>
                <a:gd name="GluePoint3Y" fmla="*/ 33 h 33"/>
                <a:gd name="GluePoint4X" fmla="*/ 0 w 19"/>
                <a:gd name="GluePoint4Y" fmla="*/ 30 h 33"/>
                <a:gd name="GluePoint5X" fmla="*/ 13 w 19"/>
                <a:gd name="GluePoint5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" h="33">
                  <a:moveTo>
                    <a:pt x="13" y="0"/>
                  </a:moveTo>
                  <a:lnTo>
                    <a:pt x="19" y="3"/>
                  </a:lnTo>
                  <a:lnTo>
                    <a:pt x="6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29" name="Freeform 328"/>
            <p:cNvSpPr/>
            <p:nvPr/>
          </p:nvSpPr>
          <p:spPr>
            <a:xfrm>
              <a:off x="3763440" y="2641680"/>
              <a:ext cx="26280" cy="4608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46080"/>
                <a:gd name="textAreaBottom" fmla="*/ 46440 h 46080"/>
                <a:gd name="GluePoint1X" fmla="*/ 13 w 19"/>
                <a:gd name="GluePoint1Y" fmla="*/ 0 h 33"/>
                <a:gd name="GluePoint2X" fmla="*/ 19 w 19"/>
                <a:gd name="GluePoint2Y" fmla="*/ 3 h 33"/>
                <a:gd name="GluePoint3X" fmla="*/ 6 w 19"/>
                <a:gd name="GluePoint3Y" fmla="*/ 33 h 33"/>
                <a:gd name="GluePoint4X" fmla="*/ 0 w 19"/>
                <a:gd name="GluePoint4Y" fmla="*/ 30 h 33"/>
                <a:gd name="GluePoint5X" fmla="*/ 13 w 19"/>
                <a:gd name="GluePoint5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" h="33">
                  <a:moveTo>
                    <a:pt x="13" y="0"/>
                  </a:moveTo>
                  <a:lnTo>
                    <a:pt x="19" y="3"/>
                  </a:lnTo>
                  <a:lnTo>
                    <a:pt x="6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30" name="Freeform 329"/>
            <p:cNvSpPr/>
            <p:nvPr/>
          </p:nvSpPr>
          <p:spPr>
            <a:xfrm>
              <a:off x="3809880" y="2641680"/>
              <a:ext cx="27720" cy="4608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46080"/>
                <a:gd name="textAreaBottom" fmla="*/ 46440 h 46080"/>
                <a:gd name="GluePoint1X" fmla="*/ 14 w 20"/>
                <a:gd name="GluePoint1Y" fmla="*/ 0 h 33"/>
                <a:gd name="GluePoint2X" fmla="*/ 20 w 20"/>
                <a:gd name="GluePoint2Y" fmla="*/ 3 h 33"/>
                <a:gd name="GluePoint3X" fmla="*/ 6 w 20"/>
                <a:gd name="GluePoint3Y" fmla="*/ 33 h 33"/>
                <a:gd name="GluePoint4X" fmla="*/ 0 w 20"/>
                <a:gd name="GluePoint4Y" fmla="*/ 30 h 33"/>
                <a:gd name="GluePoint5X" fmla="*/ 14 w 20"/>
                <a:gd name="GluePoint5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0" h="33">
                  <a:moveTo>
                    <a:pt x="14" y="0"/>
                  </a:moveTo>
                  <a:lnTo>
                    <a:pt x="20" y="3"/>
                  </a:lnTo>
                  <a:lnTo>
                    <a:pt x="6" y="33"/>
                  </a:lnTo>
                  <a:lnTo>
                    <a:pt x="0" y="3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31" name="Freeform 330"/>
            <p:cNvSpPr/>
            <p:nvPr/>
          </p:nvSpPr>
          <p:spPr>
            <a:xfrm>
              <a:off x="3857760" y="2641680"/>
              <a:ext cx="26280" cy="4608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46080"/>
                <a:gd name="textAreaBottom" fmla="*/ 46440 h 46080"/>
                <a:gd name="GluePoint1X" fmla="*/ 13 w 19"/>
                <a:gd name="GluePoint1Y" fmla="*/ 0 h 33"/>
                <a:gd name="GluePoint2X" fmla="*/ 19 w 19"/>
                <a:gd name="GluePoint2Y" fmla="*/ 3 h 33"/>
                <a:gd name="GluePoint3X" fmla="*/ 6 w 19"/>
                <a:gd name="GluePoint3Y" fmla="*/ 33 h 33"/>
                <a:gd name="GluePoint4X" fmla="*/ 0 w 19"/>
                <a:gd name="GluePoint4Y" fmla="*/ 30 h 33"/>
                <a:gd name="GluePoint5X" fmla="*/ 13 w 19"/>
                <a:gd name="GluePoint5Y" fmla="*/ 0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" h="33">
                  <a:moveTo>
                    <a:pt x="13" y="0"/>
                  </a:moveTo>
                  <a:lnTo>
                    <a:pt x="19" y="3"/>
                  </a:lnTo>
                  <a:lnTo>
                    <a:pt x="6" y="33"/>
                  </a:lnTo>
                  <a:lnTo>
                    <a:pt x="0" y="3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32" name="Freeform 331"/>
            <p:cNvSpPr/>
            <p:nvPr/>
          </p:nvSpPr>
          <p:spPr>
            <a:xfrm>
              <a:off x="3705480" y="269784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6 w 10"/>
                <a:gd name="GluePoint1Y" fmla="*/ 10 h 10"/>
                <a:gd name="GluePoint2X" fmla="*/ 0 w 10"/>
                <a:gd name="GluePoint2Y" fmla="*/ 7 h 10"/>
                <a:gd name="GluePoint3X" fmla="*/ 4 w 10"/>
                <a:gd name="GluePoint3Y" fmla="*/ 0 h 10"/>
                <a:gd name="GluePoint4X" fmla="*/ 10 w 10"/>
                <a:gd name="GluePoint4Y" fmla="*/ 3 h 10"/>
                <a:gd name="GluePoint5X" fmla="*/ 6 w 10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6" y="1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10" y="3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33" name="Freeform 332"/>
            <p:cNvSpPr/>
            <p:nvPr/>
          </p:nvSpPr>
          <p:spPr>
            <a:xfrm>
              <a:off x="3753720" y="269784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6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3 h 10"/>
                <a:gd name="GluePoint5X" fmla="*/ 6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34" name="Freeform 333"/>
            <p:cNvSpPr/>
            <p:nvPr/>
          </p:nvSpPr>
          <p:spPr>
            <a:xfrm>
              <a:off x="3801600" y="269784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5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3 h 10"/>
                <a:gd name="GluePoint5X" fmla="*/ 5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5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35" name="Freeform 334"/>
            <p:cNvSpPr/>
            <p:nvPr/>
          </p:nvSpPr>
          <p:spPr>
            <a:xfrm>
              <a:off x="3848040" y="269784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6 w 9"/>
                <a:gd name="GluePoint1Y" fmla="*/ 10 h 10"/>
                <a:gd name="GluePoint2X" fmla="*/ 0 w 9"/>
                <a:gd name="GluePoint2Y" fmla="*/ 7 h 10"/>
                <a:gd name="GluePoint3X" fmla="*/ 3 w 9"/>
                <a:gd name="GluePoint3Y" fmla="*/ 0 h 10"/>
                <a:gd name="GluePoint4X" fmla="*/ 9 w 9"/>
                <a:gd name="GluePoint4Y" fmla="*/ 3 h 10"/>
                <a:gd name="GluePoint5X" fmla="*/ 6 w 9"/>
                <a:gd name="GluePoint5Y" fmla="*/ 10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6" y="1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9" y="3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036" name="Группа 430"/>
          <p:cNvGrpSpPr/>
          <p:nvPr/>
        </p:nvGrpSpPr>
        <p:grpSpPr>
          <a:xfrm>
            <a:off x="4036680" y="2441520"/>
            <a:ext cx="302400" cy="281160"/>
            <a:chOff x="4036680" y="2441520"/>
            <a:chExt cx="302400" cy="281160"/>
          </a:xfrm>
        </p:grpSpPr>
        <p:sp>
          <p:nvSpPr>
            <p:cNvPr id="4037" name="Freeform 335"/>
            <p:cNvSpPr/>
            <p:nvPr/>
          </p:nvSpPr>
          <p:spPr>
            <a:xfrm>
              <a:off x="4036680" y="244152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224 w 256"/>
                <a:gd name="GluePoint1Y" fmla="*/ 80 h 156"/>
                <a:gd name="GluePoint2X" fmla="*/ 136 w 256"/>
                <a:gd name="GluePoint2Y" fmla="*/ 0 h 156"/>
                <a:gd name="GluePoint3X" fmla="*/ 49 w 256"/>
                <a:gd name="GluePoint3Y" fmla="*/ 64 h 156"/>
                <a:gd name="GluePoint4X" fmla="*/ 44 w 256"/>
                <a:gd name="GluePoint4Y" fmla="*/ 64 h 156"/>
                <a:gd name="GluePoint5X" fmla="*/ 0 w 256"/>
                <a:gd name="GluePoint5Y" fmla="*/ 112 h 156"/>
                <a:gd name="GluePoint6X" fmla="*/ 44 w 256"/>
                <a:gd name="GluePoint6Y" fmla="*/ 156 h 156"/>
                <a:gd name="GluePoint7X" fmla="*/ 220 w 256"/>
                <a:gd name="GluePoint7Y" fmla="*/ 156 h 156"/>
                <a:gd name="GluePoint8X" fmla="*/ 256 w 256"/>
                <a:gd name="GluePoint8Y" fmla="*/ 120 h 156"/>
                <a:gd name="GluePoint9X" fmla="*/ 224 w 256"/>
                <a:gd name="GluePoint9Y" fmla="*/ 80 h 156"/>
                <a:gd name="GluePoint10X" fmla="*/ 220 w 256"/>
                <a:gd name="GluePoint10Y" fmla="*/ 148 h 156"/>
                <a:gd name="GluePoint11X" fmla="*/ 44 w 256"/>
                <a:gd name="GluePoint11Y" fmla="*/ 148 h 156"/>
                <a:gd name="GluePoint12X" fmla="*/ 8 w 256"/>
                <a:gd name="GluePoint12Y" fmla="*/ 112 h 156"/>
                <a:gd name="GluePoint13X" fmla="*/ 44 w 256"/>
                <a:gd name="GluePoint13Y" fmla="*/ 72 h 156"/>
                <a:gd name="GluePoint14X" fmla="*/ 55 w 256"/>
                <a:gd name="GluePoint14Y" fmla="*/ 72 h 156"/>
                <a:gd name="GluePoint15X" fmla="*/ 56 w 256"/>
                <a:gd name="GluePoint15Y" fmla="*/ 69 h 156"/>
                <a:gd name="GluePoint16X" fmla="*/ 136 w 256"/>
                <a:gd name="GluePoint16Y" fmla="*/ 8 h 156"/>
                <a:gd name="GluePoint17X" fmla="*/ 216 w 256"/>
                <a:gd name="GluePoint17Y" fmla="*/ 84 h 156"/>
                <a:gd name="GluePoint18X" fmla="*/ 216 w 256"/>
                <a:gd name="GluePoint18Y" fmla="*/ 88 h 156"/>
                <a:gd name="GluePoint19X" fmla="*/ 220 w 256"/>
                <a:gd name="GluePoint19Y" fmla="*/ 88 h 156"/>
                <a:gd name="GluePoint20X" fmla="*/ 248 w 256"/>
                <a:gd name="GluePoint20Y" fmla="*/ 120 h 156"/>
                <a:gd name="GluePoint21X" fmla="*/ 220 w 256"/>
                <a:gd name="GluePoint21Y" fmla="*/ 148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56" h="156">
                  <a:moveTo>
                    <a:pt x="224" y="80"/>
                  </a:moveTo>
                  <a:cubicBezTo>
                    <a:pt x="222" y="35"/>
                    <a:pt x="184" y="0"/>
                    <a:pt x="136" y="0"/>
                  </a:cubicBezTo>
                  <a:cubicBezTo>
                    <a:pt x="93" y="0"/>
                    <a:pt x="57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1"/>
                    <a:pt x="256" y="120"/>
                  </a:cubicBezTo>
                  <a:cubicBezTo>
                    <a:pt x="256" y="102"/>
                    <a:pt x="243" y="83"/>
                    <a:pt x="224" y="80"/>
                  </a:cubicBezTo>
                  <a:close/>
                  <a:moveTo>
                    <a:pt x="220" y="148"/>
                  </a:move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3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38" name="Freeform 336"/>
            <p:cNvSpPr/>
            <p:nvPr/>
          </p:nvSpPr>
          <p:spPr>
            <a:xfrm>
              <a:off x="4122720" y="2643120"/>
              <a:ext cx="32040" cy="572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57240"/>
                <a:gd name="textAreaBottom" fmla="*/ 57600 h 57240"/>
                <a:gd name="GluePoint1X" fmla="*/ 0 w 23"/>
                <a:gd name="GluePoint1Y" fmla="*/ 37 h 41"/>
                <a:gd name="GluePoint2X" fmla="*/ 17 w 23"/>
                <a:gd name="GluePoint2Y" fmla="*/ 0 h 41"/>
                <a:gd name="GluePoint3X" fmla="*/ 23 w 23"/>
                <a:gd name="GluePoint3Y" fmla="*/ 4 h 41"/>
                <a:gd name="GluePoint4X" fmla="*/ 6 w 23"/>
                <a:gd name="GluePoint4Y" fmla="*/ 41 h 41"/>
                <a:gd name="GluePoint5X" fmla="*/ 0 w 23"/>
                <a:gd name="GluePoint5Y" fmla="*/ 37 h 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" h="41">
                  <a:moveTo>
                    <a:pt x="0" y="37"/>
                  </a:moveTo>
                  <a:lnTo>
                    <a:pt x="17" y="0"/>
                  </a:lnTo>
                  <a:lnTo>
                    <a:pt x="23" y="4"/>
                  </a:lnTo>
                  <a:lnTo>
                    <a:pt x="6" y="4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800" bIns="28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39" name="Freeform 337"/>
            <p:cNvSpPr/>
            <p:nvPr/>
          </p:nvSpPr>
          <p:spPr>
            <a:xfrm>
              <a:off x="4074840" y="2643120"/>
              <a:ext cx="32040" cy="572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57240"/>
                <a:gd name="textAreaBottom" fmla="*/ 57600 h 57240"/>
                <a:gd name="GluePoint1X" fmla="*/ 0 w 23"/>
                <a:gd name="GluePoint1Y" fmla="*/ 37 h 41"/>
                <a:gd name="GluePoint2X" fmla="*/ 17 w 23"/>
                <a:gd name="GluePoint2Y" fmla="*/ 0 h 41"/>
                <a:gd name="GluePoint3X" fmla="*/ 23 w 23"/>
                <a:gd name="GluePoint3Y" fmla="*/ 4 h 41"/>
                <a:gd name="GluePoint4X" fmla="*/ 6 w 23"/>
                <a:gd name="GluePoint4Y" fmla="*/ 41 h 41"/>
                <a:gd name="GluePoint5X" fmla="*/ 0 w 23"/>
                <a:gd name="GluePoint5Y" fmla="*/ 37 h 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" h="41">
                  <a:moveTo>
                    <a:pt x="0" y="37"/>
                  </a:moveTo>
                  <a:lnTo>
                    <a:pt x="17" y="0"/>
                  </a:lnTo>
                  <a:lnTo>
                    <a:pt x="23" y="4"/>
                  </a:lnTo>
                  <a:lnTo>
                    <a:pt x="6" y="4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800" bIns="28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40" name="Freeform 338"/>
            <p:cNvSpPr/>
            <p:nvPr/>
          </p:nvSpPr>
          <p:spPr>
            <a:xfrm>
              <a:off x="4169160" y="2643120"/>
              <a:ext cx="32040" cy="572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57240"/>
                <a:gd name="textAreaBottom" fmla="*/ 57600 h 57240"/>
                <a:gd name="GluePoint1X" fmla="*/ 0 w 23"/>
                <a:gd name="GluePoint1Y" fmla="*/ 37 h 41"/>
                <a:gd name="GluePoint2X" fmla="*/ 17 w 23"/>
                <a:gd name="GluePoint2Y" fmla="*/ 0 h 41"/>
                <a:gd name="GluePoint3X" fmla="*/ 23 w 23"/>
                <a:gd name="GluePoint3Y" fmla="*/ 4 h 41"/>
                <a:gd name="GluePoint4X" fmla="*/ 6 w 23"/>
                <a:gd name="GluePoint4Y" fmla="*/ 41 h 41"/>
                <a:gd name="GluePoint5X" fmla="*/ 0 w 23"/>
                <a:gd name="GluePoint5Y" fmla="*/ 37 h 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" h="41">
                  <a:moveTo>
                    <a:pt x="0" y="37"/>
                  </a:moveTo>
                  <a:lnTo>
                    <a:pt x="17" y="0"/>
                  </a:lnTo>
                  <a:lnTo>
                    <a:pt x="23" y="4"/>
                  </a:lnTo>
                  <a:lnTo>
                    <a:pt x="6" y="4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800" bIns="28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41" name="Freeform 339"/>
            <p:cNvSpPr/>
            <p:nvPr/>
          </p:nvSpPr>
          <p:spPr>
            <a:xfrm>
              <a:off x="4217040" y="2643120"/>
              <a:ext cx="32040" cy="572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57240"/>
                <a:gd name="textAreaBottom" fmla="*/ 57600 h 57240"/>
                <a:gd name="GluePoint1X" fmla="*/ 0 w 23"/>
                <a:gd name="GluePoint1Y" fmla="*/ 37 h 41"/>
                <a:gd name="GluePoint2X" fmla="*/ 17 w 23"/>
                <a:gd name="GluePoint2Y" fmla="*/ 0 h 41"/>
                <a:gd name="GluePoint3X" fmla="*/ 23 w 23"/>
                <a:gd name="GluePoint3Y" fmla="*/ 4 h 41"/>
                <a:gd name="GluePoint4X" fmla="*/ 6 w 23"/>
                <a:gd name="GluePoint4Y" fmla="*/ 41 h 41"/>
                <a:gd name="GluePoint5X" fmla="*/ 0 w 23"/>
                <a:gd name="GluePoint5Y" fmla="*/ 37 h 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" h="41">
                  <a:moveTo>
                    <a:pt x="0" y="37"/>
                  </a:moveTo>
                  <a:lnTo>
                    <a:pt x="17" y="0"/>
                  </a:lnTo>
                  <a:lnTo>
                    <a:pt x="23" y="4"/>
                  </a:lnTo>
                  <a:lnTo>
                    <a:pt x="6" y="4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800" bIns="28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42" name="Freeform 340"/>
            <p:cNvSpPr/>
            <p:nvPr/>
          </p:nvSpPr>
          <p:spPr>
            <a:xfrm>
              <a:off x="4264920" y="2643120"/>
              <a:ext cx="30600" cy="5724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57240"/>
                <a:gd name="textAreaBottom" fmla="*/ 57600 h 57240"/>
                <a:gd name="GluePoint1X" fmla="*/ 16 w 22"/>
                <a:gd name="GluePoint1Y" fmla="*/ 0 h 41"/>
                <a:gd name="GluePoint2X" fmla="*/ 22 w 22"/>
                <a:gd name="GluePoint2Y" fmla="*/ 4 h 41"/>
                <a:gd name="GluePoint3X" fmla="*/ 5 w 22"/>
                <a:gd name="GluePoint3Y" fmla="*/ 41 h 41"/>
                <a:gd name="GluePoint4X" fmla="*/ 0 w 22"/>
                <a:gd name="GluePoint4Y" fmla="*/ 37 h 41"/>
                <a:gd name="GluePoint5X" fmla="*/ 16 w 22"/>
                <a:gd name="GluePoint5Y" fmla="*/ 0 h 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2" h="41">
                  <a:moveTo>
                    <a:pt x="16" y="0"/>
                  </a:moveTo>
                  <a:lnTo>
                    <a:pt x="22" y="4"/>
                  </a:lnTo>
                  <a:lnTo>
                    <a:pt x="5" y="41"/>
                  </a:lnTo>
                  <a:lnTo>
                    <a:pt x="0" y="3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800" bIns="288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43" name="Freeform 341"/>
            <p:cNvSpPr/>
            <p:nvPr/>
          </p:nvSpPr>
          <p:spPr>
            <a:xfrm>
              <a:off x="4108320" y="270900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7 h 10"/>
                <a:gd name="GluePoint2X" fmla="*/ 3 w 9"/>
                <a:gd name="GluePoint2Y" fmla="*/ 0 h 10"/>
                <a:gd name="GluePoint3X" fmla="*/ 9 w 9"/>
                <a:gd name="GluePoint3Y" fmla="*/ 4 h 10"/>
                <a:gd name="GluePoint4X" fmla="*/ 6 w 9"/>
                <a:gd name="GluePoint4Y" fmla="*/ 10 h 10"/>
                <a:gd name="GluePoint5X" fmla="*/ 0 w 9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44" name="Freeform 342"/>
            <p:cNvSpPr/>
            <p:nvPr/>
          </p:nvSpPr>
          <p:spPr>
            <a:xfrm>
              <a:off x="4060440" y="270900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7 h 10"/>
                <a:gd name="GluePoint2X" fmla="*/ 4 w 9"/>
                <a:gd name="GluePoint2Y" fmla="*/ 0 h 10"/>
                <a:gd name="GluePoint3X" fmla="*/ 9 w 9"/>
                <a:gd name="GluePoint3Y" fmla="*/ 4 h 10"/>
                <a:gd name="GluePoint4X" fmla="*/ 6 w 9"/>
                <a:gd name="GluePoint4Y" fmla="*/ 10 h 10"/>
                <a:gd name="GluePoint5X" fmla="*/ 0 w 9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7"/>
                  </a:moveTo>
                  <a:lnTo>
                    <a:pt x="4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45" name="Freeform 343"/>
            <p:cNvSpPr/>
            <p:nvPr/>
          </p:nvSpPr>
          <p:spPr>
            <a:xfrm>
              <a:off x="4155120" y="270900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  <a:gd name="GluePoint1X" fmla="*/ 0 w 10"/>
                <a:gd name="GluePoint1Y" fmla="*/ 7 h 10"/>
                <a:gd name="GluePoint2X" fmla="*/ 4 w 10"/>
                <a:gd name="GluePoint2Y" fmla="*/ 0 h 10"/>
                <a:gd name="GluePoint3X" fmla="*/ 10 w 10"/>
                <a:gd name="GluePoint3Y" fmla="*/ 4 h 10"/>
                <a:gd name="GluePoint4X" fmla="*/ 6 w 10"/>
                <a:gd name="GluePoint4Y" fmla="*/ 10 h 10"/>
                <a:gd name="GluePoint5X" fmla="*/ 0 w 10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0" h="10">
                  <a:moveTo>
                    <a:pt x="0" y="7"/>
                  </a:moveTo>
                  <a:lnTo>
                    <a:pt x="4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46" name="Freeform 344"/>
            <p:cNvSpPr/>
            <p:nvPr/>
          </p:nvSpPr>
          <p:spPr>
            <a:xfrm>
              <a:off x="4203000" y="270900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7 h 10"/>
                <a:gd name="GluePoint2X" fmla="*/ 3 w 9"/>
                <a:gd name="GluePoint2Y" fmla="*/ 0 h 10"/>
                <a:gd name="GluePoint3X" fmla="*/ 9 w 9"/>
                <a:gd name="GluePoint3Y" fmla="*/ 4 h 10"/>
                <a:gd name="GluePoint4X" fmla="*/ 6 w 9"/>
                <a:gd name="GluePoint4Y" fmla="*/ 10 h 10"/>
                <a:gd name="GluePoint5X" fmla="*/ 0 w 9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6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47" name="Freeform 345"/>
            <p:cNvSpPr/>
            <p:nvPr/>
          </p:nvSpPr>
          <p:spPr>
            <a:xfrm>
              <a:off x="4250880" y="2709000"/>
              <a:ext cx="12240" cy="136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3680"/>
                <a:gd name="textAreaBottom" fmla="*/ 14040 h 13680"/>
                <a:gd name="GluePoint1X" fmla="*/ 0 w 9"/>
                <a:gd name="GluePoint1Y" fmla="*/ 7 h 10"/>
                <a:gd name="GluePoint2X" fmla="*/ 3 w 9"/>
                <a:gd name="GluePoint2Y" fmla="*/ 0 h 10"/>
                <a:gd name="GluePoint3X" fmla="*/ 9 w 9"/>
                <a:gd name="GluePoint3Y" fmla="*/ 4 h 10"/>
                <a:gd name="GluePoint4X" fmla="*/ 5 w 9"/>
                <a:gd name="GluePoint4Y" fmla="*/ 10 h 10"/>
                <a:gd name="GluePoint5X" fmla="*/ 0 w 9"/>
                <a:gd name="GluePoint5Y" fmla="*/ 7 h 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" h="10">
                  <a:moveTo>
                    <a:pt x="0" y="7"/>
                  </a:moveTo>
                  <a:lnTo>
                    <a:pt x="3" y="0"/>
                  </a:lnTo>
                  <a:lnTo>
                    <a:pt x="9" y="4"/>
                  </a:lnTo>
                  <a:lnTo>
                    <a:pt x="5" y="1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840" bIns="68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4048" name="Freeform 346"/>
          <p:cNvSpPr/>
          <p:nvPr/>
        </p:nvSpPr>
        <p:spPr>
          <a:xfrm>
            <a:off x="4821120" y="3642840"/>
            <a:ext cx="305280" cy="236160"/>
          </a:xfrm>
          <a:custGeom>
            <a:avLst/>
            <a:gdLst>
              <a:gd name="textAreaLeft" fmla="*/ 0 w 305280"/>
              <a:gd name="textAreaRight" fmla="*/ 305640 w 305280"/>
              <a:gd name="textAreaTop" fmla="*/ 0 h 236160"/>
              <a:gd name="textAreaBottom" fmla="*/ 236520 h 236160"/>
              <a:gd name="GluePoint1X" fmla="*/ 258 w 258"/>
              <a:gd name="GluePoint1Y" fmla="*/ 8 h 200"/>
              <a:gd name="GluePoint2X" fmla="*/ 256 w 258"/>
              <a:gd name="GluePoint2Y" fmla="*/ 0 h 200"/>
              <a:gd name="GluePoint3X" fmla="*/ 129 w 258"/>
              <a:gd name="GluePoint3Y" fmla="*/ 16 h 200"/>
              <a:gd name="GluePoint4X" fmla="*/ 2 w 258"/>
              <a:gd name="GluePoint4Y" fmla="*/ 0 h 200"/>
              <a:gd name="GluePoint5X" fmla="*/ 0 w 258"/>
              <a:gd name="GluePoint5Y" fmla="*/ 8 h 200"/>
              <a:gd name="GluePoint6X" fmla="*/ 81 w 258"/>
              <a:gd name="GluePoint6Y" fmla="*/ 22 h 200"/>
              <a:gd name="GluePoint7X" fmla="*/ 81 w 258"/>
              <a:gd name="GluePoint7Y" fmla="*/ 179 h 200"/>
              <a:gd name="GluePoint8X" fmla="*/ 0 w 258"/>
              <a:gd name="GluePoint8Y" fmla="*/ 192 h 200"/>
              <a:gd name="GluePoint9X" fmla="*/ 2 w 258"/>
              <a:gd name="GluePoint9Y" fmla="*/ 200 h 200"/>
              <a:gd name="GluePoint10X" fmla="*/ 129 w 258"/>
              <a:gd name="GluePoint10Y" fmla="*/ 184 h 200"/>
              <a:gd name="GluePoint11X" fmla="*/ 256 w 258"/>
              <a:gd name="GluePoint11Y" fmla="*/ 200 h 200"/>
              <a:gd name="GluePoint12X" fmla="*/ 258 w 258"/>
              <a:gd name="GluePoint12Y" fmla="*/ 192 h 200"/>
              <a:gd name="GluePoint13X" fmla="*/ 177 w 258"/>
              <a:gd name="GluePoint13Y" fmla="*/ 179 h 200"/>
              <a:gd name="GluePoint14X" fmla="*/ 177 w 258"/>
              <a:gd name="GluePoint14Y" fmla="*/ 22 h 200"/>
              <a:gd name="GluePoint15X" fmla="*/ 258 w 258"/>
              <a:gd name="GluePoint15Y" fmla="*/ 8 h 200"/>
              <a:gd name="GluePoint16X" fmla="*/ 169 w 258"/>
              <a:gd name="GluePoint16Y" fmla="*/ 178 h 200"/>
              <a:gd name="GluePoint17X" fmla="*/ 129 w 258"/>
              <a:gd name="GluePoint17Y" fmla="*/ 176 h 200"/>
              <a:gd name="GluePoint18X" fmla="*/ 89 w 258"/>
              <a:gd name="GluePoint18Y" fmla="*/ 178 h 200"/>
              <a:gd name="GluePoint19X" fmla="*/ 89 w 258"/>
              <a:gd name="GluePoint19Y" fmla="*/ 22 h 200"/>
              <a:gd name="GluePoint20X" fmla="*/ 129 w 258"/>
              <a:gd name="GluePoint20Y" fmla="*/ 24 h 200"/>
              <a:gd name="GluePoint21X" fmla="*/ 169 w 258"/>
              <a:gd name="GluePoint21Y" fmla="*/ 22 h 200"/>
              <a:gd name="GluePoint22X" fmla="*/ 169 w 258"/>
              <a:gd name="GluePoint22Y" fmla="*/ 178 h 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258" h="200">
                <a:moveTo>
                  <a:pt x="258" y="8"/>
                </a:moveTo>
                <a:cubicBezTo>
                  <a:pt x="256" y="0"/>
                  <a:pt x="256" y="0"/>
                  <a:pt x="256" y="0"/>
                </a:cubicBezTo>
                <a:cubicBezTo>
                  <a:pt x="255" y="1"/>
                  <a:pt x="192" y="16"/>
                  <a:pt x="129" y="16"/>
                </a:cubicBezTo>
                <a:cubicBezTo>
                  <a:pt x="66" y="16"/>
                  <a:pt x="3" y="1"/>
                  <a:pt x="2" y="0"/>
                </a:cubicBezTo>
                <a:cubicBezTo>
                  <a:pt x="0" y="8"/>
                  <a:pt x="0" y="8"/>
                  <a:pt x="0" y="8"/>
                </a:cubicBezTo>
                <a:cubicBezTo>
                  <a:pt x="1" y="8"/>
                  <a:pt x="36" y="17"/>
                  <a:pt x="81" y="22"/>
                </a:cubicBezTo>
                <a:cubicBezTo>
                  <a:pt x="81" y="179"/>
                  <a:pt x="81" y="179"/>
                  <a:pt x="81" y="179"/>
                </a:cubicBezTo>
                <a:cubicBezTo>
                  <a:pt x="36" y="183"/>
                  <a:pt x="1" y="192"/>
                  <a:pt x="0" y="192"/>
                </a:cubicBezTo>
                <a:cubicBezTo>
                  <a:pt x="2" y="200"/>
                  <a:pt x="2" y="200"/>
                  <a:pt x="2" y="200"/>
                </a:cubicBezTo>
                <a:cubicBezTo>
                  <a:pt x="3" y="200"/>
                  <a:pt x="66" y="184"/>
                  <a:pt x="129" y="184"/>
                </a:cubicBezTo>
                <a:cubicBezTo>
                  <a:pt x="192" y="184"/>
                  <a:pt x="255" y="200"/>
                  <a:pt x="256" y="200"/>
                </a:cubicBezTo>
                <a:cubicBezTo>
                  <a:pt x="258" y="192"/>
                  <a:pt x="258" y="192"/>
                  <a:pt x="258" y="192"/>
                </a:cubicBezTo>
                <a:cubicBezTo>
                  <a:pt x="258" y="192"/>
                  <a:pt x="222" y="183"/>
                  <a:pt x="177" y="179"/>
                </a:cubicBezTo>
                <a:cubicBezTo>
                  <a:pt x="177" y="22"/>
                  <a:pt x="177" y="22"/>
                  <a:pt x="177" y="22"/>
                </a:cubicBezTo>
                <a:cubicBezTo>
                  <a:pt x="222" y="17"/>
                  <a:pt x="258" y="8"/>
                  <a:pt x="258" y="8"/>
                </a:cubicBezTo>
                <a:close/>
                <a:moveTo>
                  <a:pt x="169" y="178"/>
                </a:moveTo>
                <a:cubicBezTo>
                  <a:pt x="156" y="177"/>
                  <a:pt x="143" y="176"/>
                  <a:pt x="129" y="176"/>
                </a:cubicBezTo>
                <a:cubicBezTo>
                  <a:pt x="116" y="176"/>
                  <a:pt x="102" y="177"/>
                  <a:pt x="89" y="178"/>
                </a:cubicBezTo>
                <a:cubicBezTo>
                  <a:pt x="89" y="22"/>
                  <a:pt x="89" y="22"/>
                  <a:pt x="89" y="22"/>
                </a:cubicBezTo>
                <a:cubicBezTo>
                  <a:pt x="102" y="24"/>
                  <a:pt x="116" y="24"/>
                  <a:pt x="129" y="24"/>
                </a:cubicBezTo>
                <a:cubicBezTo>
                  <a:pt x="143" y="24"/>
                  <a:pt x="156" y="24"/>
                  <a:pt x="169" y="22"/>
                </a:cubicBezTo>
                <a:lnTo>
                  <a:pt x="169" y="178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49" name="Freeform 347"/>
          <p:cNvSpPr/>
          <p:nvPr/>
        </p:nvSpPr>
        <p:spPr>
          <a:xfrm>
            <a:off x="4822560" y="1645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28 w 256"/>
              <a:gd name="GluePoint1Y" fmla="*/ 0 h 256"/>
              <a:gd name="GluePoint2X" fmla="*/ 0 w 256"/>
              <a:gd name="GluePoint2Y" fmla="*/ 128 h 256"/>
              <a:gd name="GluePoint3X" fmla="*/ 128 w 256"/>
              <a:gd name="GluePoint3Y" fmla="*/ 256 h 256"/>
              <a:gd name="GluePoint4X" fmla="*/ 256 w 256"/>
              <a:gd name="GluePoint4Y" fmla="*/ 128 h 256"/>
              <a:gd name="GluePoint5X" fmla="*/ 128 w 256"/>
              <a:gd name="GluePoint5Y" fmla="*/ 0 h 256"/>
              <a:gd name="GluePoint6X" fmla="*/ 128 w 256"/>
              <a:gd name="GluePoint6Y" fmla="*/ 248 h 256"/>
              <a:gd name="GluePoint7X" fmla="*/ 8 w 256"/>
              <a:gd name="GluePoint7Y" fmla="*/ 128 h 256"/>
              <a:gd name="GluePoint8X" fmla="*/ 128 w 256"/>
              <a:gd name="GluePoint8Y" fmla="*/ 8 h 256"/>
              <a:gd name="GluePoint9X" fmla="*/ 248 w 256"/>
              <a:gd name="GluePoint9Y" fmla="*/ 128 h 256"/>
              <a:gd name="GluePoint10X" fmla="*/ 128 w 256"/>
              <a:gd name="GluePoint10Y" fmla="*/ 24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256" h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98"/>
                  <a:pt x="57" y="256"/>
                  <a:pt x="128" y="256"/>
                </a:cubicBez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lose/>
                <a:moveTo>
                  <a:pt x="128" y="248"/>
                </a:moveTo>
                <a:cubicBezTo>
                  <a:pt x="62" y="248"/>
                  <a:pt x="8" y="194"/>
                  <a:pt x="8" y="128"/>
                </a:cubicBezTo>
                <a:cubicBezTo>
                  <a:pt x="8" y="62"/>
                  <a:pt x="62" y="8"/>
                  <a:pt x="128" y="8"/>
                </a:cubicBezTo>
                <a:cubicBezTo>
                  <a:pt x="194" y="8"/>
                  <a:pt x="248" y="62"/>
                  <a:pt x="248" y="128"/>
                </a:cubicBezTo>
                <a:cubicBezTo>
                  <a:pt x="248" y="194"/>
                  <a:pt x="194" y="248"/>
                  <a:pt x="128" y="24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4050" name="Группа 448"/>
          <p:cNvGrpSpPr/>
          <p:nvPr/>
        </p:nvGrpSpPr>
        <p:grpSpPr>
          <a:xfrm>
            <a:off x="2073240" y="3231720"/>
            <a:ext cx="302760" cy="244440"/>
            <a:chOff x="2073240" y="3231720"/>
            <a:chExt cx="302760" cy="244440"/>
          </a:xfrm>
        </p:grpSpPr>
        <p:sp>
          <p:nvSpPr>
            <p:cNvPr id="4051" name="Freeform 348"/>
            <p:cNvSpPr/>
            <p:nvPr/>
          </p:nvSpPr>
          <p:spPr>
            <a:xfrm>
              <a:off x="2097360" y="3269880"/>
              <a:ext cx="278640" cy="17856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178560"/>
                <a:gd name="textAreaBottom" fmla="*/ 178920 h 178560"/>
                <a:gd name="GluePoint1X" fmla="*/ 208 w 236"/>
                <a:gd name="GluePoint1Y" fmla="*/ 80 h 152"/>
                <a:gd name="GluePoint2X" fmla="*/ 124 w 236"/>
                <a:gd name="GluePoint2Y" fmla="*/ 8 h 152"/>
                <a:gd name="GluePoint3X" fmla="*/ 102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40 w 236"/>
                <a:gd name="GluePoint9Y" fmla="*/ 144 h 152"/>
                <a:gd name="GluePoint10X" fmla="*/ 8 w 236"/>
                <a:gd name="GluePoint10Y" fmla="*/ 112 h 152"/>
                <a:gd name="GluePoint11X" fmla="*/ 40 w 236"/>
                <a:gd name="GluePoint11Y" fmla="*/ 76 h 152"/>
                <a:gd name="GluePoint12X" fmla="*/ 52 w 236"/>
                <a:gd name="GluePoint12Y" fmla="*/ 76 h 152"/>
                <a:gd name="GluePoint13X" fmla="*/ 52 w 236"/>
                <a:gd name="GluePoint13Y" fmla="*/ 73 h 152"/>
                <a:gd name="GluePoint14X" fmla="*/ 124 w 236"/>
                <a:gd name="GluePoint14Y" fmla="*/ 16 h 152"/>
                <a:gd name="GluePoint15X" fmla="*/ 200 w 236"/>
                <a:gd name="GluePoint15Y" fmla="*/ 84 h 152"/>
                <a:gd name="GluePoint16X" fmla="*/ 200 w 236"/>
                <a:gd name="GluePoint16Y" fmla="*/ 88 h 152"/>
                <a:gd name="GluePoint17X" fmla="*/ 204 w 236"/>
                <a:gd name="GluePoint17Y" fmla="*/ 88 h 152"/>
                <a:gd name="GluePoint18X" fmla="*/ 228 w 236"/>
                <a:gd name="GluePoint18Y" fmla="*/ 120 h 152"/>
                <a:gd name="GluePoint19X" fmla="*/ 204 w 236"/>
                <a:gd name="GluePoint19Y" fmla="*/ 144 h 152"/>
                <a:gd name="GluePoint20X" fmla="*/ 204 w 236"/>
                <a:gd name="GluePoint20Y" fmla="*/ 152 h 152"/>
                <a:gd name="GluePoint21X" fmla="*/ 236 w 236"/>
                <a:gd name="GluePoint21Y" fmla="*/ 120 h 152"/>
                <a:gd name="GluePoint22X" fmla="*/ 208 w 236"/>
                <a:gd name="GluePoint22Y" fmla="*/ 80 h 152"/>
                <a:gd name="GluePoint23X" fmla="*/ 45 w 236"/>
                <a:gd name="GluePoint23Y" fmla="*/ 68 h 152"/>
                <a:gd name="GluePoint24X" fmla="*/ 40 w 236"/>
                <a:gd name="GluePoint24Y" fmla="*/ 68 h 152"/>
                <a:gd name="GluePoint25X" fmla="*/ 24 w 236"/>
                <a:gd name="GluePoint25Y" fmla="*/ 72 h 152"/>
                <a:gd name="GluePoint26X" fmla="*/ 20 w 236"/>
                <a:gd name="GluePoint26Y" fmla="*/ 56 h 152"/>
                <a:gd name="GluePoint27X" fmla="*/ 68 w 236"/>
                <a:gd name="GluePoint27Y" fmla="*/ 8 h 152"/>
                <a:gd name="GluePoint28X" fmla="*/ 92 w 236"/>
                <a:gd name="GluePoint28Y" fmla="*/ 15 h 152"/>
                <a:gd name="GluePoint29X" fmla="*/ 45 w 236"/>
                <a:gd name="GluePoint29Y" fmla="*/ 68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2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5"/>
                    <a:pt x="14" y="71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3" y="76"/>
                    <a:pt x="40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9" y="16"/>
                    <a:pt x="124" y="16"/>
                  </a:cubicBezTo>
                  <a:cubicBezTo>
                    <a:pt x="166" y="16"/>
                    <a:pt x="200" y="47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5"/>
                    <a:pt x="219" y="144"/>
                    <a:pt x="204" y="144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45" y="68"/>
                  </a:move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70"/>
                    <a:pt x="24" y="72"/>
                  </a:cubicBezTo>
                  <a:cubicBezTo>
                    <a:pt x="21" y="67"/>
                    <a:pt x="20" y="63"/>
                    <a:pt x="20" y="56"/>
                  </a:cubicBezTo>
                  <a:cubicBezTo>
                    <a:pt x="20" y="30"/>
                    <a:pt x="42" y="8"/>
                    <a:pt x="68" y="8"/>
                  </a:cubicBezTo>
                  <a:cubicBezTo>
                    <a:pt x="77" y="8"/>
                    <a:pt x="85" y="10"/>
                    <a:pt x="92" y="15"/>
                  </a:cubicBezTo>
                  <a:cubicBezTo>
                    <a:pt x="69" y="24"/>
                    <a:pt x="51" y="44"/>
                    <a:pt x="45" y="6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52" name="Rectangle 349"/>
            <p:cNvSpPr/>
            <p:nvPr/>
          </p:nvSpPr>
          <p:spPr>
            <a:xfrm>
              <a:off x="2073240" y="333036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53" name="Rectangle 350"/>
            <p:cNvSpPr/>
            <p:nvPr/>
          </p:nvSpPr>
          <p:spPr>
            <a:xfrm>
              <a:off x="2171880" y="3231720"/>
              <a:ext cx="9360" cy="27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54" name="Freeform 351"/>
            <p:cNvSpPr/>
            <p:nvPr/>
          </p:nvSpPr>
          <p:spPr>
            <a:xfrm>
              <a:off x="2088720" y="3247200"/>
              <a:ext cx="34920" cy="349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4920"/>
                <a:gd name="textAreaBottom" fmla="*/ 35280 h 34920"/>
                <a:gd name="GluePoint1X" fmla="*/ 5 w 25"/>
                <a:gd name="GluePoint1Y" fmla="*/ 0 h 25"/>
                <a:gd name="GluePoint2X" fmla="*/ 25 w 25"/>
                <a:gd name="GluePoint2Y" fmla="*/ 20 h 25"/>
                <a:gd name="GluePoint3X" fmla="*/ 20 w 25"/>
                <a:gd name="GluePoint3Y" fmla="*/ 25 h 25"/>
                <a:gd name="GluePoint4X" fmla="*/ 0 w 25"/>
                <a:gd name="GluePoint4Y" fmla="*/ 5 h 25"/>
                <a:gd name="GluePoint5X" fmla="*/ 5 w 25"/>
                <a:gd name="GluePoint5Y" fmla="*/ 0 h 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" h="25">
                  <a:moveTo>
                    <a:pt x="5" y="0"/>
                  </a:moveTo>
                  <a:lnTo>
                    <a:pt x="25" y="20"/>
                  </a:lnTo>
                  <a:lnTo>
                    <a:pt x="20" y="2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7640" bIns="176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55" name="Rectangle 352"/>
            <p:cNvSpPr/>
            <p:nvPr/>
          </p:nvSpPr>
          <p:spPr>
            <a:xfrm>
              <a:off x="2153520" y="3440160"/>
              <a:ext cx="1742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56" name="Rectangle 353"/>
            <p:cNvSpPr/>
            <p:nvPr/>
          </p:nvSpPr>
          <p:spPr>
            <a:xfrm>
              <a:off x="2153520" y="3468240"/>
              <a:ext cx="174240" cy="79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960" bIns="39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4057" name="Rectangle 354"/>
          <p:cNvSpPr/>
          <p:nvPr/>
        </p:nvSpPr>
        <p:spPr>
          <a:xfrm>
            <a:off x="2153520" y="3496320"/>
            <a:ext cx="174240" cy="936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4680" bIns="468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4058" name="Группа 449"/>
          <p:cNvGrpSpPr/>
          <p:nvPr/>
        </p:nvGrpSpPr>
        <p:grpSpPr>
          <a:xfrm>
            <a:off x="2466360" y="3250080"/>
            <a:ext cx="302400" cy="236160"/>
            <a:chOff x="2466360" y="3250080"/>
            <a:chExt cx="302400" cy="236160"/>
          </a:xfrm>
        </p:grpSpPr>
        <p:sp>
          <p:nvSpPr>
            <p:cNvPr id="4059" name="Freeform 355"/>
            <p:cNvSpPr/>
            <p:nvPr/>
          </p:nvSpPr>
          <p:spPr>
            <a:xfrm>
              <a:off x="2466360" y="3250080"/>
              <a:ext cx="302400" cy="1800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0000"/>
                <a:gd name="textAreaBottom" fmla="*/ 180360 h 18000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1 h 152"/>
                <a:gd name="GluePoint4X" fmla="*/ 56 w 256"/>
                <a:gd name="GluePoint4Y" fmla="*/ 0 h 152"/>
                <a:gd name="GluePoint5X" fmla="*/ 46 w 256"/>
                <a:gd name="GluePoint5Y" fmla="*/ 1 h 152"/>
                <a:gd name="GluePoint6X" fmla="*/ 40 w 256"/>
                <a:gd name="GluePoint6Y" fmla="*/ 2 h 152"/>
                <a:gd name="GluePoint7X" fmla="*/ 43 w 256"/>
                <a:gd name="GluePoint7Y" fmla="*/ 7 h 152"/>
                <a:gd name="GluePoint8X" fmla="*/ 48 w 256"/>
                <a:gd name="GluePoint8Y" fmla="*/ 24 h 152"/>
                <a:gd name="GluePoint9X" fmla="*/ 16 w 256"/>
                <a:gd name="GluePoint9Y" fmla="*/ 56 h 152"/>
                <a:gd name="GluePoint10X" fmla="*/ 6 w 256"/>
                <a:gd name="GluePoint10Y" fmla="*/ 55 h 152"/>
                <a:gd name="GluePoint11X" fmla="*/ 0 w 256"/>
                <a:gd name="GluePoint11Y" fmla="*/ 53 h 152"/>
                <a:gd name="GluePoint12X" fmla="*/ 1 w 256"/>
                <a:gd name="GluePoint12Y" fmla="*/ 59 h 152"/>
                <a:gd name="GluePoint13X" fmla="*/ 9 w 256"/>
                <a:gd name="GluePoint13Y" fmla="*/ 86 h 152"/>
                <a:gd name="GluePoint14X" fmla="*/ 22 w 256"/>
                <a:gd name="GluePoint14Y" fmla="*/ 100 h 152"/>
                <a:gd name="GluePoint15X" fmla="*/ 20 w 256"/>
                <a:gd name="GluePoint15Y" fmla="*/ 112 h 152"/>
                <a:gd name="GluePoint16X" fmla="*/ 60 w 256"/>
                <a:gd name="GluePoint16Y" fmla="*/ 152 h 152"/>
                <a:gd name="GluePoint17X" fmla="*/ 60 w 256"/>
                <a:gd name="GluePoint17Y" fmla="*/ 144 h 152"/>
                <a:gd name="GluePoint18X" fmla="*/ 28 w 256"/>
                <a:gd name="GluePoint18Y" fmla="*/ 112 h 152"/>
                <a:gd name="GluePoint19X" fmla="*/ 60 w 256"/>
                <a:gd name="GluePoint19Y" fmla="*/ 76 h 152"/>
                <a:gd name="GluePoint20X" fmla="*/ 72 w 256"/>
                <a:gd name="GluePoint20Y" fmla="*/ 76 h 152"/>
                <a:gd name="GluePoint21X" fmla="*/ 72 w 256"/>
                <a:gd name="GluePoint21Y" fmla="*/ 73 h 152"/>
                <a:gd name="GluePoint22X" fmla="*/ 144 w 256"/>
                <a:gd name="GluePoint22Y" fmla="*/ 16 h 152"/>
                <a:gd name="GluePoint23X" fmla="*/ 220 w 256"/>
                <a:gd name="GluePoint23Y" fmla="*/ 84 h 152"/>
                <a:gd name="GluePoint24X" fmla="*/ 220 w 256"/>
                <a:gd name="GluePoint24Y" fmla="*/ 88 h 152"/>
                <a:gd name="GluePoint25X" fmla="*/ 224 w 256"/>
                <a:gd name="GluePoint25Y" fmla="*/ 88 h 152"/>
                <a:gd name="GluePoint26X" fmla="*/ 248 w 256"/>
                <a:gd name="GluePoint26Y" fmla="*/ 120 h 152"/>
                <a:gd name="GluePoint27X" fmla="*/ 224 w 256"/>
                <a:gd name="GluePoint27Y" fmla="*/ 144 h 152"/>
                <a:gd name="GluePoint28X" fmla="*/ 224 w 256"/>
                <a:gd name="GluePoint28Y" fmla="*/ 152 h 152"/>
                <a:gd name="GluePoint29X" fmla="*/ 256 w 256"/>
                <a:gd name="GluePoint29Y" fmla="*/ 120 h 152"/>
                <a:gd name="GluePoint30X" fmla="*/ 228 w 256"/>
                <a:gd name="GluePoint30Y" fmla="*/ 80 h 152"/>
                <a:gd name="GluePoint31X" fmla="*/ 65 w 256"/>
                <a:gd name="GluePoint31Y" fmla="*/ 68 h 152"/>
                <a:gd name="GluePoint32X" fmla="*/ 60 w 256"/>
                <a:gd name="GluePoint32Y" fmla="*/ 68 h 152"/>
                <a:gd name="GluePoint33X" fmla="*/ 25 w 256"/>
                <a:gd name="GluePoint33Y" fmla="*/ 92 h 152"/>
                <a:gd name="GluePoint34X" fmla="*/ 16 w 256"/>
                <a:gd name="GluePoint34Y" fmla="*/ 82 h 152"/>
                <a:gd name="GluePoint35X" fmla="*/ 9 w 256"/>
                <a:gd name="GluePoint35Y" fmla="*/ 64 h 152"/>
                <a:gd name="GluePoint36X" fmla="*/ 16 w 256"/>
                <a:gd name="GluePoint36Y" fmla="*/ 64 h 152"/>
                <a:gd name="GluePoint37X" fmla="*/ 56 w 256"/>
                <a:gd name="GluePoint37Y" fmla="*/ 24 h 152"/>
                <a:gd name="GluePoint38X" fmla="*/ 53 w 256"/>
                <a:gd name="GluePoint38Y" fmla="*/ 8 h 152"/>
                <a:gd name="GluePoint39X" fmla="*/ 56 w 256"/>
                <a:gd name="GluePoint39Y" fmla="*/ 8 h 152"/>
                <a:gd name="GluePoint40X" fmla="*/ 93 w 256"/>
                <a:gd name="GluePoint40Y" fmla="*/ 25 h 152"/>
                <a:gd name="GluePoint41X" fmla="*/ 65 w 256"/>
                <a:gd name="GluePoint41Y" fmla="*/ 68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53" y="0"/>
                    <a:pt x="50" y="1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6"/>
                    <a:pt x="6" y="55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1" y="68"/>
                    <a:pt x="4" y="78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65" y="68"/>
                  </a:move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ubicBezTo>
                    <a:pt x="12" y="77"/>
                    <a:pt x="10" y="70"/>
                    <a:pt x="9" y="64"/>
                  </a:cubicBezTo>
                  <a:cubicBezTo>
                    <a:pt x="11" y="64"/>
                    <a:pt x="14" y="64"/>
                    <a:pt x="16" y="64"/>
                  </a:cubicBezTo>
                  <a:cubicBezTo>
                    <a:pt x="38" y="64"/>
                    <a:pt x="56" y="47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5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60" name="Rectangle 356"/>
            <p:cNvSpPr/>
            <p:nvPr/>
          </p:nvSpPr>
          <p:spPr>
            <a:xfrm>
              <a:off x="2546640" y="3420360"/>
              <a:ext cx="1742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61" name="Rectangle 357"/>
            <p:cNvSpPr/>
            <p:nvPr/>
          </p:nvSpPr>
          <p:spPr>
            <a:xfrm>
              <a:off x="2546640" y="3448440"/>
              <a:ext cx="1742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62" name="Rectangle 358"/>
            <p:cNvSpPr/>
            <p:nvPr/>
          </p:nvSpPr>
          <p:spPr>
            <a:xfrm>
              <a:off x="2546640" y="3476880"/>
              <a:ext cx="17424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063" name="Группа 450"/>
          <p:cNvGrpSpPr/>
          <p:nvPr/>
        </p:nvGrpSpPr>
        <p:grpSpPr>
          <a:xfrm>
            <a:off x="2857680" y="3250080"/>
            <a:ext cx="302400" cy="236160"/>
            <a:chOff x="2857680" y="3250080"/>
            <a:chExt cx="302400" cy="236160"/>
          </a:xfrm>
        </p:grpSpPr>
        <p:sp>
          <p:nvSpPr>
            <p:cNvPr id="4064" name="Freeform 359"/>
            <p:cNvSpPr/>
            <p:nvPr/>
          </p:nvSpPr>
          <p:spPr>
            <a:xfrm>
              <a:off x="2857680" y="3250080"/>
              <a:ext cx="302400" cy="1800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0000"/>
                <a:gd name="textAreaBottom" fmla="*/ 180360 h 180000"/>
                <a:gd name="GluePoint1X" fmla="*/ 22 w 256"/>
                <a:gd name="GluePoint1Y" fmla="*/ 100 h 152"/>
                <a:gd name="GluePoint2X" fmla="*/ 20 w 256"/>
                <a:gd name="GluePoint2Y" fmla="*/ 112 h 152"/>
                <a:gd name="GluePoint3X" fmla="*/ 60 w 256"/>
                <a:gd name="GluePoint3Y" fmla="*/ 152 h 152"/>
                <a:gd name="GluePoint4X" fmla="*/ 60 w 256"/>
                <a:gd name="GluePoint4Y" fmla="*/ 144 h 152"/>
                <a:gd name="GluePoint5X" fmla="*/ 28 w 256"/>
                <a:gd name="GluePoint5Y" fmla="*/ 112 h 152"/>
                <a:gd name="GluePoint6X" fmla="*/ 60 w 256"/>
                <a:gd name="GluePoint6Y" fmla="*/ 76 h 152"/>
                <a:gd name="GluePoint7X" fmla="*/ 72 w 256"/>
                <a:gd name="GluePoint7Y" fmla="*/ 76 h 152"/>
                <a:gd name="GluePoint8X" fmla="*/ 72 w 256"/>
                <a:gd name="GluePoint8Y" fmla="*/ 73 h 152"/>
                <a:gd name="GluePoint9X" fmla="*/ 144 w 256"/>
                <a:gd name="GluePoint9Y" fmla="*/ 16 h 152"/>
                <a:gd name="GluePoint10X" fmla="*/ 220 w 256"/>
                <a:gd name="GluePoint10Y" fmla="*/ 84 h 152"/>
                <a:gd name="GluePoint11X" fmla="*/ 220 w 256"/>
                <a:gd name="GluePoint11Y" fmla="*/ 88 h 152"/>
                <a:gd name="GluePoint12X" fmla="*/ 224 w 256"/>
                <a:gd name="GluePoint12Y" fmla="*/ 88 h 152"/>
                <a:gd name="GluePoint13X" fmla="*/ 248 w 256"/>
                <a:gd name="GluePoint13Y" fmla="*/ 120 h 152"/>
                <a:gd name="GluePoint14X" fmla="*/ 224 w 256"/>
                <a:gd name="GluePoint14Y" fmla="*/ 144 h 152"/>
                <a:gd name="GluePoint15X" fmla="*/ 224 w 256"/>
                <a:gd name="GluePoint15Y" fmla="*/ 152 h 152"/>
                <a:gd name="GluePoint16X" fmla="*/ 256 w 256"/>
                <a:gd name="GluePoint16Y" fmla="*/ 120 h 152"/>
                <a:gd name="GluePoint17X" fmla="*/ 228 w 256"/>
                <a:gd name="GluePoint17Y" fmla="*/ 80 h 152"/>
                <a:gd name="GluePoint18X" fmla="*/ 144 w 256"/>
                <a:gd name="GluePoint18Y" fmla="*/ 8 h 152"/>
                <a:gd name="GluePoint19X" fmla="*/ 100 w 256"/>
                <a:gd name="GluePoint19Y" fmla="*/ 21 h 152"/>
                <a:gd name="GluePoint20X" fmla="*/ 56 w 256"/>
                <a:gd name="GluePoint20Y" fmla="*/ 0 h 152"/>
                <a:gd name="GluePoint21X" fmla="*/ 0 w 256"/>
                <a:gd name="GluePoint21Y" fmla="*/ 56 h 152"/>
                <a:gd name="GluePoint22X" fmla="*/ 9 w 256"/>
                <a:gd name="GluePoint22Y" fmla="*/ 86 h 152"/>
                <a:gd name="GluePoint23X" fmla="*/ 22 w 256"/>
                <a:gd name="GluePoint23Y" fmla="*/ 100 h 152"/>
                <a:gd name="GluePoint24X" fmla="*/ 56 w 256"/>
                <a:gd name="GluePoint24Y" fmla="*/ 8 h 152"/>
                <a:gd name="GluePoint25X" fmla="*/ 93 w 256"/>
                <a:gd name="GluePoint25Y" fmla="*/ 25 h 152"/>
                <a:gd name="GluePoint26X" fmla="*/ 65 w 256"/>
                <a:gd name="GluePoint26Y" fmla="*/ 68 h 152"/>
                <a:gd name="GluePoint27X" fmla="*/ 60 w 256"/>
                <a:gd name="GluePoint27Y" fmla="*/ 68 h 152"/>
                <a:gd name="GluePoint28X" fmla="*/ 25 w 256"/>
                <a:gd name="GluePoint28Y" fmla="*/ 92 h 152"/>
                <a:gd name="GluePoint29X" fmla="*/ 16 w 256"/>
                <a:gd name="GluePoint29Y" fmla="*/ 82 h 152"/>
                <a:gd name="GluePoint30X" fmla="*/ 8 w 256"/>
                <a:gd name="GluePoint30Y" fmla="*/ 56 h 152"/>
                <a:gd name="GluePoint31X" fmla="*/ 56 w 256"/>
                <a:gd name="GluePoint31Y" fmla="*/ 8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256" h="152">
                  <a:moveTo>
                    <a:pt x="22" y="100"/>
                  </a:move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2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9" y="40"/>
                    <a:pt x="109" y="16"/>
                    <a:pt x="144" y="16"/>
                  </a:cubicBezTo>
                  <a:cubicBezTo>
                    <a:pt x="186" y="16"/>
                    <a:pt x="220" y="47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9" y="88"/>
                    <a:pt x="248" y="105"/>
                    <a:pt x="248" y="120"/>
                  </a:cubicBezTo>
                  <a:cubicBezTo>
                    <a:pt x="248" y="135"/>
                    <a:pt x="239" y="144"/>
                    <a:pt x="224" y="144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3"/>
                    <a:pt x="100" y="21"/>
                  </a:cubicBezTo>
                  <a:cubicBezTo>
                    <a:pt x="89" y="8"/>
                    <a:pt x="73" y="0"/>
                    <a:pt x="56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67"/>
                    <a:pt x="4" y="77"/>
                    <a:pt x="9" y="86"/>
                  </a:cubicBezTo>
                  <a:cubicBezTo>
                    <a:pt x="13" y="92"/>
                    <a:pt x="17" y="96"/>
                    <a:pt x="22" y="100"/>
                  </a:cubicBezTo>
                  <a:close/>
                  <a:moveTo>
                    <a:pt x="56" y="8"/>
                  </a:moveTo>
                  <a:cubicBezTo>
                    <a:pt x="71" y="8"/>
                    <a:pt x="84" y="15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6"/>
                    <a:pt x="16" y="82"/>
                  </a:cubicBezTo>
                  <a:cubicBezTo>
                    <a:pt x="11" y="74"/>
                    <a:pt x="8" y="65"/>
                    <a:pt x="8" y="56"/>
                  </a:cubicBezTo>
                  <a:cubicBezTo>
                    <a:pt x="8" y="30"/>
                    <a:pt x="30" y="8"/>
                    <a:pt x="56" y="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65" name="Rectangle 360"/>
            <p:cNvSpPr/>
            <p:nvPr/>
          </p:nvSpPr>
          <p:spPr>
            <a:xfrm>
              <a:off x="2937960" y="3420360"/>
              <a:ext cx="1756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66" name="Rectangle 361"/>
            <p:cNvSpPr/>
            <p:nvPr/>
          </p:nvSpPr>
          <p:spPr>
            <a:xfrm>
              <a:off x="2937960" y="3448440"/>
              <a:ext cx="1756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67" name="Rectangle 362"/>
            <p:cNvSpPr/>
            <p:nvPr/>
          </p:nvSpPr>
          <p:spPr>
            <a:xfrm>
              <a:off x="2937960" y="3476880"/>
              <a:ext cx="1756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068" name="Группа 451"/>
          <p:cNvGrpSpPr/>
          <p:nvPr/>
        </p:nvGrpSpPr>
        <p:grpSpPr>
          <a:xfrm>
            <a:off x="3252240" y="3238560"/>
            <a:ext cx="302400" cy="260280"/>
            <a:chOff x="3252240" y="3238560"/>
            <a:chExt cx="302400" cy="260280"/>
          </a:xfrm>
        </p:grpSpPr>
        <p:sp>
          <p:nvSpPr>
            <p:cNvPr id="4069" name="Freeform 363"/>
            <p:cNvSpPr/>
            <p:nvPr/>
          </p:nvSpPr>
          <p:spPr>
            <a:xfrm>
              <a:off x="3252240" y="323856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223 w 256"/>
                <a:gd name="GluePoint1Y" fmla="*/ 80 h 156"/>
                <a:gd name="GluePoint2X" fmla="*/ 136 w 256"/>
                <a:gd name="GluePoint2Y" fmla="*/ 0 h 156"/>
                <a:gd name="GluePoint3X" fmla="*/ 48 w 256"/>
                <a:gd name="GluePoint3Y" fmla="*/ 64 h 156"/>
                <a:gd name="GluePoint4X" fmla="*/ 44 w 256"/>
                <a:gd name="GluePoint4Y" fmla="*/ 64 h 156"/>
                <a:gd name="GluePoint5X" fmla="*/ 0 w 256"/>
                <a:gd name="GluePoint5Y" fmla="*/ 112 h 156"/>
                <a:gd name="GluePoint6X" fmla="*/ 44 w 256"/>
                <a:gd name="GluePoint6Y" fmla="*/ 156 h 156"/>
                <a:gd name="GluePoint7X" fmla="*/ 44 w 256"/>
                <a:gd name="GluePoint7Y" fmla="*/ 148 h 156"/>
                <a:gd name="GluePoint8X" fmla="*/ 8 w 256"/>
                <a:gd name="GluePoint8Y" fmla="*/ 112 h 156"/>
                <a:gd name="GluePoint9X" fmla="*/ 44 w 256"/>
                <a:gd name="GluePoint9Y" fmla="*/ 72 h 156"/>
                <a:gd name="GluePoint10X" fmla="*/ 55 w 256"/>
                <a:gd name="GluePoint10Y" fmla="*/ 72 h 156"/>
                <a:gd name="GluePoint11X" fmla="*/ 56 w 256"/>
                <a:gd name="GluePoint11Y" fmla="*/ 69 h 156"/>
                <a:gd name="GluePoint12X" fmla="*/ 136 w 256"/>
                <a:gd name="GluePoint12Y" fmla="*/ 8 h 156"/>
                <a:gd name="GluePoint13X" fmla="*/ 216 w 256"/>
                <a:gd name="GluePoint13Y" fmla="*/ 84 h 156"/>
                <a:gd name="GluePoint14X" fmla="*/ 216 w 256"/>
                <a:gd name="GluePoint14Y" fmla="*/ 88 h 156"/>
                <a:gd name="GluePoint15X" fmla="*/ 220 w 256"/>
                <a:gd name="GluePoint15Y" fmla="*/ 88 h 156"/>
                <a:gd name="GluePoint16X" fmla="*/ 248 w 256"/>
                <a:gd name="GluePoint16Y" fmla="*/ 120 h 156"/>
                <a:gd name="GluePoint17X" fmla="*/ 220 w 256"/>
                <a:gd name="GluePoint17Y" fmla="*/ 148 h 156"/>
                <a:gd name="GluePoint18X" fmla="*/ 220 w 256"/>
                <a:gd name="GluePoint18Y" fmla="*/ 156 h 156"/>
                <a:gd name="GluePoint19X" fmla="*/ 256 w 256"/>
                <a:gd name="GluePoint19Y" fmla="*/ 120 h 156"/>
                <a:gd name="GluePoint20X" fmla="*/ 223 w 256"/>
                <a:gd name="GluePoint20Y" fmla="*/ 80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56" h="156">
                  <a:moveTo>
                    <a:pt x="223" y="80"/>
                  </a:move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3"/>
                    <a:pt x="8" y="112"/>
                  </a:cubicBezTo>
                  <a:cubicBezTo>
                    <a:pt x="8" y="91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0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1"/>
                    <a:pt x="256" y="120"/>
                  </a:cubicBezTo>
                  <a:cubicBezTo>
                    <a:pt x="256" y="102"/>
                    <a:pt x="243" y="83"/>
                    <a:pt x="223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70" name="Rectangle 364"/>
            <p:cNvSpPr/>
            <p:nvPr/>
          </p:nvSpPr>
          <p:spPr>
            <a:xfrm>
              <a:off x="3314160" y="3413520"/>
              <a:ext cx="1882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71" name="Rectangle 365"/>
            <p:cNvSpPr/>
            <p:nvPr/>
          </p:nvSpPr>
          <p:spPr>
            <a:xfrm>
              <a:off x="3314160" y="3451320"/>
              <a:ext cx="1882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72" name="Rectangle 366"/>
            <p:cNvSpPr/>
            <p:nvPr/>
          </p:nvSpPr>
          <p:spPr>
            <a:xfrm>
              <a:off x="3314160" y="3489480"/>
              <a:ext cx="18828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4073" name="Freeform 367"/>
          <p:cNvSpPr/>
          <p:nvPr/>
        </p:nvSpPr>
        <p:spPr>
          <a:xfrm>
            <a:off x="5215680" y="164592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128 w 256"/>
              <a:gd name="GluePoint1Y" fmla="*/ 256 h 256"/>
              <a:gd name="GluePoint2X" fmla="*/ 256 w 256"/>
              <a:gd name="GluePoint2Y" fmla="*/ 128 h 256"/>
              <a:gd name="GluePoint3X" fmla="*/ 128 w 256"/>
              <a:gd name="GluePoint3Y" fmla="*/ 0 h 256"/>
              <a:gd name="GluePoint4X" fmla="*/ 0 w 256"/>
              <a:gd name="GluePoint4Y" fmla="*/ 128 h 256"/>
              <a:gd name="GluePoint5X" fmla="*/ 128 w 256"/>
              <a:gd name="GluePoint5Y" fmla="*/ 256 h 256"/>
              <a:gd name="GluePoint6X" fmla="*/ 8 w 256"/>
              <a:gd name="GluePoint6Y" fmla="*/ 128 h 256"/>
              <a:gd name="GluePoint7X" fmla="*/ 8 w 256"/>
              <a:gd name="GluePoint7Y" fmla="*/ 120 h 256"/>
              <a:gd name="GluePoint8X" fmla="*/ 124 w 256"/>
              <a:gd name="GluePoint8Y" fmla="*/ 120 h 256"/>
              <a:gd name="GluePoint9X" fmla="*/ 124 w 256"/>
              <a:gd name="GluePoint9Y" fmla="*/ 136 h 256"/>
              <a:gd name="GluePoint10X" fmla="*/ 8 w 256"/>
              <a:gd name="GluePoint10Y" fmla="*/ 136 h 256"/>
              <a:gd name="GluePoint11X" fmla="*/ 8 w 256"/>
              <a:gd name="GluePoint11Y" fmla="*/ 128 h 256"/>
              <a:gd name="GluePoint12X" fmla="*/ 124 w 256"/>
              <a:gd name="GluePoint12Y" fmla="*/ 248 h 256"/>
              <a:gd name="GluePoint13X" fmla="*/ 85 w 256"/>
              <a:gd name="GluePoint13Y" fmla="*/ 240 h 256"/>
              <a:gd name="GluePoint14X" fmla="*/ 124 w 256"/>
              <a:gd name="GluePoint14Y" fmla="*/ 240 h 256"/>
              <a:gd name="GluePoint15X" fmla="*/ 124 w 256"/>
              <a:gd name="GluePoint15Y" fmla="*/ 248 h 256"/>
              <a:gd name="GluePoint16X" fmla="*/ 124 w 256"/>
              <a:gd name="GluePoint16Y" fmla="*/ 16 h 256"/>
              <a:gd name="GluePoint17X" fmla="*/ 85 w 256"/>
              <a:gd name="GluePoint17Y" fmla="*/ 16 h 256"/>
              <a:gd name="GluePoint18X" fmla="*/ 124 w 256"/>
              <a:gd name="GluePoint18Y" fmla="*/ 8 h 256"/>
              <a:gd name="GluePoint19X" fmla="*/ 124 w 256"/>
              <a:gd name="GluePoint19Y" fmla="*/ 16 h 256"/>
              <a:gd name="GluePoint20X" fmla="*/ 124 w 256"/>
              <a:gd name="GluePoint20Y" fmla="*/ 24 h 256"/>
              <a:gd name="GluePoint21X" fmla="*/ 124 w 256"/>
              <a:gd name="GluePoint21Y" fmla="*/ 40 h 256"/>
              <a:gd name="GluePoint22X" fmla="*/ 47 w 256"/>
              <a:gd name="GluePoint22Y" fmla="*/ 40 h 256"/>
              <a:gd name="GluePoint23X" fmla="*/ 68 w 256"/>
              <a:gd name="GluePoint23Y" fmla="*/ 24 h 256"/>
              <a:gd name="GluePoint24X" fmla="*/ 124 w 256"/>
              <a:gd name="GluePoint24Y" fmla="*/ 24 h 256"/>
              <a:gd name="GluePoint25X" fmla="*/ 124 w 256"/>
              <a:gd name="GluePoint25Y" fmla="*/ 48 h 256"/>
              <a:gd name="GluePoint26X" fmla="*/ 124 w 256"/>
              <a:gd name="GluePoint26Y" fmla="*/ 64 h 256"/>
              <a:gd name="GluePoint27X" fmla="*/ 27 w 256"/>
              <a:gd name="GluePoint27Y" fmla="*/ 64 h 256"/>
              <a:gd name="GluePoint28X" fmla="*/ 39 w 256"/>
              <a:gd name="GluePoint28Y" fmla="*/ 48 h 256"/>
              <a:gd name="GluePoint29X" fmla="*/ 124 w 256"/>
              <a:gd name="GluePoint29Y" fmla="*/ 48 h 256"/>
              <a:gd name="GluePoint30X" fmla="*/ 124 w 256"/>
              <a:gd name="GluePoint30Y" fmla="*/ 72 h 256"/>
              <a:gd name="GluePoint31X" fmla="*/ 124 w 256"/>
              <a:gd name="GluePoint31Y" fmla="*/ 88 h 256"/>
              <a:gd name="GluePoint32X" fmla="*/ 15 w 256"/>
              <a:gd name="GluePoint32Y" fmla="*/ 88 h 256"/>
              <a:gd name="GluePoint33X" fmla="*/ 22 w 256"/>
              <a:gd name="GluePoint33Y" fmla="*/ 72 h 256"/>
              <a:gd name="GluePoint34X" fmla="*/ 124 w 256"/>
              <a:gd name="GluePoint34Y" fmla="*/ 72 h 256"/>
              <a:gd name="GluePoint35X" fmla="*/ 124 w 256"/>
              <a:gd name="GluePoint35Y" fmla="*/ 96 h 256"/>
              <a:gd name="GluePoint36X" fmla="*/ 124 w 256"/>
              <a:gd name="GluePoint36Y" fmla="*/ 112 h 256"/>
              <a:gd name="GluePoint37X" fmla="*/ 9 w 256"/>
              <a:gd name="GluePoint37Y" fmla="*/ 112 h 256"/>
              <a:gd name="GluePoint38X" fmla="*/ 13 w 256"/>
              <a:gd name="GluePoint38Y" fmla="*/ 96 h 256"/>
              <a:gd name="GluePoint39X" fmla="*/ 124 w 256"/>
              <a:gd name="GluePoint39Y" fmla="*/ 96 h 256"/>
              <a:gd name="GluePoint40X" fmla="*/ 124 w 256"/>
              <a:gd name="GluePoint40Y" fmla="*/ 144 h 256"/>
              <a:gd name="GluePoint41X" fmla="*/ 124 w 256"/>
              <a:gd name="GluePoint41Y" fmla="*/ 160 h 256"/>
              <a:gd name="GluePoint42X" fmla="*/ 13 w 256"/>
              <a:gd name="GluePoint42Y" fmla="*/ 160 h 256"/>
              <a:gd name="GluePoint43X" fmla="*/ 9 w 256"/>
              <a:gd name="GluePoint43Y" fmla="*/ 144 h 256"/>
              <a:gd name="GluePoint44X" fmla="*/ 124 w 256"/>
              <a:gd name="GluePoint44Y" fmla="*/ 144 h 256"/>
              <a:gd name="GluePoint45X" fmla="*/ 124 w 256"/>
              <a:gd name="GluePoint45Y" fmla="*/ 168 h 256"/>
              <a:gd name="GluePoint46X" fmla="*/ 124 w 256"/>
              <a:gd name="GluePoint46Y" fmla="*/ 184 h 256"/>
              <a:gd name="GluePoint47X" fmla="*/ 22 w 256"/>
              <a:gd name="GluePoint47Y" fmla="*/ 184 h 256"/>
              <a:gd name="GluePoint48X" fmla="*/ 15 w 256"/>
              <a:gd name="GluePoint48Y" fmla="*/ 168 h 256"/>
              <a:gd name="GluePoint49X" fmla="*/ 124 w 256"/>
              <a:gd name="GluePoint49Y" fmla="*/ 168 h 256"/>
              <a:gd name="GluePoint50X" fmla="*/ 124 w 256"/>
              <a:gd name="GluePoint50Y" fmla="*/ 192 h 256"/>
              <a:gd name="GluePoint51X" fmla="*/ 124 w 256"/>
              <a:gd name="GluePoint51Y" fmla="*/ 208 h 256"/>
              <a:gd name="GluePoint52X" fmla="*/ 39 w 256"/>
              <a:gd name="GluePoint52Y" fmla="*/ 208 h 256"/>
              <a:gd name="GluePoint53X" fmla="*/ 27 w 256"/>
              <a:gd name="GluePoint53Y" fmla="*/ 192 h 256"/>
              <a:gd name="GluePoint54X" fmla="*/ 124 w 256"/>
              <a:gd name="GluePoint54Y" fmla="*/ 192 h 256"/>
              <a:gd name="GluePoint55X" fmla="*/ 124 w 256"/>
              <a:gd name="GluePoint55Y" fmla="*/ 216 h 256"/>
              <a:gd name="GluePoint56X" fmla="*/ 124 w 256"/>
              <a:gd name="GluePoint56Y" fmla="*/ 232 h 256"/>
              <a:gd name="GluePoint57X" fmla="*/ 68 w 256"/>
              <a:gd name="GluePoint57Y" fmla="*/ 232 h 256"/>
              <a:gd name="GluePoint58X" fmla="*/ 47 w 256"/>
              <a:gd name="GluePoint58Y" fmla="*/ 216 h 256"/>
              <a:gd name="GluePoint59X" fmla="*/ 124 w 256"/>
              <a:gd name="GluePoint59Y" fmla="*/ 216 h 256"/>
              <a:gd name="GluePoint60X" fmla="*/ 248 w 256"/>
              <a:gd name="GluePoint60Y" fmla="*/ 128 h 256"/>
              <a:gd name="GluePoint61X" fmla="*/ 132 w 256"/>
              <a:gd name="GluePoint61Y" fmla="*/ 248 h 256"/>
              <a:gd name="GluePoint62X" fmla="*/ 132 w 256"/>
              <a:gd name="GluePoint62Y" fmla="*/ 8 h 256"/>
              <a:gd name="GluePoint63X" fmla="*/ 248 w 256"/>
              <a:gd name="GluePoint63Y" fmla="*/ 128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textAreaLeft" t="textAreaTop" r="textAreaRight" b="textAreaBottom"/>
            <a:pathLst>
              <a:path w="256" h="256">
                <a:moveTo>
                  <a:pt x="128" y="256"/>
                </a:moveTo>
                <a:cubicBezTo>
                  <a:pt x="199" y="256"/>
                  <a:pt x="256" y="198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ubicBezTo>
                  <a:pt x="58" y="0"/>
                  <a:pt x="0" y="57"/>
                  <a:pt x="0" y="128"/>
                </a:cubicBezTo>
                <a:cubicBezTo>
                  <a:pt x="0" y="198"/>
                  <a:pt x="58" y="256"/>
                  <a:pt x="128" y="256"/>
                </a:cubicBezTo>
                <a:close/>
                <a:moveTo>
                  <a:pt x="8" y="128"/>
                </a:moveTo>
                <a:cubicBezTo>
                  <a:pt x="8" y="125"/>
                  <a:pt x="8" y="122"/>
                  <a:pt x="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136"/>
                  <a:pt x="124" y="136"/>
                  <a:pt x="124" y="136"/>
                </a:cubicBezTo>
                <a:cubicBezTo>
                  <a:pt x="8" y="136"/>
                  <a:pt x="8" y="136"/>
                  <a:pt x="8" y="136"/>
                </a:cubicBezTo>
                <a:cubicBezTo>
                  <a:pt x="8" y="133"/>
                  <a:pt x="8" y="130"/>
                  <a:pt x="8" y="128"/>
                </a:cubicBezTo>
                <a:close/>
                <a:moveTo>
                  <a:pt x="124" y="248"/>
                </a:moveTo>
                <a:cubicBezTo>
                  <a:pt x="110" y="247"/>
                  <a:pt x="97" y="244"/>
                  <a:pt x="85" y="240"/>
                </a:cubicBezTo>
                <a:cubicBezTo>
                  <a:pt x="124" y="240"/>
                  <a:pt x="124" y="240"/>
                  <a:pt x="124" y="240"/>
                </a:cubicBezTo>
                <a:lnTo>
                  <a:pt x="124" y="248"/>
                </a:lnTo>
                <a:close/>
                <a:moveTo>
                  <a:pt x="124" y="16"/>
                </a:moveTo>
                <a:cubicBezTo>
                  <a:pt x="85" y="16"/>
                  <a:pt x="85" y="16"/>
                  <a:pt x="85" y="16"/>
                </a:cubicBezTo>
                <a:cubicBezTo>
                  <a:pt x="97" y="11"/>
                  <a:pt x="110" y="8"/>
                  <a:pt x="124" y="8"/>
                </a:cubicBezTo>
                <a:lnTo>
                  <a:pt x="124" y="16"/>
                </a:lnTo>
                <a:close/>
                <a:moveTo>
                  <a:pt x="124" y="24"/>
                </a:moveTo>
                <a:cubicBezTo>
                  <a:pt x="124" y="40"/>
                  <a:pt x="124" y="40"/>
                  <a:pt x="124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53" y="34"/>
                  <a:pt x="61" y="28"/>
                  <a:pt x="68" y="24"/>
                </a:cubicBezTo>
                <a:lnTo>
                  <a:pt x="124" y="24"/>
                </a:lnTo>
                <a:close/>
                <a:moveTo>
                  <a:pt x="124" y="48"/>
                </a:moveTo>
                <a:cubicBezTo>
                  <a:pt x="124" y="64"/>
                  <a:pt x="124" y="64"/>
                  <a:pt x="124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30" y="58"/>
                  <a:pt x="34" y="53"/>
                  <a:pt x="39" y="48"/>
                </a:cubicBezTo>
                <a:lnTo>
                  <a:pt x="124" y="48"/>
                </a:lnTo>
                <a:close/>
                <a:moveTo>
                  <a:pt x="124" y="72"/>
                </a:moveTo>
                <a:cubicBezTo>
                  <a:pt x="124" y="88"/>
                  <a:pt x="124" y="88"/>
                  <a:pt x="124" y="88"/>
                </a:cubicBezTo>
                <a:cubicBezTo>
                  <a:pt x="15" y="88"/>
                  <a:pt x="15" y="88"/>
                  <a:pt x="15" y="88"/>
                </a:cubicBezTo>
                <a:cubicBezTo>
                  <a:pt x="17" y="82"/>
                  <a:pt x="19" y="77"/>
                  <a:pt x="22" y="72"/>
                </a:cubicBezTo>
                <a:lnTo>
                  <a:pt x="124" y="72"/>
                </a:lnTo>
                <a:close/>
                <a:moveTo>
                  <a:pt x="124" y="96"/>
                </a:moveTo>
                <a:cubicBezTo>
                  <a:pt x="124" y="112"/>
                  <a:pt x="124" y="112"/>
                  <a:pt x="124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0" y="106"/>
                  <a:pt x="11" y="101"/>
                  <a:pt x="13" y="96"/>
                </a:cubicBezTo>
                <a:lnTo>
                  <a:pt x="124" y="96"/>
                </a:lnTo>
                <a:close/>
                <a:moveTo>
                  <a:pt x="124" y="144"/>
                </a:moveTo>
                <a:cubicBezTo>
                  <a:pt x="124" y="160"/>
                  <a:pt x="124" y="160"/>
                  <a:pt x="124" y="160"/>
                </a:cubicBezTo>
                <a:cubicBezTo>
                  <a:pt x="13" y="160"/>
                  <a:pt x="13" y="160"/>
                  <a:pt x="13" y="160"/>
                </a:cubicBezTo>
                <a:cubicBezTo>
                  <a:pt x="11" y="155"/>
                  <a:pt x="10" y="149"/>
                  <a:pt x="9" y="144"/>
                </a:cubicBezTo>
                <a:lnTo>
                  <a:pt x="124" y="144"/>
                </a:lnTo>
                <a:close/>
                <a:moveTo>
                  <a:pt x="124" y="168"/>
                </a:moveTo>
                <a:cubicBezTo>
                  <a:pt x="124" y="184"/>
                  <a:pt x="124" y="184"/>
                  <a:pt x="124" y="184"/>
                </a:cubicBezTo>
                <a:cubicBezTo>
                  <a:pt x="22" y="184"/>
                  <a:pt x="22" y="184"/>
                  <a:pt x="22" y="184"/>
                </a:cubicBezTo>
                <a:cubicBezTo>
                  <a:pt x="19" y="179"/>
                  <a:pt x="17" y="173"/>
                  <a:pt x="15" y="168"/>
                </a:cubicBezTo>
                <a:lnTo>
                  <a:pt x="124" y="168"/>
                </a:lnTo>
                <a:close/>
                <a:moveTo>
                  <a:pt x="124" y="192"/>
                </a:moveTo>
                <a:cubicBezTo>
                  <a:pt x="124" y="208"/>
                  <a:pt x="124" y="208"/>
                  <a:pt x="124" y="208"/>
                </a:cubicBezTo>
                <a:cubicBezTo>
                  <a:pt x="39" y="208"/>
                  <a:pt x="39" y="208"/>
                  <a:pt x="39" y="208"/>
                </a:cubicBezTo>
                <a:cubicBezTo>
                  <a:pt x="34" y="203"/>
                  <a:pt x="30" y="197"/>
                  <a:pt x="27" y="192"/>
                </a:cubicBezTo>
                <a:lnTo>
                  <a:pt x="124" y="192"/>
                </a:lnTo>
                <a:close/>
                <a:moveTo>
                  <a:pt x="124" y="216"/>
                </a:moveTo>
                <a:cubicBezTo>
                  <a:pt x="124" y="232"/>
                  <a:pt x="124" y="232"/>
                  <a:pt x="124" y="232"/>
                </a:cubicBezTo>
                <a:cubicBezTo>
                  <a:pt x="68" y="232"/>
                  <a:pt x="68" y="232"/>
                  <a:pt x="68" y="232"/>
                </a:cubicBezTo>
                <a:cubicBezTo>
                  <a:pt x="61" y="227"/>
                  <a:pt x="53" y="222"/>
                  <a:pt x="47" y="216"/>
                </a:cubicBezTo>
                <a:lnTo>
                  <a:pt x="124" y="216"/>
                </a:lnTo>
                <a:close/>
                <a:moveTo>
                  <a:pt x="248" y="128"/>
                </a:moveTo>
                <a:cubicBezTo>
                  <a:pt x="248" y="193"/>
                  <a:pt x="197" y="245"/>
                  <a:pt x="132" y="248"/>
                </a:cubicBezTo>
                <a:cubicBezTo>
                  <a:pt x="132" y="8"/>
                  <a:pt x="132" y="8"/>
                  <a:pt x="132" y="8"/>
                </a:cubicBezTo>
                <a:cubicBezTo>
                  <a:pt x="197" y="10"/>
                  <a:pt x="248" y="63"/>
                  <a:pt x="248" y="128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074" name="Freeform 368"/>
          <p:cNvSpPr/>
          <p:nvPr/>
        </p:nvSpPr>
        <p:spPr>
          <a:xfrm>
            <a:off x="4477320" y="2037240"/>
            <a:ext cx="208080" cy="305280"/>
          </a:xfrm>
          <a:custGeom>
            <a:avLst/>
            <a:gdLst>
              <a:gd name="textAreaLeft" fmla="*/ 0 w 208080"/>
              <a:gd name="textAreaRight" fmla="*/ 208440 w 208080"/>
              <a:gd name="textAreaTop" fmla="*/ 0 h 305280"/>
              <a:gd name="textAreaBottom" fmla="*/ 305640 h 305280"/>
              <a:gd name="GluePoint1X" fmla="*/ 88 w 176"/>
              <a:gd name="GluePoint1Y" fmla="*/ 258 h 258"/>
              <a:gd name="GluePoint2X" fmla="*/ 176 w 176"/>
              <a:gd name="GluePoint2Y" fmla="*/ 167 h 258"/>
              <a:gd name="GluePoint3X" fmla="*/ 91 w 176"/>
              <a:gd name="GluePoint3Y" fmla="*/ 3 h 258"/>
              <a:gd name="GluePoint4X" fmla="*/ 88 w 176"/>
              <a:gd name="GluePoint4Y" fmla="*/ 0 h 258"/>
              <a:gd name="GluePoint5X" fmla="*/ 85 w 176"/>
              <a:gd name="GluePoint5Y" fmla="*/ 3 h 258"/>
              <a:gd name="GluePoint6X" fmla="*/ 0 w 176"/>
              <a:gd name="GluePoint6Y" fmla="*/ 167 h 258"/>
              <a:gd name="GluePoint7X" fmla="*/ 88 w 176"/>
              <a:gd name="GluePoint7Y" fmla="*/ 258 h 258"/>
              <a:gd name="GluePoint8X" fmla="*/ 88 w 176"/>
              <a:gd name="GluePoint8Y" fmla="*/ 12 h 258"/>
              <a:gd name="GluePoint9X" fmla="*/ 168 w 176"/>
              <a:gd name="GluePoint9Y" fmla="*/ 167 h 258"/>
              <a:gd name="GluePoint10X" fmla="*/ 88 w 176"/>
              <a:gd name="GluePoint10Y" fmla="*/ 250 h 258"/>
              <a:gd name="GluePoint11X" fmla="*/ 8 w 176"/>
              <a:gd name="GluePoint11Y" fmla="*/ 167 h 258"/>
              <a:gd name="GluePoint12X" fmla="*/ 88 w 176"/>
              <a:gd name="GluePoint12Y" fmla="*/ 12 h 25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176" h="258">
                <a:moveTo>
                  <a:pt x="88" y="258"/>
                </a:moveTo>
                <a:cubicBezTo>
                  <a:pt x="136" y="258"/>
                  <a:pt x="176" y="217"/>
                  <a:pt x="176" y="167"/>
                </a:cubicBezTo>
                <a:cubicBezTo>
                  <a:pt x="176" y="104"/>
                  <a:pt x="95" y="7"/>
                  <a:pt x="91" y="3"/>
                </a:cubicBezTo>
                <a:cubicBezTo>
                  <a:pt x="88" y="0"/>
                  <a:pt x="88" y="0"/>
                  <a:pt x="88" y="0"/>
                </a:cubicBezTo>
                <a:cubicBezTo>
                  <a:pt x="85" y="3"/>
                  <a:pt x="85" y="3"/>
                  <a:pt x="85" y="3"/>
                </a:cubicBezTo>
                <a:cubicBezTo>
                  <a:pt x="82" y="7"/>
                  <a:pt x="0" y="104"/>
                  <a:pt x="0" y="167"/>
                </a:cubicBezTo>
                <a:cubicBezTo>
                  <a:pt x="0" y="217"/>
                  <a:pt x="40" y="258"/>
                  <a:pt x="88" y="258"/>
                </a:cubicBezTo>
                <a:close/>
                <a:moveTo>
                  <a:pt x="88" y="12"/>
                </a:moveTo>
                <a:cubicBezTo>
                  <a:pt x="103" y="31"/>
                  <a:pt x="168" y="114"/>
                  <a:pt x="168" y="167"/>
                </a:cubicBezTo>
                <a:cubicBezTo>
                  <a:pt x="168" y="213"/>
                  <a:pt x="132" y="250"/>
                  <a:pt x="88" y="250"/>
                </a:cubicBezTo>
                <a:cubicBezTo>
                  <a:pt x="44" y="250"/>
                  <a:pt x="8" y="213"/>
                  <a:pt x="8" y="167"/>
                </a:cubicBezTo>
                <a:cubicBezTo>
                  <a:pt x="8" y="114"/>
                  <a:pt x="73" y="31"/>
                  <a:pt x="88" y="12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4075" name="Группа 419"/>
          <p:cNvGrpSpPr/>
          <p:nvPr/>
        </p:nvGrpSpPr>
        <p:grpSpPr>
          <a:xfrm>
            <a:off x="4822560" y="2043000"/>
            <a:ext cx="302400" cy="295560"/>
            <a:chOff x="4822560" y="2043000"/>
            <a:chExt cx="302400" cy="295560"/>
          </a:xfrm>
        </p:grpSpPr>
        <p:sp>
          <p:nvSpPr>
            <p:cNvPr id="4076" name="Freeform 369"/>
            <p:cNvSpPr/>
            <p:nvPr/>
          </p:nvSpPr>
          <p:spPr>
            <a:xfrm>
              <a:off x="4846320" y="2079720"/>
              <a:ext cx="278640" cy="18000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180000"/>
                <a:gd name="textAreaBottom" fmla="*/ 180360 h 180000"/>
                <a:gd name="GluePoint1X" fmla="*/ 208 w 236"/>
                <a:gd name="GluePoint1Y" fmla="*/ 80 h 152"/>
                <a:gd name="GluePoint2X" fmla="*/ 124 w 236"/>
                <a:gd name="GluePoint2Y" fmla="*/ 8 h 152"/>
                <a:gd name="GluePoint3X" fmla="*/ 101 w 236"/>
                <a:gd name="GluePoint3Y" fmla="*/ 11 h 152"/>
                <a:gd name="GluePoint4X" fmla="*/ 68 w 236"/>
                <a:gd name="GluePoint4Y" fmla="*/ 0 h 152"/>
                <a:gd name="GluePoint5X" fmla="*/ 12 w 236"/>
                <a:gd name="GluePoint5Y" fmla="*/ 56 h 152"/>
                <a:gd name="GluePoint6X" fmla="*/ 17 w 236"/>
                <a:gd name="GluePoint6Y" fmla="*/ 76 h 152"/>
                <a:gd name="GluePoint7X" fmla="*/ 0 w 236"/>
                <a:gd name="GluePoint7Y" fmla="*/ 112 h 152"/>
                <a:gd name="GluePoint8X" fmla="*/ 40 w 236"/>
                <a:gd name="GluePoint8Y" fmla="*/ 152 h 152"/>
                <a:gd name="GluePoint9X" fmla="*/ 204 w 236"/>
                <a:gd name="GluePoint9Y" fmla="*/ 152 h 152"/>
                <a:gd name="GluePoint10X" fmla="*/ 236 w 236"/>
                <a:gd name="GluePoint10Y" fmla="*/ 120 h 152"/>
                <a:gd name="GluePoint11X" fmla="*/ 208 w 236"/>
                <a:gd name="GluePoint11Y" fmla="*/ 80 h 152"/>
                <a:gd name="GluePoint12X" fmla="*/ 20 w 236"/>
                <a:gd name="GluePoint12Y" fmla="*/ 56 h 152"/>
                <a:gd name="GluePoint13X" fmla="*/ 68 w 236"/>
                <a:gd name="GluePoint13Y" fmla="*/ 8 h 152"/>
                <a:gd name="GluePoint14X" fmla="*/ 92 w 236"/>
                <a:gd name="GluePoint14Y" fmla="*/ 14 h 152"/>
                <a:gd name="GluePoint15X" fmla="*/ 45 w 236"/>
                <a:gd name="GluePoint15Y" fmla="*/ 68 h 152"/>
                <a:gd name="GluePoint16X" fmla="*/ 40 w 236"/>
                <a:gd name="GluePoint16Y" fmla="*/ 68 h 152"/>
                <a:gd name="GluePoint17X" fmla="*/ 24 w 236"/>
                <a:gd name="GluePoint17Y" fmla="*/ 72 h 152"/>
                <a:gd name="GluePoint18X" fmla="*/ 20 w 236"/>
                <a:gd name="GluePoint18Y" fmla="*/ 56 h 152"/>
                <a:gd name="GluePoint19X" fmla="*/ 204 w 236"/>
                <a:gd name="GluePoint19Y" fmla="*/ 144 h 152"/>
                <a:gd name="GluePoint20X" fmla="*/ 40 w 236"/>
                <a:gd name="GluePoint20Y" fmla="*/ 144 h 152"/>
                <a:gd name="GluePoint21X" fmla="*/ 8 w 236"/>
                <a:gd name="GluePoint21Y" fmla="*/ 112 h 152"/>
                <a:gd name="GluePoint22X" fmla="*/ 40 w 236"/>
                <a:gd name="GluePoint22Y" fmla="*/ 76 h 152"/>
                <a:gd name="GluePoint23X" fmla="*/ 51 w 236"/>
                <a:gd name="GluePoint23Y" fmla="*/ 76 h 152"/>
                <a:gd name="GluePoint24X" fmla="*/ 52 w 236"/>
                <a:gd name="GluePoint24Y" fmla="*/ 73 h 152"/>
                <a:gd name="GluePoint25X" fmla="*/ 124 w 236"/>
                <a:gd name="GluePoint25Y" fmla="*/ 16 h 152"/>
                <a:gd name="GluePoint26X" fmla="*/ 200 w 236"/>
                <a:gd name="GluePoint26Y" fmla="*/ 84 h 152"/>
                <a:gd name="GluePoint27X" fmla="*/ 200 w 236"/>
                <a:gd name="GluePoint27Y" fmla="*/ 88 h 152"/>
                <a:gd name="GluePoint28X" fmla="*/ 204 w 236"/>
                <a:gd name="GluePoint28Y" fmla="*/ 88 h 152"/>
                <a:gd name="GluePoint29X" fmla="*/ 228 w 236"/>
                <a:gd name="GluePoint29Y" fmla="*/ 120 h 152"/>
                <a:gd name="GluePoint30X" fmla="*/ 204 w 236"/>
                <a:gd name="GluePoint30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236" h="152">
                  <a:moveTo>
                    <a:pt x="208" y="80"/>
                  </a:moveTo>
                  <a:cubicBezTo>
                    <a:pt x="206" y="40"/>
                    <a:pt x="169" y="8"/>
                    <a:pt x="124" y="8"/>
                  </a:cubicBezTo>
                  <a:cubicBezTo>
                    <a:pt x="116" y="8"/>
                    <a:pt x="109" y="9"/>
                    <a:pt x="101" y="11"/>
                  </a:cubicBezTo>
                  <a:cubicBezTo>
                    <a:pt x="92" y="4"/>
                    <a:pt x="80" y="0"/>
                    <a:pt x="68" y="0"/>
                  </a:cubicBezTo>
                  <a:cubicBezTo>
                    <a:pt x="37" y="0"/>
                    <a:pt x="12" y="25"/>
                    <a:pt x="12" y="56"/>
                  </a:cubicBezTo>
                  <a:cubicBezTo>
                    <a:pt x="12" y="64"/>
                    <a:pt x="14" y="70"/>
                    <a:pt x="17" y="76"/>
                  </a:cubicBezTo>
                  <a:cubicBezTo>
                    <a:pt x="7" y="84"/>
                    <a:pt x="0" y="97"/>
                    <a:pt x="0" y="112"/>
                  </a:cubicBezTo>
                  <a:cubicBezTo>
                    <a:pt x="0" y="135"/>
                    <a:pt x="17" y="152"/>
                    <a:pt x="40" y="152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23" y="152"/>
                    <a:pt x="236" y="139"/>
                    <a:pt x="236" y="120"/>
                  </a:cubicBezTo>
                  <a:cubicBezTo>
                    <a:pt x="236" y="102"/>
                    <a:pt x="225" y="83"/>
                    <a:pt x="208" y="80"/>
                  </a:cubicBezTo>
                  <a:close/>
                  <a:moveTo>
                    <a:pt x="20" y="56"/>
                  </a:moveTo>
                  <a:cubicBezTo>
                    <a:pt x="20" y="29"/>
                    <a:pt x="42" y="8"/>
                    <a:pt x="68" y="8"/>
                  </a:cubicBezTo>
                  <a:cubicBezTo>
                    <a:pt x="77" y="8"/>
                    <a:pt x="85" y="10"/>
                    <a:pt x="92" y="14"/>
                  </a:cubicBezTo>
                  <a:cubicBezTo>
                    <a:pt x="68" y="24"/>
                    <a:pt x="51" y="43"/>
                    <a:pt x="45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34" y="68"/>
                    <a:pt x="29" y="69"/>
                    <a:pt x="24" y="72"/>
                  </a:cubicBezTo>
                  <a:cubicBezTo>
                    <a:pt x="21" y="67"/>
                    <a:pt x="20" y="62"/>
                    <a:pt x="20" y="56"/>
                  </a:cubicBezTo>
                  <a:close/>
                  <a:moveTo>
                    <a:pt x="204" y="144"/>
                  </a:moveTo>
                  <a:cubicBezTo>
                    <a:pt x="40" y="144"/>
                    <a:pt x="40" y="144"/>
                    <a:pt x="40" y="144"/>
                  </a:cubicBezTo>
                  <a:cubicBezTo>
                    <a:pt x="21" y="144"/>
                    <a:pt x="8" y="131"/>
                    <a:pt x="8" y="112"/>
                  </a:cubicBezTo>
                  <a:cubicBezTo>
                    <a:pt x="8" y="92"/>
                    <a:pt x="22" y="76"/>
                    <a:pt x="40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8" y="40"/>
                    <a:pt x="88" y="16"/>
                    <a:pt x="124" y="16"/>
                  </a:cubicBezTo>
                  <a:cubicBezTo>
                    <a:pt x="166" y="16"/>
                    <a:pt x="200" y="46"/>
                    <a:pt x="200" y="84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4" y="88"/>
                    <a:pt x="204" y="88"/>
                    <a:pt x="204" y="88"/>
                  </a:cubicBezTo>
                  <a:cubicBezTo>
                    <a:pt x="218" y="88"/>
                    <a:pt x="228" y="105"/>
                    <a:pt x="228" y="120"/>
                  </a:cubicBezTo>
                  <a:cubicBezTo>
                    <a:pt x="228" y="134"/>
                    <a:pt x="219" y="144"/>
                    <a:pt x="20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77" name="Rectangle 370"/>
            <p:cNvSpPr/>
            <p:nvPr/>
          </p:nvSpPr>
          <p:spPr>
            <a:xfrm>
              <a:off x="4822560" y="2141640"/>
              <a:ext cx="27720" cy="93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680" bIns="46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78" name="Rectangle 371"/>
            <p:cNvSpPr/>
            <p:nvPr/>
          </p:nvSpPr>
          <p:spPr>
            <a:xfrm>
              <a:off x="4921200" y="2043000"/>
              <a:ext cx="9360" cy="277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4040" bIns="14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79" name="Freeform 372"/>
            <p:cNvSpPr/>
            <p:nvPr/>
          </p:nvSpPr>
          <p:spPr>
            <a:xfrm>
              <a:off x="4838040" y="2057040"/>
              <a:ext cx="34920" cy="3636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6360"/>
                <a:gd name="textAreaBottom" fmla="*/ 36720 h 36360"/>
                <a:gd name="GluePoint1X" fmla="*/ 5 w 25"/>
                <a:gd name="GluePoint1Y" fmla="*/ 0 h 26"/>
                <a:gd name="GluePoint2X" fmla="*/ 25 w 25"/>
                <a:gd name="GluePoint2Y" fmla="*/ 21 h 26"/>
                <a:gd name="GluePoint3X" fmla="*/ 20 w 25"/>
                <a:gd name="GluePoint3Y" fmla="*/ 26 h 26"/>
                <a:gd name="GluePoint4X" fmla="*/ 0 w 25"/>
                <a:gd name="GluePoint4Y" fmla="*/ 5 h 26"/>
                <a:gd name="GluePoint5X" fmla="*/ 5 w 25"/>
                <a:gd name="GluePoint5Y" fmla="*/ 0 h 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5" h="26">
                  <a:moveTo>
                    <a:pt x="5" y="0"/>
                  </a:moveTo>
                  <a:lnTo>
                    <a:pt x="25" y="21"/>
                  </a:lnTo>
                  <a:lnTo>
                    <a:pt x="20" y="26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360" bIns="18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80" name="Freeform 373"/>
            <p:cNvSpPr/>
            <p:nvPr/>
          </p:nvSpPr>
          <p:spPr>
            <a:xfrm>
              <a:off x="4876200" y="2266920"/>
              <a:ext cx="44640" cy="716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71640"/>
                <a:gd name="textAreaBottom" fmla="*/ 72000 h 71640"/>
                <a:gd name="GluePoint1X" fmla="*/ 27 w 32"/>
                <a:gd name="GluePoint1Y" fmla="*/ 0 h 51"/>
                <a:gd name="GluePoint2X" fmla="*/ 32 w 32"/>
                <a:gd name="GluePoint2Y" fmla="*/ 3 h 51"/>
                <a:gd name="GluePoint3X" fmla="*/ 6 w 32"/>
                <a:gd name="GluePoint3Y" fmla="*/ 51 h 51"/>
                <a:gd name="GluePoint4X" fmla="*/ 0 w 32"/>
                <a:gd name="GluePoint4Y" fmla="*/ 47 h 51"/>
                <a:gd name="GluePoint5X" fmla="*/ 27 w 32"/>
                <a:gd name="GluePoint5Y" fmla="*/ 0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51">
                  <a:moveTo>
                    <a:pt x="27" y="0"/>
                  </a:moveTo>
                  <a:lnTo>
                    <a:pt x="32" y="3"/>
                  </a:lnTo>
                  <a:lnTo>
                    <a:pt x="6" y="51"/>
                  </a:lnTo>
                  <a:lnTo>
                    <a:pt x="0" y="4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81" name="Freeform 374"/>
            <p:cNvSpPr/>
            <p:nvPr/>
          </p:nvSpPr>
          <p:spPr>
            <a:xfrm>
              <a:off x="4922640" y="2266920"/>
              <a:ext cx="46080" cy="716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1640"/>
                <a:gd name="textAreaBottom" fmla="*/ 72000 h 71640"/>
                <a:gd name="GluePoint1X" fmla="*/ 0 w 33"/>
                <a:gd name="GluePoint1Y" fmla="*/ 47 h 51"/>
                <a:gd name="GluePoint2X" fmla="*/ 27 w 33"/>
                <a:gd name="GluePoint2Y" fmla="*/ 0 h 51"/>
                <a:gd name="GluePoint3X" fmla="*/ 33 w 33"/>
                <a:gd name="GluePoint3Y" fmla="*/ 3 h 51"/>
                <a:gd name="GluePoint4X" fmla="*/ 6 w 33"/>
                <a:gd name="GluePoint4Y" fmla="*/ 51 h 51"/>
                <a:gd name="GluePoint5X" fmla="*/ 0 w 33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82" name="Freeform 375"/>
            <p:cNvSpPr/>
            <p:nvPr/>
          </p:nvSpPr>
          <p:spPr>
            <a:xfrm>
              <a:off x="4970520" y="2266920"/>
              <a:ext cx="46080" cy="716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1640"/>
                <a:gd name="textAreaBottom" fmla="*/ 72000 h 71640"/>
                <a:gd name="GluePoint1X" fmla="*/ 0 w 33"/>
                <a:gd name="GluePoint1Y" fmla="*/ 47 h 51"/>
                <a:gd name="GluePoint2X" fmla="*/ 27 w 33"/>
                <a:gd name="GluePoint2Y" fmla="*/ 0 h 51"/>
                <a:gd name="GluePoint3X" fmla="*/ 33 w 33"/>
                <a:gd name="GluePoint3Y" fmla="*/ 3 h 51"/>
                <a:gd name="GluePoint4X" fmla="*/ 6 w 33"/>
                <a:gd name="GluePoint4Y" fmla="*/ 51 h 51"/>
                <a:gd name="GluePoint5X" fmla="*/ 0 w 33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83" name="Freeform 376"/>
            <p:cNvSpPr/>
            <p:nvPr/>
          </p:nvSpPr>
          <p:spPr>
            <a:xfrm>
              <a:off x="5016960" y="2266920"/>
              <a:ext cx="46080" cy="716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1640"/>
                <a:gd name="textAreaBottom" fmla="*/ 72000 h 71640"/>
                <a:gd name="GluePoint1X" fmla="*/ 0 w 33"/>
                <a:gd name="GluePoint1Y" fmla="*/ 47 h 51"/>
                <a:gd name="GluePoint2X" fmla="*/ 27 w 33"/>
                <a:gd name="GluePoint2Y" fmla="*/ 0 h 51"/>
                <a:gd name="GluePoint3X" fmla="*/ 33 w 33"/>
                <a:gd name="GluePoint3Y" fmla="*/ 3 h 51"/>
                <a:gd name="GluePoint4X" fmla="*/ 6 w 33"/>
                <a:gd name="GluePoint4Y" fmla="*/ 51 h 51"/>
                <a:gd name="GluePoint5X" fmla="*/ 0 w 33"/>
                <a:gd name="GluePoint5Y" fmla="*/ 47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1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1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084" name="Группа 420"/>
          <p:cNvGrpSpPr/>
          <p:nvPr/>
        </p:nvGrpSpPr>
        <p:grpSpPr>
          <a:xfrm>
            <a:off x="5215680" y="2061360"/>
            <a:ext cx="302400" cy="257400"/>
            <a:chOff x="5215680" y="2061360"/>
            <a:chExt cx="302400" cy="257400"/>
          </a:xfrm>
        </p:grpSpPr>
        <p:sp>
          <p:nvSpPr>
            <p:cNvPr id="4085" name="Freeform 377"/>
            <p:cNvSpPr/>
            <p:nvPr/>
          </p:nvSpPr>
          <p:spPr>
            <a:xfrm>
              <a:off x="5215680" y="2061360"/>
              <a:ext cx="302400" cy="1800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0000"/>
                <a:gd name="textAreaBottom" fmla="*/ 180360 h 180000"/>
                <a:gd name="GluePoint1X" fmla="*/ 9 w 256"/>
                <a:gd name="GluePoint1Y" fmla="*/ 86 h 152"/>
                <a:gd name="GluePoint2X" fmla="*/ 22 w 256"/>
                <a:gd name="GluePoint2Y" fmla="*/ 100 h 152"/>
                <a:gd name="GluePoint3X" fmla="*/ 20 w 256"/>
                <a:gd name="GluePoint3Y" fmla="*/ 112 h 152"/>
                <a:gd name="GluePoint4X" fmla="*/ 60 w 256"/>
                <a:gd name="GluePoint4Y" fmla="*/ 152 h 152"/>
                <a:gd name="GluePoint5X" fmla="*/ 224 w 256"/>
                <a:gd name="GluePoint5Y" fmla="*/ 152 h 152"/>
                <a:gd name="GluePoint6X" fmla="*/ 256 w 256"/>
                <a:gd name="GluePoint6Y" fmla="*/ 120 h 152"/>
                <a:gd name="GluePoint7X" fmla="*/ 228 w 256"/>
                <a:gd name="GluePoint7Y" fmla="*/ 80 h 152"/>
                <a:gd name="GluePoint8X" fmla="*/ 144 w 256"/>
                <a:gd name="GluePoint8Y" fmla="*/ 8 h 152"/>
                <a:gd name="GluePoint9X" fmla="*/ 100 w 256"/>
                <a:gd name="GluePoint9Y" fmla="*/ 20 h 152"/>
                <a:gd name="GluePoint10X" fmla="*/ 56 w 256"/>
                <a:gd name="GluePoint10Y" fmla="*/ 0 h 152"/>
                <a:gd name="GluePoint11X" fmla="*/ 46 w 256"/>
                <a:gd name="GluePoint11Y" fmla="*/ 1 h 152"/>
                <a:gd name="GluePoint12X" fmla="*/ 40 w 256"/>
                <a:gd name="GluePoint12Y" fmla="*/ 2 h 152"/>
                <a:gd name="GluePoint13X" fmla="*/ 43 w 256"/>
                <a:gd name="GluePoint13Y" fmla="*/ 7 h 152"/>
                <a:gd name="GluePoint14X" fmla="*/ 48 w 256"/>
                <a:gd name="GluePoint14Y" fmla="*/ 24 h 152"/>
                <a:gd name="GluePoint15X" fmla="*/ 16 w 256"/>
                <a:gd name="GluePoint15Y" fmla="*/ 56 h 152"/>
                <a:gd name="GluePoint16X" fmla="*/ 6 w 256"/>
                <a:gd name="GluePoint16Y" fmla="*/ 54 h 152"/>
                <a:gd name="GluePoint17X" fmla="*/ 0 w 256"/>
                <a:gd name="GluePoint17Y" fmla="*/ 52 h 152"/>
                <a:gd name="GluePoint18X" fmla="*/ 0 w 256"/>
                <a:gd name="GluePoint18Y" fmla="*/ 58 h 152"/>
                <a:gd name="GluePoint19X" fmla="*/ 9 w 256"/>
                <a:gd name="GluePoint19Y" fmla="*/ 86 h 152"/>
                <a:gd name="GluePoint20X" fmla="*/ 220 w 256"/>
                <a:gd name="GluePoint20Y" fmla="*/ 84 h 152"/>
                <a:gd name="GluePoint21X" fmla="*/ 220 w 256"/>
                <a:gd name="GluePoint21Y" fmla="*/ 88 h 152"/>
                <a:gd name="GluePoint22X" fmla="*/ 224 w 256"/>
                <a:gd name="GluePoint22Y" fmla="*/ 88 h 152"/>
                <a:gd name="GluePoint23X" fmla="*/ 248 w 256"/>
                <a:gd name="GluePoint23Y" fmla="*/ 120 h 152"/>
                <a:gd name="GluePoint24X" fmla="*/ 224 w 256"/>
                <a:gd name="GluePoint24Y" fmla="*/ 144 h 152"/>
                <a:gd name="GluePoint25X" fmla="*/ 60 w 256"/>
                <a:gd name="GluePoint25Y" fmla="*/ 144 h 152"/>
                <a:gd name="GluePoint26X" fmla="*/ 28 w 256"/>
                <a:gd name="GluePoint26Y" fmla="*/ 112 h 152"/>
                <a:gd name="GluePoint27X" fmla="*/ 60 w 256"/>
                <a:gd name="GluePoint27Y" fmla="*/ 76 h 152"/>
                <a:gd name="GluePoint28X" fmla="*/ 72 w 256"/>
                <a:gd name="GluePoint28Y" fmla="*/ 76 h 152"/>
                <a:gd name="GluePoint29X" fmla="*/ 72 w 256"/>
                <a:gd name="GluePoint29Y" fmla="*/ 73 h 152"/>
                <a:gd name="GluePoint30X" fmla="*/ 144 w 256"/>
                <a:gd name="GluePoint30Y" fmla="*/ 16 h 152"/>
                <a:gd name="GluePoint31X" fmla="*/ 220 w 256"/>
                <a:gd name="GluePoint31Y" fmla="*/ 84 h 152"/>
                <a:gd name="GluePoint32X" fmla="*/ 16 w 256"/>
                <a:gd name="GluePoint32Y" fmla="*/ 64 h 152"/>
                <a:gd name="GluePoint33X" fmla="*/ 56 w 256"/>
                <a:gd name="GluePoint33Y" fmla="*/ 24 h 152"/>
                <a:gd name="GluePoint34X" fmla="*/ 53 w 256"/>
                <a:gd name="GluePoint34Y" fmla="*/ 8 h 152"/>
                <a:gd name="GluePoint35X" fmla="*/ 56 w 256"/>
                <a:gd name="GluePoint35Y" fmla="*/ 8 h 152"/>
                <a:gd name="GluePoint36X" fmla="*/ 93 w 256"/>
                <a:gd name="GluePoint36Y" fmla="*/ 25 h 152"/>
                <a:gd name="GluePoint37X" fmla="*/ 65 w 256"/>
                <a:gd name="GluePoint37Y" fmla="*/ 68 h 152"/>
                <a:gd name="GluePoint38X" fmla="*/ 60 w 256"/>
                <a:gd name="GluePoint38Y" fmla="*/ 68 h 152"/>
                <a:gd name="GluePoint39X" fmla="*/ 25 w 256"/>
                <a:gd name="GluePoint39Y" fmla="*/ 92 h 152"/>
                <a:gd name="GluePoint40X" fmla="*/ 16 w 256"/>
                <a:gd name="GluePoint40Y" fmla="*/ 82 h 152"/>
                <a:gd name="GluePoint41X" fmla="*/ 9 w 256"/>
                <a:gd name="GluePoint41Y" fmla="*/ 63 h 152"/>
                <a:gd name="GluePoint42X" fmla="*/ 16 w 256"/>
                <a:gd name="GluePoint42Y" fmla="*/ 6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</a:cxnLst>
              <a:rect l="textAreaLeft" t="textAreaTop" r="textAreaRight" b="textAreaBottom"/>
              <a:pathLst>
                <a:path w="256" h="152">
                  <a:moveTo>
                    <a:pt x="9" y="86"/>
                  </a:moveTo>
                  <a:cubicBezTo>
                    <a:pt x="12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2"/>
                    <a:pt x="100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53" y="0"/>
                    <a:pt x="49" y="0"/>
                    <a:pt x="46" y="1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7" y="12"/>
                    <a:pt x="48" y="18"/>
                    <a:pt x="48" y="24"/>
                  </a:cubicBezTo>
                  <a:cubicBezTo>
                    <a:pt x="48" y="42"/>
                    <a:pt x="34" y="56"/>
                    <a:pt x="16" y="56"/>
                  </a:cubicBezTo>
                  <a:cubicBezTo>
                    <a:pt x="13" y="56"/>
                    <a:pt x="9" y="55"/>
                    <a:pt x="6" y="5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68"/>
                    <a:pt x="4" y="78"/>
                    <a:pt x="9" y="86"/>
                  </a:cubicBezTo>
                  <a:close/>
                  <a:moveTo>
                    <a:pt x="220" y="84"/>
                  </a:move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4"/>
                    <a:pt x="239" y="144"/>
                    <a:pt x="224" y="144"/>
                  </a:cubicBez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lose/>
                  <a:moveTo>
                    <a:pt x="16" y="64"/>
                  </a:moveTo>
                  <a:cubicBezTo>
                    <a:pt x="38" y="64"/>
                    <a:pt x="56" y="46"/>
                    <a:pt x="56" y="24"/>
                  </a:cubicBezTo>
                  <a:cubicBezTo>
                    <a:pt x="56" y="19"/>
                    <a:pt x="55" y="13"/>
                    <a:pt x="53" y="8"/>
                  </a:cubicBezTo>
                  <a:cubicBezTo>
                    <a:pt x="54" y="8"/>
                    <a:pt x="55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5"/>
                    <a:pt x="16" y="82"/>
                  </a:cubicBezTo>
                  <a:cubicBezTo>
                    <a:pt x="12" y="76"/>
                    <a:pt x="10" y="70"/>
                    <a:pt x="9" y="63"/>
                  </a:cubicBezTo>
                  <a:cubicBezTo>
                    <a:pt x="11" y="64"/>
                    <a:pt x="14" y="64"/>
                    <a:pt x="16" y="6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86" name="Freeform 378"/>
            <p:cNvSpPr/>
            <p:nvPr/>
          </p:nvSpPr>
          <p:spPr>
            <a:xfrm>
              <a:off x="5267520" y="224856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33 w 33"/>
                <a:gd name="GluePoint1Y" fmla="*/ 3 h 50"/>
                <a:gd name="GluePoint2X" fmla="*/ 6 w 33"/>
                <a:gd name="GluePoint2Y" fmla="*/ 50 h 50"/>
                <a:gd name="GluePoint3X" fmla="*/ 0 w 33"/>
                <a:gd name="GluePoint3Y" fmla="*/ 47 h 50"/>
                <a:gd name="GluePoint4X" fmla="*/ 27 w 33"/>
                <a:gd name="GluePoint4Y" fmla="*/ 0 h 50"/>
                <a:gd name="GluePoint5X" fmla="*/ 33 w 33"/>
                <a:gd name="GluePoint5Y" fmla="*/ 3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33" y="3"/>
                  </a:moveTo>
                  <a:lnTo>
                    <a:pt x="6" y="50"/>
                  </a:lnTo>
                  <a:lnTo>
                    <a:pt x="0" y="47"/>
                  </a:lnTo>
                  <a:lnTo>
                    <a:pt x="27" y="0"/>
                  </a:lnTo>
                  <a:lnTo>
                    <a:pt x="3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87" name="Freeform 379"/>
            <p:cNvSpPr/>
            <p:nvPr/>
          </p:nvSpPr>
          <p:spPr>
            <a:xfrm>
              <a:off x="5315400" y="224856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33 w 33"/>
                <a:gd name="GluePoint1Y" fmla="*/ 3 h 50"/>
                <a:gd name="GluePoint2X" fmla="*/ 6 w 33"/>
                <a:gd name="GluePoint2Y" fmla="*/ 50 h 50"/>
                <a:gd name="GluePoint3X" fmla="*/ 0 w 33"/>
                <a:gd name="GluePoint3Y" fmla="*/ 47 h 50"/>
                <a:gd name="GluePoint4X" fmla="*/ 27 w 33"/>
                <a:gd name="GluePoint4Y" fmla="*/ 0 h 50"/>
                <a:gd name="GluePoint5X" fmla="*/ 33 w 33"/>
                <a:gd name="GluePoint5Y" fmla="*/ 3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33" y="3"/>
                  </a:moveTo>
                  <a:lnTo>
                    <a:pt x="6" y="50"/>
                  </a:lnTo>
                  <a:lnTo>
                    <a:pt x="0" y="47"/>
                  </a:lnTo>
                  <a:lnTo>
                    <a:pt x="27" y="0"/>
                  </a:lnTo>
                  <a:lnTo>
                    <a:pt x="3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88" name="Freeform 380"/>
            <p:cNvSpPr/>
            <p:nvPr/>
          </p:nvSpPr>
          <p:spPr>
            <a:xfrm>
              <a:off x="5363280" y="2248560"/>
              <a:ext cx="44640" cy="7020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70200"/>
                <a:gd name="textAreaBottom" fmla="*/ 70560 h 70200"/>
                <a:gd name="GluePoint1X" fmla="*/ 32 w 32"/>
                <a:gd name="GluePoint1Y" fmla="*/ 3 h 50"/>
                <a:gd name="GluePoint2X" fmla="*/ 5 w 32"/>
                <a:gd name="GluePoint2Y" fmla="*/ 50 h 50"/>
                <a:gd name="GluePoint3X" fmla="*/ 0 w 32"/>
                <a:gd name="GluePoint3Y" fmla="*/ 47 h 50"/>
                <a:gd name="GluePoint4X" fmla="*/ 26 w 32"/>
                <a:gd name="GluePoint4Y" fmla="*/ 0 h 50"/>
                <a:gd name="GluePoint5X" fmla="*/ 32 w 32"/>
                <a:gd name="GluePoint5Y" fmla="*/ 3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50">
                  <a:moveTo>
                    <a:pt x="32" y="3"/>
                  </a:moveTo>
                  <a:lnTo>
                    <a:pt x="5" y="50"/>
                  </a:lnTo>
                  <a:lnTo>
                    <a:pt x="0" y="47"/>
                  </a:lnTo>
                  <a:lnTo>
                    <a:pt x="26" y="0"/>
                  </a:lnTo>
                  <a:lnTo>
                    <a:pt x="32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89" name="Freeform 381"/>
            <p:cNvSpPr/>
            <p:nvPr/>
          </p:nvSpPr>
          <p:spPr>
            <a:xfrm>
              <a:off x="5409720" y="224856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33 w 33"/>
                <a:gd name="GluePoint1Y" fmla="*/ 3 h 50"/>
                <a:gd name="GluePoint2X" fmla="*/ 6 w 33"/>
                <a:gd name="GluePoint2Y" fmla="*/ 50 h 50"/>
                <a:gd name="GluePoint3X" fmla="*/ 0 w 33"/>
                <a:gd name="GluePoint3Y" fmla="*/ 47 h 50"/>
                <a:gd name="GluePoint4X" fmla="*/ 27 w 33"/>
                <a:gd name="GluePoint4Y" fmla="*/ 0 h 50"/>
                <a:gd name="GluePoint5X" fmla="*/ 33 w 33"/>
                <a:gd name="GluePoint5Y" fmla="*/ 3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33" y="3"/>
                  </a:moveTo>
                  <a:lnTo>
                    <a:pt x="6" y="50"/>
                  </a:lnTo>
                  <a:lnTo>
                    <a:pt x="0" y="47"/>
                  </a:lnTo>
                  <a:lnTo>
                    <a:pt x="27" y="0"/>
                  </a:lnTo>
                  <a:lnTo>
                    <a:pt x="33" y="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090" name="Группа 421"/>
          <p:cNvGrpSpPr/>
          <p:nvPr/>
        </p:nvGrpSpPr>
        <p:grpSpPr>
          <a:xfrm>
            <a:off x="5607000" y="2061360"/>
            <a:ext cx="302400" cy="257400"/>
            <a:chOff x="5607000" y="2061360"/>
            <a:chExt cx="302400" cy="257400"/>
          </a:xfrm>
        </p:grpSpPr>
        <p:sp>
          <p:nvSpPr>
            <p:cNvPr id="4091" name="Freeform 382"/>
            <p:cNvSpPr/>
            <p:nvPr/>
          </p:nvSpPr>
          <p:spPr>
            <a:xfrm>
              <a:off x="5607000" y="2061360"/>
              <a:ext cx="302400" cy="18000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0000"/>
                <a:gd name="textAreaBottom" fmla="*/ 180360 h 180000"/>
                <a:gd name="GluePoint1X" fmla="*/ 228 w 256"/>
                <a:gd name="GluePoint1Y" fmla="*/ 80 h 152"/>
                <a:gd name="GluePoint2X" fmla="*/ 144 w 256"/>
                <a:gd name="GluePoint2Y" fmla="*/ 8 h 152"/>
                <a:gd name="GluePoint3X" fmla="*/ 100 w 256"/>
                <a:gd name="GluePoint3Y" fmla="*/ 20 h 152"/>
                <a:gd name="GluePoint4X" fmla="*/ 56 w 256"/>
                <a:gd name="GluePoint4Y" fmla="*/ 0 h 152"/>
                <a:gd name="GluePoint5X" fmla="*/ 0 w 256"/>
                <a:gd name="GluePoint5Y" fmla="*/ 56 h 152"/>
                <a:gd name="GluePoint6X" fmla="*/ 9 w 256"/>
                <a:gd name="GluePoint6Y" fmla="*/ 86 h 152"/>
                <a:gd name="GluePoint7X" fmla="*/ 22 w 256"/>
                <a:gd name="GluePoint7Y" fmla="*/ 100 h 152"/>
                <a:gd name="GluePoint8X" fmla="*/ 20 w 256"/>
                <a:gd name="GluePoint8Y" fmla="*/ 112 h 152"/>
                <a:gd name="GluePoint9X" fmla="*/ 60 w 256"/>
                <a:gd name="GluePoint9Y" fmla="*/ 152 h 152"/>
                <a:gd name="GluePoint10X" fmla="*/ 224 w 256"/>
                <a:gd name="GluePoint10Y" fmla="*/ 152 h 152"/>
                <a:gd name="GluePoint11X" fmla="*/ 256 w 256"/>
                <a:gd name="GluePoint11Y" fmla="*/ 120 h 152"/>
                <a:gd name="GluePoint12X" fmla="*/ 228 w 256"/>
                <a:gd name="GluePoint12Y" fmla="*/ 80 h 152"/>
                <a:gd name="GluePoint13X" fmla="*/ 16 w 256"/>
                <a:gd name="GluePoint13Y" fmla="*/ 82 h 152"/>
                <a:gd name="GluePoint14X" fmla="*/ 8 w 256"/>
                <a:gd name="GluePoint14Y" fmla="*/ 56 h 152"/>
                <a:gd name="GluePoint15X" fmla="*/ 56 w 256"/>
                <a:gd name="GluePoint15Y" fmla="*/ 8 h 152"/>
                <a:gd name="GluePoint16X" fmla="*/ 93 w 256"/>
                <a:gd name="GluePoint16Y" fmla="*/ 25 h 152"/>
                <a:gd name="GluePoint17X" fmla="*/ 65 w 256"/>
                <a:gd name="GluePoint17Y" fmla="*/ 68 h 152"/>
                <a:gd name="GluePoint18X" fmla="*/ 60 w 256"/>
                <a:gd name="GluePoint18Y" fmla="*/ 68 h 152"/>
                <a:gd name="GluePoint19X" fmla="*/ 25 w 256"/>
                <a:gd name="GluePoint19Y" fmla="*/ 92 h 152"/>
                <a:gd name="GluePoint20X" fmla="*/ 16 w 256"/>
                <a:gd name="GluePoint20Y" fmla="*/ 82 h 152"/>
                <a:gd name="GluePoint21X" fmla="*/ 224 w 256"/>
                <a:gd name="GluePoint21Y" fmla="*/ 144 h 152"/>
                <a:gd name="GluePoint22X" fmla="*/ 60 w 256"/>
                <a:gd name="GluePoint22Y" fmla="*/ 144 h 152"/>
                <a:gd name="GluePoint23X" fmla="*/ 28 w 256"/>
                <a:gd name="GluePoint23Y" fmla="*/ 112 h 152"/>
                <a:gd name="GluePoint24X" fmla="*/ 60 w 256"/>
                <a:gd name="GluePoint24Y" fmla="*/ 76 h 152"/>
                <a:gd name="GluePoint25X" fmla="*/ 72 w 256"/>
                <a:gd name="GluePoint25Y" fmla="*/ 76 h 152"/>
                <a:gd name="GluePoint26X" fmla="*/ 72 w 256"/>
                <a:gd name="GluePoint26Y" fmla="*/ 73 h 152"/>
                <a:gd name="GluePoint27X" fmla="*/ 144 w 256"/>
                <a:gd name="GluePoint27Y" fmla="*/ 16 h 152"/>
                <a:gd name="GluePoint28X" fmla="*/ 220 w 256"/>
                <a:gd name="GluePoint28Y" fmla="*/ 84 h 152"/>
                <a:gd name="GluePoint29X" fmla="*/ 220 w 256"/>
                <a:gd name="GluePoint29Y" fmla="*/ 88 h 152"/>
                <a:gd name="GluePoint30X" fmla="*/ 224 w 256"/>
                <a:gd name="GluePoint30Y" fmla="*/ 88 h 152"/>
                <a:gd name="GluePoint31X" fmla="*/ 248 w 256"/>
                <a:gd name="GluePoint31Y" fmla="*/ 120 h 152"/>
                <a:gd name="GluePoint32X" fmla="*/ 224 w 256"/>
                <a:gd name="GluePoint32Y" fmla="*/ 144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56" h="152">
                  <a:moveTo>
                    <a:pt x="228" y="80"/>
                  </a:moveTo>
                  <a:cubicBezTo>
                    <a:pt x="226" y="40"/>
                    <a:pt x="189" y="8"/>
                    <a:pt x="144" y="8"/>
                  </a:cubicBezTo>
                  <a:cubicBezTo>
                    <a:pt x="128" y="8"/>
                    <a:pt x="113" y="12"/>
                    <a:pt x="100" y="20"/>
                  </a:cubicBezTo>
                  <a:cubicBezTo>
                    <a:pt x="89" y="7"/>
                    <a:pt x="73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7"/>
                    <a:pt x="3" y="77"/>
                    <a:pt x="9" y="86"/>
                  </a:cubicBezTo>
                  <a:cubicBezTo>
                    <a:pt x="13" y="91"/>
                    <a:pt x="17" y="96"/>
                    <a:pt x="22" y="100"/>
                  </a:cubicBezTo>
                  <a:cubicBezTo>
                    <a:pt x="21" y="104"/>
                    <a:pt x="20" y="108"/>
                    <a:pt x="20" y="112"/>
                  </a:cubicBezTo>
                  <a:cubicBezTo>
                    <a:pt x="20" y="135"/>
                    <a:pt x="37" y="152"/>
                    <a:pt x="60" y="152"/>
                  </a:cubicBezTo>
                  <a:cubicBezTo>
                    <a:pt x="224" y="152"/>
                    <a:pt x="224" y="152"/>
                    <a:pt x="224" y="152"/>
                  </a:cubicBezTo>
                  <a:cubicBezTo>
                    <a:pt x="243" y="152"/>
                    <a:pt x="256" y="139"/>
                    <a:pt x="256" y="120"/>
                  </a:cubicBezTo>
                  <a:cubicBezTo>
                    <a:pt x="256" y="102"/>
                    <a:pt x="245" y="83"/>
                    <a:pt x="228" y="80"/>
                  </a:cubicBezTo>
                  <a:close/>
                  <a:moveTo>
                    <a:pt x="16" y="82"/>
                  </a:moveTo>
                  <a:cubicBezTo>
                    <a:pt x="11" y="74"/>
                    <a:pt x="8" y="65"/>
                    <a:pt x="8" y="56"/>
                  </a:cubicBezTo>
                  <a:cubicBezTo>
                    <a:pt x="8" y="29"/>
                    <a:pt x="30" y="8"/>
                    <a:pt x="56" y="8"/>
                  </a:cubicBezTo>
                  <a:cubicBezTo>
                    <a:pt x="71" y="8"/>
                    <a:pt x="84" y="14"/>
                    <a:pt x="93" y="25"/>
                  </a:cubicBezTo>
                  <a:cubicBezTo>
                    <a:pt x="79" y="36"/>
                    <a:pt x="69" y="51"/>
                    <a:pt x="65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45" y="68"/>
                    <a:pt x="31" y="78"/>
                    <a:pt x="25" y="92"/>
                  </a:cubicBezTo>
                  <a:cubicBezTo>
                    <a:pt x="21" y="89"/>
                    <a:pt x="18" y="85"/>
                    <a:pt x="16" y="82"/>
                  </a:cubicBezTo>
                  <a:close/>
                  <a:moveTo>
                    <a:pt x="224" y="144"/>
                  </a:moveTo>
                  <a:cubicBezTo>
                    <a:pt x="60" y="144"/>
                    <a:pt x="60" y="144"/>
                    <a:pt x="60" y="144"/>
                  </a:cubicBezTo>
                  <a:cubicBezTo>
                    <a:pt x="41" y="144"/>
                    <a:pt x="28" y="131"/>
                    <a:pt x="28" y="112"/>
                  </a:cubicBezTo>
                  <a:cubicBezTo>
                    <a:pt x="28" y="92"/>
                    <a:pt x="43" y="76"/>
                    <a:pt x="60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8" y="40"/>
                    <a:pt x="109" y="16"/>
                    <a:pt x="144" y="16"/>
                  </a:cubicBezTo>
                  <a:cubicBezTo>
                    <a:pt x="186" y="16"/>
                    <a:pt x="220" y="46"/>
                    <a:pt x="220" y="84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24" y="88"/>
                    <a:pt x="224" y="88"/>
                    <a:pt x="224" y="88"/>
                  </a:cubicBezTo>
                  <a:cubicBezTo>
                    <a:pt x="238" y="88"/>
                    <a:pt x="248" y="105"/>
                    <a:pt x="248" y="120"/>
                  </a:cubicBezTo>
                  <a:cubicBezTo>
                    <a:pt x="248" y="134"/>
                    <a:pt x="239" y="144"/>
                    <a:pt x="224" y="14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92" name="Freeform 383"/>
            <p:cNvSpPr/>
            <p:nvPr/>
          </p:nvSpPr>
          <p:spPr>
            <a:xfrm>
              <a:off x="5660640" y="224856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0 w 33"/>
                <a:gd name="GluePoint1Y" fmla="*/ 47 h 50"/>
                <a:gd name="GluePoint2X" fmla="*/ 27 w 33"/>
                <a:gd name="GluePoint2Y" fmla="*/ 0 h 50"/>
                <a:gd name="GluePoint3X" fmla="*/ 33 w 33"/>
                <a:gd name="GluePoint3Y" fmla="*/ 3 h 50"/>
                <a:gd name="GluePoint4X" fmla="*/ 6 w 33"/>
                <a:gd name="GluePoint4Y" fmla="*/ 50 h 50"/>
                <a:gd name="GluePoint5X" fmla="*/ 0 w 33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93" name="Freeform 384"/>
            <p:cNvSpPr/>
            <p:nvPr/>
          </p:nvSpPr>
          <p:spPr>
            <a:xfrm>
              <a:off x="5708520" y="2248560"/>
              <a:ext cx="44640" cy="7020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70200"/>
                <a:gd name="textAreaBottom" fmla="*/ 70560 h 70200"/>
                <a:gd name="GluePoint1X" fmla="*/ 0 w 32"/>
                <a:gd name="GluePoint1Y" fmla="*/ 47 h 50"/>
                <a:gd name="GluePoint2X" fmla="*/ 27 w 32"/>
                <a:gd name="GluePoint2Y" fmla="*/ 0 h 50"/>
                <a:gd name="GluePoint3X" fmla="*/ 32 w 32"/>
                <a:gd name="GluePoint3Y" fmla="*/ 3 h 50"/>
                <a:gd name="GluePoint4X" fmla="*/ 6 w 32"/>
                <a:gd name="GluePoint4Y" fmla="*/ 50 h 50"/>
                <a:gd name="GluePoint5X" fmla="*/ 0 w 32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" h="50">
                  <a:moveTo>
                    <a:pt x="0" y="47"/>
                  </a:moveTo>
                  <a:lnTo>
                    <a:pt x="27" y="0"/>
                  </a:lnTo>
                  <a:lnTo>
                    <a:pt x="32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94" name="Freeform 385"/>
            <p:cNvSpPr/>
            <p:nvPr/>
          </p:nvSpPr>
          <p:spPr>
            <a:xfrm>
              <a:off x="5754960" y="224856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0 w 33"/>
                <a:gd name="GluePoint1Y" fmla="*/ 47 h 50"/>
                <a:gd name="GluePoint2X" fmla="*/ 27 w 33"/>
                <a:gd name="GluePoint2Y" fmla="*/ 0 h 50"/>
                <a:gd name="GluePoint3X" fmla="*/ 33 w 33"/>
                <a:gd name="GluePoint3Y" fmla="*/ 3 h 50"/>
                <a:gd name="GluePoint4X" fmla="*/ 6 w 33"/>
                <a:gd name="GluePoint4Y" fmla="*/ 50 h 50"/>
                <a:gd name="GluePoint5X" fmla="*/ 0 w 33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95" name="Freeform 386"/>
            <p:cNvSpPr/>
            <p:nvPr/>
          </p:nvSpPr>
          <p:spPr>
            <a:xfrm>
              <a:off x="5802840" y="2248560"/>
              <a:ext cx="46080" cy="7020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0200"/>
                <a:gd name="textAreaBottom" fmla="*/ 70560 h 70200"/>
                <a:gd name="GluePoint1X" fmla="*/ 0 w 33"/>
                <a:gd name="GluePoint1Y" fmla="*/ 47 h 50"/>
                <a:gd name="GluePoint2X" fmla="*/ 27 w 33"/>
                <a:gd name="GluePoint2Y" fmla="*/ 0 h 50"/>
                <a:gd name="GluePoint3X" fmla="*/ 33 w 33"/>
                <a:gd name="GluePoint3Y" fmla="*/ 3 h 50"/>
                <a:gd name="GluePoint4X" fmla="*/ 6 w 33"/>
                <a:gd name="GluePoint4Y" fmla="*/ 50 h 50"/>
                <a:gd name="GluePoint5X" fmla="*/ 0 w 33"/>
                <a:gd name="GluePoint5Y" fmla="*/ 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" h="50">
                  <a:moveTo>
                    <a:pt x="0" y="47"/>
                  </a:moveTo>
                  <a:lnTo>
                    <a:pt x="27" y="0"/>
                  </a:lnTo>
                  <a:lnTo>
                    <a:pt x="33" y="3"/>
                  </a:lnTo>
                  <a:lnTo>
                    <a:pt x="6" y="5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5280" bIns="3528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096" name="Группа 413"/>
          <p:cNvGrpSpPr/>
          <p:nvPr/>
        </p:nvGrpSpPr>
        <p:grpSpPr>
          <a:xfrm>
            <a:off x="2466360" y="2072520"/>
            <a:ext cx="302400" cy="234720"/>
            <a:chOff x="2466360" y="2072520"/>
            <a:chExt cx="302400" cy="234720"/>
          </a:xfrm>
        </p:grpSpPr>
        <p:sp>
          <p:nvSpPr>
            <p:cNvPr id="4097" name="Freeform 387"/>
            <p:cNvSpPr/>
            <p:nvPr/>
          </p:nvSpPr>
          <p:spPr>
            <a:xfrm>
              <a:off x="2466360" y="207252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44 w 256"/>
                <a:gd name="GluePoint1Y" fmla="*/ 156 h 156"/>
                <a:gd name="GluePoint2X" fmla="*/ 72 w 256"/>
                <a:gd name="GluePoint2Y" fmla="*/ 156 h 156"/>
                <a:gd name="GluePoint3X" fmla="*/ 72 w 256"/>
                <a:gd name="GluePoint3Y" fmla="*/ 148 h 156"/>
                <a:gd name="GluePoint4X" fmla="*/ 44 w 256"/>
                <a:gd name="GluePoint4Y" fmla="*/ 148 h 156"/>
                <a:gd name="GluePoint5X" fmla="*/ 8 w 256"/>
                <a:gd name="GluePoint5Y" fmla="*/ 112 h 156"/>
                <a:gd name="GluePoint6X" fmla="*/ 44 w 256"/>
                <a:gd name="GluePoint6Y" fmla="*/ 72 h 156"/>
                <a:gd name="GluePoint7X" fmla="*/ 56 w 256"/>
                <a:gd name="GluePoint7Y" fmla="*/ 72 h 156"/>
                <a:gd name="GluePoint8X" fmla="*/ 56 w 256"/>
                <a:gd name="GluePoint8Y" fmla="*/ 69 h 156"/>
                <a:gd name="GluePoint9X" fmla="*/ 136 w 256"/>
                <a:gd name="GluePoint9Y" fmla="*/ 8 h 156"/>
                <a:gd name="GluePoint10X" fmla="*/ 216 w 256"/>
                <a:gd name="GluePoint10Y" fmla="*/ 84 h 156"/>
                <a:gd name="GluePoint11X" fmla="*/ 216 w 256"/>
                <a:gd name="GluePoint11Y" fmla="*/ 88 h 156"/>
                <a:gd name="GluePoint12X" fmla="*/ 220 w 256"/>
                <a:gd name="GluePoint12Y" fmla="*/ 88 h 156"/>
                <a:gd name="GluePoint13X" fmla="*/ 248 w 256"/>
                <a:gd name="GluePoint13Y" fmla="*/ 120 h 156"/>
                <a:gd name="GluePoint14X" fmla="*/ 220 w 256"/>
                <a:gd name="GluePoint14Y" fmla="*/ 148 h 156"/>
                <a:gd name="GluePoint15X" fmla="*/ 184 w 256"/>
                <a:gd name="GluePoint15Y" fmla="*/ 148 h 156"/>
                <a:gd name="GluePoint16X" fmla="*/ 184 w 256"/>
                <a:gd name="GluePoint16Y" fmla="*/ 156 h 156"/>
                <a:gd name="GluePoint17X" fmla="*/ 220 w 256"/>
                <a:gd name="GluePoint17Y" fmla="*/ 156 h 156"/>
                <a:gd name="GluePoint18X" fmla="*/ 256 w 256"/>
                <a:gd name="GluePoint18Y" fmla="*/ 120 h 156"/>
                <a:gd name="GluePoint19X" fmla="*/ 224 w 256"/>
                <a:gd name="GluePoint19Y" fmla="*/ 80 h 156"/>
                <a:gd name="GluePoint20X" fmla="*/ 136 w 256"/>
                <a:gd name="GluePoint20Y" fmla="*/ 0 h 156"/>
                <a:gd name="GluePoint21X" fmla="*/ 49 w 256"/>
                <a:gd name="GluePoint21Y" fmla="*/ 64 h 156"/>
                <a:gd name="GluePoint22X" fmla="*/ 44 w 256"/>
                <a:gd name="GluePoint22Y" fmla="*/ 64 h 156"/>
                <a:gd name="GluePoint23X" fmla="*/ 0 w 256"/>
                <a:gd name="GluePoint23Y" fmla="*/ 112 h 156"/>
                <a:gd name="GluePoint24X" fmla="*/ 44 w 256"/>
                <a:gd name="GluePoint24Y" fmla="*/ 156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256" h="156">
                  <a:moveTo>
                    <a:pt x="44" y="156"/>
                  </a:moveTo>
                  <a:cubicBezTo>
                    <a:pt x="72" y="156"/>
                    <a:pt x="72" y="156"/>
                    <a:pt x="72" y="156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4" y="148"/>
                    <a:pt x="8" y="133"/>
                    <a:pt x="8" y="112"/>
                  </a:cubicBezTo>
                  <a:cubicBezTo>
                    <a:pt x="8" y="90"/>
                    <a:pt x="25" y="72"/>
                    <a:pt x="44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3" y="34"/>
                    <a:pt x="97" y="8"/>
                    <a:pt x="136" y="8"/>
                  </a:cubicBezTo>
                  <a:cubicBezTo>
                    <a:pt x="181" y="8"/>
                    <a:pt x="216" y="42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7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56"/>
                    <a:pt x="184" y="156"/>
                    <a:pt x="18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1" y="156"/>
                    <a:pt x="256" y="141"/>
                    <a:pt x="256" y="120"/>
                  </a:cubicBezTo>
                  <a:cubicBezTo>
                    <a:pt x="256" y="102"/>
                    <a:pt x="244" y="83"/>
                    <a:pt x="224" y="80"/>
                  </a:cubicBezTo>
                  <a:cubicBezTo>
                    <a:pt x="222" y="35"/>
                    <a:pt x="184" y="0"/>
                    <a:pt x="136" y="0"/>
                  </a:cubicBezTo>
                  <a:cubicBezTo>
                    <a:pt x="94" y="0"/>
                    <a:pt x="58" y="27"/>
                    <a:pt x="49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98" name="Freeform 388"/>
            <p:cNvSpPr/>
            <p:nvPr/>
          </p:nvSpPr>
          <p:spPr>
            <a:xfrm>
              <a:off x="2562120" y="2234520"/>
              <a:ext cx="44640" cy="3348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33480"/>
                <a:gd name="textAreaBottom" fmla="*/ 33840 h 33480"/>
                <a:gd name="GluePoint1X" fmla="*/ 6 w 32"/>
                <a:gd name="GluePoint1Y" fmla="*/ 24 h 24"/>
                <a:gd name="GluePoint2X" fmla="*/ 11 w 32"/>
                <a:gd name="GluePoint2Y" fmla="*/ 16 h 24"/>
                <a:gd name="GluePoint3X" fmla="*/ 32 w 32"/>
                <a:gd name="GluePoint3Y" fmla="*/ 16 h 24"/>
                <a:gd name="GluePoint4X" fmla="*/ 32 w 32"/>
                <a:gd name="GluePoint4Y" fmla="*/ 9 h 24"/>
                <a:gd name="GluePoint5X" fmla="*/ 11 w 32"/>
                <a:gd name="GluePoint5Y" fmla="*/ 9 h 24"/>
                <a:gd name="GluePoint6X" fmla="*/ 6 w 32"/>
                <a:gd name="GluePoint6Y" fmla="*/ 0 h 24"/>
                <a:gd name="GluePoint7X" fmla="*/ 0 w 32"/>
                <a:gd name="GluePoint7Y" fmla="*/ 4 h 24"/>
                <a:gd name="GluePoint8X" fmla="*/ 6 w 32"/>
                <a:gd name="GluePoint8Y" fmla="*/ 12 h 24"/>
                <a:gd name="GluePoint9X" fmla="*/ 0 w 32"/>
                <a:gd name="GluePoint9Y" fmla="*/ 21 h 24"/>
                <a:gd name="GluePoint10X" fmla="*/ 6 w 32"/>
                <a:gd name="GluePoint10Y" fmla="*/ 24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2" h="24">
                  <a:moveTo>
                    <a:pt x="6" y="24"/>
                  </a:moveTo>
                  <a:lnTo>
                    <a:pt x="11" y="16"/>
                  </a:lnTo>
                  <a:lnTo>
                    <a:pt x="32" y="16"/>
                  </a:lnTo>
                  <a:lnTo>
                    <a:pt x="32" y="9"/>
                  </a:lnTo>
                  <a:lnTo>
                    <a:pt x="11" y="9"/>
                  </a:lnTo>
                  <a:lnTo>
                    <a:pt x="6" y="0"/>
                  </a:lnTo>
                  <a:lnTo>
                    <a:pt x="0" y="4"/>
                  </a:lnTo>
                  <a:lnTo>
                    <a:pt x="6" y="12"/>
                  </a:lnTo>
                  <a:lnTo>
                    <a:pt x="0" y="21"/>
                  </a:lnTo>
                  <a:lnTo>
                    <a:pt x="6" y="2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920" bIns="16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099" name="Freeform 389"/>
            <p:cNvSpPr/>
            <p:nvPr/>
          </p:nvSpPr>
          <p:spPr>
            <a:xfrm>
              <a:off x="2626920" y="2234520"/>
              <a:ext cx="46080" cy="334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33480"/>
                <a:gd name="textAreaBottom" fmla="*/ 33840 h 33480"/>
                <a:gd name="GluePoint1X" fmla="*/ 28 w 33"/>
                <a:gd name="GluePoint1Y" fmla="*/ 0 h 24"/>
                <a:gd name="GluePoint2X" fmla="*/ 22 w 33"/>
                <a:gd name="GluePoint2Y" fmla="*/ 9 h 24"/>
                <a:gd name="GluePoint3X" fmla="*/ 0 w 33"/>
                <a:gd name="GluePoint3Y" fmla="*/ 9 h 24"/>
                <a:gd name="GluePoint4X" fmla="*/ 0 w 33"/>
                <a:gd name="GluePoint4Y" fmla="*/ 16 h 24"/>
                <a:gd name="GluePoint5X" fmla="*/ 22 w 33"/>
                <a:gd name="GluePoint5Y" fmla="*/ 16 h 24"/>
                <a:gd name="GluePoint6X" fmla="*/ 28 w 33"/>
                <a:gd name="GluePoint6Y" fmla="*/ 24 h 24"/>
                <a:gd name="GluePoint7X" fmla="*/ 33 w 33"/>
                <a:gd name="GluePoint7Y" fmla="*/ 21 h 24"/>
                <a:gd name="GluePoint8X" fmla="*/ 28 w 33"/>
                <a:gd name="GluePoint8Y" fmla="*/ 12 h 24"/>
                <a:gd name="GluePoint9X" fmla="*/ 33 w 33"/>
                <a:gd name="GluePoint9Y" fmla="*/ 4 h 24"/>
                <a:gd name="GluePoint10X" fmla="*/ 28 w 33"/>
                <a:gd name="GluePoint10Y" fmla="*/ 0 h 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3" h="24">
                  <a:moveTo>
                    <a:pt x="28" y="0"/>
                  </a:moveTo>
                  <a:lnTo>
                    <a:pt x="22" y="9"/>
                  </a:lnTo>
                  <a:lnTo>
                    <a:pt x="0" y="9"/>
                  </a:lnTo>
                  <a:lnTo>
                    <a:pt x="0" y="16"/>
                  </a:lnTo>
                  <a:lnTo>
                    <a:pt x="22" y="16"/>
                  </a:lnTo>
                  <a:lnTo>
                    <a:pt x="28" y="24"/>
                  </a:lnTo>
                  <a:lnTo>
                    <a:pt x="33" y="21"/>
                  </a:lnTo>
                  <a:lnTo>
                    <a:pt x="28" y="12"/>
                  </a:lnTo>
                  <a:lnTo>
                    <a:pt x="33" y="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920" bIns="169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00" name="Freeform 390"/>
            <p:cNvSpPr/>
            <p:nvPr/>
          </p:nvSpPr>
          <p:spPr>
            <a:xfrm>
              <a:off x="2599920" y="2261160"/>
              <a:ext cx="34920" cy="4608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46080"/>
                <a:gd name="textAreaBottom" fmla="*/ 46440 h 46080"/>
                <a:gd name="GluePoint1X" fmla="*/ 12 w 25"/>
                <a:gd name="GluePoint1Y" fmla="*/ 28 h 33"/>
                <a:gd name="GluePoint2X" fmla="*/ 20 w 25"/>
                <a:gd name="GluePoint2Y" fmla="*/ 33 h 33"/>
                <a:gd name="GluePoint3X" fmla="*/ 25 w 25"/>
                <a:gd name="GluePoint3Y" fmla="*/ 28 h 33"/>
                <a:gd name="GluePoint4X" fmla="*/ 15 w 25"/>
                <a:gd name="GluePoint4Y" fmla="*/ 22 h 33"/>
                <a:gd name="GluePoint5X" fmla="*/ 15 w 25"/>
                <a:gd name="GluePoint5Y" fmla="*/ 0 h 33"/>
                <a:gd name="GluePoint6X" fmla="*/ 9 w 25"/>
                <a:gd name="GluePoint6Y" fmla="*/ 0 h 33"/>
                <a:gd name="GluePoint7X" fmla="*/ 9 w 25"/>
                <a:gd name="GluePoint7Y" fmla="*/ 22 h 33"/>
                <a:gd name="GluePoint8X" fmla="*/ 0 w 25"/>
                <a:gd name="GluePoint8Y" fmla="*/ 28 h 33"/>
                <a:gd name="GluePoint9X" fmla="*/ 5 w 25"/>
                <a:gd name="GluePoint9Y" fmla="*/ 33 h 33"/>
                <a:gd name="GluePoint10X" fmla="*/ 12 w 25"/>
                <a:gd name="GluePoint10Y" fmla="*/ 28 h 3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5" h="33">
                  <a:moveTo>
                    <a:pt x="12" y="28"/>
                  </a:moveTo>
                  <a:lnTo>
                    <a:pt x="20" y="33"/>
                  </a:lnTo>
                  <a:lnTo>
                    <a:pt x="25" y="28"/>
                  </a:lnTo>
                  <a:lnTo>
                    <a:pt x="15" y="2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22"/>
                  </a:lnTo>
                  <a:lnTo>
                    <a:pt x="0" y="28"/>
                  </a:lnTo>
                  <a:lnTo>
                    <a:pt x="5" y="33"/>
                  </a:lnTo>
                  <a:lnTo>
                    <a:pt x="12" y="28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3040" bIns="2304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01" name="Freeform 391"/>
            <p:cNvSpPr/>
            <p:nvPr/>
          </p:nvSpPr>
          <p:spPr>
            <a:xfrm>
              <a:off x="2599920" y="2196360"/>
              <a:ext cx="34920" cy="446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44640"/>
                <a:gd name="textAreaBottom" fmla="*/ 45000 h 44640"/>
                <a:gd name="GluePoint1X" fmla="*/ 12 w 25"/>
                <a:gd name="GluePoint1Y" fmla="*/ 5 h 32"/>
                <a:gd name="GluePoint2X" fmla="*/ 5 w 25"/>
                <a:gd name="GluePoint2Y" fmla="*/ 0 h 32"/>
                <a:gd name="GluePoint3X" fmla="*/ 0 w 25"/>
                <a:gd name="GluePoint3Y" fmla="*/ 5 h 32"/>
                <a:gd name="GluePoint4X" fmla="*/ 9 w 25"/>
                <a:gd name="GluePoint4Y" fmla="*/ 11 h 32"/>
                <a:gd name="GluePoint5X" fmla="*/ 9 w 25"/>
                <a:gd name="GluePoint5Y" fmla="*/ 32 h 32"/>
                <a:gd name="GluePoint6X" fmla="*/ 15 w 25"/>
                <a:gd name="GluePoint6Y" fmla="*/ 32 h 32"/>
                <a:gd name="GluePoint7X" fmla="*/ 15 w 25"/>
                <a:gd name="GluePoint7Y" fmla="*/ 11 h 32"/>
                <a:gd name="GluePoint8X" fmla="*/ 25 w 25"/>
                <a:gd name="GluePoint8Y" fmla="*/ 5 h 32"/>
                <a:gd name="GluePoint9X" fmla="*/ 20 w 25"/>
                <a:gd name="GluePoint9Y" fmla="*/ 0 h 32"/>
                <a:gd name="GluePoint10X" fmla="*/ 12 w 25"/>
                <a:gd name="GluePoint10Y" fmla="*/ 5 h 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5" h="32">
                  <a:moveTo>
                    <a:pt x="12" y="5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9" y="11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11"/>
                  </a:lnTo>
                  <a:lnTo>
                    <a:pt x="25" y="5"/>
                  </a:lnTo>
                  <a:lnTo>
                    <a:pt x="2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2320" bIns="2232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02" name="Freeform 392"/>
            <p:cNvSpPr/>
            <p:nvPr/>
          </p:nvSpPr>
          <p:spPr>
            <a:xfrm>
              <a:off x="2570400" y="2205000"/>
              <a:ext cx="40320" cy="403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40320"/>
                <a:gd name="textAreaBottom" fmla="*/ 40680 h 40320"/>
                <a:gd name="GluePoint1X" fmla="*/ 11 w 29"/>
                <a:gd name="GluePoint1Y" fmla="*/ 0 h 29"/>
                <a:gd name="GluePoint2X" fmla="*/ 9 w 29"/>
                <a:gd name="GluePoint2Y" fmla="*/ 9 h 29"/>
                <a:gd name="GluePoint3X" fmla="*/ 0 w 29"/>
                <a:gd name="GluePoint3Y" fmla="*/ 11 h 29"/>
                <a:gd name="GluePoint4X" fmla="*/ 1 w 29"/>
                <a:gd name="GluePoint4Y" fmla="*/ 17 h 29"/>
                <a:gd name="GluePoint5X" fmla="*/ 11 w 29"/>
                <a:gd name="GluePoint5Y" fmla="*/ 16 h 29"/>
                <a:gd name="GluePoint6X" fmla="*/ 25 w 29"/>
                <a:gd name="GluePoint6Y" fmla="*/ 29 h 29"/>
                <a:gd name="GluePoint7X" fmla="*/ 29 w 29"/>
                <a:gd name="GluePoint7Y" fmla="*/ 24 h 29"/>
                <a:gd name="GluePoint8X" fmla="*/ 15 w 29"/>
                <a:gd name="GluePoint8Y" fmla="*/ 11 h 29"/>
                <a:gd name="GluePoint9X" fmla="*/ 18 w 29"/>
                <a:gd name="GluePoint9Y" fmla="*/ 0 h 29"/>
                <a:gd name="GluePoint10X" fmla="*/ 11 w 29"/>
                <a:gd name="GluePoint10Y" fmla="*/ 0 h 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9" h="29">
                  <a:moveTo>
                    <a:pt x="11" y="0"/>
                  </a:moveTo>
                  <a:lnTo>
                    <a:pt x="9" y="9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11" y="16"/>
                  </a:lnTo>
                  <a:lnTo>
                    <a:pt x="25" y="29"/>
                  </a:lnTo>
                  <a:lnTo>
                    <a:pt x="29" y="24"/>
                  </a:lnTo>
                  <a:lnTo>
                    <a:pt x="15" y="11"/>
                  </a:lnTo>
                  <a:lnTo>
                    <a:pt x="18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160" bIns="20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03" name="Freeform 393"/>
            <p:cNvSpPr/>
            <p:nvPr/>
          </p:nvSpPr>
          <p:spPr>
            <a:xfrm>
              <a:off x="2624040" y="2257200"/>
              <a:ext cx="41760" cy="4320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43200"/>
                <a:gd name="textAreaBottom" fmla="*/ 43560 h 43200"/>
                <a:gd name="GluePoint1X" fmla="*/ 18 w 30"/>
                <a:gd name="GluePoint1Y" fmla="*/ 31 h 31"/>
                <a:gd name="GluePoint2X" fmla="*/ 19 w 30"/>
                <a:gd name="GluePoint2Y" fmla="*/ 21 h 31"/>
                <a:gd name="GluePoint3X" fmla="*/ 30 w 30"/>
                <a:gd name="GluePoint3Y" fmla="*/ 19 h 31"/>
                <a:gd name="GluePoint4X" fmla="*/ 28 w 30"/>
                <a:gd name="GluePoint4Y" fmla="*/ 12 h 31"/>
                <a:gd name="GluePoint5X" fmla="*/ 18 w 30"/>
                <a:gd name="GluePoint5Y" fmla="*/ 14 h 31"/>
                <a:gd name="GluePoint6X" fmla="*/ 4 w 30"/>
                <a:gd name="GluePoint6Y" fmla="*/ 0 h 31"/>
                <a:gd name="GluePoint7X" fmla="*/ 0 w 30"/>
                <a:gd name="GluePoint7Y" fmla="*/ 5 h 31"/>
                <a:gd name="GluePoint8X" fmla="*/ 13 w 30"/>
                <a:gd name="GluePoint8Y" fmla="*/ 19 h 31"/>
                <a:gd name="GluePoint9X" fmla="*/ 11 w 30"/>
                <a:gd name="GluePoint9Y" fmla="*/ 29 h 31"/>
                <a:gd name="GluePoint10X" fmla="*/ 18 w 30"/>
                <a:gd name="GluePoint10Y" fmla="*/ 31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0" h="31">
                  <a:moveTo>
                    <a:pt x="18" y="31"/>
                  </a:moveTo>
                  <a:lnTo>
                    <a:pt x="19" y="21"/>
                  </a:lnTo>
                  <a:lnTo>
                    <a:pt x="30" y="19"/>
                  </a:lnTo>
                  <a:lnTo>
                    <a:pt x="28" y="12"/>
                  </a:lnTo>
                  <a:lnTo>
                    <a:pt x="18" y="14"/>
                  </a:lnTo>
                  <a:lnTo>
                    <a:pt x="4" y="0"/>
                  </a:lnTo>
                  <a:lnTo>
                    <a:pt x="0" y="5"/>
                  </a:lnTo>
                  <a:lnTo>
                    <a:pt x="13" y="19"/>
                  </a:lnTo>
                  <a:lnTo>
                    <a:pt x="11" y="29"/>
                  </a:lnTo>
                  <a:lnTo>
                    <a:pt x="18" y="3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04" name="Freeform 394"/>
            <p:cNvSpPr/>
            <p:nvPr/>
          </p:nvSpPr>
          <p:spPr>
            <a:xfrm>
              <a:off x="2570400" y="2257200"/>
              <a:ext cx="40320" cy="4320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43200"/>
                <a:gd name="textAreaBottom" fmla="*/ 43560 h 43200"/>
                <a:gd name="GluePoint1X" fmla="*/ 25 w 29"/>
                <a:gd name="GluePoint1Y" fmla="*/ 0 h 31"/>
                <a:gd name="GluePoint2X" fmla="*/ 11 w 29"/>
                <a:gd name="GluePoint2Y" fmla="*/ 14 h 31"/>
                <a:gd name="GluePoint3X" fmla="*/ 1 w 29"/>
                <a:gd name="GluePoint3Y" fmla="*/ 12 h 31"/>
                <a:gd name="GluePoint4X" fmla="*/ 0 w 29"/>
                <a:gd name="GluePoint4Y" fmla="*/ 19 h 31"/>
                <a:gd name="GluePoint5X" fmla="*/ 9 w 29"/>
                <a:gd name="GluePoint5Y" fmla="*/ 21 h 31"/>
                <a:gd name="GluePoint6X" fmla="*/ 11 w 29"/>
                <a:gd name="GluePoint6Y" fmla="*/ 31 h 31"/>
                <a:gd name="GluePoint7X" fmla="*/ 18 w 29"/>
                <a:gd name="GluePoint7Y" fmla="*/ 29 h 31"/>
                <a:gd name="GluePoint8X" fmla="*/ 15 w 29"/>
                <a:gd name="GluePoint8Y" fmla="*/ 19 h 31"/>
                <a:gd name="GluePoint9X" fmla="*/ 29 w 29"/>
                <a:gd name="GluePoint9Y" fmla="*/ 5 h 31"/>
                <a:gd name="GluePoint10X" fmla="*/ 25 w 29"/>
                <a:gd name="GluePoint10Y" fmla="*/ 0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9" h="31">
                  <a:moveTo>
                    <a:pt x="25" y="0"/>
                  </a:moveTo>
                  <a:lnTo>
                    <a:pt x="11" y="14"/>
                  </a:lnTo>
                  <a:lnTo>
                    <a:pt x="1" y="12"/>
                  </a:lnTo>
                  <a:lnTo>
                    <a:pt x="0" y="19"/>
                  </a:lnTo>
                  <a:lnTo>
                    <a:pt x="9" y="21"/>
                  </a:lnTo>
                  <a:lnTo>
                    <a:pt x="11" y="31"/>
                  </a:lnTo>
                  <a:lnTo>
                    <a:pt x="18" y="29"/>
                  </a:lnTo>
                  <a:lnTo>
                    <a:pt x="15" y="19"/>
                  </a:lnTo>
                  <a:lnTo>
                    <a:pt x="29" y="5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05" name="Freeform 395"/>
            <p:cNvSpPr/>
            <p:nvPr/>
          </p:nvSpPr>
          <p:spPr>
            <a:xfrm>
              <a:off x="2624040" y="2205000"/>
              <a:ext cx="41760" cy="4032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40320"/>
                <a:gd name="textAreaBottom" fmla="*/ 40680 h 40320"/>
                <a:gd name="GluePoint1X" fmla="*/ 4 w 30"/>
                <a:gd name="GluePoint1Y" fmla="*/ 29 h 29"/>
                <a:gd name="GluePoint2X" fmla="*/ 18 w 30"/>
                <a:gd name="GluePoint2Y" fmla="*/ 16 h 29"/>
                <a:gd name="GluePoint3X" fmla="*/ 28 w 30"/>
                <a:gd name="GluePoint3Y" fmla="*/ 17 h 29"/>
                <a:gd name="GluePoint4X" fmla="*/ 30 w 30"/>
                <a:gd name="GluePoint4Y" fmla="*/ 11 h 29"/>
                <a:gd name="GluePoint5X" fmla="*/ 19 w 30"/>
                <a:gd name="GluePoint5Y" fmla="*/ 9 h 29"/>
                <a:gd name="GluePoint6X" fmla="*/ 18 w 30"/>
                <a:gd name="GluePoint6Y" fmla="*/ 0 h 29"/>
                <a:gd name="GluePoint7X" fmla="*/ 11 w 30"/>
                <a:gd name="GluePoint7Y" fmla="*/ 0 h 29"/>
                <a:gd name="GluePoint8X" fmla="*/ 13 w 30"/>
                <a:gd name="GluePoint8Y" fmla="*/ 11 h 29"/>
                <a:gd name="GluePoint9X" fmla="*/ 0 w 30"/>
                <a:gd name="GluePoint9Y" fmla="*/ 24 h 29"/>
                <a:gd name="GluePoint10X" fmla="*/ 4 w 30"/>
                <a:gd name="GluePoint10Y" fmla="*/ 29 h 2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0" h="29">
                  <a:moveTo>
                    <a:pt x="4" y="29"/>
                  </a:moveTo>
                  <a:lnTo>
                    <a:pt x="18" y="16"/>
                  </a:lnTo>
                  <a:lnTo>
                    <a:pt x="28" y="17"/>
                  </a:lnTo>
                  <a:lnTo>
                    <a:pt x="30" y="11"/>
                  </a:lnTo>
                  <a:lnTo>
                    <a:pt x="19" y="9"/>
                  </a:lnTo>
                  <a:lnTo>
                    <a:pt x="18" y="0"/>
                  </a:lnTo>
                  <a:lnTo>
                    <a:pt x="11" y="0"/>
                  </a:lnTo>
                  <a:lnTo>
                    <a:pt x="13" y="11"/>
                  </a:lnTo>
                  <a:lnTo>
                    <a:pt x="0" y="24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0160" bIns="201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106" name="Группа 446"/>
          <p:cNvGrpSpPr/>
          <p:nvPr/>
        </p:nvGrpSpPr>
        <p:grpSpPr>
          <a:xfrm>
            <a:off x="6394320" y="2848680"/>
            <a:ext cx="302400" cy="253080"/>
            <a:chOff x="6394320" y="2848680"/>
            <a:chExt cx="302400" cy="253080"/>
          </a:xfrm>
        </p:grpSpPr>
        <p:sp>
          <p:nvSpPr>
            <p:cNvPr id="4107" name="Freeform 396"/>
            <p:cNvSpPr/>
            <p:nvPr/>
          </p:nvSpPr>
          <p:spPr>
            <a:xfrm>
              <a:off x="6498720" y="2945880"/>
              <a:ext cx="92520" cy="15588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155880"/>
                <a:gd name="textAreaBottom" fmla="*/ 156240 h 155880"/>
                <a:gd name="GluePoint1X" fmla="*/ 47 w 66"/>
                <a:gd name="GluePoint1Y" fmla="*/ 0 h 111"/>
                <a:gd name="GluePoint2X" fmla="*/ 0 w 66"/>
                <a:gd name="GluePoint2Y" fmla="*/ 64 h 111"/>
                <a:gd name="GluePoint3X" fmla="*/ 3 w 66"/>
                <a:gd name="GluePoint3Y" fmla="*/ 69 h 111"/>
                <a:gd name="GluePoint4X" fmla="*/ 19 w 66"/>
                <a:gd name="GluePoint4Y" fmla="*/ 69 h 111"/>
                <a:gd name="GluePoint5X" fmla="*/ 13 w 66"/>
                <a:gd name="GluePoint5Y" fmla="*/ 109 h 111"/>
                <a:gd name="GluePoint6X" fmla="*/ 19 w 66"/>
                <a:gd name="GluePoint6Y" fmla="*/ 111 h 111"/>
                <a:gd name="GluePoint7X" fmla="*/ 66 w 66"/>
                <a:gd name="GluePoint7Y" fmla="*/ 47 h 111"/>
                <a:gd name="GluePoint8X" fmla="*/ 63 w 66"/>
                <a:gd name="GluePoint8Y" fmla="*/ 42 h 111"/>
                <a:gd name="GluePoint9X" fmla="*/ 47 w 66"/>
                <a:gd name="GluePoint9Y" fmla="*/ 42 h 111"/>
                <a:gd name="GluePoint10X" fmla="*/ 53 w 66"/>
                <a:gd name="GluePoint10Y" fmla="*/ 2 h 111"/>
                <a:gd name="GluePoint11X" fmla="*/ 47 w 66"/>
                <a:gd name="GluePoint11Y" fmla="*/ 0 h 111"/>
                <a:gd name="GluePoint12X" fmla="*/ 57 w 66"/>
                <a:gd name="GluePoint12Y" fmla="*/ 49 h 111"/>
                <a:gd name="GluePoint13X" fmla="*/ 21 w 66"/>
                <a:gd name="GluePoint13Y" fmla="*/ 96 h 111"/>
                <a:gd name="GluePoint14X" fmla="*/ 26 w 66"/>
                <a:gd name="GluePoint14Y" fmla="*/ 66 h 111"/>
                <a:gd name="GluePoint15X" fmla="*/ 23 w 66"/>
                <a:gd name="GluePoint15Y" fmla="*/ 62 h 111"/>
                <a:gd name="GluePoint16X" fmla="*/ 9 w 66"/>
                <a:gd name="GluePoint16Y" fmla="*/ 62 h 111"/>
                <a:gd name="GluePoint17X" fmla="*/ 44 w 66"/>
                <a:gd name="GluePoint17Y" fmla="*/ 15 h 111"/>
                <a:gd name="GluePoint18X" fmla="*/ 40 w 66"/>
                <a:gd name="GluePoint18Y" fmla="*/ 45 h 111"/>
                <a:gd name="GluePoint19X" fmla="*/ 43 w 66"/>
                <a:gd name="GluePoint19Y" fmla="*/ 49 h 111"/>
                <a:gd name="GluePoint20X" fmla="*/ 57 w 66"/>
                <a:gd name="GluePoint20Y" fmla="*/ 49 h 1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66" h="111">
                  <a:moveTo>
                    <a:pt x="47" y="0"/>
                  </a:moveTo>
                  <a:lnTo>
                    <a:pt x="0" y="64"/>
                  </a:lnTo>
                  <a:lnTo>
                    <a:pt x="3" y="69"/>
                  </a:lnTo>
                  <a:lnTo>
                    <a:pt x="19" y="69"/>
                  </a:lnTo>
                  <a:lnTo>
                    <a:pt x="13" y="109"/>
                  </a:lnTo>
                  <a:lnTo>
                    <a:pt x="19" y="111"/>
                  </a:lnTo>
                  <a:lnTo>
                    <a:pt x="66" y="47"/>
                  </a:lnTo>
                  <a:lnTo>
                    <a:pt x="63" y="42"/>
                  </a:lnTo>
                  <a:lnTo>
                    <a:pt x="47" y="42"/>
                  </a:lnTo>
                  <a:lnTo>
                    <a:pt x="53" y="2"/>
                  </a:lnTo>
                  <a:lnTo>
                    <a:pt x="47" y="0"/>
                  </a:lnTo>
                  <a:close/>
                  <a:moveTo>
                    <a:pt x="57" y="49"/>
                  </a:moveTo>
                  <a:lnTo>
                    <a:pt x="21" y="96"/>
                  </a:lnTo>
                  <a:lnTo>
                    <a:pt x="26" y="66"/>
                  </a:lnTo>
                  <a:lnTo>
                    <a:pt x="23" y="62"/>
                  </a:lnTo>
                  <a:lnTo>
                    <a:pt x="9" y="62"/>
                  </a:lnTo>
                  <a:lnTo>
                    <a:pt x="44" y="15"/>
                  </a:lnTo>
                  <a:lnTo>
                    <a:pt x="40" y="45"/>
                  </a:lnTo>
                  <a:lnTo>
                    <a:pt x="43" y="49"/>
                  </a:lnTo>
                  <a:lnTo>
                    <a:pt x="57" y="49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08" name="Freeform 397"/>
            <p:cNvSpPr/>
            <p:nvPr/>
          </p:nvSpPr>
          <p:spPr>
            <a:xfrm>
              <a:off x="6394320" y="284868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223 w 256"/>
                <a:gd name="GluePoint1Y" fmla="*/ 80 h 156"/>
                <a:gd name="GluePoint2X" fmla="*/ 136 w 256"/>
                <a:gd name="GluePoint2Y" fmla="*/ 0 h 156"/>
                <a:gd name="GluePoint3X" fmla="*/ 48 w 256"/>
                <a:gd name="GluePoint3Y" fmla="*/ 64 h 156"/>
                <a:gd name="GluePoint4X" fmla="*/ 44 w 256"/>
                <a:gd name="GluePoint4Y" fmla="*/ 64 h 156"/>
                <a:gd name="GluePoint5X" fmla="*/ 0 w 256"/>
                <a:gd name="GluePoint5Y" fmla="*/ 112 h 156"/>
                <a:gd name="GluePoint6X" fmla="*/ 44 w 256"/>
                <a:gd name="GluePoint6Y" fmla="*/ 156 h 156"/>
                <a:gd name="GluePoint7X" fmla="*/ 72 w 256"/>
                <a:gd name="GluePoint7Y" fmla="*/ 156 h 156"/>
                <a:gd name="GluePoint8X" fmla="*/ 72 w 256"/>
                <a:gd name="GluePoint8Y" fmla="*/ 148 h 156"/>
                <a:gd name="GluePoint9X" fmla="*/ 44 w 256"/>
                <a:gd name="GluePoint9Y" fmla="*/ 148 h 156"/>
                <a:gd name="GluePoint10X" fmla="*/ 8 w 256"/>
                <a:gd name="GluePoint10Y" fmla="*/ 112 h 156"/>
                <a:gd name="GluePoint11X" fmla="*/ 44 w 256"/>
                <a:gd name="GluePoint11Y" fmla="*/ 72 h 156"/>
                <a:gd name="GluePoint12X" fmla="*/ 55 w 256"/>
                <a:gd name="GluePoint12Y" fmla="*/ 72 h 156"/>
                <a:gd name="GluePoint13X" fmla="*/ 55 w 256"/>
                <a:gd name="GluePoint13Y" fmla="*/ 69 h 156"/>
                <a:gd name="GluePoint14X" fmla="*/ 136 w 256"/>
                <a:gd name="GluePoint14Y" fmla="*/ 8 h 156"/>
                <a:gd name="GluePoint15X" fmla="*/ 216 w 256"/>
                <a:gd name="GluePoint15Y" fmla="*/ 84 h 156"/>
                <a:gd name="GluePoint16X" fmla="*/ 216 w 256"/>
                <a:gd name="GluePoint16Y" fmla="*/ 88 h 156"/>
                <a:gd name="GluePoint17X" fmla="*/ 220 w 256"/>
                <a:gd name="GluePoint17Y" fmla="*/ 88 h 156"/>
                <a:gd name="GluePoint18X" fmla="*/ 248 w 256"/>
                <a:gd name="GluePoint18Y" fmla="*/ 120 h 156"/>
                <a:gd name="GluePoint19X" fmla="*/ 220 w 256"/>
                <a:gd name="GluePoint19Y" fmla="*/ 148 h 156"/>
                <a:gd name="GluePoint20X" fmla="*/ 184 w 256"/>
                <a:gd name="GluePoint20Y" fmla="*/ 148 h 156"/>
                <a:gd name="GluePoint21X" fmla="*/ 184 w 256"/>
                <a:gd name="GluePoint21Y" fmla="*/ 156 h 156"/>
                <a:gd name="GluePoint22X" fmla="*/ 220 w 256"/>
                <a:gd name="GluePoint22Y" fmla="*/ 156 h 156"/>
                <a:gd name="GluePoint23X" fmla="*/ 256 w 256"/>
                <a:gd name="GluePoint23Y" fmla="*/ 120 h 156"/>
                <a:gd name="GluePoint24X" fmla="*/ 223 w 256"/>
                <a:gd name="GluePoint24Y" fmla="*/ 80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256" h="156">
                  <a:moveTo>
                    <a:pt x="223" y="80"/>
                  </a:moveTo>
                  <a:cubicBezTo>
                    <a:pt x="221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8" y="156"/>
                    <a:pt x="44" y="156"/>
                  </a:cubicBezTo>
                  <a:cubicBezTo>
                    <a:pt x="72" y="156"/>
                    <a:pt x="72" y="156"/>
                    <a:pt x="72" y="156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2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69"/>
                    <a:pt x="55" y="69"/>
                    <a:pt x="55" y="69"/>
                  </a:cubicBezTo>
                  <a:cubicBezTo>
                    <a:pt x="62" y="33"/>
                    <a:pt x="96" y="8"/>
                    <a:pt x="136" y="8"/>
                  </a:cubicBezTo>
                  <a:cubicBezTo>
                    <a:pt x="180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56"/>
                    <a:pt x="184" y="156"/>
                    <a:pt x="184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0"/>
                    <a:pt x="256" y="120"/>
                  </a:cubicBezTo>
                  <a:cubicBezTo>
                    <a:pt x="256" y="102"/>
                    <a:pt x="243" y="82"/>
                    <a:pt x="223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grpSp>
        <p:nvGrpSpPr>
          <p:cNvPr id="4109" name="Группа 447"/>
          <p:cNvGrpSpPr/>
          <p:nvPr/>
        </p:nvGrpSpPr>
        <p:grpSpPr>
          <a:xfrm>
            <a:off x="6786000" y="2859840"/>
            <a:ext cx="302400" cy="232200"/>
            <a:chOff x="6786000" y="2859840"/>
            <a:chExt cx="302400" cy="232200"/>
          </a:xfrm>
        </p:grpSpPr>
        <p:sp>
          <p:nvSpPr>
            <p:cNvPr id="4110" name="Freeform 398"/>
            <p:cNvSpPr/>
            <p:nvPr/>
          </p:nvSpPr>
          <p:spPr>
            <a:xfrm>
              <a:off x="6786000" y="2859840"/>
              <a:ext cx="302400" cy="184320"/>
            </a:xfrm>
            <a:custGeom>
              <a:avLst/>
              <a:gdLst>
                <a:gd name="textAreaLeft" fmla="*/ 0 w 302400"/>
                <a:gd name="textAreaRight" fmla="*/ 302760 w 302400"/>
                <a:gd name="textAreaTop" fmla="*/ 0 h 184320"/>
                <a:gd name="textAreaBottom" fmla="*/ 184680 h 184320"/>
                <a:gd name="GluePoint1X" fmla="*/ 224 w 256"/>
                <a:gd name="GluePoint1Y" fmla="*/ 80 h 156"/>
                <a:gd name="GluePoint2X" fmla="*/ 136 w 256"/>
                <a:gd name="GluePoint2Y" fmla="*/ 0 h 156"/>
                <a:gd name="GluePoint3X" fmla="*/ 48 w 256"/>
                <a:gd name="GluePoint3Y" fmla="*/ 64 h 156"/>
                <a:gd name="GluePoint4X" fmla="*/ 44 w 256"/>
                <a:gd name="GluePoint4Y" fmla="*/ 64 h 156"/>
                <a:gd name="GluePoint5X" fmla="*/ 0 w 256"/>
                <a:gd name="GluePoint5Y" fmla="*/ 112 h 156"/>
                <a:gd name="GluePoint6X" fmla="*/ 44 w 256"/>
                <a:gd name="GluePoint6Y" fmla="*/ 156 h 156"/>
                <a:gd name="GluePoint7X" fmla="*/ 72 w 256"/>
                <a:gd name="GluePoint7Y" fmla="*/ 156 h 156"/>
                <a:gd name="GluePoint8X" fmla="*/ 72 w 256"/>
                <a:gd name="GluePoint8Y" fmla="*/ 148 h 156"/>
                <a:gd name="GluePoint9X" fmla="*/ 44 w 256"/>
                <a:gd name="GluePoint9Y" fmla="*/ 148 h 156"/>
                <a:gd name="GluePoint10X" fmla="*/ 8 w 256"/>
                <a:gd name="GluePoint10Y" fmla="*/ 112 h 156"/>
                <a:gd name="GluePoint11X" fmla="*/ 44 w 256"/>
                <a:gd name="GluePoint11Y" fmla="*/ 72 h 156"/>
                <a:gd name="GluePoint12X" fmla="*/ 55 w 256"/>
                <a:gd name="GluePoint12Y" fmla="*/ 72 h 156"/>
                <a:gd name="GluePoint13X" fmla="*/ 56 w 256"/>
                <a:gd name="GluePoint13Y" fmla="*/ 69 h 156"/>
                <a:gd name="GluePoint14X" fmla="*/ 136 w 256"/>
                <a:gd name="GluePoint14Y" fmla="*/ 8 h 156"/>
                <a:gd name="GluePoint15X" fmla="*/ 216 w 256"/>
                <a:gd name="GluePoint15Y" fmla="*/ 84 h 156"/>
                <a:gd name="GluePoint16X" fmla="*/ 216 w 256"/>
                <a:gd name="GluePoint16Y" fmla="*/ 88 h 156"/>
                <a:gd name="GluePoint17X" fmla="*/ 220 w 256"/>
                <a:gd name="GluePoint17Y" fmla="*/ 88 h 156"/>
                <a:gd name="GluePoint18X" fmla="*/ 248 w 256"/>
                <a:gd name="GluePoint18Y" fmla="*/ 120 h 156"/>
                <a:gd name="GluePoint19X" fmla="*/ 220 w 256"/>
                <a:gd name="GluePoint19Y" fmla="*/ 148 h 156"/>
                <a:gd name="GluePoint20X" fmla="*/ 180 w 256"/>
                <a:gd name="GluePoint20Y" fmla="*/ 148 h 156"/>
                <a:gd name="GluePoint21X" fmla="*/ 180 w 256"/>
                <a:gd name="GluePoint21Y" fmla="*/ 156 h 156"/>
                <a:gd name="GluePoint22X" fmla="*/ 220 w 256"/>
                <a:gd name="GluePoint22Y" fmla="*/ 156 h 156"/>
                <a:gd name="GluePoint23X" fmla="*/ 256 w 256"/>
                <a:gd name="GluePoint23Y" fmla="*/ 120 h 156"/>
                <a:gd name="GluePoint24X" fmla="*/ 224 w 256"/>
                <a:gd name="GluePoint24Y" fmla="*/ 80 h 1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256" h="156">
                  <a:moveTo>
                    <a:pt x="224" y="80"/>
                  </a:moveTo>
                  <a:cubicBezTo>
                    <a:pt x="222" y="35"/>
                    <a:pt x="184" y="0"/>
                    <a:pt x="136" y="0"/>
                  </a:cubicBezTo>
                  <a:cubicBezTo>
                    <a:pt x="93" y="0"/>
                    <a:pt x="57" y="27"/>
                    <a:pt x="4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20" y="64"/>
                    <a:pt x="0" y="86"/>
                    <a:pt x="0" y="112"/>
                  </a:cubicBezTo>
                  <a:cubicBezTo>
                    <a:pt x="0" y="137"/>
                    <a:pt x="19" y="156"/>
                    <a:pt x="44" y="156"/>
                  </a:cubicBezTo>
                  <a:cubicBezTo>
                    <a:pt x="72" y="156"/>
                    <a:pt x="72" y="156"/>
                    <a:pt x="72" y="156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23" y="148"/>
                    <a:pt x="8" y="133"/>
                    <a:pt x="8" y="112"/>
                  </a:cubicBezTo>
                  <a:cubicBezTo>
                    <a:pt x="8" y="90"/>
                    <a:pt x="24" y="72"/>
                    <a:pt x="44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34"/>
                    <a:pt x="96" y="8"/>
                    <a:pt x="136" y="8"/>
                  </a:cubicBezTo>
                  <a:cubicBezTo>
                    <a:pt x="181" y="8"/>
                    <a:pt x="216" y="41"/>
                    <a:pt x="216" y="84"/>
                  </a:cubicBezTo>
                  <a:cubicBezTo>
                    <a:pt x="216" y="88"/>
                    <a:pt x="216" y="88"/>
                    <a:pt x="216" y="88"/>
                  </a:cubicBezTo>
                  <a:cubicBezTo>
                    <a:pt x="220" y="88"/>
                    <a:pt x="220" y="88"/>
                    <a:pt x="220" y="88"/>
                  </a:cubicBezTo>
                  <a:cubicBezTo>
                    <a:pt x="236" y="88"/>
                    <a:pt x="248" y="105"/>
                    <a:pt x="248" y="120"/>
                  </a:cubicBezTo>
                  <a:cubicBezTo>
                    <a:pt x="248" y="136"/>
                    <a:pt x="236" y="148"/>
                    <a:pt x="220" y="148"/>
                  </a:cubicBezTo>
                  <a:cubicBezTo>
                    <a:pt x="180" y="148"/>
                    <a:pt x="180" y="148"/>
                    <a:pt x="180" y="148"/>
                  </a:cubicBezTo>
                  <a:cubicBezTo>
                    <a:pt x="180" y="156"/>
                    <a:pt x="180" y="156"/>
                    <a:pt x="180" y="156"/>
                  </a:cubicBezTo>
                  <a:cubicBezTo>
                    <a:pt x="220" y="156"/>
                    <a:pt x="220" y="156"/>
                    <a:pt x="220" y="156"/>
                  </a:cubicBezTo>
                  <a:cubicBezTo>
                    <a:pt x="240" y="156"/>
                    <a:pt x="256" y="141"/>
                    <a:pt x="256" y="120"/>
                  </a:cubicBezTo>
                  <a:cubicBezTo>
                    <a:pt x="256" y="102"/>
                    <a:pt x="243" y="83"/>
                    <a:pt x="224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11" name="Freeform 399"/>
            <p:cNvSpPr/>
            <p:nvPr/>
          </p:nvSpPr>
          <p:spPr>
            <a:xfrm>
              <a:off x="6890040" y="2961360"/>
              <a:ext cx="89640" cy="13068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30680"/>
                <a:gd name="textAreaBottom" fmla="*/ 131040 h 130680"/>
                <a:gd name="GluePoint1X" fmla="*/ 76 w 76"/>
                <a:gd name="GluePoint1Y" fmla="*/ 74 h 110"/>
                <a:gd name="GluePoint2X" fmla="*/ 43 w 76"/>
                <a:gd name="GluePoint2Y" fmla="*/ 4 h 110"/>
                <a:gd name="GluePoint3X" fmla="*/ 40 w 76"/>
                <a:gd name="GluePoint3Y" fmla="*/ 0 h 110"/>
                <a:gd name="GluePoint4X" fmla="*/ 37 w 76"/>
                <a:gd name="GluePoint4Y" fmla="*/ 3 h 110"/>
                <a:gd name="GluePoint5X" fmla="*/ 0 w 76"/>
                <a:gd name="GluePoint5Y" fmla="*/ 74 h 110"/>
                <a:gd name="GluePoint6X" fmla="*/ 40 w 76"/>
                <a:gd name="GluePoint6Y" fmla="*/ 110 h 110"/>
                <a:gd name="GluePoint7X" fmla="*/ 76 w 76"/>
                <a:gd name="GluePoint7Y" fmla="*/ 74 h 110"/>
                <a:gd name="GluePoint8X" fmla="*/ 40 w 76"/>
                <a:gd name="GluePoint8Y" fmla="*/ 102 h 110"/>
                <a:gd name="GluePoint9X" fmla="*/ 8 w 76"/>
                <a:gd name="GluePoint9Y" fmla="*/ 74 h 110"/>
                <a:gd name="GluePoint10X" fmla="*/ 39 w 76"/>
                <a:gd name="GluePoint10Y" fmla="*/ 12 h 110"/>
                <a:gd name="GluePoint11X" fmla="*/ 68 w 76"/>
                <a:gd name="GluePoint11Y" fmla="*/ 74 h 110"/>
                <a:gd name="GluePoint12X" fmla="*/ 40 w 76"/>
                <a:gd name="GluePoint12Y" fmla="*/ 102 h 1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76" h="110">
                  <a:moveTo>
                    <a:pt x="76" y="74"/>
                  </a:moveTo>
                  <a:cubicBezTo>
                    <a:pt x="76" y="45"/>
                    <a:pt x="44" y="5"/>
                    <a:pt x="43" y="4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5" y="5"/>
                    <a:pt x="0" y="45"/>
                    <a:pt x="0" y="74"/>
                  </a:cubicBezTo>
                  <a:cubicBezTo>
                    <a:pt x="0" y="95"/>
                    <a:pt x="16" y="110"/>
                    <a:pt x="40" y="110"/>
                  </a:cubicBezTo>
                  <a:cubicBezTo>
                    <a:pt x="62" y="110"/>
                    <a:pt x="76" y="96"/>
                    <a:pt x="76" y="74"/>
                  </a:cubicBezTo>
                  <a:close/>
                  <a:moveTo>
                    <a:pt x="40" y="102"/>
                  </a:moveTo>
                  <a:cubicBezTo>
                    <a:pt x="24" y="102"/>
                    <a:pt x="8" y="93"/>
                    <a:pt x="8" y="74"/>
                  </a:cubicBezTo>
                  <a:cubicBezTo>
                    <a:pt x="8" y="53"/>
                    <a:pt x="31" y="23"/>
                    <a:pt x="39" y="12"/>
                  </a:cubicBezTo>
                  <a:cubicBezTo>
                    <a:pt x="47" y="23"/>
                    <a:pt x="68" y="53"/>
                    <a:pt x="68" y="74"/>
                  </a:cubicBezTo>
                  <a:cubicBezTo>
                    <a:pt x="68" y="92"/>
                    <a:pt x="57" y="102"/>
                    <a:pt x="40" y="102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4112" name="Freeform 400"/>
          <p:cNvSpPr/>
          <p:nvPr/>
        </p:nvSpPr>
        <p:spPr>
          <a:xfrm>
            <a:off x="4822560" y="3276720"/>
            <a:ext cx="302400" cy="184320"/>
          </a:xfrm>
          <a:custGeom>
            <a:avLst/>
            <a:gdLst>
              <a:gd name="textAreaLeft" fmla="*/ 0 w 302400"/>
              <a:gd name="textAreaRight" fmla="*/ 302760 w 302400"/>
              <a:gd name="textAreaTop" fmla="*/ 0 h 184320"/>
              <a:gd name="textAreaBottom" fmla="*/ 184680 h 184320"/>
              <a:gd name="GluePoint1X" fmla="*/ 44 w 256"/>
              <a:gd name="GluePoint1Y" fmla="*/ 156 h 156"/>
              <a:gd name="GluePoint2X" fmla="*/ 220 w 256"/>
              <a:gd name="GluePoint2Y" fmla="*/ 156 h 156"/>
              <a:gd name="GluePoint3X" fmla="*/ 256 w 256"/>
              <a:gd name="GluePoint3Y" fmla="*/ 120 h 156"/>
              <a:gd name="GluePoint4X" fmla="*/ 224 w 256"/>
              <a:gd name="GluePoint4Y" fmla="*/ 80 h 156"/>
              <a:gd name="GluePoint5X" fmla="*/ 136 w 256"/>
              <a:gd name="GluePoint5Y" fmla="*/ 0 h 156"/>
              <a:gd name="GluePoint6X" fmla="*/ 49 w 256"/>
              <a:gd name="GluePoint6Y" fmla="*/ 64 h 156"/>
              <a:gd name="GluePoint7X" fmla="*/ 44 w 256"/>
              <a:gd name="GluePoint7Y" fmla="*/ 64 h 156"/>
              <a:gd name="GluePoint8X" fmla="*/ 0 w 256"/>
              <a:gd name="GluePoint8Y" fmla="*/ 112 h 156"/>
              <a:gd name="GluePoint9X" fmla="*/ 44 w 256"/>
              <a:gd name="GluePoint9Y" fmla="*/ 156 h 156"/>
              <a:gd name="GluePoint10X" fmla="*/ 44 w 256"/>
              <a:gd name="GluePoint10Y" fmla="*/ 72 h 156"/>
              <a:gd name="GluePoint11X" fmla="*/ 55 w 256"/>
              <a:gd name="GluePoint11Y" fmla="*/ 72 h 156"/>
              <a:gd name="GluePoint12X" fmla="*/ 56 w 256"/>
              <a:gd name="GluePoint12Y" fmla="*/ 69 h 156"/>
              <a:gd name="GluePoint13X" fmla="*/ 136 w 256"/>
              <a:gd name="GluePoint13Y" fmla="*/ 8 h 156"/>
              <a:gd name="GluePoint14X" fmla="*/ 216 w 256"/>
              <a:gd name="GluePoint14Y" fmla="*/ 84 h 156"/>
              <a:gd name="GluePoint15X" fmla="*/ 216 w 256"/>
              <a:gd name="GluePoint15Y" fmla="*/ 88 h 156"/>
              <a:gd name="GluePoint16X" fmla="*/ 220 w 256"/>
              <a:gd name="GluePoint16Y" fmla="*/ 88 h 156"/>
              <a:gd name="GluePoint17X" fmla="*/ 248 w 256"/>
              <a:gd name="GluePoint17Y" fmla="*/ 120 h 156"/>
              <a:gd name="GluePoint18X" fmla="*/ 220 w 256"/>
              <a:gd name="GluePoint18Y" fmla="*/ 148 h 156"/>
              <a:gd name="GluePoint19X" fmla="*/ 44 w 256"/>
              <a:gd name="GluePoint19Y" fmla="*/ 148 h 156"/>
              <a:gd name="GluePoint20X" fmla="*/ 8 w 256"/>
              <a:gd name="GluePoint20Y" fmla="*/ 112 h 156"/>
              <a:gd name="GluePoint21X" fmla="*/ 44 w 256"/>
              <a:gd name="GluePoint21Y" fmla="*/ 72 h 1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</a:cxnLst>
            <a:rect l="textAreaLeft" t="textAreaTop" r="textAreaRight" b="textAreaBottom"/>
            <a:pathLst>
              <a:path w="256" h="156">
                <a:moveTo>
                  <a:pt x="44" y="156"/>
                </a:moveTo>
                <a:cubicBezTo>
                  <a:pt x="220" y="156"/>
                  <a:pt x="220" y="156"/>
                  <a:pt x="220" y="156"/>
                </a:cubicBezTo>
                <a:cubicBezTo>
                  <a:pt x="241" y="156"/>
                  <a:pt x="256" y="141"/>
                  <a:pt x="256" y="120"/>
                </a:cubicBezTo>
                <a:cubicBezTo>
                  <a:pt x="256" y="102"/>
                  <a:pt x="243" y="83"/>
                  <a:pt x="224" y="80"/>
                </a:cubicBezTo>
                <a:cubicBezTo>
                  <a:pt x="222" y="35"/>
                  <a:pt x="184" y="0"/>
                  <a:pt x="136" y="0"/>
                </a:cubicBezTo>
                <a:cubicBezTo>
                  <a:pt x="94" y="0"/>
                  <a:pt x="58" y="27"/>
                  <a:pt x="49" y="64"/>
                </a:cubicBezTo>
                <a:cubicBezTo>
                  <a:pt x="44" y="64"/>
                  <a:pt x="44" y="64"/>
                  <a:pt x="44" y="64"/>
                </a:cubicBezTo>
                <a:cubicBezTo>
                  <a:pt x="20" y="64"/>
                  <a:pt x="0" y="86"/>
                  <a:pt x="0" y="112"/>
                </a:cubicBezTo>
                <a:cubicBezTo>
                  <a:pt x="0" y="137"/>
                  <a:pt x="19" y="156"/>
                  <a:pt x="44" y="156"/>
                </a:cubicBezTo>
                <a:close/>
                <a:moveTo>
                  <a:pt x="44" y="72"/>
                </a:moveTo>
                <a:cubicBezTo>
                  <a:pt x="55" y="72"/>
                  <a:pt x="55" y="72"/>
                  <a:pt x="55" y="72"/>
                </a:cubicBezTo>
                <a:cubicBezTo>
                  <a:pt x="56" y="69"/>
                  <a:pt x="56" y="69"/>
                  <a:pt x="56" y="69"/>
                </a:cubicBezTo>
                <a:cubicBezTo>
                  <a:pt x="63" y="34"/>
                  <a:pt x="96" y="8"/>
                  <a:pt x="136" y="8"/>
                </a:cubicBezTo>
                <a:cubicBezTo>
                  <a:pt x="181" y="8"/>
                  <a:pt x="216" y="42"/>
                  <a:pt x="216" y="84"/>
                </a:cubicBezTo>
                <a:cubicBezTo>
                  <a:pt x="216" y="88"/>
                  <a:pt x="216" y="88"/>
                  <a:pt x="216" y="88"/>
                </a:cubicBezTo>
                <a:cubicBezTo>
                  <a:pt x="220" y="88"/>
                  <a:pt x="220" y="88"/>
                  <a:pt x="220" y="88"/>
                </a:cubicBezTo>
                <a:cubicBezTo>
                  <a:pt x="237" y="88"/>
                  <a:pt x="248" y="105"/>
                  <a:pt x="248" y="120"/>
                </a:cubicBezTo>
                <a:cubicBezTo>
                  <a:pt x="248" y="136"/>
                  <a:pt x="236" y="148"/>
                  <a:pt x="220" y="148"/>
                </a:cubicBezTo>
                <a:cubicBezTo>
                  <a:pt x="44" y="148"/>
                  <a:pt x="44" y="148"/>
                  <a:pt x="44" y="148"/>
                </a:cubicBezTo>
                <a:cubicBezTo>
                  <a:pt x="24" y="148"/>
                  <a:pt x="8" y="133"/>
                  <a:pt x="8" y="112"/>
                </a:cubicBezTo>
                <a:cubicBezTo>
                  <a:pt x="8" y="91"/>
                  <a:pt x="25" y="72"/>
                  <a:pt x="44" y="72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113" name="Freeform 401"/>
          <p:cNvSpPr/>
          <p:nvPr/>
        </p:nvSpPr>
        <p:spPr>
          <a:xfrm>
            <a:off x="5253480" y="3610440"/>
            <a:ext cx="226440" cy="302400"/>
          </a:xfrm>
          <a:custGeom>
            <a:avLst/>
            <a:gdLst>
              <a:gd name="textAreaLeft" fmla="*/ 0 w 226440"/>
              <a:gd name="textAreaRight" fmla="*/ 226800 w 226440"/>
              <a:gd name="textAreaTop" fmla="*/ 0 h 302400"/>
              <a:gd name="textAreaBottom" fmla="*/ 302760 h 302400"/>
              <a:gd name="GluePoint1X" fmla="*/ 160 w 192"/>
              <a:gd name="GluePoint1Y" fmla="*/ 156 h 256"/>
              <a:gd name="GluePoint2X" fmla="*/ 111 w 192"/>
              <a:gd name="GluePoint2Y" fmla="*/ 189 h 256"/>
              <a:gd name="GluePoint3X" fmla="*/ 104 w 192"/>
              <a:gd name="GluePoint3Y" fmla="*/ 160 h 256"/>
              <a:gd name="GluePoint4X" fmla="*/ 104 w 192"/>
              <a:gd name="GluePoint4Y" fmla="*/ 44 h 256"/>
              <a:gd name="GluePoint5X" fmla="*/ 72 w 192"/>
              <a:gd name="GluePoint5Y" fmla="*/ 0 h 256"/>
              <a:gd name="GluePoint6X" fmla="*/ 46 w 192"/>
              <a:gd name="GluePoint6Y" fmla="*/ 17 h 256"/>
              <a:gd name="GluePoint7X" fmla="*/ 40 w 192"/>
              <a:gd name="GluePoint7Y" fmla="*/ 6 h 256"/>
              <a:gd name="GluePoint8X" fmla="*/ 28 w 192"/>
              <a:gd name="GluePoint8Y" fmla="*/ 0 h 256"/>
              <a:gd name="GluePoint9X" fmla="*/ 0 w 192"/>
              <a:gd name="GluePoint9Y" fmla="*/ 20 h 256"/>
              <a:gd name="GluePoint10X" fmla="*/ 8 w 192"/>
              <a:gd name="GluePoint10Y" fmla="*/ 20 h 256"/>
              <a:gd name="GluePoint11X" fmla="*/ 28 w 192"/>
              <a:gd name="GluePoint11Y" fmla="*/ 8 h 256"/>
              <a:gd name="GluePoint12X" fmla="*/ 35 w 192"/>
              <a:gd name="GluePoint12Y" fmla="*/ 11 h 256"/>
              <a:gd name="GluePoint13X" fmla="*/ 40 w 192"/>
              <a:gd name="GluePoint13Y" fmla="*/ 38 h 256"/>
              <a:gd name="GluePoint14X" fmla="*/ 40 w 192"/>
              <a:gd name="GluePoint14Y" fmla="*/ 44 h 256"/>
              <a:gd name="GluePoint15X" fmla="*/ 40 w 192"/>
              <a:gd name="GluePoint15Y" fmla="*/ 160 h 256"/>
              <a:gd name="GluePoint16X" fmla="*/ 48 w 192"/>
              <a:gd name="GluePoint16Y" fmla="*/ 160 h 256"/>
              <a:gd name="GluePoint17X" fmla="*/ 48 w 192"/>
              <a:gd name="GluePoint17Y" fmla="*/ 45 h 256"/>
              <a:gd name="GluePoint18X" fmla="*/ 48 w 192"/>
              <a:gd name="GluePoint18Y" fmla="*/ 40 h 256"/>
              <a:gd name="GluePoint19X" fmla="*/ 72 w 192"/>
              <a:gd name="GluePoint19Y" fmla="*/ 8 h 256"/>
              <a:gd name="GluePoint20X" fmla="*/ 96 w 192"/>
              <a:gd name="GluePoint20Y" fmla="*/ 44 h 256"/>
              <a:gd name="GluePoint21X" fmla="*/ 96 w 192"/>
              <a:gd name="GluePoint21Y" fmla="*/ 160 h 256"/>
              <a:gd name="GluePoint22X" fmla="*/ 109 w 192"/>
              <a:gd name="GluePoint22Y" fmla="*/ 200 h 256"/>
              <a:gd name="GluePoint23X" fmla="*/ 108 w 192"/>
              <a:gd name="GluePoint23Y" fmla="*/ 208 h 256"/>
              <a:gd name="GluePoint24X" fmla="*/ 108 w 192"/>
              <a:gd name="GluePoint24Y" fmla="*/ 209 h 256"/>
              <a:gd name="GluePoint25X" fmla="*/ 99 w 192"/>
              <a:gd name="GluePoint25Y" fmla="*/ 237 h 256"/>
              <a:gd name="GluePoint26X" fmla="*/ 64 w 192"/>
              <a:gd name="GluePoint26Y" fmla="*/ 248 h 256"/>
              <a:gd name="GluePoint27X" fmla="*/ 64 w 192"/>
              <a:gd name="GluePoint27Y" fmla="*/ 256 h 256"/>
              <a:gd name="GluePoint28X" fmla="*/ 105 w 192"/>
              <a:gd name="GluePoint28Y" fmla="*/ 242 h 256"/>
              <a:gd name="GluePoint29X" fmla="*/ 116 w 192"/>
              <a:gd name="GluePoint29Y" fmla="*/ 209 h 256"/>
              <a:gd name="GluePoint30X" fmla="*/ 116 w 192"/>
              <a:gd name="GluePoint30Y" fmla="*/ 208 h 256"/>
              <a:gd name="GluePoint31X" fmla="*/ 116 w 192"/>
              <a:gd name="GluePoint31Y" fmla="*/ 207 h 256"/>
              <a:gd name="GluePoint32X" fmla="*/ 160 w 192"/>
              <a:gd name="GluePoint32Y" fmla="*/ 220 h 256"/>
              <a:gd name="GluePoint33X" fmla="*/ 192 w 192"/>
              <a:gd name="GluePoint33Y" fmla="*/ 188 h 256"/>
              <a:gd name="GluePoint34X" fmla="*/ 160 w 192"/>
              <a:gd name="GluePoint34Y" fmla="*/ 156 h 256"/>
              <a:gd name="GluePoint35X" fmla="*/ 160 w 192"/>
              <a:gd name="GluePoint35Y" fmla="*/ 212 h 256"/>
              <a:gd name="GluePoint36X" fmla="*/ 117 w 192"/>
              <a:gd name="GluePoint36Y" fmla="*/ 197 h 256"/>
              <a:gd name="GluePoint37X" fmla="*/ 160 w 192"/>
              <a:gd name="GluePoint37Y" fmla="*/ 164 h 256"/>
              <a:gd name="GluePoint38X" fmla="*/ 184 w 192"/>
              <a:gd name="GluePoint38Y" fmla="*/ 188 h 256"/>
              <a:gd name="GluePoint39X" fmla="*/ 160 w 192"/>
              <a:gd name="GluePoint39Y" fmla="*/ 212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</a:cxnLst>
            <a:rect l="textAreaLeft" t="textAreaTop" r="textAreaRight" b="textAreaBottom"/>
            <a:pathLst>
              <a:path w="192" h="256">
                <a:moveTo>
                  <a:pt x="160" y="156"/>
                </a:moveTo>
                <a:cubicBezTo>
                  <a:pt x="140" y="156"/>
                  <a:pt x="119" y="165"/>
                  <a:pt x="111" y="189"/>
                </a:cubicBezTo>
                <a:cubicBezTo>
                  <a:pt x="103" y="175"/>
                  <a:pt x="104" y="161"/>
                  <a:pt x="104" y="160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4" y="29"/>
                  <a:pt x="97" y="0"/>
                  <a:pt x="72" y="0"/>
                </a:cubicBezTo>
                <a:cubicBezTo>
                  <a:pt x="59" y="0"/>
                  <a:pt x="51" y="8"/>
                  <a:pt x="46" y="17"/>
                </a:cubicBezTo>
                <a:cubicBezTo>
                  <a:pt x="45" y="13"/>
                  <a:pt x="43" y="9"/>
                  <a:pt x="40" y="6"/>
                </a:cubicBezTo>
                <a:cubicBezTo>
                  <a:pt x="37" y="2"/>
                  <a:pt x="33" y="0"/>
                  <a:pt x="28" y="0"/>
                </a:cubicBezTo>
                <a:cubicBezTo>
                  <a:pt x="1" y="0"/>
                  <a:pt x="0" y="20"/>
                  <a:pt x="0" y="20"/>
                </a:cubicBezTo>
                <a:cubicBezTo>
                  <a:pt x="8" y="20"/>
                  <a:pt x="8" y="20"/>
                  <a:pt x="8" y="20"/>
                </a:cubicBezTo>
                <a:cubicBezTo>
                  <a:pt x="8" y="19"/>
                  <a:pt x="9" y="8"/>
                  <a:pt x="28" y="8"/>
                </a:cubicBezTo>
                <a:cubicBezTo>
                  <a:pt x="31" y="8"/>
                  <a:pt x="33" y="9"/>
                  <a:pt x="35" y="11"/>
                </a:cubicBezTo>
                <a:cubicBezTo>
                  <a:pt x="40" y="17"/>
                  <a:pt x="41" y="30"/>
                  <a:pt x="40" y="38"/>
                </a:cubicBezTo>
                <a:cubicBezTo>
                  <a:pt x="40" y="41"/>
                  <a:pt x="40" y="43"/>
                  <a:pt x="40" y="44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48" y="160"/>
                  <a:pt x="48" y="160"/>
                  <a:pt x="48" y="160"/>
                </a:cubicBezTo>
                <a:cubicBezTo>
                  <a:pt x="48" y="45"/>
                  <a:pt x="48" y="45"/>
                  <a:pt x="48" y="45"/>
                </a:cubicBezTo>
                <a:cubicBezTo>
                  <a:pt x="48" y="44"/>
                  <a:pt x="48" y="42"/>
                  <a:pt x="48" y="40"/>
                </a:cubicBezTo>
                <a:cubicBezTo>
                  <a:pt x="49" y="30"/>
                  <a:pt x="54" y="8"/>
                  <a:pt x="72" y="8"/>
                </a:cubicBezTo>
                <a:cubicBezTo>
                  <a:pt x="96" y="8"/>
                  <a:pt x="96" y="43"/>
                  <a:pt x="96" y="44"/>
                </a:cubicBezTo>
                <a:cubicBezTo>
                  <a:pt x="96" y="160"/>
                  <a:pt x="96" y="160"/>
                  <a:pt x="96" y="160"/>
                </a:cubicBezTo>
                <a:cubicBezTo>
                  <a:pt x="96" y="161"/>
                  <a:pt x="95" y="182"/>
                  <a:pt x="109" y="200"/>
                </a:cubicBezTo>
                <a:cubicBezTo>
                  <a:pt x="108" y="202"/>
                  <a:pt x="108" y="205"/>
                  <a:pt x="108" y="208"/>
                </a:cubicBezTo>
                <a:cubicBezTo>
                  <a:pt x="108" y="209"/>
                  <a:pt x="108" y="209"/>
                  <a:pt x="108" y="209"/>
                </a:cubicBezTo>
                <a:cubicBezTo>
                  <a:pt x="109" y="221"/>
                  <a:pt x="106" y="230"/>
                  <a:pt x="99" y="237"/>
                </a:cubicBezTo>
                <a:cubicBezTo>
                  <a:pt x="92" y="244"/>
                  <a:pt x="80" y="248"/>
                  <a:pt x="64" y="248"/>
                </a:cubicBezTo>
                <a:cubicBezTo>
                  <a:pt x="64" y="256"/>
                  <a:pt x="64" y="256"/>
                  <a:pt x="64" y="256"/>
                </a:cubicBezTo>
                <a:cubicBezTo>
                  <a:pt x="82" y="256"/>
                  <a:pt x="96" y="252"/>
                  <a:pt x="105" y="242"/>
                </a:cubicBezTo>
                <a:cubicBezTo>
                  <a:pt x="113" y="234"/>
                  <a:pt x="117" y="223"/>
                  <a:pt x="116" y="209"/>
                </a:cubicBezTo>
                <a:cubicBezTo>
                  <a:pt x="116" y="208"/>
                  <a:pt x="116" y="208"/>
                  <a:pt x="116" y="208"/>
                </a:cubicBezTo>
                <a:cubicBezTo>
                  <a:pt x="116" y="208"/>
                  <a:pt x="116" y="208"/>
                  <a:pt x="116" y="207"/>
                </a:cubicBezTo>
                <a:cubicBezTo>
                  <a:pt x="127" y="216"/>
                  <a:pt x="142" y="220"/>
                  <a:pt x="160" y="220"/>
                </a:cubicBezTo>
                <a:cubicBezTo>
                  <a:pt x="178" y="220"/>
                  <a:pt x="192" y="206"/>
                  <a:pt x="192" y="188"/>
                </a:cubicBezTo>
                <a:cubicBezTo>
                  <a:pt x="192" y="171"/>
                  <a:pt x="178" y="156"/>
                  <a:pt x="160" y="156"/>
                </a:cubicBezTo>
                <a:close/>
                <a:moveTo>
                  <a:pt x="160" y="212"/>
                </a:moveTo>
                <a:cubicBezTo>
                  <a:pt x="141" y="212"/>
                  <a:pt x="127" y="207"/>
                  <a:pt x="117" y="197"/>
                </a:cubicBezTo>
                <a:cubicBezTo>
                  <a:pt x="122" y="168"/>
                  <a:pt x="148" y="164"/>
                  <a:pt x="160" y="164"/>
                </a:cubicBezTo>
                <a:cubicBezTo>
                  <a:pt x="173" y="164"/>
                  <a:pt x="184" y="175"/>
                  <a:pt x="184" y="188"/>
                </a:cubicBezTo>
                <a:cubicBezTo>
                  <a:pt x="184" y="202"/>
                  <a:pt x="173" y="212"/>
                  <a:pt x="160" y="212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4114" name="Группа 456"/>
          <p:cNvGrpSpPr/>
          <p:nvPr/>
        </p:nvGrpSpPr>
        <p:grpSpPr>
          <a:xfrm>
            <a:off x="5605560" y="3666960"/>
            <a:ext cx="306720" cy="188280"/>
            <a:chOff x="5605560" y="3666960"/>
            <a:chExt cx="306720" cy="188280"/>
          </a:xfrm>
        </p:grpSpPr>
        <p:sp>
          <p:nvSpPr>
            <p:cNvPr id="4115" name="Freeform 402"/>
            <p:cNvSpPr/>
            <p:nvPr/>
          </p:nvSpPr>
          <p:spPr>
            <a:xfrm>
              <a:off x="5607000" y="3666960"/>
              <a:ext cx="305280" cy="122040"/>
            </a:xfrm>
            <a:custGeom>
              <a:avLst/>
              <a:gdLst>
                <a:gd name="textAreaLeft" fmla="*/ 0 w 305280"/>
                <a:gd name="textAreaRight" fmla="*/ 305640 w 305280"/>
                <a:gd name="textAreaTop" fmla="*/ 0 h 122040"/>
                <a:gd name="textAreaBottom" fmla="*/ 122400 h 122040"/>
                <a:gd name="GluePoint1X" fmla="*/ 18 w 258"/>
                <a:gd name="GluePoint1Y" fmla="*/ 25 h 104"/>
                <a:gd name="GluePoint2X" fmla="*/ 18 w 258"/>
                <a:gd name="GluePoint2Y" fmla="*/ 25 h 104"/>
                <a:gd name="GluePoint3X" fmla="*/ 0 w 258"/>
                <a:gd name="GluePoint3Y" fmla="*/ 60 h 104"/>
                <a:gd name="GluePoint4X" fmla="*/ 44 w 258"/>
                <a:gd name="GluePoint4Y" fmla="*/ 104 h 104"/>
                <a:gd name="GluePoint5X" fmla="*/ 88 w 258"/>
                <a:gd name="GluePoint5Y" fmla="*/ 60 h 104"/>
                <a:gd name="GluePoint6X" fmla="*/ 54 w 258"/>
                <a:gd name="GluePoint6Y" fmla="*/ 18 h 104"/>
                <a:gd name="GluePoint7X" fmla="*/ 132 w 258"/>
                <a:gd name="GluePoint7Y" fmla="*/ 8 h 104"/>
                <a:gd name="GluePoint8X" fmla="*/ 254 w 258"/>
                <a:gd name="GluePoint8Y" fmla="*/ 48 h 104"/>
                <a:gd name="GluePoint9X" fmla="*/ 258 w 258"/>
                <a:gd name="GluePoint9Y" fmla="*/ 41 h 104"/>
                <a:gd name="GluePoint10X" fmla="*/ 132 w 258"/>
                <a:gd name="GluePoint10Y" fmla="*/ 0 h 104"/>
                <a:gd name="GluePoint11X" fmla="*/ 18 w 258"/>
                <a:gd name="GluePoint11Y" fmla="*/ 25 h 104"/>
                <a:gd name="GluePoint12X" fmla="*/ 80 w 258"/>
                <a:gd name="GluePoint12Y" fmla="*/ 60 h 104"/>
                <a:gd name="GluePoint13X" fmla="*/ 44 w 258"/>
                <a:gd name="GluePoint13Y" fmla="*/ 96 h 104"/>
                <a:gd name="GluePoint14X" fmla="*/ 8 w 258"/>
                <a:gd name="GluePoint14Y" fmla="*/ 60 h 104"/>
                <a:gd name="GluePoint15X" fmla="*/ 44 w 258"/>
                <a:gd name="GluePoint15Y" fmla="*/ 24 h 104"/>
                <a:gd name="GluePoint16X" fmla="*/ 80 w 258"/>
                <a:gd name="GluePoint16Y" fmla="*/ 60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58" h="104">
                  <a:moveTo>
                    <a:pt x="18" y="25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7" y="33"/>
                    <a:pt x="0" y="46"/>
                    <a:pt x="0" y="60"/>
                  </a:cubicBezTo>
                  <a:cubicBezTo>
                    <a:pt x="0" y="85"/>
                    <a:pt x="20" y="104"/>
                    <a:pt x="44" y="104"/>
                  </a:cubicBezTo>
                  <a:cubicBezTo>
                    <a:pt x="69" y="104"/>
                    <a:pt x="88" y="85"/>
                    <a:pt x="88" y="60"/>
                  </a:cubicBezTo>
                  <a:cubicBezTo>
                    <a:pt x="88" y="40"/>
                    <a:pt x="74" y="22"/>
                    <a:pt x="54" y="18"/>
                  </a:cubicBezTo>
                  <a:cubicBezTo>
                    <a:pt x="72" y="13"/>
                    <a:pt x="97" y="8"/>
                    <a:pt x="132" y="8"/>
                  </a:cubicBezTo>
                  <a:cubicBezTo>
                    <a:pt x="190" y="8"/>
                    <a:pt x="254" y="47"/>
                    <a:pt x="254" y="48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6" y="39"/>
                    <a:pt x="193" y="0"/>
                    <a:pt x="132" y="0"/>
                  </a:cubicBezTo>
                  <a:cubicBezTo>
                    <a:pt x="48" y="0"/>
                    <a:pt x="19" y="24"/>
                    <a:pt x="18" y="25"/>
                  </a:cubicBezTo>
                  <a:close/>
                  <a:moveTo>
                    <a:pt x="80" y="60"/>
                  </a:moveTo>
                  <a:cubicBezTo>
                    <a:pt x="80" y="80"/>
                    <a:pt x="64" y="96"/>
                    <a:pt x="44" y="96"/>
                  </a:cubicBezTo>
                  <a:cubicBezTo>
                    <a:pt x="24" y="96"/>
                    <a:pt x="8" y="80"/>
                    <a:pt x="8" y="60"/>
                  </a:cubicBezTo>
                  <a:cubicBezTo>
                    <a:pt x="8" y="40"/>
                    <a:pt x="24" y="24"/>
                    <a:pt x="44" y="24"/>
                  </a:cubicBezTo>
                  <a:cubicBezTo>
                    <a:pt x="64" y="24"/>
                    <a:pt x="80" y="40"/>
                    <a:pt x="80" y="6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16" name="Freeform 403"/>
            <p:cNvSpPr/>
            <p:nvPr/>
          </p:nvSpPr>
          <p:spPr>
            <a:xfrm>
              <a:off x="5605560" y="3733200"/>
              <a:ext cx="303840" cy="12204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122040"/>
                <a:gd name="textAreaBottom" fmla="*/ 122400 h 122040"/>
                <a:gd name="GluePoint1X" fmla="*/ 214 w 258"/>
                <a:gd name="GluePoint1Y" fmla="*/ 0 h 104"/>
                <a:gd name="GluePoint2X" fmla="*/ 170 w 258"/>
                <a:gd name="GluePoint2Y" fmla="*/ 44 h 104"/>
                <a:gd name="GluePoint3X" fmla="*/ 204 w 258"/>
                <a:gd name="GluePoint3Y" fmla="*/ 87 h 104"/>
                <a:gd name="GluePoint4X" fmla="*/ 126 w 258"/>
                <a:gd name="GluePoint4Y" fmla="*/ 96 h 104"/>
                <a:gd name="GluePoint5X" fmla="*/ 4 w 258"/>
                <a:gd name="GluePoint5Y" fmla="*/ 57 h 104"/>
                <a:gd name="GluePoint6X" fmla="*/ 0 w 258"/>
                <a:gd name="GluePoint6Y" fmla="*/ 64 h 104"/>
                <a:gd name="GluePoint7X" fmla="*/ 126 w 258"/>
                <a:gd name="GluePoint7Y" fmla="*/ 104 h 104"/>
                <a:gd name="GluePoint8X" fmla="*/ 241 w 258"/>
                <a:gd name="GluePoint8Y" fmla="*/ 79 h 104"/>
                <a:gd name="GluePoint9X" fmla="*/ 241 w 258"/>
                <a:gd name="GluePoint9Y" fmla="*/ 79 h 104"/>
                <a:gd name="GluePoint10X" fmla="*/ 258 w 258"/>
                <a:gd name="GluePoint10Y" fmla="*/ 44 h 104"/>
                <a:gd name="GluePoint11X" fmla="*/ 214 w 258"/>
                <a:gd name="GluePoint11Y" fmla="*/ 0 h 104"/>
                <a:gd name="GluePoint12X" fmla="*/ 214 w 258"/>
                <a:gd name="GluePoint12Y" fmla="*/ 80 h 104"/>
                <a:gd name="GluePoint13X" fmla="*/ 178 w 258"/>
                <a:gd name="GluePoint13Y" fmla="*/ 44 h 104"/>
                <a:gd name="GluePoint14X" fmla="*/ 214 w 258"/>
                <a:gd name="GluePoint14Y" fmla="*/ 8 h 104"/>
                <a:gd name="GluePoint15X" fmla="*/ 250 w 258"/>
                <a:gd name="GluePoint15Y" fmla="*/ 44 h 104"/>
                <a:gd name="GluePoint16X" fmla="*/ 214 w 258"/>
                <a:gd name="GluePoint16Y" fmla="*/ 80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58" h="104">
                  <a:moveTo>
                    <a:pt x="214" y="0"/>
                  </a:moveTo>
                  <a:cubicBezTo>
                    <a:pt x="190" y="0"/>
                    <a:pt x="170" y="20"/>
                    <a:pt x="170" y="44"/>
                  </a:cubicBezTo>
                  <a:cubicBezTo>
                    <a:pt x="170" y="65"/>
                    <a:pt x="185" y="83"/>
                    <a:pt x="204" y="87"/>
                  </a:cubicBezTo>
                  <a:cubicBezTo>
                    <a:pt x="187" y="92"/>
                    <a:pt x="162" y="96"/>
                    <a:pt x="126" y="96"/>
                  </a:cubicBezTo>
                  <a:cubicBezTo>
                    <a:pt x="68" y="96"/>
                    <a:pt x="5" y="57"/>
                    <a:pt x="4" y="57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3" y="65"/>
                    <a:pt x="66" y="104"/>
                    <a:pt x="126" y="104"/>
                  </a:cubicBezTo>
                  <a:cubicBezTo>
                    <a:pt x="211" y="104"/>
                    <a:pt x="240" y="80"/>
                    <a:pt x="241" y="79"/>
                  </a:cubicBezTo>
                  <a:cubicBezTo>
                    <a:pt x="241" y="79"/>
                    <a:pt x="241" y="79"/>
                    <a:pt x="241" y="79"/>
                  </a:cubicBezTo>
                  <a:cubicBezTo>
                    <a:pt x="251" y="71"/>
                    <a:pt x="258" y="59"/>
                    <a:pt x="258" y="44"/>
                  </a:cubicBezTo>
                  <a:cubicBezTo>
                    <a:pt x="258" y="20"/>
                    <a:pt x="239" y="0"/>
                    <a:pt x="214" y="0"/>
                  </a:cubicBezTo>
                  <a:close/>
                  <a:moveTo>
                    <a:pt x="214" y="80"/>
                  </a:moveTo>
                  <a:cubicBezTo>
                    <a:pt x="194" y="80"/>
                    <a:pt x="178" y="64"/>
                    <a:pt x="178" y="44"/>
                  </a:cubicBezTo>
                  <a:cubicBezTo>
                    <a:pt x="178" y="24"/>
                    <a:pt x="194" y="8"/>
                    <a:pt x="214" y="8"/>
                  </a:cubicBezTo>
                  <a:cubicBezTo>
                    <a:pt x="234" y="8"/>
                    <a:pt x="250" y="24"/>
                    <a:pt x="250" y="44"/>
                  </a:cubicBezTo>
                  <a:cubicBezTo>
                    <a:pt x="250" y="64"/>
                    <a:pt x="234" y="80"/>
                    <a:pt x="214" y="8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4117" name="Freeform 404"/>
          <p:cNvSpPr/>
          <p:nvPr/>
        </p:nvSpPr>
        <p:spPr>
          <a:xfrm>
            <a:off x="6000120" y="3610440"/>
            <a:ext cx="302400" cy="302400"/>
          </a:xfrm>
          <a:custGeom>
            <a:avLst/>
            <a:gdLst>
              <a:gd name="textAreaLeft" fmla="*/ 0 w 302400"/>
              <a:gd name="textAreaRight" fmla="*/ 302760 w 302400"/>
              <a:gd name="textAreaTop" fmla="*/ 0 h 302400"/>
              <a:gd name="textAreaBottom" fmla="*/ 302760 h 302400"/>
              <a:gd name="GluePoint1X" fmla="*/ 204 w 256"/>
              <a:gd name="GluePoint1Y" fmla="*/ 0 h 256"/>
              <a:gd name="GluePoint2X" fmla="*/ 128 w 256"/>
              <a:gd name="GluePoint2Y" fmla="*/ 152 h 256"/>
              <a:gd name="GluePoint3X" fmla="*/ 52 w 256"/>
              <a:gd name="GluePoint3Y" fmla="*/ 0 h 256"/>
              <a:gd name="GluePoint4X" fmla="*/ 0 w 256"/>
              <a:gd name="GluePoint4Y" fmla="*/ 56 h 256"/>
              <a:gd name="GluePoint5X" fmla="*/ 22 w 256"/>
              <a:gd name="GluePoint5Y" fmla="*/ 103 h 256"/>
              <a:gd name="GluePoint6X" fmla="*/ 27 w 256"/>
              <a:gd name="GluePoint6Y" fmla="*/ 97 h 256"/>
              <a:gd name="GluePoint7X" fmla="*/ 8 w 256"/>
              <a:gd name="GluePoint7Y" fmla="*/ 56 h 256"/>
              <a:gd name="GluePoint8X" fmla="*/ 52 w 256"/>
              <a:gd name="GluePoint8Y" fmla="*/ 8 h 256"/>
              <a:gd name="GluePoint9X" fmla="*/ 124 w 256"/>
              <a:gd name="GluePoint9Y" fmla="*/ 256 h 256"/>
              <a:gd name="GluePoint10X" fmla="*/ 132 w 256"/>
              <a:gd name="GluePoint10Y" fmla="*/ 256 h 256"/>
              <a:gd name="GluePoint11X" fmla="*/ 204 w 256"/>
              <a:gd name="GluePoint11Y" fmla="*/ 8 h 256"/>
              <a:gd name="GluePoint12X" fmla="*/ 248 w 256"/>
              <a:gd name="GluePoint12Y" fmla="*/ 56 h 256"/>
              <a:gd name="GluePoint13X" fmla="*/ 230 w 256"/>
              <a:gd name="GluePoint13Y" fmla="*/ 97 h 256"/>
              <a:gd name="GluePoint14X" fmla="*/ 235 w 256"/>
              <a:gd name="GluePoint14Y" fmla="*/ 103 h 256"/>
              <a:gd name="GluePoint15X" fmla="*/ 256 w 256"/>
              <a:gd name="GluePoint15Y" fmla="*/ 56 h 256"/>
              <a:gd name="GluePoint16X" fmla="*/ 204 w 256"/>
              <a:gd name="GluePoint16Y" fmla="*/ 0 h 2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textAreaLeft" t="textAreaTop" r="textAreaRight" b="textAreaBottom"/>
            <a:pathLst>
              <a:path w="256" h="256">
                <a:moveTo>
                  <a:pt x="204" y="0"/>
                </a:moveTo>
                <a:cubicBezTo>
                  <a:pt x="162" y="0"/>
                  <a:pt x="138" y="49"/>
                  <a:pt x="128" y="152"/>
                </a:cubicBezTo>
                <a:cubicBezTo>
                  <a:pt x="119" y="49"/>
                  <a:pt x="95" y="0"/>
                  <a:pt x="52" y="0"/>
                </a:cubicBezTo>
                <a:cubicBezTo>
                  <a:pt x="18" y="0"/>
                  <a:pt x="0" y="20"/>
                  <a:pt x="0" y="56"/>
                </a:cubicBezTo>
                <a:cubicBezTo>
                  <a:pt x="0" y="82"/>
                  <a:pt x="21" y="102"/>
                  <a:pt x="22" y="103"/>
                </a:cubicBezTo>
                <a:cubicBezTo>
                  <a:pt x="27" y="97"/>
                  <a:pt x="27" y="97"/>
                  <a:pt x="27" y="97"/>
                </a:cubicBezTo>
                <a:cubicBezTo>
                  <a:pt x="27" y="97"/>
                  <a:pt x="8" y="78"/>
                  <a:pt x="8" y="56"/>
                </a:cubicBezTo>
                <a:cubicBezTo>
                  <a:pt x="8" y="24"/>
                  <a:pt x="23" y="8"/>
                  <a:pt x="52" y="8"/>
                </a:cubicBezTo>
                <a:cubicBezTo>
                  <a:pt x="101" y="8"/>
                  <a:pt x="124" y="89"/>
                  <a:pt x="124" y="256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32" y="89"/>
                  <a:pt x="156" y="8"/>
                  <a:pt x="204" y="8"/>
                </a:cubicBezTo>
                <a:cubicBezTo>
                  <a:pt x="234" y="8"/>
                  <a:pt x="248" y="24"/>
                  <a:pt x="248" y="56"/>
                </a:cubicBezTo>
                <a:cubicBezTo>
                  <a:pt x="248" y="78"/>
                  <a:pt x="230" y="97"/>
                  <a:pt x="230" y="97"/>
                </a:cubicBezTo>
                <a:cubicBezTo>
                  <a:pt x="235" y="103"/>
                  <a:pt x="235" y="103"/>
                  <a:pt x="235" y="103"/>
                </a:cubicBezTo>
                <a:cubicBezTo>
                  <a:pt x="236" y="102"/>
                  <a:pt x="256" y="82"/>
                  <a:pt x="256" y="56"/>
                </a:cubicBezTo>
                <a:cubicBezTo>
                  <a:pt x="256" y="20"/>
                  <a:pt x="238" y="0"/>
                  <a:pt x="204" y="0"/>
                </a:cubicBez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uk-UA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grpSp>
        <p:nvGrpSpPr>
          <p:cNvPr id="4118" name="Группа 457"/>
          <p:cNvGrpSpPr/>
          <p:nvPr/>
        </p:nvGrpSpPr>
        <p:grpSpPr>
          <a:xfrm>
            <a:off x="6392880" y="3678120"/>
            <a:ext cx="303840" cy="167040"/>
            <a:chOff x="6392880" y="3678120"/>
            <a:chExt cx="303840" cy="167040"/>
          </a:xfrm>
        </p:grpSpPr>
        <p:sp>
          <p:nvSpPr>
            <p:cNvPr id="4119" name="Freeform 405"/>
            <p:cNvSpPr/>
            <p:nvPr/>
          </p:nvSpPr>
          <p:spPr>
            <a:xfrm>
              <a:off x="6392880" y="3678120"/>
              <a:ext cx="303840" cy="7164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71640"/>
                <a:gd name="textAreaBottom" fmla="*/ 72000 h 71640"/>
                <a:gd name="GluePoint1X" fmla="*/ 138 w 216"/>
                <a:gd name="GluePoint1Y" fmla="*/ 41 h 51"/>
                <a:gd name="GluePoint2X" fmla="*/ 124 w 216"/>
                <a:gd name="GluePoint2Y" fmla="*/ 0 h 51"/>
                <a:gd name="GluePoint3X" fmla="*/ 70 w 216"/>
                <a:gd name="GluePoint3Y" fmla="*/ 41 h 51"/>
                <a:gd name="GluePoint4X" fmla="*/ 57 w 216"/>
                <a:gd name="GluePoint4Y" fmla="*/ 0 h 51"/>
                <a:gd name="GluePoint5X" fmla="*/ 0 w 216"/>
                <a:gd name="GluePoint5Y" fmla="*/ 43 h 51"/>
                <a:gd name="GluePoint6X" fmla="*/ 3 w 216"/>
                <a:gd name="GluePoint6Y" fmla="*/ 48 h 51"/>
                <a:gd name="GluePoint7X" fmla="*/ 54 w 216"/>
                <a:gd name="GluePoint7Y" fmla="*/ 11 h 51"/>
                <a:gd name="GluePoint8X" fmla="*/ 67 w 216"/>
                <a:gd name="GluePoint8Y" fmla="*/ 51 h 51"/>
                <a:gd name="GluePoint9X" fmla="*/ 121 w 216"/>
                <a:gd name="GluePoint9Y" fmla="*/ 11 h 51"/>
                <a:gd name="GluePoint10X" fmla="*/ 134 w 216"/>
                <a:gd name="GluePoint10Y" fmla="*/ 51 h 51"/>
                <a:gd name="GluePoint11X" fmla="*/ 185 w 216"/>
                <a:gd name="GluePoint11Y" fmla="*/ 10 h 51"/>
                <a:gd name="GluePoint12X" fmla="*/ 211 w 216"/>
                <a:gd name="GluePoint12Y" fmla="*/ 47 h 51"/>
                <a:gd name="GluePoint13X" fmla="*/ 216 w 216"/>
                <a:gd name="GluePoint13Y" fmla="*/ 44 h 51"/>
                <a:gd name="GluePoint14X" fmla="*/ 187 w 216"/>
                <a:gd name="GluePoint14Y" fmla="*/ 0 h 51"/>
                <a:gd name="GluePoint15X" fmla="*/ 138 w 216"/>
                <a:gd name="GluePoint15Y" fmla="*/ 41 h 5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216" h="51">
                  <a:moveTo>
                    <a:pt x="138" y="41"/>
                  </a:moveTo>
                  <a:lnTo>
                    <a:pt x="124" y="0"/>
                  </a:lnTo>
                  <a:lnTo>
                    <a:pt x="70" y="41"/>
                  </a:lnTo>
                  <a:lnTo>
                    <a:pt x="57" y="0"/>
                  </a:lnTo>
                  <a:lnTo>
                    <a:pt x="0" y="43"/>
                  </a:lnTo>
                  <a:lnTo>
                    <a:pt x="3" y="48"/>
                  </a:lnTo>
                  <a:lnTo>
                    <a:pt x="54" y="11"/>
                  </a:lnTo>
                  <a:lnTo>
                    <a:pt x="67" y="51"/>
                  </a:lnTo>
                  <a:lnTo>
                    <a:pt x="121" y="11"/>
                  </a:lnTo>
                  <a:lnTo>
                    <a:pt x="134" y="51"/>
                  </a:lnTo>
                  <a:lnTo>
                    <a:pt x="185" y="10"/>
                  </a:lnTo>
                  <a:lnTo>
                    <a:pt x="211" y="47"/>
                  </a:lnTo>
                  <a:lnTo>
                    <a:pt x="216" y="44"/>
                  </a:lnTo>
                  <a:lnTo>
                    <a:pt x="187" y="0"/>
                  </a:lnTo>
                  <a:lnTo>
                    <a:pt x="138" y="4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00" bIns="36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  <p:sp>
          <p:nvSpPr>
            <p:cNvPr id="4120" name="Freeform 407"/>
            <p:cNvSpPr/>
            <p:nvPr/>
          </p:nvSpPr>
          <p:spPr>
            <a:xfrm>
              <a:off x="6392880" y="3772440"/>
              <a:ext cx="303840" cy="7272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72720"/>
                <a:gd name="textAreaBottom" fmla="*/ 73080 h 72720"/>
                <a:gd name="GluePoint1X" fmla="*/ 138 w 216"/>
                <a:gd name="GluePoint1Y" fmla="*/ 41 h 52"/>
                <a:gd name="GluePoint2X" fmla="*/ 124 w 216"/>
                <a:gd name="GluePoint2Y" fmla="*/ 0 h 52"/>
                <a:gd name="GluePoint3X" fmla="*/ 70 w 216"/>
                <a:gd name="GluePoint3Y" fmla="*/ 41 h 52"/>
                <a:gd name="GluePoint4X" fmla="*/ 57 w 216"/>
                <a:gd name="GluePoint4Y" fmla="*/ 0 h 52"/>
                <a:gd name="GluePoint5X" fmla="*/ 0 w 216"/>
                <a:gd name="GluePoint5Y" fmla="*/ 43 h 52"/>
                <a:gd name="GluePoint6X" fmla="*/ 3 w 216"/>
                <a:gd name="GluePoint6Y" fmla="*/ 48 h 52"/>
                <a:gd name="GluePoint7X" fmla="*/ 54 w 216"/>
                <a:gd name="GluePoint7Y" fmla="*/ 11 h 52"/>
                <a:gd name="GluePoint8X" fmla="*/ 67 w 216"/>
                <a:gd name="GluePoint8Y" fmla="*/ 52 h 52"/>
                <a:gd name="GluePoint9X" fmla="*/ 121 w 216"/>
                <a:gd name="GluePoint9Y" fmla="*/ 11 h 52"/>
                <a:gd name="GluePoint10X" fmla="*/ 134 w 216"/>
                <a:gd name="GluePoint10Y" fmla="*/ 52 h 52"/>
                <a:gd name="GluePoint11X" fmla="*/ 185 w 216"/>
                <a:gd name="GluePoint11Y" fmla="*/ 11 h 52"/>
                <a:gd name="GluePoint12X" fmla="*/ 211 w 216"/>
                <a:gd name="GluePoint12Y" fmla="*/ 47 h 52"/>
                <a:gd name="GluePoint13X" fmla="*/ 216 w 216"/>
                <a:gd name="GluePoint13Y" fmla="*/ 44 h 52"/>
                <a:gd name="GluePoint14X" fmla="*/ 187 w 216"/>
                <a:gd name="GluePoint14Y" fmla="*/ 0 h 52"/>
                <a:gd name="GluePoint15X" fmla="*/ 138 w 216"/>
                <a:gd name="GluePoint15Y" fmla="*/ 41 h 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216" h="52">
                  <a:moveTo>
                    <a:pt x="138" y="41"/>
                  </a:moveTo>
                  <a:lnTo>
                    <a:pt x="124" y="0"/>
                  </a:lnTo>
                  <a:lnTo>
                    <a:pt x="70" y="41"/>
                  </a:lnTo>
                  <a:lnTo>
                    <a:pt x="57" y="0"/>
                  </a:lnTo>
                  <a:lnTo>
                    <a:pt x="0" y="43"/>
                  </a:lnTo>
                  <a:lnTo>
                    <a:pt x="3" y="48"/>
                  </a:lnTo>
                  <a:lnTo>
                    <a:pt x="54" y="11"/>
                  </a:lnTo>
                  <a:lnTo>
                    <a:pt x="67" y="52"/>
                  </a:lnTo>
                  <a:lnTo>
                    <a:pt x="121" y="11"/>
                  </a:lnTo>
                  <a:lnTo>
                    <a:pt x="134" y="52"/>
                  </a:lnTo>
                  <a:lnTo>
                    <a:pt x="185" y="11"/>
                  </a:lnTo>
                  <a:lnTo>
                    <a:pt x="211" y="47"/>
                  </a:lnTo>
                  <a:lnTo>
                    <a:pt x="216" y="44"/>
                  </a:lnTo>
                  <a:lnTo>
                    <a:pt x="187" y="0"/>
                  </a:lnTo>
                  <a:lnTo>
                    <a:pt x="138" y="4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360" bIns="3636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uk-UA" sz="1800" strike="noStrike" u="none">
                <a:solidFill>
                  <a:schemeClr val="dk1"/>
                </a:solidFill>
                <a:effectLst/>
                <a:uFillTx/>
                <a:latin typeface="KareliaWeb Regular"/>
              </a:endParaRPr>
            </a:p>
          </p:txBody>
        </p:sp>
      </p:grpSp>
      <p:sp>
        <p:nvSpPr>
          <p:cNvPr id="4121" name="PlaceHolder 1"/>
          <p:cNvSpPr>
            <a:spLocks noGrp="1"/>
          </p:cNvSpPr>
          <p:nvPr>
            <p:ph type="title"/>
          </p:nvPr>
        </p:nvSpPr>
        <p:spPr>
          <a:xfrm>
            <a:off x="224280" y="188640"/>
            <a:ext cx="8133480" cy="46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6858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KareliaWeb Regular"/>
              </a:rPr>
              <a:t>Weather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2" name="PlaceHolder 1"/>
          <p:cNvSpPr>
            <a:spLocks noGrp="1"/>
          </p:cNvSpPr>
          <p:nvPr>
            <p:ph/>
          </p:nvPr>
        </p:nvSpPr>
        <p:spPr>
          <a:xfrm>
            <a:off x="2159640" y="2050200"/>
            <a:ext cx="4824000" cy="10425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0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Thank you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  <p:sp>
        <p:nvSpPr>
          <p:cNvPr id="4123" name="PlaceHolder 2"/>
          <p:cNvSpPr>
            <a:spLocks noGrp="1"/>
          </p:cNvSpPr>
          <p:nvPr>
            <p:ph/>
          </p:nvPr>
        </p:nvSpPr>
        <p:spPr>
          <a:xfrm>
            <a:off x="2143080" y="3257640"/>
            <a:ext cx="485748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800" strike="noStrike" u="none">
                <a:solidFill>
                  <a:schemeClr val="lt1"/>
                </a:solidFill>
                <a:effectLst/>
                <a:uFillTx/>
                <a:latin typeface="KareliaWeb Regular"/>
              </a:rPr>
              <a:t>email-id@prodapt.com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KareliaWeb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 pitchFamily="0" charset="1"/>
        <a:ea typeface=""/>
        <a:cs typeface=""/>
      </a:majorFont>
      <a:minorFont>
        <a:latin typeface="KareliaWeb Regula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 pitchFamily="0" charset="1"/>
        <a:ea typeface=""/>
        <a:cs typeface=""/>
      </a:majorFont>
      <a:minorFont>
        <a:latin typeface="KareliaWeb Regula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 pitchFamily="0" charset="1"/>
        <a:ea typeface=""/>
        <a:cs typeface=""/>
      </a:majorFont>
      <a:minorFont>
        <a:latin typeface="KareliaWeb Regula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D4EF1B30784048B06669BC527ADB41" ma:contentTypeVersion="22" ma:contentTypeDescription="Create a new document." ma:contentTypeScope="" ma:versionID="0a829842b1474a607cefb393c2482766">
  <xsd:schema xmlns:xsd="http://www.w3.org/2001/XMLSchema" xmlns:xs="http://www.w3.org/2001/XMLSchema" xmlns:p="http://schemas.microsoft.com/office/2006/metadata/properties" xmlns:ns2="876c036b-eeb8-4a98-9654-dff151ee01a5" xmlns:ns3="5397bd6b-6bc2-4049-87b3-44219df9555c" targetNamespace="http://schemas.microsoft.com/office/2006/metadata/properties" ma:root="true" ma:fieldsID="40fbf99445cd7a5287618398c552fb43" ns2:_="" ns3:_="">
    <xsd:import namespace="876c036b-eeb8-4a98-9654-dff151ee01a5"/>
    <xsd:import namespace="5397bd6b-6bc2-4049-87b3-44219df955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p16f4640d3dc4380a66433699eb72765" minOccurs="0"/>
                <xsd:element ref="ns3:TaxCatchAll" minOccurs="0"/>
                <xsd:element ref="ns2:m5596b65076449e2a727d59cbf42095c" minOccurs="0"/>
                <xsd:element ref="ns2:Prodapt_x0020_Document_x0020_Category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c036b-eeb8-4a98-9654-dff151ee01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p16f4640d3dc4380a66433699eb72765" ma:index="11" nillable="true" ma:taxonomy="true" ma:internalName="p16f4640d3dc4380a66433699eb72765" ma:taxonomyFieldName="ProdaptDocumentType" ma:displayName="ProdaptDocumentType" ma:default="2;#Other|03550497-ba23-4de0-8d43-dac14ff9a7a7" ma:fieldId="{916f4640-d3dc-4380-a664-33699eb72765}" ma:sspId="57f86abb-38d7-41bf-bac4-7745b1ce4b50" ma:termSetId="4fdc093d-0680-46ff-b1d2-5d7da736dd3f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m5596b65076449e2a727d59cbf42095c" ma:index="14" nillable="true" ma:taxonomy="true" ma:internalName="m5596b65076449e2a727d59cbf42095c" ma:taxonomyFieldName="ProdaptRegion" ma:displayName="ProdaptRegion" ma:default="3;#Prodapt India|3a37ef66-6340-4eaa-83c9-2908d971b738" ma:fieldId="{65596b65-0764-49e2-a727-d59cbf42095c}" ma:sspId="57f86abb-38d7-41bf-bac4-7745b1ce4b50" ma:termSetId="dc36c24b-986d-4b46-8471-d9c450c81e3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Prodapt_x0020_Document_x0020_Category" ma:index="15" nillable="true" ma:displayName="Prodapt Document Category" ma:description="Prodapt Document Category" ma:internalName="Prodapt_x0020_Document_x0020_Category">
      <xsd:simpleType>
        <xsd:restriction base="dms:Text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8" nillable="true" ma:taxonomy="true" ma:internalName="lcf76f155ced4ddcb4097134ff3c332f" ma:taxonomyFieldName="MediaServiceImageTags" ma:displayName="Image Tags" ma:readOnly="false" ma:fieldId="{5cf76f15-5ced-4ddc-b409-7134ff3c332f}" ma:taxonomyMulti="true" ma:sspId="57f86abb-38d7-41bf-bac4-7745b1ce4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7bd6b-6bc2-4049-87b3-44219df9555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fc8e79a-7498-4f3d-b5ab-1c2b195e6db5}" ma:internalName="TaxCatchAll" ma:showField="CatchAllData" ma:web="5397bd6b-6bc2-4049-87b3-44219df955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97bd6b-6bc2-4049-87b3-44219df9555c">
      <Value>3</Value>
      <Value>2</Value>
    </TaxCatchAll>
    <m5596b65076449e2a727d59cbf42095c xmlns="876c036b-eeb8-4a98-9654-dff151ee01a5">
      <Terms xmlns="http://schemas.microsoft.com/office/infopath/2007/PartnerControls">
        <TermInfo>
          <TermName>Prodapt India</TermName>
          <TermId>3a37ef66-6340-4eaa-83c9-2908d971b738</TermId>
        </TermInfo>
      </Terms>
    </m5596b65076449e2a727d59cbf42095c>
    <Prodapt_x0020_Document_x0020_Category xmlns="876c036b-eeb8-4a98-9654-dff151ee01a5" xsi:nil="true"/>
    <p16f4640d3dc4380a66433699eb72765 xmlns="876c036b-eeb8-4a98-9654-dff151ee01a5">
      <Terms xmlns="http://schemas.microsoft.com/office/infopath/2007/PartnerControls">
        <TermInfo>
          <TermName>Other</TermName>
          <TermId>03550497-ba23-4de0-8d43-dac14ff9a7a7</TermId>
        </TermInfo>
      </Terms>
    </p16f4640d3dc4380a66433699eb72765>
    <lcf76f155ced4ddcb4097134ff3c332f xmlns="876c036b-eeb8-4a98-9654-dff151ee01a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C52EBE8-9E59-4DE7-9351-A5FC95C23F6B}"/>
</file>

<file path=customXml/itemProps2.xml><?xml version="1.0" encoding="utf-8"?>
<ds:datastoreItem xmlns:ds="http://schemas.openxmlformats.org/officeDocument/2006/customXml" ds:itemID="{C75B7B89-6F17-406C-8F2A-09602CC463C8}"/>
</file>

<file path=customXml/itemProps3.xml><?xml version="1.0" encoding="utf-8"?>
<ds:datastoreItem xmlns:ds="http://schemas.openxmlformats.org/officeDocument/2006/customXml" ds:itemID="{59D0E4B9-60E2-42FD-AC2C-D2A0F9AA8FC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LibreOffice/25.2.6.2$Linux_X86_64 LibreOffice_project/520$Build-2</Application>
  <AppVersion>15.0000</AppVersion>
  <Words>28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2025-11-26T07:22:02Z</dcterms:created>
  <dc:creator/>
  <dc:description/>
  <dc:language>en-US</dc:language>
  <cp:lastModifiedBy/>
  <dcterms:modified xsi:type="dcterms:W3CDTF">2025-11-26T07:31:12Z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0x01010085D4EF1B30784048B06669BC527ADB41</vt:lpwstr>
  </property>
  <property fmtid="{D5CDD505-2E9C-101B-9397-08002B2CF9AE}" pid="3" name="Notes">
    <vt:i4>1</vt:i4>
  </property>
  <property fmtid="{D5CDD505-2E9C-101B-9397-08002B2CF9AE}" pid="4" name="PresentationFormat">
    <vt:lpwstr>On-screen Show (16:9)</vt:lpwstr>
  </property>
  <property fmtid="{D5CDD505-2E9C-101B-9397-08002B2CF9AE}" pid="5" name="ProdaptDocumentType">
    <vt:i4>2</vt:i4>
  </property>
  <property fmtid="{D5CDD505-2E9C-101B-9397-08002B2CF9AE}" pid="6" name="ProdaptRegion">
    <vt:i4>3</vt:i4>
  </property>
  <property fmtid="{D5CDD505-2E9C-101B-9397-08002B2CF9AE}" pid="7" name="Slides">
    <vt:i4>51</vt:i4>
  </property>
</Properties>
</file>